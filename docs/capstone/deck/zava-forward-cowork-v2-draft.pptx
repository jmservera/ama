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10492" r:id="rId2"/>
    <p:sldId id="10694" r:id="rId3"/>
    <p:sldId id="10897" r:id="rId4"/>
    <p:sldId id="11101" r:id="rId5"/>
    <p:sldId id="11306" r:id="rId6"/>
    <p:sldId id="11512" r:id="rId7"/>
    <p:sldId id="11719" r:id="rId8"/>
    <p:sldId id="11927" r:id="rId9"/>
    <p:sldId id="12136" r:id="rId10"/>
    <p:sldId id="12346" r:id="rId11"/>
    <p:sldId id="12557" r:id="rId12"/>
    <p:sldId id="12769" r:id="rId13"/>
    <p:sldId id="12982" r:id="rId14"/>
    <p:sldId id="13196" r:id="rId15"/>
    <p:sldId id="13411" r:id="rId16"/>
    <p:sldId id="13627" r:id="rId17"/>
    <p:sldId id="13844" r:id="rId18"/>
    <p:sldId id="14062" r:id="rId19"/>
    <p:sldId id="14281" r:id="rId20"/>
    <p:sldId id="14501" r:id="rId21"/>
    <p:sldId id="14722" r:id="rId22"/>
    <p:sldId id="14944" r:id="rId23"/>
    <p:sldId id="15167" r:id="rId24"/>
    <p:sldId id="15391" r:id="rId25"/>
    <p:sldId id="15616" r:id="rId26"/>
    <p:sldId id="15842" r:id="rId27"/>
    <p:sldId id="4027" r:id="rId28"/>
    <p:sldId id="4246" r:id="rId29"/>
    <p:sldId id="4466" r:id="rId30"/>
    <p:sldId id="4687" r:id="rId31"/>
    <p:sldId id="4909" r:id="rId32"/>
    <p:sldId id="5132" r:id="rId33"/>
    <p:sldId id="5356" r:id="rId34"/>
    <p:sldId id="5581" r:id="rId35"/>
    <p:sldId id="5807" r:id="rId36"/>
    <p:sldId id="6034" r:id="rId37"/>
    <p:sldId id="6262" r:id="rId38"/>
    <p:sldId id="6491" r:id="rId39"/>
    <p:sldId id="6721" r:id="rId40"/>
    <p:sldId id="6952" r:id="rId41"/>
    <p:sldId id="7184" r:id="rId42"/>
    <p:sldId id="7417" r:id="rId43"/>
    <p:sldId id="7651" r:id="rId44"/>
    <p:sldId id="7886" r:id="rId45"/>
    <p:sldId id="8122" r:id="rId46"/>
    <p:sldId id="8359" r:id="rId47"/>
    <p:sldId id="8597" r:id="rId48"/>
    <p:sldId id="8836" r:id="rId49"/>
    <p:sldId id="9076" r:id="rId50"/>
    <p:sldId id="9317" r:id="rId51"/>
    <p:sldId id="9559" r:id="rId52"/>
    <p:sldId id="9802" r:id="rId53"/>
    <p:sldId id="10046" r:id="rId54"/>
    <p:sldId id="10291"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The challenge" id="{F67F4141-F274-46F9-A019-4D82CD054829}">
          <p14:sldIdLst>
            <p14:sldId id="10492"/>
            <p14:sldId id="10694"/>
            <p14:sldId id="10897"/>
            <p14:sldId id="11101"/>
            <p14:sldId id="11306"/>
            <p14:sldId id="11512"/>
          </p14:sldIdLst>
        </p14:section>
        <p14:section name="2 · Discovery" id="{46B8DCB7-0FD9-40A9-AA17-C7C99AFA211E}">
          <p14:sldIdLst>
            <p14:sldId id="11719"/>
            <p14:sldId id="11927"/>
            <p14:sldId id="12136"/>
            <p14:sldId id="12346"/>
            <p14:sldId id="12557"/>
          </p14:sldIdLst>
        </p14:section>
        <p14:section name="3 · The product" id="{FD417F53-B7A7-412E-A0E0-5F6B42EE00E0}">
          <p14:sldIdLst>
            <p14:sldId id="12769"/>
            <p14:sldId id="12982"/>
            <p14:sldId id="13196"/>
            <p14:sldId id="13411"/>
            <p14:sldId id="13627"/>
          </p14:sldIdLst>
        </p14:section>
        <p14:section name="4 · Built to be trusted" id="{CEA25C7C-BFDE-4FC1-A8DC-BA16FE3407A7}">
          <p14:sldIdLst>
            <p14:sldId id="13844"/>
            <p14:sldId id="14062"/>
            <p14:sldId id="14281"/>
            <p14:sldId id="14501"/>
            <p14:sldId id="14722"/>
          </p14:sldIdLst>
        </p14:section>
        <p14:section name="5 · The plan" id="{06212E03-1F00-4DB8-B7B6-229DB49977A2}">
          <p14:sldIdLst>
            <p14:sldId id="14944"/>
            <p14:sldId id="15167"/>
            <p14:sldId id="15391"/>
            <p14:sldId id="15616"/>
            <p14:sldId id="15842"/>
          </p14:sldIdLst>
        </p14:section>
        <p14:section name="Appendix · questions and answers" id="{14A48CD0-EF74-4740-AA21-D2B36D1E320D}">
          <p14:sldIdLst>
            <p14:sldId id="4027"/>
            <p14:sldId id="4246"/>
            <p14:sldId id="4466"/>
            <p14:sldId id="4687"/>
            <p14:sldId id="4909"/>
            <p14:sldId id="5132"/>
            <p14:sldId id="5356"/>
            <p14:sldId id="5581"/>
            <p14:sldId id="5807"/>
            <p14:sldId id="6034"/>
            <p14:sldId id="6262"/>
            <p14:sldId id="6491"/>
            <p14:sldId id="6721"/>
            <p14:sldId id="6952"/>
            <p14:sldId id="7184"/>
            <p14:sldId id="7417"/>
            <p14:sldId id="7651"/>
            <p14:sldId id="7886"/>
            <p14:sldId id="8122"/>
            <p14:sldId id="8359"/>
            <p14:sldId id="8597"/>
            <p14:sldId id="8836"/>
            <p14:sldId id="9076"/>
            <p14:sldId id="9317"/>
            <p14:sldId id="9559"/>
            <p14:sldId id="9802"/>
            <p14:sldId id="10046"/>
            <p14:sldId id="1029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0402AF-1A04-4AD8-BFCB-786A163939CF}" v="4" dt="2026-10-23T08:50:37.383"/>
    <p1510:client id="{38CB355D-D7EB-414A-93F3-BD679034D68A}" v="6" dt="2026-10-23T10:23:26.822"/>
    <p1510:client id="{57FA6384-6D64-4017-8C8D-103F9B22F9B7}" v="62" dt="2026-10-23T13:09:16.546"/>
    <p1510:client id="{6E8403B9-C474-4B99-9353-4E0EB3CC5CF0}" v="37" dt="2026-10-23T10:01:21.428"/>
    <p1510:client id="{7C8CBF58-93CC-48F6-8D10-D971BE5D9D8A}" v="6" dt="2026-10-23T12:09:29.655"/>
    <p1510:client id="{81618E40-B03A-458A-B64D-91834375107D}" v="3" dt="2026-10-23T11:45:20.261"/>
    <p1510:client id="{893967E1-42B7-4834-B38B-621C2FDF2144}" v="12" dt="2026-10-23T10:10:10.283"/>
    <p1510:client id="{C1FEDA2A-2542-455C-98A6-9A4DB1C4364D}" v="9" dt="2026-10-23T09:15:14.195"/>
    <p1510:client id="{F214C2A1-A5A2-4CF4-98D2-8389168FE22F}" v="31" dt="2026-10-23T13:36:11.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2" d="100"/>
          <a:sy n="152" d="100"/>
        </p:scale>
        <p:origin x="604"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FE88BFAB-8EDB-43ED-8344-B2D9CB14AB84}"/>
    <pc:docChg chg="modSld">
      <pc:chgData name="" userId="" providerId="" clId="Web-{FE88BFAB-8EDB-43ED-8344-B2D9CB14AB84}" dt="2026-10-23T12:51:43.723" v="12" actId="34807"/>
      <pc:docMkLst>
        <pc:docMk/>
      </pc:docMkLst>
      <pc:sldChg chg="addSp delSp modSp">
        <pc:chgData name="" userId="" providerId="" clId="Web-{FE88BFAB-8EDB-43ED-8344-B2D9CB14AB84}" dt="2026-10-23T12:51:43.723" v="12" actId="34807"/>
        <pc:sldMkLst>
          <pc:docMk/>
          <pc:sldMk cId="1283465664" sldId="12557"/>
        </pc:sldMkLst>
        <pc:spChg chg="del">
          <ac:chgData name="" userId="" providerId="" clId="Web-{FE88BFAB-8EDB-43ED-8344-B2D9CB14AB84}" dt="2026-10-23T12:46:40.261" v="1" actId="34807"/>
          <ac:spMkLst>
            <pc:docMk/>
            <pc:sldMk cId="1283465664" sldId="12557"/>
            <ac:spMk id="35775" creationId="{4147CE8F-0DE3-DAD4-5749-7D921A6C2A00}"/>
          </ac:spMkLst>
        </pc:spChg>
        <pc:spChg chg="del">
          <ac:chgData name="" userId="" providerId="" clId="Web-{FE88BFAB-8EDB-43ED-8344-B2D9CB14AB84}" dt="2026-10-23T12:46:40.261" v="1" actId="34807"/>
          <ac:spMkLst>
            <pc:docMk/>
            <pc:sldMk cId="1283465664" sldId="12557"/>
            <ac:spMk id="35793" creationId="{53AF9102-4EC3-6953-563A-27D279EC48ED}"/>
          </ac:spMkLst>
        </pc:spChg>
        <pc:spChg chg="del">
          <ac:chgData name="" userId="" providerId="" clId="Web-{FE88BFAB-8EDB-43ED-8344-B2D9CB14AB84}" dt="2026-10-23T12:46:40.261" v="1" actId="34807"/>
          <ac:spMkLst>
            <pc:docMk/>
            <pc:sldMk cId="1283465664" sldId="12557"/>
            <ac:spMk id="35875" creationId="{1494D342-EDA4-5790-D068-AA162526DBC2}"/>
          </ac:spMkLst>
        </pc:spChg>
        <pc:spChg chg="del">
          <ac:chgData name="" userId="" providerId="" clId="Web-{FE88BFAB-8EDB-43ED-8344-B2D9CB14AB84}" dt="2026-10-23T12:46:40.261" v="1" actId="34807"/>
          <ac:spMkLst>
            <pc:docMk/>
            <pc:sldMk cId="1283465664" sldId="12557"/>
            <ac:spMk id="35922" creationId="{BD3B2A69-B8C0-2FA8-6CD2-5020847FAD2C}"/>
          </ac:spMkLst>
        </pc:spChg>
        <pc:spChg chg="del">
          <ac:chgData name="" userId="" providerId="" clId="Web-{FE88BFAB-8EDB-43ED-8344-B2D9CB14AB84}" dt="2026-10-23T12:46:40.261" v="1" actId="34807"/>
          <ac:spMkLst>
            <pc:docMk/>
            <pc:sldMk cId="1283465664" sldId="12557"/>
            <ac:spMk id="35947" creationId="{D877F4A4-A3A0-CD8E-FD26-1DD68203631C}"/>
          </ac:spMkLst>
        </pc:spChg>
        <pc:spChg chg="del">
          <ac:chgData name="" userId="" providerId="" clId="Web-{FE88BFAB-8EDB-43ED-8344-B2D9CB14AB84}" dt="2026-10-23T12:46:40.261" v="1" actId="34807"/>
          <ac:spMkLst>
            <pc:docMk/>
            <pc:sldMk cId="1283465664" sldId="12557"/>
            <ac:spMk id="36150" creationId="{5A7D2308-8AD7-C3A5-4CF0-921436AE42CE}"/>
          </ac:spMkLst>
        </pc:spChg>
        <pc:spChg chg="del">
          <ac:chgData name="" userId="" providerId="" clId="Web-{FE88BFAB-8EDB-43ED-8344-B2D9CB14AB84}" dt="2026-10-23T12:46:40.261" v="1" actId="34807"/>
          <ac:spMkLst>
            <pc:docMk/>
            <pc:sldMk cId="1283465664" sldId="12557"/>
            <ac:spMk id="36183" creationId="{DE4D261B-148A-B704-9380-BCCD826B58DB}"/>
          </ac:spMkLst>
        </pc:spChg>
        <pc:spChg chg="del">
          <ac:chgData name="" userId="" providerId="" clId="Web-{FE88BFAB-8EDB-43ED-8344-B2D9CB14AB84}" dt="2026-10-23T12:46:40.261" v="1" actId="34807"/>
          <ac:spMkLst>
            <pc:docMk/>
            <pc:sldMk cId="1283465664" sldId="12557"/>
            <ac:spMk id="36217" creationId="{460D7FF7-D2C8-A334-FE49-50232268E219}"/>
          </ac:spMkLst>
        </pc:spChg>
        <pc:spChg chg="del">
          <ac:chgData name="" userId="" providerId="" clId="Web-{FE88BFAB-8EDB-43ED-8344-B2D9CB14AB84}" dt="2026-10-23T12:46:40.261" v="1" actId="34807"/>
          <ac:spMkLst>
            <pc:docMk/>
            <pc:sldMk cId="1283465664" sldId="12557"/>
            <ac:spMk id="36363" creationId="{FDA683BF-1715-0C6F-DBE6-4EDECEB5DF33}"/>
          </ac:spMkLst>
        </pc:spChg>
        <pc:spChg chg="del">
          <ac:chgData name="" userId="" providerId="" clId="Web-{FE88BFAB-8EDB-43ED-8344-B2D9CB14AB84}" dt="2026-10-23T12:51:43.723" v="12" actId="34807"/>
          <ac:spMkLst>
            <pc:docMk/>
            <pc:sldMk cId="1283465664" sldId="12557"/>
            <ac:spMk id="36612" creationId="{01DA2BCF-5F09-39CE-B277-BCFCB6C90EDF}"/>
          </ac:spMkLst>
        </pc:spChg>
        <pc:spChg chg="del">
          <ac:chgData name="" userId="" providerId="" clId="Web-{FE88BFAB-8EDB-43ED-8344-B2D9CB14AB84}" dt="2026-10-23T12:51:43.723" v="12" actId="34807"/>
          <ac:spMkLst>
            <pc:docMk/>
            <pc:sldMk cId="1283465664" sldId="12557"/>
            <ac:spMk id="36750" creationId="{F3204798-18E8-584A-2B83-ED5D2E7BEDF3}"/>
          </ac:spMkLst>
        </pc:spChg>
        <pc:spChg chg="del">
          <ac:chgData name="" userId="" providerId="" clId="Web-{FE88BFAB-8EDB-43ED-8344-B2D9CB14AB84}" dt="2026-10-23T12:51:43.723" v="12" actId="34807"/>
          <ac:spMkLst>
            <pc:docMk/>
            <pc:sldMk cId="1283465664" sldId="12557"/>
            <ac:spMk id="36847" creationId="{AEB99AF0-702D-FEBD-4A25-FCBA1C99F09F}"/>
          </ac:spMkLst>
        </pc:spChg>
        <pc:spChg chg="del">
          <ac:chgData name="" userId="" providerId="" clId="Web-{FE88BFAB-8EDB-43ED-8344-B2D9CB14AB84}" dt="2026-10-23T12:46:40.261" v="1" actId="34807"/>
          <ac:spMkLst>
            <pc:docMk/>
            <pc:sldMk cId="1283465664" sldId="12557"/>
            <ac:spMk id="37513" creationId="{F3BBD14E-8834-71E9-5D6F-8BA90CE2FD8E}"/>
          </ac:spMkLst>
        </pc:spChg>
        <pc:spChg chg="del">
          <ac:chgData name="" userId="" providerId="" clId="Web-{FE88BFAB-8EDB-43ED-8344-B2D9CB14AB84}" dt="2026-10-23T12:51:43.723" v="12" actId="34807"/>
          <ac:spMkLst>
            <pc:docMk/>
            <pc:sldMk cId="1283465664" sldId="12557"/>
            <ac:spMk id="52972" creationId="{00C5EEBA-4635-63EC-2E8E-5E4D618B72EA}"/>
          </ac:spMkLst>
        </pc:spChg>
        <pc:spChg chg="add mod">
          <ac:chgData name="" userId="" providerId="" clId="Web-{FE88BFAB-8EDB-43ED-8344-B2D9CB14AB84}" dt="2026-10-23T12:46:38.964" v="0" actId="34807"/>
          <ac:spMkLst>
            <pc:docMk/>
            <pc:sldMk cId="1283465664" sldId="12557"/>
            <ac:spMk id="52975" creationId="{CB6E72B9-7E81-582F-5AC4-52DDEC1EF485}"/>
          </ac:spMkLst>
        </pc:spChg>
        <pc:spChg chg="add del mod">
          <ac:chgData name="" userId="" providerId="" clId="Web-{FE88BFAB-8EDB-43ED-8344-B2D9CB14AB84}" dt="2026-10-23T12:51:43.723" v="12" actId="34807"/>
          <ac:spMkLst>
            <pc:docMk/>
            <pc:sldMk cId="1283465664" sldId="12557"/>
            <ac:spMk id="52979" creationId="{C9BD41F4-CEA3-8F4A-A304-1590652C03EF}"/>
          </ac:spMkLst>
        </pc:spChg>
        <pc:spChg chg="add mod">
          <ac:chgData name="" userId="" providerId="" clId="Web-{FE88BFAB-8EDB-43ED-8344-B2D9CB14AB84}" dt="2026-10-23T12:46:38.964" v="0" actId="34807"/>
          <ac:spMkLst>
            <pc:docMk/>
            <pc:sldMk cId="1283465664" sldId="12557"/>
            <ac:spMk id="53035" creationId="{654AA90B-C93A-986E-3B40-5B5AB216F8CF}"/>
          </ac:spMkLst>
        </pc:spChg>
        <pc:spChg chg="add mod">
          <ac:chgData name="" userId="" providerId="" clId="Web-{FE88BFAB-8EDB-43ED-8344-B2D9CB14AB84}" dt="2026-10-23T12:46:38.964" v="0" actId="34807"/>
          <ac:spMkLst>
            <pc:docMk/>
            <pc:sldMk cId="1283465664" sldId="12557"/>
            <ac:spMk id="53060" creationId="{BB2055F2-11AD-B2E0-D38E-B322618E4413}"/>
          </ac:spMkLst>
        </pc:spChg>
        <pc:spChg chg="add mod">
          <ac:chgData name="" userId="" providerId="" clId="Web-{FE88BFAB-8EDB-43ED-8344-B2D9CB14AB84}" dt="2026-10-23T12:46:38.964" v="0" actId="34807"/>
          <ac:spMkLst>
            <pc:docMk/>
            <pc:sldMk cId="1283465664" sldId="12557"/>
            <ac:spMk id="53089" creationId="{54155975-E225-B21D-3FC3-32CFF6C049E5}"/>
          </ac:spMkLst>
        </pc:spChg>
        <pc:spChg chg="del">
          <ac:chgData name="" userId="" providerId="" clId="Web-{FE88BFAB-8EDB-43ED-8344-B2D9CB14AB84}" dt="2026-10-23T12:51:43.723" v="12" actId="34807"/>
          <ac:spMkLst>
            <pc:docMk/>
            <pc:sldMk cId="1283465664" sldId="12557"/>
            <ac:spMk id="53105" creationId="{0898DE68-2D0B-4C44-4E17-6BE710E4614A}"/>
          </ac:spMkLst>
        </pc:spChg>
        <pc:spChg chg="del">
          <ac:chgData name="" userId="" providerId="" clId="Web-{FE88BFAB-8EDB-43ED-8344-B2D9CB14AB84}" dt="2026-10-23T12:51:43.723" v="12" actId="34807"/>
          <ac:spMkLst>
            <pc:docMk/>
            <pc:sldMk cId="1283465664" sldId="12557"/>
            <ac:spMk id="53122" creationId="{58A63E57-9F2B-112C-E3BB-C6FE757000E0}"/>
          </ac:spMkLst>
        </pc:spChg>
        <pc:spChg chg="add mod">
          <ac:chgData name="" userId="" providerId="" clId="Web-{FE88BFAB-8EDB-43ED-8344-B2D9CB14AB84}" dt="2026-10-23T12:46:38.964" v="0" actId="34807"/>
          <ac:spMkLst>
            <pc:docMk/>
            <pc:sldMk cId="1283465664" sldId="12557"/>
            <ac:spMk id="53140" creationId="{E8B48C23-B060-2583-A2D7-15FA01267B57}"/>
          </ac:spMkLst>
        </pc:spChg>
        <pc:spChg chg="del">
          <ac:chgData name="" userId="" providerId="" clId="Web-{FE88BFAB-8EDB-43ED-8344-B2D9CB14AB84}" dt="2026-10-23T12:51:43.723" v="12" actId="34807"/>
          <ac:spMkLst>
            <pc:docMk/>
            <pc:sldMk cId="1283465664" sldId="12557"/>
            <ac:spMk id="53179" creationId="{DE259084-A987-6758-56EC-E34AAEB9730D}"/>
          </ac:spMkLst>
        </pc:spChg>
        <pc:spChg chg="add mod">
          <ac:chgData name="" userId="" providerId="" clId="Web-{FE88BFAB-8EDB-43ED-8344-B2D9CB14AB84}" dt="2026-10-23T12:46:38.964" v="0" actId="34807"/>
          <ac:spMkLst>
            <pc:docMk/>
            <pc:sldMk cId="1283465664" sldId="12557"/>
            <ac:spMk id="53269" creationId="{7FB370B0-698A-6D34-6D0F-59754C6C0A9C}"/>
          </ac:spMkLst>
        </pc:spChg>
        <pc:spChg chg="add del mod">
          <ac:chgData name="" userId="" providerId="" clId="Web-{FE88BFAB-8EDB-43ED-8344-B2D9CB14AB84}" dt="2026-10-23T12:51:43.723" v="12" actId="34807"/>
          <ac:spMkLst>
            <pc:docMk/>
            <pc:sldMk cId="1283465664" sldId="12557"/>
            <ac:spMk id="53294" creationId="{35D9632E-90D7-ED0E-3975-01716A4A62C5}"/>
          </ac:spMkLst>
        </pc:spChg>
        <pc:spChg chg="add del mod">
          <ac:chgData name="" userId="" providerId="" clId="Web-{FE88BFAB-8EDB-43ED-8344-B2D9CB14AB84}" dt="2026-10-23T12:51:43.723" v="12" actId="34807"/>
          <ac:spMkLst>
            <pc:docMk/>
            <pc:sldMk cId="1283465664" sldId="12557"/>
            <ac:spMk id="53347" creationId="{86FBC66F-3A9D-52F0-37E8-2490CB061DE0}"/>
          </ac:spMkLst>
        </pc:spChg>
        <pc:spChg chg="add mod">
          <ac:chgData name="" userId="" providerId="" clId="Web-{FE88BFAB-8EDB-43ED-8344-B2D9CB14AB84}" dt="2026-10-23T12:46:38.964" v="0" actId="34807"/>
          <ac:spMkLst>
            <pc:docMk/>
            <pc:sldMk cId="1283465664" sldId="12557"/>
            <ac:spMk id="53465" creationId="{06A58EC2-6090-5538-FA02-6D76A9DE4231}"/>
          </ac:spMkLst>
        </pc:spChg>
        <pc:spChg chg="add mod">
          <ac:chgData name="" userId="" providerId="" clId="Web-{FE88BFAB-8EDB-43ED-8344-B2D9CB14AB84}" dt="2026-10-23T12:51:42.333" v="11" actId="34807"/>
          <ac:spMkLst>
            <pc:docMk/>
            <pc:sldMk cId="1283465664" sldId="12557"/>
            <ac:spMk id="53518" creationId="{A51DBA4B-08FD-2CA3-82C6-9E47CDBA26EC}"/>
          </ac:spMkLst>
        </pc:spChg>
        <pc:spChg chg="add mod">
          <ac:chgData name="" userId="" providerId="" clId="Web-{FE88BFAB-8EDB-43ED-8344-B2D9CB14AB84}" dt="2026-10-23T12:51:42.333" v="11" actId="34807"/>
          <ac:spMkLst>
            <pc:docMk/>
            <pc:sldMk cId="1283465664" sldId="12557"/>
            <ac:spMk id="53588" creationId="{B71B6A50-F65E-8514-4148-DD6E946A2357}"/>
          </ac:spMkLst>
        </pc:spChg>
        <pc:spChg chg="add mod">
          <ac:chgData name="" userId="" providerId="" clId="Web-{FE88BFAB-8EDB-43ED-8344-B2D9CB14AB84}" dt="2026-10-23T12:51:42.333" v="11" actId="34807"/>
          <ac:spMkLst>
            <pc:docMk/>
            <pc:sldMk cId="1283465664" sldId="12557"/>
            <ac:spMk id="53602" creationId="{11DFDE8C-9244-6155-0998-FA800A7674EE}"/>
          </ac:spMkLst>
        </pc:spChg>
        <pc:spChg chg="add mod">
          <ac:chgData name="" userId="" providerId="" clId="Web-{FE88BFAB-8EDB-43ED-8344-B2D9CB14AB84}" dt="2026-10-23T12:51:42.333" v="11" actId="34807"/>
          <ac:spMkLst>
            <pc:docMk/>
            <pc:sldMk cId="1283465664" sldId="12557"/>
            <ac:spMk id="53687" creationId="{FCA22C39-ECC0-C7E0-B718-6AE816ECC64C}"/>
          </ac:spMkLst>
        </pc:spChg>
        <pc:spChg chg="add mod">
          <ac:chgData name="" userId="" providerId="" clId="Web-{FE88BFAB-8EDB-43ED-8344-B2D9CB14AB84}" dt="2026-10-23T12:51:42.333" v="11" actId="34807"/>
          <ac:spMkLst>
            <pc:docMk/>
            <pc:sldMk cId="1283465664" sldId="12557"/>
            <ac:spMk id="53797" creationId="{44A4B5C6-2FA3-1B5A-4211-C1E37576AA3E}"/>
          </ac:spMkLst>
        </pc:spChg>
        <pc:spChg chg="add mod">
          <ac:chgData name="" userId="" providerId="" clId="Web-{FE88BFAB-8EDB-43ED-8344-B2D9CB14AB84}" dt="2026-10-23T12:51:42.333" v="11" actId="34807"/>
          <ac:spMkLst>
            <pc:docMk/>
            <pc:sldMk cId="1283465664" sldId="12557"/>
            <ac:spMk id="53962" creationId="{338D9D23-D4BE-CC93-C48D-33634317A409}"/>
          </ac:spMkLst>
        </pc:spChg>
        <pc:spChg chg="add mod">
          <ac:chgData name="" userId="" providerId="" clId="Web-{FE88BFAB-8EDB-43ED-8344-B2D9CB14AB84}" dt="2026-10-23T12:51:42.333" v="11" actId="34807"/>
          <ac:spMkLst>
            <pc:docMk/>
            <pc:sldMk cId="1283465664" sldId="12557"/>
            <ac:spMk id="53993" creationId="{74DF1E51-1911-6B7C-DE23-1695A7A14FDE}"/>
          </ac:spMkLst>
        </pc:spChg>
        <pc:spChg chg="add mod">
          <ac:chgData name="" userId="" providerId="" clId="Web-{FE88BFAB-8EDB-43ED-8344-B2D9CB14AB84}" dt="2026-10-23T12:51:42.333" v="11" actId="34807"/>
          <ac:spMkLst>
            <pc:docMk/>
            <pc:sldMk cId="1283465664" sldId="12557"/>
            <ac:spMk id="54127" creationId="{3ED9B94D-48BC-4372-788A-CAD6CA0607F6}"/>
          </ac:spMkLst>
        </pc:spChg>
        <pc:spChg chg="add mod">
          <ac:chgData name="" userId="" providerId="" clId="Web-{FE88BFAB-8EDB-43ED-8344-B2D9CB14AB84}" dt="2026-10-23T12:51:42.333" v="11" actId="34807"/>
          <ac:spMkLst>
            <pc:docMk/>
            <pc:sldMk cId="1283465664" sldId="12557"/>
            <ac:spMk id="54277" creationId="{5C4AC56C-39A0-2B4B-06C2-B4147A2CC2DB}"/>
          </ac:spMkLst>
        </pc:spChg>
        <pc:spChg chg="add mod">
          <ac:chgData name="" userId="" providerId="" clId="Web-{FE88BFAB-8EDB-43ED-8344-B2D9CB14AB84}" dt="2026-10-23T12:51:42.333" v="11" actId="34807"/>
          <ac:spMkLst>
            <pc:docMk/>
            <pc:sldMk cId="1283465664" sldId="12557"/>
            <ac:spMk id="54722" creationId="{7750BDBD-A1B5-4987-5915-D9D4A09ECA46}"/>
          </ac:spMkLst>
        </pc:spChg>
      </pc:sldChg>
      <pc:sldChg chg="modSp">
        <pc:chgData name="" userId="" providerId="" clId="Web-{FE88BFAB-8EDB-43ED-8344-B2D9CB14AB84}" dt="2026-10-23T12:48:41.358" v="9" actId="34807"/>
        <pc:sldMkLst>
          <pc:docMk/>
          <pc:sldMk cId="1328341611" sldId="12769"/>
        </pc:sldMkLst>
        <pc:spChg chg="mod">
          <ac:chgData name="" userId="" providerId="" clId="Web-{FE88BFAB-8EDB-43ED-8344-B2D9CB14AB84}" dt="2026-10-23T12:48:41.358" v="9" actId="34807"/>
          <ac:spMkLst>
            <pc:docMk/>
            <pc:sldMk cId="1328341611" sldId="12769"/>
            <ac:spMk id="38094" creationId="{659A76C1-B94E-B2EA-D19A-E60EB6C25520}"/>
          </ac:spMkLst>
        </pc:spChg>
        <pc:spChg chg="mod">
          <ac:chgData name="" userId="" providerId="" clId="Web-{FE88BFAB-8EDB-43ED-8344-B2D9CB14AB84}" dt="2026-10-23T12:48:41.358" v="9" actId="34807"/>
          <ac:spMkLst>
            <pc:docMk/>
            <pc:sldMk cId="1328341611" sldId="12769"/>
            <ac:spMk id="38157" creationId="{212780D9-7F25-180E-3AB5-BC624208FB9C}"/>
          </ac:spMkLst>
        </pc:spChg>
        <pc:spChg chg="mod">
          <ac:chgData name="" userId="" providerId="" clId="Web-{FE88BFAB-8EDB-43ED-8344-B2D9CB14AB84}" dt="2026-10-23T12:48:41.358" v="9" actId="34807"/>
          <ac:spMkLst>
            <pc:docMk/>
            <pc:sldMk cId="1328341611" sldId="12769"/>
            <ac:spMk id="38204" creationId="{4623CE09-3EC5-66BA-D099-BA5F7D5D0226}"/>
          </ac:spMkLst>
        </pc:spChg>
        <pc:spChg chg="mod">
          <ac:chgData name="" userId="" providerId="" clId="Web-{FE88BFAB-8EDB-43ED-8344-B2D9CB14AB84}" dt="2026-10-23T12:48:41.358" v="9" actId="34807"/>
          <ac:spMkLst>
            <pc:docMk/>
            <pc:sldMk cId="1328341611" sldId="12769"/>
            <ac:spMk id="38255" creationId="{E77DD0AA-F9FE-0B41-BB6C-503488FCDE05}"/>
          </ac:spMkLst>
        </pc:spChg>
        <pc:spChg chg="mod">
          <ac:chgData name="" userId="" providerId="" clId="Web-{FE88BFAB-8EDB-43ED-8344-B2D9CB14AB84}" dt="2026-10-23T12:48:41.358" v="9" actId="34807"/>
          <ac:spMkLst>
            <pc:docMk/>
            <pc:sldMk cId="1328341611" sldId="12769"/>
            <ac:spMk id="38534" creationId="{B368BD22-9908-7A9D-86E3-0955C7C5657E}"/>
          </ac:spMkLst>
        </pc:spChg>
        <pc:spChg chg="mod">
          <ac:chgData name="" userId="" providerId="" clId="Web-{FE88BFAB-8EDB-43ED-8344-B2D9CB14AB84}" dt="2026-10-23T12:48:41.358" v="9" actId="34807"/>
          <ac:spMkLst>
            <pc:docMk/>
            <pc:sldMk cId="1328341611" sldId="12769"/>
            <ac:spMk id="38570" creationId="{C2808529-EE22-175E-C839-4EC81E165A2C}"/>
          </ac:spMkLst>
        </pc:spChg>
      </pc:sldChg>
      <pc:sldChg chg="modSp">
        <pc:chgData name="" userId="" providerId="" clId="Web-{FE88BFAB-8EDB-43ED-8344-B2D9CB14AB84}" dt="2026-10-23T12:48:41.358" v="9" actId="34807"/>
        <pc:sldMkLst>
          <pc:docMk/>
          <pc:sldMk cId="2377474207" sldId="12982"/>
        </pc:sldMkLst>
        <pc:spChg chg="mod">
          <ac:chgData name="" userId="" providerId="" clId="Web-{FE88BFAB-8EDB-43ED-8344-B2D9CB14AB84}" dt="2026-10-23T12:48:41.358" v="9" actId="34807"/>
          <ac:spMkLst>
            <pc:docMk/>
            <pc:sldMk cId="2377474207" sldId="12982"/>
            <ac:spMk id="38921" creationId="{D6983635-DE8C-04FA-96B9-5C5A69F9BB19}"/>
          </ac:spMkLst>
        </pc:spChg>
        <pc:spChg chg="mod">
          <ac:chgData name="" userId="" providerId="" clId="Web-{FE88BFAB-8EDB-43ED-8344-B2D9CB14AB84}" dt="2026-10-23T12:48:41.358" v="9" actId="34807"/>
          <ac:spMkLst>
            <pc:docMk/>
            <pc:sldMk cId="2377474207" sldId="12982"/>
            <ac:spMk id="39008" creationId="{CC14C451-F772-0720-C4DC-97954C3ED13E}"/>
          </ac:spMkLst>
        </pc:spChg>
        <pc:spChg chg="mod">
          <ac:chgData name="" userId="" providerId="" clId="Web-{FE88BFAB-8EDB-43ED-8344-B2D9CB14AB84}" dt="2026-10-23T12:48:41.358" v="9" actId="34807"/>
          <ac:spMkLst>
            <pc:docMk/>
            <pc:sldMk cId="2377474207" sldId="12982"/>
            <ac:spMk id="39086" creationId="{8F57B887-47E0-8189-CFEB-7F189BBA71BE}"/>
          </ac:spMkLst>
        </pc:spChg>
        <pc:spChg chg="mod">
          <ac:chgData name="" userId="" providerId="" clId="Web-{FE88BFAB-8EDB-43ED-8344-B2D9CB14AB84}" dt="2026-10-23T12:48:41.358" v="9" actId="34807"/>
          <ac:spMkLst>
            <pc:docMk/>
            <pc:sldMk cId="2377474207" sldId="12982"/>
            <ac:spMk id="39180" creationId="{E5978440-1DF0-8671-7EFE-3CEF4EC8E6EE}"/>
          </ac:spMkLst>
        </pc:spChg>
        <pc:spChg chg="mod">
          <ac:chgData name="" userId="" providerId="" clId="Web-{FE88BFAB-8EDB-43ED-8344-B2D9CB14AB84}" dt="2026-10-23T12:48:41.358" v="9" actId="34807"/>
          <ac:spMkLst>
            <pc:docMk/>
            <pc:sldMk cId="2377474207" sldId="12982"/>
            <ac:spMk id="39290" creationId="{7B306E36-C61C-A260-9FD9-A0092154F041}"/>
          </ac:spMkLst>
        </pc:spChg>
        <pc:spChg chg="mod">
          <ac:chgData name="" userId="" providerId="" clId="Web-{FE88BFAB-8EDB-43ED-8344-B2D9CB14AB84}" dt="2026-10-23T12:48:41.358" v="9" actId="34807"/>
          <ac:spMkLst>
            <pc:docMk/>
            <pc:sldMk cId="2377474207" sldId="12982"/>
            <ac:spMk id="39416" creationId="{E50B9EB3-9030-BE21-733A-0107CAEE83AA}"/>
          </ac:spMkLst>
        </pc:spChg>
      </pc:sldChg>
      <pc:sldChg chg="modSp">
        <pc:chgData name="" userId="" providerId="" clId="Web-{FE88BFAB-8EDB-43ED-8344-B2D9CB14AB84}" dt="2026-10-23T12:48:41.358" v="9" actId="34807"/>
        <pc:sldMkLst>
          <pc:docMk/>
          <pc:sldMk cId="3162528261" sldId="13411"/>
        </pc:sldMkLst>
        <pc:spChg chg="mod">
          <ac:chgData name="" userId="" providerId="" clId="Web-{FE88BFAB-8EDB-43ED-8344-B2D9CB14AB84}" dt="2026-10-23T12:48:41.358" v="9" actId="34807"/>
          <ac:spMkLst>
            <pc:docMk/>
            <pc:sldMk cId="3162528261" sldId="13411"/>
            <ac:spMk id="51290" creationId="{CBDB6923-636E-0C0E-3A9E-DF3C76FDFC45}"/>
          </ac:spMkLst>
        </pc:spChg>
        <pc:spChg chg="mod">
          <ac:chgData name="" userId="" providerId="" clId="Web-{FE88BFAB-8EDB-43ED-8344-B2D9CB14AB84}" dt="2026-10-23T12:48:41.358" v="9" actId="34807"/>
          <ac:spMkLst>
            <pc:docMk/>
            <pc:sldMk cId="3162528261" sldId="13411"/>
            <ac:spMk id="51400" creationId="{D2C13354-B900-9890-AAFE-E2947D596556}"/>
          </ac:spMkLst>
        </pc:spChg>
        <pc:spChg chg="mod">
          <ac:chgData name="" userId="" providerId="" clId="Web-{FE88BFAB-8EDB-43ED-8344-B2D9CB14AB84}" dt="2026-10-23T12:48:41.358" v="9" actId="34807"/>
          <ac:spMkLst>
            <pc:docMk/>
            <pc:sldMk cId="3162528261" sldId="13411"/>
            <ac:spMk id="51535" creationId="{3072DA4E-C880-914D-E816-C1C7FB46449F}"/>
          </ac:spMkLst>
        </pc:spChg>
        <pc:spChg chg="mod">
          <ac:chgData name="" userId="" providerId="" clId="Web-{FE88BFAB-8EDB-43ED-8344-B2D9CB14AB84}" dt="2026-10-23T12:48:41.358" v="9" actId="34807"/>
          <ac:spMkLst>
            <pc:docMk/>
            <pc:sldMk cId="3162528261" sldId="13411"/>
            <ac:spMk id="51596" creationId="{699DBC8C-E61D-1220-5048-A817A664C091}"/>
          </ac:spMkLst>
        </pc:spChg>
        <pc:spChg chg="mod">
          <ac:chgData name="" userId="" providerId="" clId="Web-{FE88BFAB-8EDB-43ED-8344-B2D9CB14AB84}" dt="2026-10-23T12:48:41.358" v="9" actId="34807"/>
          <ac:spMkLst>
            <pc:docMk/>
            <pc:sldMk cId="3162528261" sldId="13411"/>
            <ac:spMk id="51661" creationId="{8FA3D289-78B3-20B7-9E9F-C1CF422F453A}"/>
          </ac:spMkLst>
        </pc:spChg>
        <pc:picChg chg="mod">
          <ac:chgData name="" userId="" providerId="" clId="Web-{FE88BFAB-8EDB-43ED-8344-B2D9CB14AB84}" dt="2026-10-23T12:48:41.358" v="9" actId="34807"/>
          <ac:picMkLst>
            <pc:docMk/>
            <pc:sldMk cId="3162528261" sldId="13411"/>
            <ac:picMk id="52587" creationId="{E8990BE4-A66F-401D-F3E6-A0A2FC618BC2}"/>
          </ac:picMkLst>
        </pc:picChg>
        <pc:picChg chg="mod">
          <ac:chgData name="" userId="" providerId="" clId="Web-{FE88BFAB-8EDB-43ED-8344-B2D9CB14AB84}" dt="2026-10-23T12:48:41.358" v="9" actId="34807"/>
          <ac:picMkLst>
            <pc:docMk/>
            <pc:sldMk cId="3162528261" sldId="13411"/>
            <ac:picMk id="52588" creationId="{1F551BDE-1755-DC5F-B8F6-44CE6B30E930}"/>
          </ac:picMkLst>
        </pc:picChg>
      </pc:sldChg>
      <pc:sldChg chg="modSp">
        <pc:chgData name="" userId="" providerId="" clId="Web-{FE88BFAB-8EDB-43ED-8344-B2D9CB14AB84}" dt="2026-10-23T12:51:30.207" v="10" actId="34807"/>
        <pc:sldMkLst>
          <pc:docMk/>
          <pc:sldMk cId="2661767293" sldId="13627"/>
        </pc:sldMkLst>
        <pc:spChg chg="mod">
          <ac:chgData name="" userId="" providerId="" clId="Web-{FE88BFAB-8EDB-43ED-8344-B2D9CB14AB84}" dt="2026-10-23T12:51:30.207" v="10" actId="34807"/>
          <ac:spMkLst>
            <pc:docMk/>
            <pc:sldMk cId="2661767293" sldId="13627"/>
            <ac:spMk id="52889" creationId="{782F9A13-7632-0610-549A-3896617503DC}"/>
          </ac:spMkLst>
        </pc:spChg>
      </pc:sldChg>
    </pc:docChg>
  </pc:docChgLst>
  <pc:docChgLst>
    <pc:chgData name="Juan Manuel Servera Bondroit" userId="S::juanserv@microsoft.com::0495d4c8-905e-4096-beaa-e1d4e24f9049" providerId="AD" clId="Web-{52E5A2EB-913C-4389-A115-830EC3510622}"/>
    <pc:docChg chg="mod modMainMaster">
      <pc:chgData name="Juan Manuel Servera Bondroit" userId="S::juanserv@microsoft.com::0495d4c8-905e-4096-beaa-e1d4e24f9049" providerId="AD" clId="Web-{52E5A2EB-913C-4389-A115-830EC3510622}" dt="2026-10-23T09:03:21.807" v="1" actId="33475"/>
      <pc:docMkLst>
        <pc:docMk/>
      </pc:docMkLst>
      <pc:sldMasterChg chg="addSp">
        <pc:chgData name="Juan Manuel Servera Bondroit" userId="S::juanserv@microsoft.com::0495d4c8-905e-4096-beaa-e1d4e24f9049" providerId="AD" clId="Web-{52E5A2EB-913C-4389-A115-830EC3510622}" dt="2026-10-23T09:03:21.807" v="0" actId="33475"/>
        <pc:sldMasterMkLst>
          <pc:docMk/>
          <pc:sldMasterMk cId="2209977519" sldId="2147483648"/>
        </pc:sldMasterMkLst>
        <pc:spChg chg="add">
          <ac:chgData name="Juan Manuel Servera Bondroit" userId="S::juanserv@microsoft.com::0495d4c8-905e-4096-beaa-e1d4e24f9049" providerId="AD" clId="Web-{52E5A2EB-913C-4389-A115-830EC3510622}" dt="2026-10-23T09:03:21.807" v="0" actId="33475"/>
          <ac:spMkLst>
            <pc:docMk/>
            <pc:sldMasterMk cId="2209977519" sldId="2147483648"/>
            <ac:spMk id="8" creationId="{B7679F68-5AA6-388E-1CC7-C4126D92BBE2}"/>
          </ac:spMkLst>
        </pc:spChg>
      </pc:sldMasterChg>
    </pc:docChg>
  </pc:docChgLst>
  <pc:docChgLst>
    <pc:chgData name="Juan Manuel Servera Bondroit" userId="0495d4c8-905e-4096-beaa-e1d4e24f9049" providerId="ADAL" clId="{03E69A3B-A7F4-4D9A-A98C-DFDECEE4CFE3}"/>
    <pc:docChg chg="mod modMainMaster">
      <pc:chgData name="Juan Manuel Servera Bondroit" userId="0495d4c8-905e-4096-beaa-e1d4e24f9049" providerId="ADAL" clId="{03E69A3B-A7F4-4D9A-A98C-DFDECEE4CFE3}" dt="2026-10-23T20:10:59.595" v="1" actId="33475"/>
      <pc:docMkLst>
        <pc:docMk/>
      </pc:docMkLst>
      <pc:sldMasterChg chg="delSp mod">
        <pc:chgData name="Juan Manuel Servera Bondroit" userId="0495d4c8-905e-4096-beaa-e1d4e24f9049" providerId="ADAL" clId="{03E69A3B-A7F4-4D9A-A98C-DFDECEE4CFE3}" dt="2026-10-23T20:10:59.586" v="0" actId="33475"/>
        <pc:sldMasterMkLst>
          <pc:docMk/>
          <pc:sldMasterMk cId="2209977519" sldId="2147483648"/>
        </pc:sldMasterMkLst>
        <pc:spChg chg="del">
          <ac:chgData name="Juan Manuel Servera Bondroit" userId="0495d4c8-905e-4096-beaa-e1d4e24f9049" providerId="ADAL" clId="{03E69A3B-A7F4-4D9A-A98C-DFDECEE4CFE3}" dt="2026-10-23T20:10:59.586" v="0" actId="33475"/>
          <ac:spMkLst>
            <pc:docMk/>
            <pc:sldMasterMk cId="2209977519" sldId="2147483648"/>
            <ac:spMk id="8" creationId="{B7679F68-5AA6-388E-1CC7-C4126D92BBE2}"/>
          </ac:spMkLst>
        </pc:spChg>
      </pc:sldMasterChg>
    </pc:docChg>
  </pc:docChgLst>
  <pc:docChgLst>
    <pc:chgData clId="Web-{1E0402AF-1A04-4AD8-BFCB-786A163939CF}"/>
    <pc:docChg chg="mod addSld modSld modMainMaster addSection setSldSz">
      <pc:chgData name="" userId="" providerId="" clId="Web-{1E0402AF-1A04-4AD8-BFCB-786A163939CF}" dt="2026-10-23T08:51:09.870" v="8" actId="34807"/>
      <pc:docMkLst>
        <pc:docMk/>
      </pc:docMkLst>
      <pc:sldChg chg="addSp modSp mod setBg modNotesTx">
        <pc:chgData name="" userId="" providerId="" clId="Web-{1E0402AF-1A04-4AD8-BFCB-786A163939CF}" dt="2026-10-23T08:50:54.275" v="6" actId="34807"/>
        <pc:sldMkLst>
          <pc:docMk/>
          <pc:sldMk cId="0" sldId="256"/>
        </pc:sldMkLst>
        <pc:spChg chg="add mod">
          <ac:chgData name="" userId="" providerId="" clId="Web-{1E0402AF-1A04-4AD8-BFCB-786A163939CF}" dt="2026-10-23T08:50:21.476" v="1" actId="34807"/>
          <ac:spMkLst>
            <pc:docMk/>
            <pc:sldMk cId="0" sldId="256"/>
            <ac:spMk id="2" creationId="{09308852-7A9E-D596-3D08-255BE1FB28AC}"/>
          </ac:spMkLst>
        </pc:spChg>
        <pc:spChg chg="add mod">
          <ac:chgData name="" userId="" providerId="" clId="Web-{1E0402AF-1A04-4AD8-BFCB-786A163939CF}" dt="2026-10-23T08:50:21.476" v="1" actId="34807"/>
          <ac:spMkLst>
            <pc:docMk/>
            <pc:sldMk cId="0" sldId="256"/>
            <ac:spMk id="4" creationId="{56D32894-AF3E-710A-E8F4-D110646E1A91}"/>
          </ac:spMkLst>
        </pc:spChg>
        <pc:spChg chg="add mod">
          <ac:chgData name="" userId="" providerId="" clId="Web-{1E0402AF-1A04-4AD8-BFCB-786A163939CF}" dt="2026-10-23T08:50:21.476" v="1" actId="34807"/>
          <ac:spMkLst>
            <pc:docMk/>
            <pc:sldMk cId="0" sldId="256"/>
            <ac:spMk id="7" creationId="{E2B501C4-D0AB-37B3-ECF6-9532691B768A}"/>
          </ac:spMkLst>
        </pc:spChg>
        <pc:spChg chg="add mod">
          <ac:chgData name="" userId="" providerId="" clId="Web-{1E0402AF-1A04-4AD8-BFCB-786A163939CF}" dt="2026-10-23T08:50:21.476" v="1" actId="34807"/>
          <ac:spMkLst>
            <pc:docMk/>
            <pc:sldMk cId="0" sldId="256"/>
            <ac:spMk id="11" creationId="{F556F65E-DC15-C861-1F7E-1A03BC790BAD}"/>
          </ac:spMkLst>
        </pc:spChg>
        <pc:spChg chg="add mod">
          <ac:chgData name="" userId="" providerId="" clId="Web-{1E0402AF-1A04-4AD8-BFCB-786A163939CF}" dt="2026-10-23T08:50:21.476" v="1" actId="34807"/>
          <ac:spMkLst>
            <pc:docMk/>
            <pc:sldMk cId="0" sldId="256"/>
            <ac:spMk id="16" creationId="{90FE683B-3E7D-8272-1660-A6882496DF97}"/>
          </ac:spMkLst>
        </pc:spChg>
        <pc:spChg chg="add mod">
          <ac:chgData name="" userId="" providerId="" clId="Web-{1E0402AF-1A04-4AD8-BFCB-786A163939CF}" dt="2026-10-23T08:50:21.476" v="1" actId="34807"/>
          <ac:spMkLst>
            <pc:docMk/>
            <pc:sldMk cId="0" sldId="256"/>
            <ac:spMk id="22" creationId="{F8B0DA22-DBB0-FE76-48B5-95DAD8588B6D}"/>
          </ac:spMkLst>
        </pc:spChg>
        <pc:spChg chg="add mod">
          <ac:chgData name="" userId="" providerId="" clId="Web-{1E0402AF-1A04-4AD8-BFCB-786A163939CF}" dt="2026-10-23T08:50:21.476" v="1" actId="34807"/>
          <ac:spMkLst>
            <pc:docMk/>
            <pc:sldMk cId="0" sldId="256"/>
            <ac:spMk id="29" creationId="{43209086-C71E-2E08-F1D3-BD4598C395D7}"/>
          </ac:spMkLst>
        </pc:spChg>
      </pc:sldChg>
      <pc:sldChg chg="addSp modSp add mod setBg modNotesTx">
        <pc:chgData name="" userId="" providerId="" clId="Web-{1E0402AF-1A04-4AD8-BFCB-786A163939CF}" dt="2026-10-23T08:51:05.120" v="7" actId="34807"/>
        <pc:sldMkLst>
          <pc:docMk/>
          <pc:sldMk cId="2946708342" sldId="457"/>
        </pc:sldMkLst>
        <pc:spChg chg="add mod">
          <ac:chgData name="" userId="" providerId="" clId="Web-{1E0402AF-1A04-4AD8-BFCB-786A163939CF}" dt="2026-10-23T08:51:05.120" v="7" actId="34807"/>
          <ac:spMkLst>
            <pc:docMk/>
            <pc:sldMk cId="2946708342" sldId="457"/>
            <ac:spMk id="30" creationId="{6140D2B5-CEBA-52B1-B9C7-DEA7EC5B055F}"/>
          </ac:spMkLst>
        </pc:spChg>
        <pc:spChg chg="add mod">
          <ac:chgData name="" userId="" providerId="" clId="Web-{1E0402AF-1A04-4AD8-BFCB-786A163939CF}" dt="2026-10-23T08:51:05.120" v="7" actId="34807"/>
          <ac:spMkLst>
            <pc:docMk/>
            <pc:sldMk cId="2946708342" sldId="457"/>
            <ac:spMk id="32" creationId="{08E9FE46-7349-A6C5-B740-CA962C7A2CDB}"/>
          </ac:spMkLst>
        </pc:spChg>
        <pc:spChg chg="add mod">
          <ac:chgData name="" userId="" providerId="" clId="Web-{1E0402AF-1A04-4AD8-BFCB-786A163939CF}" dt="2026-10-23T08:51:05.120" v="7" actId="34807"/>
          <ac:spMkLst>
            <pc:docMk/>
            <pc:sldMk cId="2946708342" sldId="457"/>
            <ac:spMk id="35" creationId="{D6B7DBCF-813C-2601-426D-81BFE96C6AEE}"/>
          </ac:spMkLst>
        </pc:spChg>
        <pc:spChg chg="add mod">
          <ac:chgData name="" userId="" providerId="" clId="Web-{1E0402AF-1A04-4AD8-BFCB-786A163939CF}" dt="2026-10-23T08:51:05.120" v="7" actId="34807"/>
          <ac:spMkLst>
            <pc:docMk/>
            <pc:sldMk cId="2946708342" sldId="457"/>
            <ac:spMk id="39" creationId="{F12BF4C3-7995-E9F1-9DBB-ED1A98CBCC64}"/>
          </ac:spMkLst>
        </pc:spChg>
      </pc:sldChg>
      <pc:sldChg chg="addSp modSp add mod setBg modNotesTx">
        <pc:chgData name="" userId="" providerId="" clId="Web-{1E0402AF-1A04-4AD8-BFCB-786A163939CF}" dt="2026-10-23T08:51:05.120" v="7" actId="34807"/>
        <pc:sldMkLst>
          <pc:docMk/>
          <pc:sldMk cId="3281521090" sldId="659"/>
        </pc:sldMkLst>
        <pc:spChg chg="add mod">
          <ac:chgData name="" userId="" providerId="" clId="Web-{1E0402AF-1A04-4AD8-BFCB-786A163939CF}" dt="2026-10-23T08:51:05.120" v="7" actId="34807"/>
          <ac:spMkLst>
            <pc:docMk/>
            <pc:sldMk cId="3281521090" sldId="659"/>
            <ac:spMk id="44" creationId="{2DED096F-E3BC-877E-247B-7D53FF564C15}"/>
          </ac:spMkLst>
        </pc:spChg>
        <pc:spChg chg="add mod">
          <ac:chgData name="" userId="" providerId="" clId="Web-{1E0402AF-1A04-4AD8-BFCB-786A163939CF}" dt="2026-10-23T08:51:05.120" v="7" actId="34807"/>
          <ac:spMkLst>
            <pc:docMk/>
            <pc:sldMk cId="3281521090" sldId="659"/>
            <ac:spMk id="50" creationId="{BA0E4838-014B-3618-823B-F3C3B745D271}"/>
          </ac:spMkLst>
        </pc:spChg>
        <pc:spChg chg="add mod">
          <ac:chgData name="" userId="" providerId="" clId="Web-{1E0402AF-1A04-4AD8-BFCB-786A163939CF}" dt="2026-10-23T08:51:05.120" v="7" actId="34807"/>
          <ac:spMkLst>
            <pc:docMk/>
            <pc:sldMk cId="3281521090" sldId="659"/>
            <ac:spMk id="57" creationId="{F014E46A-4941-AA6D-8BBB-7182536AB7CF}"/>
          </ac:spMkLst>
        </pc:spChg>
        <pc:spChg chg="add mod">
          <ac:chgData name="" userId="" providerId="" clId="Web-{1E0402AF-1A04-4AD8-BFCB-786A163939CF}" dt="2026-10-23T08:51:05.120" v="7" actId="34807"/>
          <ac:spMkLst>
            <pc:docMk/>
            <pc:sldMk cId="3281521090" sldId="659"/>
            <ac:spMk id="65" creationId="{E06FAD45-CB10-5194-F9B3-805BD2EE82AB}"/>
          </ac:spMkLst>
        </pc:spChg>
      </pc:sldChg>
      <pc:sldChg chg="addSp modSp add mod setBg modNotesTx">
        <pc:chgData name="" userId="" providerId="" clId="Web-{1E0402AF-1A04-4AD8-BFCB-786A163939CF}" dt="2026-10-23T08:51:05.120" v="7" actId="34807"/>
        <pc:sldMkLst>
          <pc:docMk/>
          <pc:sldMk cId="2238303342" sldId="862"/>
        </pc:sldMkLst>
        <pc:spChg chg="add mod">
          <ac:chgData name="" userId="" providerId="" clId="Web-{1E0402AF-1A04-4AD8-BFCB-786A163939CF}" dt="2026-10-23T08:51:05.120" v="7" actId="34807"/>
          <ac:spMkLst>
            <pc:docMk/>
            <pc:sldMk cId="2238303342" sldId="862"/>
            <ac:spMk id="74" creationId="{3E57BD8F-059B-DD77-7363-BC4351652B9F}"/>
          </ac:spMkLst>
        </pc:spChg>
        <pc:spChg chg="add mod">
          <ac:chgData name="" userId="" providerId="" clId="Web-{1E0402AF-1A04-4AD8-BFCB-786A163939CF}" dt="2026-10-23T08:51:05.120" v="7" actId="34807"/>
          <ac:spMkLst>
            <pc:docMk/>
            <pc:sldMk cId="2238303342" sldId="862"/>
            <ac:spMk id="84" creationId="{0871BB80-9EDB-14DA-6E5B-6E55C4B85378}"/>
          </ac:spMkLst>
        </pc:spChg>
        <pc:spChg chg="add mod">
          <ac:chgData name="" userId="" providerId="" clId="Web-{1E0402AF-1A04-4AD8-BFCB-786A163939CF}" dt="2026-10-23T08:51:05.120" v="7" actId="34807"/>
          <ac:spMkLst>
            <pc:docMk/>
            <pc:sldMk cId="2238303342" sldId="862"/>
            <ac:spMk id="95" creationId="{C9713D0C-8CF5-58FD-96CC-520EDB105F45}"/>
          </ac:spMkLst>
        </pc:spChg>
        <pc:spChg chg="add mod">
          <ac:chgData name="" userId="" providerId="" clId="Web-{1E0402AF-1A04-4AD8-BFCB-786A163939CF}" dt="2026-10-23T08:51:05.120" v="7" actId="34807"/>
          <ac:spMkLst>
            <pc:docMk/>
            <pc:sldMk cId="2238303342" sldId="862"/>
            <ac:spMk id="107" creationId="{77D14A99-24C2-87D0-F4DA-C6C85C6CFDAA}"/>
          </ac:spMkLst>
        </pc:spChg>
      </pc:sldChg>
      <pc:sldChg chg="addSp modSp add mod setBg modNotesTx">
        <pc:chgData name="" userId="" providerId="" clId="Web-{1E0402AF-1A04-4AD8-BFCB-786A163939CF}" dt="2026-10-23T08:51:05.120" v="7" actId="34807"/>
        <pc:sldMkLst>
          <pc:docMk/>
          <pc:sldMk cId="313053978" sldId="1066"/>
        </pc:sldMkLst>
        <pc:spChg chg="add mod">
          <ac:chgData name="" userId="" providerId="" clId="Web-{1E0402AF-1A04-4AD8-BFCB-786A163939CF}" dt="2026-10-23T08:51:05.120" v="7" actId="34807"/>
          <ac:spMkLst>
            <pc:docMk/>
            <pc:sldMk cId="313053978" sldId="1066"/>
            <ac:spMk id="120" creationId="{9EF6594E-E45D-E45F-2619-95492AEA85ED}"/>
          </ac:spMkLst>
        </pc:spChg>
        <pc:spChg chg="add mod">
          <ac:chgData name="" userId="" providerId="" clId="Web-{1E0402AF-1A04-4AD8-BFCB-786A163939CF}" dt="2026-10-23T08:51:05.120" v="7" actId="34807"/>
          <ac:spMkLst>
            <pc:docMk/>
            <pc:sldMk cId="313053978" sldId="1066"/>
            <ac:spMk id="134" creationId="{21EB3C70-0BC6-A932-A228-40F9E42507DB}"/>
          </ac:spMkLst>
        </pc:spChg>
        <pc:spChg chg="add mod">
          <ac:chgData name="" userId="" providerId="" clId="Web-{1E0402AF-1A04-4AD8-BFCB-786A163939CF}" dt="2026-10-23T08:51:05.120" v="7" actId="34807"/>
          <ac:spMkLst>
            <pc:docMk/>
            <pc:sldMk cId="313053978" sldId="1066"/>
            <ac:spMk id="149" creationId="{322D059E-576E-9375-5CDA-4A223C35F78D}"/>
          </ac:spMkLst>
        </pc:spChg>
        <pc:spChg chg="add mod">
          <ac:chgData name="" userId="" providerId="" clId="Web-{1E0402AF-1A04-4AD8-BFCB-786A163939CF}" dt="2026-10-23T08:51:05.120" v="7" actId="34807"/>
          <ac:spMkLst>
            <pc:docMk/>
            <pc:sldMk cId="313053978" sldId="1066"/>
            <ac:spMk id="165" creationId="{303BD591-55BF-E575-8383-C56422E4BEE9}"/>
          </ac:spMkLst>
        </pc:spChg>
      </pc:sldChg>
      <pc:sldChg chg="addSp modSp add mod setBg modNotesTx">
        <pc:chgData name="" userId="" providerId="" clId="Web-{1E0402AF-1A04-4AD8-BFCB-786A163939CF}" dt="2026-10-23T08:51:05.120" v="7" actId="34807"/>
        <pc:sldMkLst>
          <pc:docMk/>
          <pc:sldMk cId="2321964649" sldId="1271"/>
        </pc:sldMkLst>
        <pc:spChg chg="add mod">
          <ac:chgData name="" userId="" providerId="" clId="Web-{1E0402AF-1A04-4AD8-BFCB-786A163939CF}" dt="2026-10-23T08:51:05.120" v="7" actId="34807"/>
          <ac:spMkLst>
            <pc:docMk/>
            <pc:sldMk cId="2321964649" sldId="1271"/>
            <ac:spMk id="182" creationId="{8713BFB6-959D-93AA-B23E-B048E2182E68}"/>
          </ac:spMkLst>
        </pc:spChg>
        <pc:spChg chg="add mod">
          <ac:chgData name="" userId="" providerId="" clId="Web-{1E0402AF-1A04-4AD8-BFCB-786A163939CF}" dt="2026-10-23T08:51:05.120" v="7" actId="34807"/>
          <ac:spMkLst>
            <pc:docMk/>
            <pc:sldMk cId="2321964649" sldId="1271"/>
            <ac:spMk id="200" creationId="{68A1A245-8EE4-022F-24AD-15DE360FAF5F}"/>
          </ac:spMkLst>
        </pc:spChg>
        <pc:spChg chg="add mod">
          <ac:chgData name="" userId="" providerId="" clId="Web-{1E0402AF-1A04-4AD8-BFCB-786A163939CF}" dt="2026-10-23T08:51:05.120" v="7" actId="34807"/>
          <ac:spMkLst>
            <pc:docMk/>
            <pc:sldMk cId="2321964649" sldId="1271"/>
            <ac:spMk id="219" creationId="{818D8A4E-FE43-D0D9-3946-67C3420B792F}"/>
          </ac:spMkLst>
        </pc:spChg>
        <pc:spChg chg="add mod">
          <ac:chgData name="" userId="" providerId="" clId="Web-{1E0402AF-1A04-4AD8-BFCB-786A163939CF}" dt="2026-10-23T08:51:05.120" v="7" actId="34807"/>
          <ac:spMkLst>
            <pc:docMk/>
            <pc:sldMk cId="2321964649" sldId="1271"/>
            <ac:spMk id="239" creationId="{7965950C-3999-3B0A-6713-F79FC6E334C8}"/>
          </ac:spMkLst>
        </pc:spChg>
      </pc:sldChg>
      <pc:sldChg chg="addSp modSp add mod setBg modNotesTx">
        <pc:chgData name="" userId="" providerId="" clId="Web-{1E0402AF-1A04-4AD8-BFCB-786A163939CF}" dt="2026-10-23T08:51:05.120" v="7" actId="34807"/>
        <pc:sldMkLst>
          <pc:docMk/>
          <pc:sldMk cId="3867487394" sldId="1477"/>
        </pc:sldMkLst>
        <pc:spChg chg="add mod">
          <ac:chgData name="" userId="" providerId="" clId="Web-{1E0402AF-1A04-4AD8-BFCB-786A163939CF}" dt="2026-10-23T08:51:05.120" v="7" actId="34807"/>
          <ac:spMkLst>
            <pc:docMk/>
            <pc:sldMk cId="3867487394" sldId="1477"/>
            <ac:spMk id="260" creationId="{CFD7AB09-FBB4-D303-5AD2-7865EAB1E416}"/>
          </ac:spMkLst>
        </pc:spChg>
        <pc:spChg chg="add mod">
          <ac:chgData name="" userId="" providerId="" clId="Web-{1E0402AF-1A04-4AD8-BFCB-786A163939CF}" dt="2026-10-23T08:51:05.120" v="7" actId="34807"/>
          <ac:spMkLst>
            <pc:docMk/>
            <pc:sldMk cId="3867487394" sldId="1477"/>
            <ac:spMk id="282" creationId="{33898BAA-D148-C2C8-D462-37CFFD701749}"/>
          </ac:spMkLst>
        </pc:spChg>
        <pc:spChg chg="add mod">
          <ac:chgData name="" userId="" providerId="" clId="Web-{1E0402AF-1A04-4AD8-BFCB-786A163939CF}" dt="2026-10-23T08:51:05.120" v="7" actId="34807"/>
          <ac:spMkLst>
            <pc:docMk/>
            <pc:sldMk cId="3867487394" sldId="1477"/>
            <ac:spMk id="305" creationId="{A1346B04-6CFA-3B62-D345-2DBF7D9CDC79}"/>
          </ac:spMkLst>
        </pc:spChg>
        <pc:spChg chg="add mod">
          <ac:chgData name="" userId="" providerId="" clId="Web-{1E0402AF-1A04-4AD8-BFCB-786A163939CF}" dt="2026-10-23T08:51:05.120" v="7" actId="34807"/>
          <ac:spMkLst>
            <pc:docMk/>
            <pc:sldMk cId="3867487394" sldId="1477"/>
            <ac:spMk id="329" creationId="{26E04314-9D71-1EF0-8EC9-9B4DF00A7D46}"/>
          </ac:spMkLst>
        </pc:spChg>
      </pc:sldChg>
      <pc:sldChg chg="addSp modSp add mod setBg modNotesTx">
        <pc:chgData name="" userId="" providerId="" clId="Web-{1E0402AF-1A04-4AD8-BFCB-786A163939CF}" dt="2026-10-23T08:51:05.120" v="7" actId="34807"/>
        <pc:sldMkLst>
          <pc:docMk/>
          <pc:sldMk cId="3294990815" sldId="1684"/>
        </pc:sldMkLst>
        <pc:spChg chg="add mod">
          <ac:chgData name="" userId="" providerId="" clId="Web-{1E0402AF-1A04-4AD8-BFCB-786A163939CF}" dt="2026-10-23T08:51:05.120" v="7" actId="34807"/>
          <ac:spMkLst>
            <pc:docMk/>
            <pc:sldMk cId="3294990815" sldId="1684"/>
            <ac:spMk id="354" creationId="{CD4BBDFE-94CC-046F-B970-B2CD054AE3AB}"/>
          </ac:spMkLst>
        </pc:spChg>
        <pc:spChg chg="add mod">
          <ac:chgData name="" userId="" providerId="" clId="Web-{1E0402AF-1A04-4AD8-BFCB-786A163939CF}" dt="2026-10-23T08:51:05.120" v="7" actId="34807"/>
          <ac:spMkLst>
            <pc:docMk/>
            <pc:sldMk cId="3294990815" sldId="1684"/>
            <ac:spMk id="380" creationId="{84D1A804-0189-5985-5786-DCDAB3DC737D}"/>
          </ac:spMkLst>
        </pc:spChg>
        <pc:spChg chg="add mod">
          <ac:chgData name="" userId="" providerId="" clId="Web-{1E0402AF-1A04-4AD8-BFCB-786A163939CF}" dt="2026-10-23T08:51:05.120" v="7" actId="34807"/>
          <ac:spMkLst>
            <pc:docMk/>
            <pc:sldMk cId="3294990815" sldId="1684"/>
            <ac:spMk id="407" creationId="{3C119F39-EE11-AC96-11CC-5F7E4834EE0D}"/>
          </ac:spMkLst>
        </pc:spChg>
        <pc:spChg chg="add mod">
          <ac:chgData name="" userId="" providerId="" clId="Web-{1E0402AF-1A04-4AD8-BFCB-786A163939CF}" dt="2026-10-23T08:51:05.120" v="7" actId="34807"/>
          <ac:spMkLst>
            <pc:docMk/>
            <pc:sldMk cId="3294990815" sldId="1684"/>
            <ac:spMk id="435" creationId="{B44827CD-29F7-EBE5-D74E-94E6998EA62F}"/>
          </ac:spMkLst>
        </pc:spChg>
      </pc:sldChg>
      <pc:sldChg chg="addSp modSp add mod setBg modNotesTx">
        <pc:chgData name="" userId="" providerId="" clId="Web-{1E0402AF-1A04-4AD8-BFCB-786A163939CF}" dt="2026-10-23T08:51:05.120" v="7" actId="34807"/>
        <pc:sldMkLst>
          <pc:docMk/>
          <pc:sldMk cId="2911958602" sldId="1892"/>
        </pc:sldMkLst>
        <pc:spChg chg="add mod">
          <ac:chgData name="" userId="" providerId="" clId="Web-{1E0402AF-1A04-4AD8-BFCB-786A163939CF}" dt="2026-10-23T08:51:05.120" v="7" actId="34807"/>
          <ac:spMkLst>
            <pc:docMk/>
            <pc:sldMk cId="2911958602" sldId="1892"/>
            <ac:spMk id="464" creationId="{E2189069-43B1-11E1-B3C2-FD36233134D2}"/>
          </ac:spMkLst>
        </pc:spChg>
        <pc:spChg chg="add mod">
          <ac:chgData name="" userId="" providerId="" clId="Web-{1E0402AF-1A04-4AD8-BFCB-786A163939CF}" dt="2026-10-23T08:51:05.120" v="7" actId="34807"/>
          <ac:spMkLst>
            <pc:docMk/>
            <pc:sldMk cId="2911958602" sldId="1892"/>
            <ac:spMk id="494" creationId="{5BE0AED3-29A4-725C-2E07-D806E26CE034}"/>
          </ac:spMkLst>
        </pc:spChg>
        <pc:spChg chg="add mod">
          <ac:chgData name="" userId="" providerId="" clId="Web-{1E0402AF-1A04-4AD8-BFCB-786A163939CF}" dt="2026-10-23T08:51:05.120" v="7" actId="34807"/>
          <ac:spMkLst>
            <pc:docMk/>
            <pc:sldMk cId="2911958602" sldId="1892"/>
            <ac:spMk id="525" creationId="{E462139A-7F17-2654-510A-3C12636ED170}"/>
          </ac:spMkLst>
        </pc:spChg>
        <pc:spChg chg="add mod">
          <ac:chgData name="" userId="" providerId="" clId="Web-{1E0402AF-1A04-4AD8-BFCB-786A163939CF}" dt="2026-10-23T08:51:05.120" v="7" actId="34807"/>
          <ac:spMkLst>
            <pc:docMk/>
            <pc:sldMk cId="2911958602" sldId="1892"/>
            <ac:spMk id="557" creationId="{DEF76F80-945F-8F91-92BA-FF7459F09C59}"/>
          </ac:spMkLst>
        </pc:spChg>
      </pc:sldChg>
      <pc:sldChg chg="addSp modSp add mod setBg modNotesTx">
        <pc:chgData name="" userId="" providerId="" clId="Web-{1E0402AF-1A04-4AD8-BFCB-786A163939CF}" dt="2026-10-23T08:51:05.120" v="7" actId="34807"/>
        <pc:sldMkLst>
          <pc:docMk/>
          <pc:sldMk cId="4267385204" sldId="2101"/>
        </pc:sldMkLst>
        <pc:spChg chg="add mod">
          <ac:chgData name="" userId="" providerId="" clId="Web-{1E0402AF-1A04-4AD8-BFCB-786A163939CF}" dt="2026-10-23T08:51:05.120" v="7" actId="34807"/>
          <ac:spMkLst>
            <pc:docMk/>
            <pc:sldMk cId="4267385204" sldId="2101"/>
            <ac:spMk id="590" creationId="{01F22D94-1F4C-5D7E-3A18-245331E5E05F}"/>
          </ac:spMkLst>
        </pc:spChg>
        <pc:spChg chg="add mod">
          <ac:chgData name="" userId="" providerId="" clId="Web-{1E0402AF-1A04-4AD8-BFCB-786A163939CF}" dt="2026-10-23T08:51:05.120" v="7" actId="34807"/>
          <ac:spMkLst>
            <pc:docMk/>
            <pc:sldMk cId="4267385204" sldId="2101"/>
            <ac:spMk id="624" creationId="{E2FF588E-1F11-5E92-C32E-A4D4903AC5FE}"/>
          </ac:spMkLst>
        </pc:spChg>
        <pc:spChg chg="add mod">
          <ac:chgData name="" userId="" providerId="" clId="Web-{1E0402AF-1A04-4AD8-BFCB-786A163939CF}" dt="2026-10-23T08:51:05.120" v="7" actId="34807"/>
          <ac:spMkLst>
            <pc:docMk/>
            <pc:sldMk cId="4267385204" sldId="2101"/>
            <ac:spMk id="659" creationId="{838BD430-920A-93B0-AEA4-E88AB849B496}"/>
          </ac:spMkLst>
        </pc:spChg>
        <pc:spChg chg="add mod">
          <ac:chgData name="" userId="" providerId="" clId="Web-{1E0402AF-1A04-4AD8-BFCB-786A163939CF}" dt="2026-10-23T08:51:05.120" v="7" actId="34807"/>
          <ac:spMkLst>
            <pc:docMk/>
            <pc:sldMk cId="4267385204" sldId="2101"/>
            <ac:spMk id="695" creationId="{686DA6BB-C2FC-373C-3DAE-83072AE994EE}"/>
          </ac:spMkLst>
        </pc:spChg>
      </pc:sldChg>
      <pc:sldChg chg="addSp modSp add mod setBg modNotesTx">
        <pc:chgData name="" userId="" providerId="" clId="Web-{1E0402AF-1A04-4AD8-BFCB-786A163939CF}" dt="2026-10-23T08:51:05.120" v="7" actId="34807"/>
        <pc:sldMkLst>
          <pc:docMk/>
          <pc:sldMk cId="2712577974" sldId="2311"/>
        </pc:sldMkLst>
        <pc:spChg chg="add mod">
          <ac:chgData name="" userId="" providerId="" clId="Web-{1E0402AF-1A04-4AD8-BFCB-786A163939CF}" dt="2026-10-23T08:51:05.120" v="7" actId="34807"/>
          <ac:spMkLst>
            <pc:docMk/>
            <pc:sldMk cId="2712577974" sldId="2311"/>
            <ac:spMk id="732" creationId="{02351CAB-6E55-8455-1693-CF3D471025C2}"/>
          </ac:spMkLst>
        </pc:spChg>
        <pc:spChg chg="add mod">
          <ac:chgData name="" userId="" providerId="" clId="Web-{1E0402AF-1A04-4AD8-BFCB-786A163939CF}" dt="2026-10-23T08:51:05.120" v="7" actId="34807"/>
          <ac:spMkLst>
            <pc:docMk/>
            <pc:sldMk cId="2712577974" sldId="2311"/>
            <ac:spMk id="770" creationId="{1332312A-7F62-312F-B3DF-96487BE5D793}"/>
          </ac:spMkLst>
        </pc:spChg>
        <pc:spChg chg="add mod">
          <ac:chgData name="" userId="" providerId="" clId="Web-{1E0402AF-1A04-4AD8-BFCB-786A163939CF}" dt="2026-10-23T08:51:05.120" v="7" actId="34807"/>
          <ac:spMkLst>
            <pc:docMk/>
            <pc:sldMk cId="2712577974" sldId="2311"/>
            <ac:spMk id="809" creationId="{07DB7EAE-8FC3-FA98-0CD7-BA81789EC927}"/>
          </ac:spMkLst>
        </pc:spChg>
        <pc:spChg chg="add mod">
          <ac:chgData name="" userId="" providerId="" clId="Web-{1E0402AF-1A04-4AD8-BFCB-786A163939CF}" dt="2026-10-23T08:51:05.120" v="7" actId="34807"/>
          <ac:spMkLst>
            <pc:docMk/>
            <pc:sldMk cId="2712577974" sldId="2311"/>
            <ac:spMk id="849" creationId="{479B4AFC-0BE9-209F-8B35-31D1FA3CB25C}"/>
          </ac:spMkLst>
        </pc:spChg>
      </pc:sldChg>
      <pc:sldChg chg="addSp modSp add mod setBg modNotesTx">
        <pc:chgData name="" userId="" providerId="" clId="Web-{1E0402AF-1A04-4AD8-BFCB-786A163939CF}" dt="2026-10-23T08:51:05.120" v="7" actId="34807"/>
        <pc:sldMkLst>
          <pc:docMk/>
          <pc:sldMk cId="75817233" sldId="2522"/>
        </pc:sldMkLst>
        <pc:spChg chg="add mod">
          <ac:chgData name="" userId="" providerId="" clId="Web-{1E0402AF-1A04-4AD8-BFCB-786A163939CF}" dt="2026-10-23T08:51:05.120" v="7" actId="34807"/>
          <ac:spMkLst>
            <pc:docMk/>
            <pc:sldMk cId="75817233" sldId="2522"/>
            <ac:spMk id="890" creationId="{F655F0A2-FF30-9ADE-3098-B963B79F528D}"/>
          </ac:spMkLst>
        </pc:spChg>
        <pc:spChg chg="add mod">
          <ac:chgData name="" userId="" providerId="" clId="Web-{1E0402AF-1A04-4AD8-BFCB-786A163939CF}" dt="2026-10-23T08:51:05.120" v="7" actId="34807"/>
          <ac:spMkLst>
            <pc:docMk/>
            <pc:sldMk cId="75817233" sldId="2522"/>
            <ac:spMk id="932" creationId="{57FE28B8-58FD-42C3-1EAE-061402A8C825}"/>
          </ac:spMkLst>
        </pc:spChg>
        <pc:spChg chg="add mod">
          <ac:chgData name="" userId="" providerId="" clId="Web-{1E0402AF-1A04-4AD8-BFCB-786A163939CF}" dt="2026-10-23T08:51:05.120" v="7" actId="34807"/>
          <ac:spMkLst>
            <pc:docMk/>
            <pc:sldMk cId="75817233" sldId="2522"/>
            <ac:spMk id="975" creationId="{7DEFEE2A-F9F8-AF3D-89D5-11EEB975C724}"/>
          </ac:spMkLst>
        </pc:spChg>
        <pc:spChg chg="add mod">
          <ac:chgData name="" userId="" providerId="" clId="Web-{1E0402AF-1A04-4AD8-BFCB-786A163939CF}" dt="2026-10-23T08:51:05.120" v="7" actId="34807"/>
          <ac:spMkLst>
            <pc:docMk/>
            <pc:sldMk cId="75817233" sldId="2522"/>
            <ac:spMk id="1019" creationId="{44291D0B-08FA-000D-57C9-B477BE664334}"/>
          </ac:spMkLst>
        </pc:spChg>
      </pc:sldChg>
      <pc:sldChg chg="addSp modSp add mod setBg modNotesTx">
        <pc:chgData name="" userId="" providerId="" clId="Web-{1E0402AF-1A04-4AD8-BFCB-786A163939CF}" dt="2026-10-23T08:51:05.120" v="7" actId="34807"/>
        <pc:sldMkLst>
          <pc:docMk/>
          <pc:sldMk cId="3364259121" sldId="2734"/>
        </pc:sldMkLst>
        <pc:spChg chg="add mod">
          <ac:chgData name="" userId="" providerId="" clId="Web-{1E0402AF-1A04-4AD8-BFCB-786A163939CF}" dt="2026-10-23T08:51:05.120" v="7" actId="34807"/>
          <ac:spMkLst>
            <pc:docMk/>
            <pc:sldMk cId="3364259121" sldId="2734"/>
            <ac:spMk id="1064" creationId="{F09EE37D-F29B-F5C3-3D87-A9F279E0EF9D}"/>
          </ac:spMkLst>
        </pc:spChg>
        <pc:spChg chg="add mod">
          <ac:chgData name="" userId="" providerId="" clId="Web-{1E0402AF-1A04-4AD8-BFCB-786A163939CF}" dt="2026-10-23T08:51:05.120" v="7" actId="34807"/>
          <ac:spMkLst>
            <pc:docMk/>
            <pc:sldMk cId="3364259121" sldId="2734"/>
            <ac:spMk id="1110" creationId="{28BD00A5-0763-7F91-BD32-88668ED4222E}"/>
          </ac:spMkLst>
        </pc:spChg>
        <pc:spChg chg="add mod">
          <ac:chgData name="" userId="" providerId="" clId="Web-{1E0402AF-1A04-4AD8-BFCB-786A163939CF}" dt="2026-10-23T08:51:05.120" v="7" actId="34807"/>
          <ac:spMkLst>
            <pc:docMk/>
            <pc:sldMk cId="3364259121" sldId="2734"/>
            <ac:spMk id="1157" creationId="{02B18D57-744E-99E8-1A85-B91DA7B46E3C}"/>
          </ac:spMkLst>
        </pc:spChg>
        <pc:spChg chg="add mod">
          <ac:chgData name="" userId="" providerId="" clId="Web-{1E0402AF-1A04-4AD8-BFCB-786A163939CF}" dt="2026-10-23T08:51:05.120" v="7" actId="34807"/>
          <ac:spMkLst>
            <pc:docMk/>
            <pc:sldMk cId="3364259121" sldId="2734"/>
            <ac:spMk id="1205" creationId="{078004F4-EBA2-32F4-2066-8801754C4909}"/>
          </ac:spMkLst>
        </pc:spChg>
      </pc:sldChg>
      <pc:sldChg chg="addSp modSp add mod setBg modNotesTx">
        <pc:chgData name="" userId="" providerId="" clId="Web-{1E0402AF-1A04-4AD8-BFCB-786A163939CF}" dt="2026-10-23T08:51:05.120" v="7" actId="34807"/>
        <pc:sldMkLst>
          <pc:docMk/>
          <pc:sldMk cId="2014497201" sldId="2947"/>
        </pc:sldMkLst>
        <pc:spChg chg="add mod">
          <ac:chgData name="" userId="" providerId="" clId="Web-{1E0402AF-1A04-4AD8-BFCB-786A163939CF}" dt="2026-10-23T08:51:05.120" v="7" actId="34807"/>
          <ac:spMkLst>
            <pc:docMk/>
            <pc:sldMk cId="2014497201" sldId="2947"/>
            <ac:spMk id="1254" creationId="{719A03FB-1C15-203F-0D08-B39B775AE2FD}"/>
          </ac:spMkLst>
        </pc:spChg>
        <pc:spChg chg="add mod">
          <ac:chgData name="" userId="" providerId="" clId="Web-{1E0402AF-1A04-4AD8-BFCB-786A163939CF}" dt="2026-10-23T08:51:05.120" v="7" actId="34807"/>
          <ac:spMkLst>
            <pc:docMk/>
            <pc:sldMk cId="2014497201" sldId="2947"/>
            <ac:spMk id="1304" creationId="{CE3496F5-7AE1-D4BA-CFB5-BC6DD65624D7}"/>
          </ac:spMkLst>
        </pc:spChg>
        <pc:spChg chg="add mod">
          <ac:chgData name="" userId="" providerId="" clId="Web-{1E0402AF-1A04-4AD8-BFCB-786A163939CF}" dt="2026-10-23T08:51:05.120" v="7" actId="34807"/>
          <ac:spMkLst>
            <pc:docMk/>
            <pc:sldMk cId="2014497201" sldId="2947"/>
            <ac:spMk id="1355" creationId="{36F6E76F-5104-5445-D4C3-C4367A1F37B7}"/>
          </ac:spMkLst>
        </pc:spChg>
        <pc:spChg chg="add mod">
          <ac:chgData name="" userId="" providerId="" clId="Web-{1E0402AF-1A04-4AD8-BFCB-786A163939CF}" dt="2026-10-23T08:51:05.120" v="7" actId="34807"/>
          <ac:spMkLst>
            <pc:docMk/>
            <pc:sldMk cId="2014497201" sldId="2947"/>
            <ac:spMk id="1407" creationId="{3BF0C49E-C1BF-839F-158D-D01A80E0755C}"/>
          </ac:spMkLst>
        </pc:spChg>
      </pc:sldChg>
      <pc:sldChg chg="addSp modSp add mod setBg modNotesTx">
        <pc:chgData name="" userId="" providerId="" clId="Web-{1E0402AF-1A04-4AD8-BFCB-786A163939CF}" dt="2026-10-23T08:51:05.120" v="7" actId="34807"/>
        <pc:sldMkLst>
          <pc:docMk/>
          <pc:sldMk cId="2602463977" sldId="3161"/>
        </pc:sldMkLst>
        <pc:spChg chg="add mod">
          <ac:chgData name="" userId="" providerId="" clId="Web-{1E0402AF-1A04-4AD8-BFCB-786A163939CF}" dt="2026-10-23T08:51:05.120" v="7" actId="34807"/>
          <ac:spMkLst>
            <pc:docMk/>
            <pc:sldMk cId="2602463977" sldId="3161"/>
            <ac:spMk id="1460" creationId="{092A66A1-40DA-FE3A-14FD-ECF91C73D676}"/>
          </ac:spMkLst>
        </pc:spChg>
        <pc:spChg chg="add mod">
          <ac:chgData name="" userId="" providerId="" clId="Web-{1E0402AF-1A04-4AD8-BFCB-786A163939CF}" dt="2026-10-23T08:51:05.120" v="7" actId="34807"/>
          <ac:spMkLst>
            <pc:docMk/>
            <pc:sldMk cId="2602463977" sldId="3161"/>
            <ac:spMk id="1514" creationId="{17ECEB61-871D-3817-CD3B-5218027FD103}"/>
          </ac:spMkLst>
        </pc:spChg>
        <pc:spChg chg="add mod">
          <ac:chgData name="" userId="" providerId="" clId="Web-{1E0402AF-1A04-4AD8-BFCB-786A163939CF}" dt="2026-10-23T08:51:05.120" v="7" actId="34807"/>
          <ac:spMkLst>
            <pc:docMk/>
            <pc:sldMk cId="2602463977" sldId="3161"/>
            <ac:spMk id="1569" creationId="{EC0DE831-7F39-F340-FEAA-88842B753337}"/>
          </ac:spMkLst>
        </pc:spChg>
        <pc:spChg chg="add mod">
          <ac:chgData name="" userId="" providerId="" clId="Web-{1E0402AF-1A04-4AD8-BFCB-786A163939CF}" dt="2026-10-23T08:51:05.120" v="7" actId="34807"/>
          <ac:spMkLst>
            <pc:docMk/>
            <pc:sldMk cId="2602463977" sldId="3161"/>
            <ac:spMk id="1625" creationId="{602973F2-4A55-7879-BC99-C00BC6C0177D}"/>
          </ac:spMkLst>
        </pc:spChg>
      </pc:sldChg>
      <pc:sldChg chg="addSp modSp add mod setBg modNotesTx">
        <pc:chgData name="" userId="" providerId="" clId="Web-{1E0402AF-1A04-4AD8-BFCB-786A163939CF}" dt="2026-10-23T08:51:05.120" v="7" actId="34807"/>
        <pc:sldMkLst>
          <pc:docMk/>
          <pc:sldMk cId="3469149878" sldId="3376"/>
        </pc:sldMkLst>
        <pc:spChg chg="add mod">
          <ac:chgData name="" userId="" providerId="" clId="Web-{1E0402AF-1A04-4AD8-BFCB-786A163939CF}" dt="2026-10-23T08:51:05.120" v="7" actId="34807"/>
          <ac:spMkLst>
            <pc:docMk/>
            <pc:sldMk cId="3469149878" sldId="3376"/>
            <ac:spMk id="1682" creationId="{4B791315-4FF1-4C51-F9FA-ED661065EEA7}"/>
          </ac:spMkLst>
        </pc:spChg>
        <pc:spChg chg="add mod">
          <ac:chgData name="" userId="" providerId="" clId="Web-{1E0402AF-1A04-4AD8-BFCB-786A163939CF}" dt="2026-10-23T08:51:05.120" v="7" actId="34807"/>
          <ac:spMkLst>
            <pc:docMk/>
            <pc:sldMk cId="3469149878" sldId="3376"/>
            <ac:spMk id="1740" creationId="{B77F84F7-D0E8-FBD9-928B-2E240B924692}"/>
          </ac:spMkLst>
        </pc:spChg>
        <pc:spChg chg="add mod">
          <ac:chgData name="" userId="" providerId="" clId="Web-{1E0402AF-1A04-4AD8-BFCB-786A163939CF}" dt="2026-10-23T08:51:05.120" v="7" actId="34807"/>
          <ac:spMkLst>
            <pc:docMk/>
            <pc:sldMk cId="3469149878" sldId="3376"/>
            <ac:spMk id="1799" creationId="{4ED6D3DD-B157-DC55-6040-2A9A6EB29938}"/>
          </ac:spMkLst>
        </pc:spChg>
        <pc:spChg chg="add mod">
          <ac:chgData name="" userId="" providerId="" clId="Web-{1E0402AF-1A04-4AD8-BFCB-786A163939CF}" dt="2026-10-23T08:51:05.120" v="7" actId="34807"/>
          <ac:spMkLst>
            <pc:docMk/>
            <pc:sldMk cId="3469149878" sldId="3376"/>
            <ac:spMk id="1859" creationId="{6D27F752-A956-DD67-DE30-0E8DC0B3BBC6}"/>
          </ac:spMkLst>
        </pc:spChg>
      </pc:sldChg>
      <pc:sldChg chg="addSp modSp add mod setBg modNotesTx">
        <pc:chgData name="" userId="" providerId="" clId="Web-{1E0402AF-1A04-4AD8-BFCB-786A163939CF}" dt="2026-10-23T08:51:05.120" v="7" actId="34807"/>
        <pc:sldMkLst>
          <pc:docMk/>
          <pc:sldMk cId="414339401" sldId="3592"/>
        </pc:sldMkLst>
        <pc:spChg chg="add mod">
          <ac:chgData name="" userId="" providerId="" clId="Web-{1E0402AF-1A04-4AD8-BFCB-786A163939CF}" dt="2026-10-23T08:51:05.120" v="7" actId="34807"/>
          <ac:spMkLst>
            <pc:docMk/>
            <pc:sldMk cId="414339401" sldId="3592"/>
            <ac:spMk id="1920" creationId="{51F437D1-A5C9-313F-0DAE-C93379CAA978}"/>
          </ac:spMkLst>
        </pc:spChg>
        <pc:spChg chg="add mod">
          <ac:chgData name="" userId="" providerId="" clId="Web-{1E0402AF-1A04-4AD8-BFCB-786A163939CF}" dt="2026-10-23T08:51:05.120" v="7" actId="34807"/>
          <ac:spMkLst>
            <pc:docMk/>
            <pc:sldMk cId="414339401" sldId="3592"/>
            <ac:spMk id="1982" creationId="{1DFD761F-5FB6-482C-C95D-D7DFBEE8E177}"/>
          </ac:spMkLst>
        </pc:spChg>
        <pc:spChg chg="add mod">
          <ac:chgData name="" userId="" providerId="" clId="Web-{1E0402AF-1A04-4AD8-BFCB-786A163939CF}" dt="2026-10-23T08:51:05.120" v="7" actId="34807"/>
          <ac:spMkLst>
            <pc:docMk/>
            <pc:sldMk cId="414339401" sldId="3592"/>
            <ac:spMk id="2045" creationId="{A086E242-B254-4447-91B0-037DAC43B419}"/>
          </ac:spMkLst>
        </pc:spChg>
        <pc:spChg chg="add mod">
          <ac:chgData name="" userId="" providerId="" clId="Web-{1E0402AF-1A04-4AD8-BFCB-786A163939CF}" dt="2026-10-23T08:51:05.120" v="7" actId="34807"/>
          <ac:spMkLst>
            <pc:docMk/>
            <pc:sldMk cId="414339401" sldId="3592"/>
            <ac:spMk id="2109" creationId="{AE7C7F34-CA1E-BD93-E10C-7F2DCBF9B821}"/>
          </ac:spMkLst>
        </pc:spChg>
      </pc:sldChg>
      <pc:sldChg chg="addSp modSp add mod setBg modNotesTx">
        <pc:chgData name="" userId="" providerId="" clId="Web-{1E0402AF-1A04-4AD8-BFCB-786A163939CF}" dt="2026-10-23T08:51:05.120" v="7" actId="34807"/>
        <pc:sldMkLst>
          <pc:docMk/>
          <pc:sldMk cId="1244041262" sldId="3809"/>
        </pc:sldMkLst>
        <pc:spChg chg="add mod">
          <ac:chgData name="" userId="" providerId="" clId="Web-{1E0402AF-1A04-4AD8-BFCB-786A163939CF}" dt="2026-10-23T08:51:05.120" v="7" actId="34807"/>
          <ac:spMkLst>
            <pc:docMk/>
            <pc:sldMk cId="1244041262" sldId="3809"/>
            <ac:spMk id="2174" creationId="{0B1B71A4-0794-8C45-B0B8-252AF7150B68}"/>
          </ac:spMkLst>
        </pc:spChg>
        <pc:spChg chg="add mod">
          <ac:chgData name="" userId="" providerId="" clId="Web-{1E0402AF-1A04-4AD8-BFCB-786A163939CF}" dt="2026-10-23T08:51:05.120" v="7" actId="34807"/>
          <ac:spMkLst>
            <pc:docMk/>
            <pc:sldMk cId="1244041262" sldId="3809"/>
            <ac:spMk id="2240" creationId="{A111D12A-5159-D012-1376-C6735F7A4AEF}"/>
          </ac:spMkLst>
        </pc:spChg>
        <pc:spChg chg="add mod">
          <ac:chgData name="" userId="" providerId="" clId="Web-{1E0402AF-1A04-4AD8-BFCB-786A163939CF}" dt="2026-10-23T08:51:05.120" v="7" actId="34807"/>
          <ac:spMkLst>
            <pc:docMk/>
            <pc:sldMk cId="1244041262" sldId="3809"/>
            <ac:spMk id="2307" creationId="{A11DFF2E-304E-8FBD-9E56-8ABF33EB8D6A}"/>
          </ac:spMkLst>
        </pc:spChg>
        <pc:spChg chg="add mod">
          <ac:chgData name="" userId="" providerId="" clId="Web-{1E0402AF-1A04-4AD8-BFCB-786A163939CF}" dt="2026-10-23T08:51:05.120" v="7" actId="34807"/>
          <ac:spMkLst>
            <pc:docMk/>
            <pc:sldMk cId="1244041262" sldId="3809"/>
            <ac:spMk id="2375" creationId="{F1CD79E1-B699-A3AE-3DE3-DA2CB88FDF07}"/>
          </ac:spMkLst>
        </pc:spChg>
      </pc:sldChg>
      <pc:sldChg chg="addSp modSp add mod setBg modNotesTx">
        <pc:chgData name="" userId="" providerId="" clId="Web-{1E0402AF-1A04-4AD8-BFCB-786A163939CF}" dt="2026-10-23T08:51:05.120" v="7" actId="34807"/>
        <pc:sldMkLst>
          <pc:docMk/>
          <pc:sldMk cId="3761642860" sldId="4027"/>
        </pc:sldMkLst>
        <pc:spChg chg="add mod">
          <ac:chgData name="" userId="" providerId="" clId="Web-{1E0402AF-1A04-4AD8-BFCB-786A163939CF}" dt="2026-10-23T08:51:05.120" v="7" actId="34807"/>
          <ac:spMkLst>
            <pc:docMk/>
            <pc:sldMk cId="3761642860" sldId="4027"/>
            <ac:spMk id="2444" creationId="{06E62B1A-030D-48D8-060F-5FE951649DDA}"/>
          </ac:spMkLst>
        </pc:spChg>
        <pc:spChg chg="add mod">
          <ac:chgData name="" userId="" providerId="" clId="Web-{1E0402AF-1A04-4AD8-BFCB-786A163939CF}" dt="2026-10-23T08:51:05.120" v="7" actId="34807"/>
          <ac:spMkLst>
            <pc:docMk/>
            <pc:sldMk cId="3761642860" sldId="4027"/>
            <ac:spMk id="2514" creationId="{3100A2B4-F24E-E41B-1EDE-E30C1A17B9A7}"/>
          </ac:spMkLst>
        </pc:spChg>
        <pc:spChg chg="add mod">
          <ac:chgData name="" userId="" providerId="" clId="Web-{1E0402AF-1A04-4AD8-BFCB-786A163939CF}" dt="2026-10-23T08:51:05.120" v="7" actId="34807"/>
          <ac:spMkLst>
            <pc:docMk/>
            <pc:sldMk cId="3761642860" sldId="4027"/>
            <ac:spMk id="2585" creationId="{6CFCCF07-2669-E9BA-04D9-43F49C1F03A9}"/>
          </ac:spMkLst>
        </pc:spChg>
        <pc:spChg chg="add mod">
          <ac:chgData name="" userId="" providerId="" clId="Web-{1E0402AF-1A04-4AD8-BFCB-786A163939CF}" dt="2026-10-23T08:51:05.120" v="7" actId="34807"/>
          <ac:spMkLst>
            <pc:docMk/>
            <pc:sldMk cId="3761642860" sldId="4027"/>
            <ac:spMk id="2657" creationId="{C7ED9F8D-AEB8-9C4D-9737-2385C56C9E92}"/>
          </ac:spMkLst>
        </pc:spChg>
      </pc:sldChg>
      <pc:sldChg chg="addSp modSp add mod setBg modNotesTx">
        <pc:chgData name="" userId="" providerId="" clId="Web-{1E0402AF-1A04-4AD8-BFCB-786A163939CF}" dt="2026-10-23T08:51:09.870" v="8" actId="34807"/>
        <pc:sldMkLst>
          <pc:docMk/>
          <pc:sldMk cId="3933574674" sldId="4246"/>
        </pc:sldMkLst>
        <pc:spChg chg="add mod">
          <ac:chgData name="" userId="" providerId="" clId="Web-{1E0402AF-1A04-4AD8-BFCB-786A163939CF}" dt="2026-10-23T08:51:09.870" v="8" actId="34807"/>
          <ac:spMkLst>
            <pc:docMk/>
            <pc:sldMk cId="3933574674" sldId="4246"/>
            <ac:spMk id="2658" creationId="{455462CC-5953-606B-96CE-07E232DE4958}"/>
          </ac:spMkLst>
        </pc:spChg>
        <pc:spChg chg="add mod">
          <ac:chgData name="" userId="" providerId="" clId="Web-{1E0402AF-1A04-4AD8-BFCB-786A163939CF}" dt="2026-10-23T08:51:09.870" v="8" actId="34807"/>
          <ac:spMkLst>
            <pc:docMk/>
            <pc:sldMk cId="3933574674" sldId="4246"/>
            <ac:spMk id="2660" creationId="{C8F00832-1214-0BD0-B3FA-7D370D1FB7FF}"/>
          </ac:spMkLst>
        </pc:spChg>
        <pc:spChg chg="add mod">
          <ac:chgData name="" userId="" providerId="" clId="Web-{1E0402AF-1A04-4AD8-BFCB-786A163939CF}" dt="2026-10-23T08:51:09.870" v="8" actId="34807"/>
          <ac:spMkLst>
            <pc:docMk/>
            <pc:sldMk cId="3933574674" sldId="4246"/>
            <ac:spMk id="2663" creationId="{6DFFADE5-4C80-B4C8-016F-AF3835CEB62B}"/>
          </ac:spMkLst>
        </pc:spChg>
        <pc:spChg chg="add mod">
          <ac:chgData name="" userId="" providerId="" clId="Web-{1E0402AF-1A04-4AD8-BFCB-786A163939CF}" dt="2026-10-23T08:51:09.870" v="8" actId="34807"/>
          <ac:spMkLst>
            <pc:docMk/>
            <pc:sldMk cId="3933574674" sldId="4246"/>
            <ac:spMk id="2667" creationId="{ABDFCC38-6450-5C59-7B14-24AA480793E3}"/>
          </ac:spMkLst>
        </pc:spChg>
        <pc:spChg chg="add mod">
          <ac:chgData name="" userId="" providerId="" clId="Web-{1E0402AF-1A04-4AD8-BFCB-786A163939CF}" dt="2026-10-23T08:51:09.870" v="8" actId="34807"/>
          <ac:spMkLst>
            <pc:docMk/>
            <pc:sldMk cId="3933574674" sldId="4246"/>
            <ac:spMk id="2672" creationId="{D80FB324-E76C-D307-BC13-EC584ADAB0BE}"/>
          </ac:spMkLst>
        </pc:spChg>
      </pc:sldChg>
      <pc:sldChg chg="addSp modSp add mod setBg modNotesTx">
        <pc:chgData name="" userId="" providerId="" clId="Web-{1E0402AF-1A04-4AD8-BFCB-786A163939CF}" dt="2026-10-23T08:51:09.870" v="8" actId="34807"/>
        <pc:sldMkLst>
          <pc:docMk/>
          <pc:sldMk cId="2931206922" sldId="4466"/>
        </pc:sldMkLst>
        <pc:spChg chg="add mod">
          <ac:chgData name="" userId="" providerId="" clId="Web-{1E0402AF-1A04-4AD8-BFCB-786A163939CF}" dt="2026-10-23T08:51:09.870" v="8" actId="34807"/>
          <ac:spMkLst>
            <pc:docMk/>
            <pc:sldMk cId="2931206922" sldId="4466"/>
            <ac:spMk id="2678" creationId="{171936A9-2875-C03B-416D-3D073D33F51D}"/>
          </ac:spMkLst>
        </pc:spChg>
        <pc:spChg chg="add mod">
          <ac:chgData name="" userId="" providerId="" clId="Web-{1E0402AF-1A04-4AD8-BFCB-786A163939CF}" dt="2026-10-23T08:51:09.870" v="8" actId="34807"/>
          <ac:spMkLst>
            <pc:docMk/>
            <pc:sldMk cId="2931206922" sldId="4466"/>
            <ac:spMk id="2685" creationId="{D915CBDB-F814-2760-EF2E-422BEFD53976}"/>
          </ac:spMkLst>
        </pc:spChg>
        <pc:spChg chg="add mod">
          <ac:chgData name="" userId="" providerId="" clId="Web-{1E0402AF-1A04-4AD8-BFCB-786A163939CF}" dt="2026-10-23T08:51:09.870" v="8" actId="34807"/>
          <ac:spMkLst>
            <pc:docMk/>
            <pc:sldMk cId="2931206922" sldId="4466"/>
            <ac:spMk id="2693" creationId="{29EAD449-86C4-856F-5449-62B5E4B9E5A9}"/>
          </ac:spMkLst>
        </pc:spChg>
        <pc:spChg chg="add mod">
          <ac:chgData name="" userId="" providerId="" clId="Web-{1E0402AF-1A04-4AD8-BFCB-786A163939CF}" dt="2026-10-23T08:51:09.870" v="8" actId="34807"/>
          <ac:spMkLst>
            <pc:docMk/>
            <pc:sldMk cId="2931206922" sldId="4466"/>
            <ac:spMk id="2702" creationId="{E3300248-F60E-28F4-CFC0-ABFC405A15D4}"/>
          </ac:spMkLst>
        </pc:spChg>
        <pc:spChg chg="add mod">
          <ac:chgData name="" userId="" providerId="" clId="Web-{1E0402AF-1A04-4AD8-BFCB-786A163939CF}" dt="2026-10-23T08:51:09.870" v="8" actId="34807"/>
          <ac:spMkLst>
            <pc:docMk/>
            <pc:sldMk cId="2931206922" sldId="4466"/>
            <ac:spMk id="2712" creationId="{3BB8E06B-831B-F939-254A-D497FFDD80F9}"/>
          </ac:spMkLst>
        </pc:spChg>
      </pc:sldChg>
      <pc:sldChg chg="addSp modSp add mod setBg modNotesTx">
        <pc:chgData name="" userId="" providerId="" clId="Web-{1E0402AF-1A04-4AD8-BFCB-786A163939CF}" dt="2026-10-23T08:51:09.870" v="8" actId="34807"/>
        <pc:sldMkLst>
          <pc:docMk/>
          <pc:sldMk cId="444193156" sldId="4687"/>
        </pc:sldMkLst>
        <pc:spChg chg="add mod">
          <ac:chgData name="" userId="" providerId="" clId="Web-{1E0402AF-1A04-4AD8-BFCB-786A163939CF}" dt="2026-10-23T08:51:09.870" v="8" actId="34807"/>
          <ac:spMkLst>
            <pc:docMk/>
            <pc:sldMk cId="444193156" sldId="4687"/>
            <ac:spMk id="2723" creationId="{CF4D44DD-F31E-ECB2-8389-B7952698001F}"/>
          </ac:spMkLst>
        </pc:spChg>
        <pc:spChg chg="add mod">
          <ac:chgData name="" userId="" providerId="" clId="Web-{1E0402AF-1A04-4AD8-BFCB-786A163939CF}" dt="2026-10-23T08:51:09.870" v="8" actId="34807"/>
          <ac:spMkLst>
            <pc:docMk/>
            <pc:sldMk cId="444193156" sldId="4687"/>
            <ac:spMk id="2735" creationId="{2554F20A-DAF4-BF70-F790-F511405215E0}"/>
          </ac:spMkLst>
        </pc:spChg>
        <pc:spChg chg="add mod">
          <ac:chgData name="" userId="" providerId="" clId="Web-{1E0402AF-1A04-4AD8-BFCB-786A163939CF}" dt="2026-10-23T08:51:09.870" v="8" actId="34807"/>
          <ac:spMkLst>
            <pc:docMk/>
            <pc:sldMk cId="444193156" sldId="4687"/>
            <ac:spMk id="2748" creationId="{A40C1070-7A67-AB3F-1BF5-3296DCE650EA}"/>
          </ac:spMkLst>
        </pc:spChg>
        <pc:spChg chg="add mod">
          <ac:chgData name="" userId="" providerId="" clId="Web-{1E0402AF-1A04-4AD8-BFCB-786A163939CF}" dt="2026-10-23T08:51:09.870" v="8" actId="34807"/>
          <ac:spMkLst>
            <pc:docMk/>
            <pc:sldMk cId="444193156" sldId="4687"/>
            <ac:spMk id="2762" creationId="{6602EBA9-C8A8-5C38-0299-A698F125B55A}"/>
          </ac:spMkLst>
        </pc:spChg>
        <pc:spChg chg="add mod">
          <ac:chgData name="" userId="" providerId="" clId="Web-{1E0402AF-1A04-4AD8-BFCB-786A163939CF}" dt="2026-10-23T08:51:09.870" v="8" actId="34807"/>
          <ac:spMkLst>
            <pc:docMk/>
            <pc:sldMk cId="444193156" sldId="4687"/>
            <ac:spMk id="2777" creationId="{323180EB-56D0-1D00-A1B7-C54F40138E11}"/>
          </ac:spMkLst>
        </pc:spChg>
      </pc:sldChg>
      <pc:sldChg chg="addSp modSp add mod setBg modNotesTx">
        <pc:chgData name="" userId="" providerId="" clId="Web-{1E0402AF-1A04-4AD8-BFCB-786A163939CF}" dt="2026-10-23T08:51:09.870" v="8" actId="34807"/>
        <pc:sldMkLst>
          <pc:docMk/>
          <pc:sldMk cId="18801219" sldId="4909"/>
        </pc:sldMkLst>
        <pc:spChg chg="add mod">
          <ac:chgData name="" userId="" providerId="" clId="Web-{1E0402AF-1A04-4AD8-BFCB-786A163939CF}" dt="2026-10-23T08:51:09.870" v="8" actId="34807"/>
          <ac:spMkLst>
            <pc:docMk/>
            <pc:sldMk cId="18801219" sldId="4909"/>
            <ac:spMk id="2793" creationId="{3EE5871E-E86E-2514-9A27-B4206B43CBB7}"/>
          </ac:spMkLst>
        </pc:spChg>
        <pc:spChg chg="add mod">
          <ac:chgData name="" userId="" providerId="" clId="Web-{1E0402AF-1A04-4AD8-BFCB-786A163939CF}" dt="2026-10-23T08:51:09.870" v="8" actId="34807"/>
          <ac:spMkLst>
            <pc:docMk/>
            <pc:sldMk cId="18801219" sldId="4909"/>
            <ac:spMk id="2810" creationId="{A03BDB0B-7E88-D114-9CCB-27F1DA3A9FD5}"/>
          </ac:spMkLst>
        </pc:spChg>
        <pc:spChg chg="add mod">
          <ac:chgData name="" userId="" providerId="" clId="Web-{1E0402AF-1A04-4AD8-BFCB-786A163939CF}" dt="2026-10-23T08:51:09.870" v="8" actId="34807"/>
          <ac:spMkLst>
            <pc:docMk/>
            <pc:sldMk cId="18801219" sldId="4909"/>
            <ac:spMk id="2828" creationId="{21BE6FE1-226B-2F7F-32C3-D981D7638133}"/>
          </ac:spMkLst>
        </pc:spChg>
        <pc:spChg chg="add mod">
          <ac:chgData name="" userId="" providerId="" clId="Web-{1E0402AF-1A04-4AD8-BFCB-786A163939CF}" dt="2026-10-23T08:51:09.870" v="8" actId="34807"/>
          <ac:spMkLst>
            <pc:docMk/>
            <pc:sldMk cId="18801219" sldId="4909"/>
            <ac:spMk id="2847" creationId="{E2449906-97CD-85CE-FFA7-DAE977159027}"/>
          </ac:spMkLst>
        </pc:spChg>
        <pc:spChg chg="add mod">
          <ac:chgData name="" userId="" providerId="" clId="Web-{1E0402AF-1A04-4AD8-BFCB-786A163939CF}" dt="2026-10-23T08:51:09.870" v="8" actId="34807"/>
          <ac:spMkLst>
            <pc:docMk/>
            <pc:sldMk cId="18801219" sldId="4909"/>
            <ac:spMk id="2867" creationId="{FC84DB96-8530-D091-9807-DD97D06DD870}"/>
          </ac:spMkLst>
        </pc:spChg>
      </pc:sldChg>
      <pc:sldChg chg="addSp modSp add mod setBg modNotesTx">
        <pc:chgData name="" userId="" providerId="" clId="Web-{1E0402AF-1A04-4AD8-BFCB-786A163939CF}" dt="2026-10-23T08:51:09.870" v="8" actId="34807"/>
        <pc:sldMkLst>
          <pc:docMk/>
          <pc:sldMk cId="1994120710" sldId="5132"/>
        </pc:sldMkLst>
        <pc:spChg chg="add mod">
          <ac:chgData name="" userId="" providerId="" clId="Web-{1E0402AF-1A04-4AD8-BFCB-786A163939CF}" dt="2026-10-23T08:51:09.870" v="8" actId="34807"/>
          <ac:spMkLst>
            <pc:docMk/>
            <pc:sldMk cId="1994120710" sldId="5132"/>
            <ac:spMk id="2888" creationId="{8864ABE3-15AF-C6A3-4FB8-C6559B23D02A}"/>
          </ac:spMkLst>
        </pc:spChg>
        <pc:spChg chg="add mod">
          <ac:chgData name="" userId="" providerId="" clId="Web-{1E0402AF-1A04-4AD8-BFCB-786A163939CF}" dt="2026-10-23T08:51:09.870" v="8" actId="34807"/>
          <ac:spMkLst>
            <pc:docMk/>
            <pc:sldMk cId="1994120710" sldId="5132"/>
            <ac:spMk id="2910" creationId="{EC8C67C3-DDEC-80A4-63D2-C06E555CFDB6}"/>
          </ac:spMkLst>
        </pc:spChg>
        <pc:spChg chg="add mod">
          <ac:chgData name="" userId="" providerId="" clId="Web-{1E0402AF-1A04-4AD8-BFCB-786A163939CF}" dt="2026-10-23T08:51:09.870" v="8" actId="34807"/>
          <ac:spMkLst>
            <pc:docMk/>
            <pc:sldMk cId="1994120710" sldId="5132"/>
            <ac:spMk id="2933" creationId="{39F1A90A-5D1F-D3E4-468E-F8D43BA25B8D}"/>
          </ac:spMkLst>
        </pc:spChg>
        <pc:spChg chg="add mod">
          <ac:chgData name="" userId="" providerId="" clId="Web-{1E0402AF-1A04-4AD8-BFCB-786A163939CF}" dt="2026-10-23T08:51:09.870" v="8" actId="34807"/>
          <ac:spMkLst>
            <pc:docMk/>
            <pc:sldMk cId="1994120710" sldId="5132"/>
            <ac:spMk id="2957" creationId="{681E4DD6-28C5-1F91-754C-B4F4B26595B6}"/>
          </ac:spMkLst>
        </pc:spChg>
        <pc:spChg chg="add mod">
          <ac:chgData name="" userId="" providerId="" clId="Web-{1E0402AF-1A04-4AD8-BFCB-786A163939CF}" dt="2026-10-23T08:51:09.870" v="8" actId="34807"/>
          <ac:spMkLst>
            <pc:docMk/>
            <pc:sldMk cId="1994120710" sldId="5132"/>
            <ac:spMk id="2982" creationId="{EA6164CF-B22D-C5C5-C29C-A599213D85C7}"/>
          </ac:spMkLst>
        </pc:spChg>
      </pc:sldChg>
      <pc:sldChg chg="addSp modSp add mod setBg modNotesTx">
        <pc:chgData name="" userId="" providerId="" clId="Web-{1E0402AF-1A04-4AD8-BFCB-786A163939CF}" dt="2026-10-23T08:51:09.870" v="8" actId="34807"/>
        <pc:sldMkLst>
          <pc:docMk/>
          <pc:sldMk cId="2759033825" sldId="5356"/>
        </pc:sldMkLst>
        <pc:spChg chg="add mod">
          <ac:chgData name="" userId="" providerId="" clId="Web-{1E0402AF-1A04-4AD8-BFCB-786A163939CF}" dt="2026-10-23T08:51:09.870" v="8" actId="34807"/>
          <ac:spMkLst>
            <pc:docMk/>
            <pc:sldMk cId="2759033825" sldId="5356"/>
            <ac:spMk id="3008" creationId="{26BE1923-2555-F666-49C4-72ACF4FFE6C9}"/>
          </ac:spMkLst>
        </pc:spChg>
        <pc:spChg chg="add mod">
          <ac:chgData name="" userId="" providerId="" clId="Web-{1E0402AF-1A04-4AD8-BFCB-786A163939CF}" dt="2026-10-23T08:51:09.870" v="8" actId="34807"/>
          <ac:spMkLst>
            <pc:docMk/>
            <pc:sldMk cId="2759033825" sldId="5356"/>
            <ac:spMk id="3035" creationId="{DB693A50-4B4D-E778-24D9-3AFF94B0ECBE}"/>
          </ac:spMkLst>
        </pc:spChg>
        <pc:spChg chg="add mod">
          <ac:chgData name="" userId="" providerId="" clId="Web-{1E0402AF-1A04-4AD8-BFCB-786A163939CF}" dt="2026-10-23T08:51:09.870" v="8" actId="34807"/>
          <ac:spMkLst>
            <pc:docMk/>
            <pc:sldMk cId="2759033825" sldId="5356"/>
            <ac:spMk id="3063" creationId="{FD997C3B-3A4C-796E-2E40-FFCC3EA63FC3}"/>
          </ac:spMkLst>
        </pc:spChg>
        <pc:spChg chg="add mod">
          <ac:chgData name="" userId="" providerId="" clId="Web-{1E0402AF-1A04-4AD8-BFCB-786A163939CF}" dt="2026-10-23T08:51:09.870" v="8" actId="34807"/>
          <ac:spMkLst>
            <pc:docMk/>
            <pc:sldMk cId="2759033825" sldId="5356"/>
            <ac:spMk id="3092" creationId="{9B550FD5-E5C3-F23D-4B81-93BCD94D54D2}"/>
          </ac:spMkLst>
        </pc:spChg>
        <pc:spChg chg="add mod">
          <ac:chgData name="" userId="" providerId="" clId="Web-{1E0402AF-1A04-4AD8-BFCB-786A163939CF}" dt="2026-10-23T08:51:09.870" v="8" actId="34807"/>
          <ac:spMkLst>
            <pc:docMk/>
            <pc:sldMk cId="2759033825" sldId="5356"/>
            <ac:spMk id="3122" creationId="{123D2F73-977B-A837-442F-C0F37A1E03E8}"/>
          </ac:spMkLst>
        </pc:spChg>
      </pc:sldChg>
      <pc:sldChg chg="addSp modSp add mod setBg modNotesTx">
        <pc:chgData name="" userId="" providerId="" clId="Web-{1E0402AF-1A04-4AD8-BFCB-786A163939CF}" dt="2026-10-23T08:51:09.870" v="8" actId="34807"/>
        <pc:sldMkLst>
          <pc:docMk/>
          <pc:sldMk cId="3209468076" sldId="5581"/>
        </pc:sldMkLst>
        <pc:spChg chg="add mod">
          <ac:chgData name="" userId="" providerId="" clId="Web-{1E0402AF-1A04-4AD8-BFCB-786A163939CF}" dt="2026-10-23T08:51:09.870" v="8" actId="34807"/>
          <ac:spMkLst>
            <pc:docMk/>
            <pc:sldMk cId="3209468076" sldId="5581"/>
            <ac:spMk id="3153" creationId="{FCECEA3F-1245-E208-659E-30692D5A9E95}"/>
          </ac:spMkLst>
        </pc:spChg>
        <pc:spChg chg="add mod">
          <ac:chgData name="" userId="" providerId="" clId="Web-{1E0402AF-1A04-4AD8-BFCB-786A163939CF}" dt="2026-10-23T08:51:09.870" v="8" actId="34807"/>
          <ac:spMkLst>
            <pc:docMk/>
            <pc:sldMk cId="3209468076" sldId="5581"/>
            <ac:spMk id="3185" creationId="{64DBF1EE-9CD4-7CE0-C79C-748411186854}"/>
          </ac:spMkLst>
        </pc:spChg>
        <pc:spChg chg="add mod">
          <ac:chgData name="" userId="" providerId="" clId="Web-{1E0402AF-1A04-4AD8-BFCB-786A163939CF}" dt="2026-10-23T08:51:09.870" v="8" actId="34807"/>
          <ac:spMkLst>
            <pc:docMk/>
            <pc:sldMk cId="3209468076" sldId="5581"/>
            <ac:spMk id="3218" creationId="{91185B86-28F9-E398-6878-199452705DF9}"/>
          </ac:spMkLst>
        </pc:spChg>
        <pc:spChg chg="add mod">
          <ac:chgData name="" userId="" providerId="" clId="Web-{1E0402AF-1A04-4AD8-BFCB-786A163939CF}" dt="2026-10-23T08:51:09.870" v="8" actId="34807"/>
          <ac:spMkLst>
            <pc:docMk/>
            <pc:sldMk cId="3209468076" sldId="5581"/>
            <ac:spMk id="3252" creationId="{3A4A5A7B-1FF5-ECE5-FB6B-5D4D2FD6904C}"/>
          </ac:spMkLst>
        </pc:spChg>
        <pc:spChg chg="add mod">
          <ac:chgData name="" userId="" providerId="" clId="Web-{1E0402AF-1A04-4AD8-BFCB-786A163939CF}" dt="2026-10-23T08:51:09.870" v="8" actId="34807"/>
          <ac:spMkLst>
            <pc:docMk/>
            <pc:sldMk cId="3209468076" sldId="5581"/>
            <ac:spMk id="3287" creationId="{907E20DA-C02B-43C7-E513-36701A8A67EA}"/>
          </ac:spMkLst>
        </pc:spChg>
      </pc:sldChg>
      <pc:sldChg chg="addSp modSp add mod setBg modNotesTx">
        <pc:chgData name="" userId="" providerId="" clId="Web-{1E0402AF-1A04-4AD8-BFCB-786A163939CF}" dt="2026-10-23T08:51:09.870" v="8" actId="34807"/>
        <pc:sldMkLst>
          <pc:docMk/>
          <pc:sldMk cId="2251772608" sldId="5807"/>
        </pc:sldMkLst>
        <pc:spChg chg="add mod">
          <ac:chgData name="" userId="" providerId="" clId="Web-{1E0402AF-1A04-4AD8-BFCB-786A163939CF}" dt="2026-10-23T08:51:09.870" v="8" actId="34807"/>
          <ac:spMkLst>
            <pc:docMk/>
            <pc:sldMk cId="2251772608" sldId="5807"/>
            <ac:spMk id="3323" creationId="{845667AA-22E4-5F73-DA06-AA2D579285D4}"/>
          </ac:spMkLst>
        </pc:spChg>
        <pc:spChg chg="add mod">
          <ac:chgData name="" userId="" providerId="" clId="Web-{1E0402AF-1A04-4AD8-BFCB-786A163939CF}" dt="2026-10-23T08:51:09.870" v="8" actId="34807"/>
          <ac:spMkLst>
            <pc:docMk/>
            <pc:sldMk cId="2251772608" sldId="5807"/>
            <ac:spMk id="3360" creationId="{DB27391A-12EE-AB75-F36D-18AF1448DE0E}"/>
          </ac:spMkLst>
        </pc:spChg>
        <pc:spChg chg="add mod">
          <ac:chgData name="" userId="" providerId="" clId="Web-{1E0402AF-1A04-4AD8-BFCB-786A163939CF}" dt="2026-10-23T08:51:09.870" v="8" actId="34807"/>
          <ac:spMkLst>
            <pc:docMk/>
            <pc:sldMk cId="2251772608" sldId="5807"/>
            <ac:spMk id="3398" creationId="{329B4C55-D8E8-4F3C-C387-585CEB7946FF}"/>
          </ac:spMkLst>
        </pc:spChg>
        <pc:spChg chg="add mod">
          <ac:chgData name="" userId="" providerId="" clId="Web-{1E0402AF-1A04-4AD8-BFCB-786A163939CF}" dt="2026-10-23T08:51:09.870" v="8" actId="34807"/>
          <ac:spMkLst>
            <pc:docMk/>
            <pc:sldMk cId="2251772608" sldId="5807"/>
            <ac:spMk id="3437" creationId="{451069EF-6C78-7AA6-7E85-C09B2CF5A451}"/>
          </ac:spMkLst>
        </pc:spChg>
        <pc:spChg chg="add mod">
          <ac:chgData name="" userId="" providerId="" clId="Web-{1E0402AF-1A04-4AD8-BFCB-786A163939CF}" dt="2026-10-23T08:51:09.870" v="8" actId="34807"/>
          <ac:spMkLst>
            <pc:docMk/>
            <pc:sldMk cId="2251772608" sldId="5807"/>
            <ac:spMk id="3477" creationId="{1739A02F-36DB-A324-F4EA-387E562B1B54}"/>
          </ac:spMkLst>
        </pc:spChg>
      </pc:sldChg>
      <pc:sldChg chg="addSp modSp add mod setBg modNotesTx">
        <pc:chgData name="" userId="" providerId="" clId="Web-{1E0402AF-1A04-4AD8-BFCB-786A163939CF}" dt="2026-10-23T08:51:09.870" v="8" actId="34807"/>
        <pc:sldMkLst>
          <pc:docMk/>
          <pc:sldMk cId="49037429" sldId="6034"/>
        </pc:sldMkLst>
        <pc:spChg chg="add mod">
          <ac:chgData name="" userId="" providerId="" clId="Web-{1E0402AF-1A04-4AD8-BFCB-786A163939CF}" dt="2026-10-23T08:51:09.870" v="8" actId="34807"/>
          <ac:spMkLst>
            <pc:docMk/>
            <pc:sldMk cId="49037429" sldId="6034"/>
            <ac:spMk id="3518" creationId="{D2AAF7BB-B3AC-162F-E42A-36CC3E8BBD24}"/>
          </ac:spMkLst>
        </pc:spChg>
        <pc:spChg chg="add mod">
          <ac:chgData name="" userId="" providerId="" clId="Web-{1E0402AF-1A04-4AD8-BFCB-786A163939CF}" dt="2026-10-23T08:51:09.870" v="8" actId="34807"/>
          <ac:spMkLst>
            <pc:docMk/>
            <pc:sldMk cId="49037429" sldId="6034"/>
            <ac:spMk id="3560" creationId="{AF434E18-16B7-8959-8F18-410F8A460BE6}"/>
          </ac:spMkLst>
        </pc:spChg>
        <pc:spChg chg="add mod">
          <ac:chgData name="" userId="" providerId="" clId="Web-{1E0402AF-1A04-4AD8-BFCB-786A163939CF}" dt="2026-10-23T08:51:09.870" v="8" actId="34807"/>
          <ac:spMkLst>
            <pc:docMk/>
            <pc:sldMk cId="49037429" sldId="6034"/>
            <ac:spMk id="3603" creationId="{B06BBC86-51CF-879A-F4B9-57ED83A92CA7}"/>
          </ac:spMkLst>
        </pc:spChg>
        <pc:spChg chg="add mod">
          <ac:chgData name="" userId="" providerId="" clId="Web-{1E0402AF-1A04-4AD8-BFCB-786A163939CF}" dt="2026-10-23T08:51:09.870" v="8" actId="34807"/>
          <ac:spMkLst>
            <pc:docMk/>
            <pc:sldMk cId="49037429" sldId="6034"/>
            <ac:spMk id="3647" creationId="{4F7B8D4A-D5D8-6380-DC14-A77BA759B4C9}"/>
          </ac:spMkLst>
        </pc:spChg>
        <pc:spChg chg="add mod">
          <ac:chgData name="" userId="" providerId="" clId="Web-{1E0402AF-1A04-4AD8-BFCB-786A163939CF}" dt="2026-10-23T08:51:09.870" v="8" actId="34807"/>
          <ac:spMkLst>
            <pc:docMk/>
            <pc:sldMk cId="49037429" sldId="6034"/>
            <ac:spMk id="3692" creationId="{156D4A59-99D2-28CD-165B-D722B3C19FEA}"/>
          </ac:spMkLst>
        </pc:spChg>
      </pc:sldChg>
      <pc:sldChg chg="addSp modSp add mod setBg modNotesTx">
        <pc:chgData name="" userId="" providerId="" clId="Web-{1E0402AF-1A04-4AD8-BFCB-786A163939CF}" dt="2026-10-23T08:51:09.870" v="8" actId="34807"/>
        <pc:sldMkLst>
          <pc:docMk/>
          <pc:sldMk cId="831072114" sldId="6262"/>
        </pc:sldMkLst>
        <pc:spChg chg="add mod">
          <ac:chgData name="" userId="" providerId="" clId="Web-{1E0402AF-1A04-4AD8-BFCB-786A163939CF}" dt="2026-10-23T08:51:09.870" v="8" actId="34807"/>
          <ac:spMkLst>
            <pc:docMk/>
            <pc:sldMk cId="831072114" sldId="6262"/>
            <ac:spMk id="3738" creationId="{46609EC9-1FC2-84E7-1A7E-457ED3E5382C}"/>
          </ac:spMkLst>
        </pc:spChg>
        <pc:spChg chg="add mod">
          <ac:chgData name="" userId="" providerId="" clId="Web-{1E0402AF-1A04-4AD8-BFCB-786A163939CF}" dt="2026-10-23T08:51:09.870" v="8" actId="34807"/>
          <ac:spMkLst>
            <pc:docMk/>
            <pc:sldMk cId="831072114" sldId="6262"/>
            <ac:spMk id="3785" creationId="{D3456049-E277-7203-A637-200959DCE1BD}"/>
          </ac:spMkLst>
        </pc:spChg>
        <pc:spChg chg="add mod">
          <ac:chgData name="" userId="" providerId="" clId="Web-{1E0402AF-1A04-4AD8-BFCB-786A163939CF}" dt="2026-10-23T08:51:09.870" v="8" actId="34807"/>
          <ac:spMkLst>
            <pc:docMk/>
            <pc:sldMk cId="831072114" sldId="6262"/>
            <ac:spMk id="3833" creationId="{45367D92-BA50-17CC-3AA3-9E572F967F82}"/>
          </ac:spMkLst>
        </pc:spChg>
        <pc:spChg chg="add mod">
          <ac:chgData name="" userId="" providerId="" clId="Web-{1E0402AF-1A04-4AD8-BFCB-786A163939CF}" dt="2026-10-23T08:51:09.870" v="8" actId="34807"/>
          <ac:spMkLst>
            <pc:docMk/>
            <pc:sldMk cId="831072114" sldId="6262"/>
            <ac:spMk id="3882" creationId="{F8DEA46F-18DE-E7A5-A1EF-EE09CFD31C51}"/>
          </ac:spMkLst>
        </pc:spChg>
        <pc:spChg chg="add mod">
          <ac:chgData name="" userId="" providerId="" clId="Web-{1E0402AF-1A04-4AD8-BFCB-786A163939CF}" dt="2026-10-23T08:51:09.870" v="8" actId="34807"/>
          <ac:spMkLst>
            <pc:docMk/>
            <pc:sldMk cId="831072114" sldId="6262"/>
            <ac:spMk id="3932" creationId="{08DE5AEC-1D27-C3A4-C022-EFEAB0E8885D}"/>
          </ac:spMkLst>
        </pc:spChg>
      </pc:sldChg>
      <pc:sldChg chg="addSp modSp add mod setBg modNotesTx">
        <pc:chgData name="" userId="" providerId="" clId="Web-{1E0402AF-1A04-4AD8-BFCB-786A163939CF}" dt="2026-10-23T08:51:09.870" v="8" actId="34807"/>
        <pc:sldMkLst>
          <pc:docMk/>
          <pc:sldMk cId="811820232" sldId="6491"/>
        </pc:sldMkLst>
        <pc:spChg chg="add mod">
          <ac:chgData name="" userId="" providerId="" clId="Web-{1E0402AF-1A04-4AD8-BFCB-786A163939CF}" dt="2026-10-23T08:51:09.870" v="8" actId="34807"/>
          <ac:spMkLst>
            <pc:docMk/>
            <pc:sldMk cId="811820232" sldId="6491"/>
            <ac:spMk id="3983" creationId="{2241F93E-15A8-CFEF-1B79-DCC0A37FB77E}"/>
          </ac:spMkLst>
        </pc:spChg>
        <pc:spChg chg="add mod">
          <ac:chgData name="" userId="" providerId="" clId="Web-{1E0402AF-1A04-4AD8-BFCB-786A163939CF}" dt="2026-10-23T08:51:09.870" v="8" actId="34807"/>
          <ac:spMkLst>
            <pc:docMk/>
            <pc:sldMk cId="811820232" sldId="6491"/>
            <ac:spMk id="4035" creationId="{F921C139-2818-DC7A-9BEB-36C2EB08481D}"/>
          </ac:spMkLst>
        </pc:spChg>
        <pc:spChg chg="add mod">
          <ac:chgData name="" userId="" providerId="" clId="Web-{1E0402AF-1A04-4AD8-BFCB-786A163939CF}" dt="2026-10-23T08:51:09.870" v="8" actId="34807"/>
          <ac:spMkLst>
            <pc:docMk/>
            <pc:sldMk cId="811820232" sldId="6491"/>
            <ac:spMk id="4088" creationId="{9109AE60-2A59-155C-8A21-217B5966543A}"/>
          </ac:spMkLst>
        </pc:spChg>
        <pc:spChg chg="add mod">
          <ac:chgData name="" userId="" providerId="" clId="Web-{1E0402AF-1A04-4AD8-BFCB-786A163939CF}" dt="2026-10-23T08:51:09.870" v="8" actId="34807"/>
          <ac:spMkLst>
            <pc:docMk/>
            <pc:sldMk cId="811820232" sldId="6491"/>
            <ac:spMk id="4142" creationId="{116F36E7-1EC0-B131-E00C-1567951778AC}"/>
          </ac:spMkLst>
        </pc:spChg>
        <pc:spChg chg="add mod">
          <ac:chgData name="" userId="" providerId="" clId="Web-{1E0402AF-1A04-4AD8-BFCB-786A163939CF}" dt="2026-10-23T08:51:09.870" v="8" actId="34807"/>
          <ac:spMkLst>
            <pc:docMk/>
            <pc:sldMk cId="811820232" sldId="6491"/>
            <ac:spMk id="4197" creationId="{05FC7B71-5B7F-414E-9AC2-7F3CBE6E6907}"/>
          </ac:spMkLst>
        </pc:spChg>
      </pc:sldChg>
      <pc:sldChg chg="addSp modSp add mod setBg modNotesTx">
        <pc:chgData name="" userId="" providerId="" clId="Web-{1E0402AF-1A04-4AD8-BFCB-786A163939CF}" dt="2026-10-23T08:51:09.870" v="8" actId="34807"/>
        <pc:sldMkLst>
          <pc:docMk/>
          <pc:sldMk cId="1237582900" sldId="6721"/>
        </pc:sldMkLst>
        <pc:spChg chg="add mod">
          <ac:chgData name="" userId="" providerId="" clId="Web-{1E0402AF-1A04-4AD8-BFCB-786A163939CF}" dt="2026-10-23T08:51:09.870" v="8" actId="34807"/>
          <ac:spMkLst>
            <pc:docMk/>
            <pc:sldMk cId="1237582900" sldId="6721"/>
            <ac:spMk id="4253" creationId="{EF6C7859-BF91-9C9A-1779-CE72FE202E93}"/>
          </ac:spMkLst>
        </pc:spChg>
        <pc:spChg chg="add mod">
          <ac:chgData name="" userId="" providerId="" clId="Web-{1E0402AF-1A04-4AD8-BFCB-786A163939CF}" dt="2026-10-23T08:51:09.870" v="8" actId="34807"/>
          <ac:spMkLst>
            <pc:docMk/>
            <pc:sldMk cId="1237582900" sldId="6721"/>
            <ac:spMk id="4310" creationId="{6E98BA1A-8FF4-A150-0130-1D2C99A51624}"/>
          </ac:spMkLst>
        </pc:spChg>
        <pc:spChg chg="add mod">
          <ac:chgData name="" userId="" providerId="" clId="Web-{1E0402AF-1A04-4AD8-BFCB-786A163939CF}" dt="2026-10-23T08:51:09.870" v="8" actId="34807"/>
          <ac:spMkLst>
            <pc:docMk/>
            <pc:sldMk cId="1237582900" sldId="6721"/>
            <ac:spMk id="4368" creationId="{390EEA40-C0E1-3EB3-7519-F6512A7D6287}"/>
          </ac:spMkLst>
        </pc:spChg>
        <pc:spChg chg="add mod">
          <ac:chgData name="" userId="" providerId="" clId="Web-{1E0402AF-1A04-4AD8-BFCB-786A163939CF}" dt="2026-10-23T08:51:09.870" v="8" actId="34807"/>
          <ac:spMkLst>
            <pc:docMk/>
            <pc:sldMk cId="1237582900" sldId="6721"/>
            <ac:spMk id="4427" creationId="{D3D159A6-5120-B803-54EC-4564A238A8D4}"/>
          </ac:spMkLst>
        </pc:spChg>
        <pc:spChg chg="add mod">
          <ac:chgData name="" userId="" providerId="" clId="Web-{1E0402AF-1A04-4AD8-BFCB-786A163939CF}" dt="2026-10-23T08:51:09.870" v="8" actId="34807"/>
          <ac:spMkLst>
            <pc:docMk/>
            <pc:sldMk cId="1237582900" sldId="6721"/>
            <ac:spMk id="4487" creationId="{4F6A5625-77E3-F720-05DA-E217D97EFAB7}"/>
          </ac:spMkLst>
        </pc:spChg>
      </pc:sldChg>
      <pc:sldChg chg="addSp modSp add mod setBg modNotesTx">
        <pc:chgData name="" userId="" providerId="" clId="Web-{1E0402AF-1A04-4AD8-BFCB-786A163939CF}" dt="2026-10-23T08:51:09.870" v="8" actId="34807"/>
        <pc:sldMkLst>
          <pc:docMk/>
          <pc:sldMk cId="3413220349" sldId="6952"/>
        </pc:sldMkLst>
        <pc:spChg chg="add mod">
          <ac:chgData name="" userId="" providerId="" clId="Web-{1E0402AF-1A04-4AD8-BFCB-786A163939CF}" dt="2026-10-23T08:51:09.870" v="8" actId="34807"/>
          <ac:spMkLst>
            <pc:docMk/>
            <pc:sldMk cId="3413220349" sldId="6952"/>
            <ac:spMk id="4548" creationId="{1C1351E0-1768-E38C-1EED-2518B055CD83}"/>
          </ac:spMkLst>
        </pc:spChg>
        <pc:spChg chg="add mod">
          <ac:chgData name="" userId="" providerId="" clId="Web-{1E0402AF-1A04-4AD8-BFCB-786A163939CF}" dt="2026-10-23T08:51:09.870" v="8" actId="34807"/>
          <ac:spMkLst>
            <pc:docMk/>
            <pc:sldMk cId="3413220349" sldId="6952"/>
            <ac:spMk id="4610" creationId="{13C20043-16A9-169E-3FD6-7D4A0D64345F}"/>
          </ac:spMkLst>
        </pc:spChg>
        <pc:spChg chg="add mod">
          <ac:chgData name="" userId="" providerId="" clId="Web-{1E0402AF-1A04-4AD8-BFCB-786A163939CF}" dt="2026-10-23T08:51:09.870" v="8" actId="34807"/>
          <ac:spMkLst>
            <pc:docMk/>
            <pc:sldMk cId="3413220349" sldId="6952"/>
            <ac:spMk id="4673" creationId="{F40E214E-C1B7-751B-033E-C6C98549E821}"/>
          </ac:spMkLst>
        </pc:spChg>
        <pc:spChg chg="add mod">
          <ac:chgData name="" userId="" providerId="" clId="Web-{1E0402AF-1A04-4AD8-BFCB-786A163939CF}" dt="2026-10-23T08:51:09.870" v="8" actId="34807"/>
          <ac:spMkLst>
            <pc:docMk/>
            <pc:sldMk cId="3413220349" sldId="6952"/>
            <ac:spMk id="4737" creationId="{84CE1A36-2658-39DF-D368-9D934B684812}"/>
          </ac:spMkLst>
        </pc:spChg>
        <pc:spChg chg="add mod">
          <ac:chgData name="" userId="" providerId="" clId="Web-{1E0402AF-1A04-4AD8-BFCB-786A163939CF}" dt="2026-10-23T08:51:09.870" v="8" actId="34807"/>
          <ac:spMkLst>
            <pc:docMk/>
            <pc:sldMk cId="3413220349" sldId="6952"/>
            <ac:spMk id="4802" creationId="{C21CAE6A-545D-B77B-CA2C-EB6E948B3529}"/>
          </ac:spMkLst>
        </pc:spChg>
      </pc:sldChg>
      <pc:sldChg chg="addSp modSp add mod setBg modNotesTx">
        <pc:chgData name="" userId="" providerId="" clId="Web-{1E0402AF-1A04-4AD8-BFCB-786A163939CF}" dt="2026-10-23T08:51:09.870" v="8" actId="34807"/>
        <pc:sldMkLst>
          <pc:docMk/>
          <pc:sldMk cId="1068147822" sldId="7184"/>
        </pc:sldMkLst>
        <pc:spChg chg="add mod">
          <ac:chgData name="" userId="" providerId="" clId="Web-{1E0402AF-1A04-4AD8-BFCB-786A163939CF}" dt="2026-10-23T08:51:09.870" v="8" actId="34807"/>
          <ac:spMkLst>
            <pc:docMk/>
            <pc:sldMk cId="1068147822" sldId="7184"/>
            <ac:spMk id="4868" creationId="{B1704545-1F34-0EED-6586-180400FA6545}"/>
          </ac:spMkLst>
        </pc:spChg>
        <pc:spChg chg="add mod">
          <ac:chgData name="" userId="" providerId="" clId="Web-{1E0402AF-1A04-4AD8-BFCB-786A163939CF}" dt="2026-10-23T08:51:09.870" v="8" actId="34807"/>
          <ac:spMkLst>
            <pc:docMk/>
            <pc:sldMk cId="1068147822" sldId="7184"/>
            <ac:spMk id="4935" creationId="{7296AEAB-9EA2-AAAF-F6A8-3E033D0821D2}"/>
          </ac:spMkLst>
        </pc:spChg>
        <pc:spChg chg="add mod">
          <ac:chgData name="" userId="" providerId="" clId="Web-{1E0402AF-1A04-4AD8-BFCB-786A163939CF}" dt="2026-10-23T08:51:09.870" v="8" actId="34807"/>
          <ac:spMkLst>
            <pc:docMk/>
            <pc:sldMk cId="1068147822" sldId="7184"/>
            <ac:spMk id="5003" creationId="{C3FB2C7A-A46F-2D54-A3E9-A78374B36E9C}"/>
          </ac:spMkLst>
        </pc:spChg>
        <pc:spChg chg="add mod">
          <ac:chgData name="" userId="" providerId="" clId="Web-{1E0402AF-1A04-4AD8-BFCB-786A163939CF}" dt="2026-10-23T08:51:09.870" v="8" actId="34807"/>
          <ac:spMkLst>
            <pc:docMk/>
            <pc:sldMk cId="1068147822" sldId="7184"/>
            <ac:spMk id="5072" creationId="{4BFFE689-05E4-8AD5-E78D-A12070A9BEA0}"/>
          </ac:spMkLst>
        </pc:spChg>
        <pc:spChg chg="add mod">
          <ac:chgData name="" userId="" providerId="" clId="Web-{1E0402AF-1A04-4AD8-BFCB-786A163939CF}" dt="2026-10-23T08:51:09.870" v="8" actId="34807"/>
          <ac:spMkLst>
            <pc:docMk/>
            <pc:sldMk cId="1068147822" sldId="7184"/>
            <ac:spMk id="5142" creationId="{6B97E9DA-8948-F52F-97F2-2F429F541F0F}"/>
          </ac:spMkLst>
        </pc:spChg>
      </pc:sldChg>
      <pc:sldChg chg="addSp modSp add mod setBg modNotesTx">
        <pc:chgData name="" userId="" providerId="" clId="Web-{1E0402AF-1A04-4AD8-BFCB-786A163939CF}" dt="2026-10-23T08:51:09.870" v="8" actId="34807"/>
        <pc:sldMkLst>
          <pc:docMk/>
          <pc:sldMk cId="1196239488" sldId="7417"/>
        </pc:sldMkLst>
        <pc:spChg chg="add mod">
          <ac:chgData name="" userId="" providerId="" clId="Web-{1E0402AF-1A04-4AD8-BFCB-786A163939CF}" dt="2026-10-23T08:51:09.870" v="8" actId="34807"/>
          <ac:spMkLst>
            <pc:docMk/>
            <pc:sldMk cId="1196239488" sldId="7417"/>
            <ac:spMk id="5213" creationId="{6DFFF085-16C8-D846-7784-E23C89CA4385}"/>
          </ac:spMkLst>
        </pc:spChg>
        <pc:spChg chg="add mod">
          <ac:chgData name="" userId="" providerId="" clId="Web-{1E0402AF-1A04-4AD8-BFCB-786A163939CF}" dt="2026-10-23T08:51:09.870" v="8" actId="34807"/>
          <ac:spMkLst>
            <pc:docMk/>
            <pc:sldMk cId="1196239488" sldId="7417"/>
            <ac:spMk id="5285" creationId="{CD5723BB-9538-74F2-756A-C8C840905233}"/>
          </ac:spMkLst>
        </pc:spChg>
        <pc:spChg chg="add mod">
          <ac:chgData name="" userId="" providerId="" clId="Web-{1E0402AF-1A04-4AD8-BFCB-786A163939CF}" dt="2026-10-23T08:51:09.870" v="8" actId="34807"/>
          <ac:spMkLst>
            <pc:docMk/>
            <pc:sldMk cId="1196239488" sldId="7417"/>
            <ac:spMk id="5358" creationId="{A1E1AD73-11C4-C8F1-BA4C-421BC38C64A0}"/>
          </ac:spMkLst>
        </pc:spChg>
        <pc:spChg chg="add mod">
          <ac:chgData name="" userId="" providerId="" clId="Web-{1E0402AF-1A04-4AD8-BFCB-786A163939CF}" dt="2026-10-23T08:51:09.870" v="8" actId="34807"/>
          <ac:spMkLst>
            <pc:docMk/>
            <pc:sldMk cId="1196239488" sldId="7417"/>
            <ac:spMk id="5432" creationId="{FFD4D1E3-B889-A833-8B21-8B5A489E57A8}"/>
          </ac:spMkLst>
        </pc:spChg>
        <pc:spChg chg="add mod">
          <ac:chgData name="" userId="" providerId="" clId="Web-{1E0402AF-1A04-4AD8-BFCB-786A163939CF}" dt="2026-10-23T08:51:09.870" v="8" actId="34807"/>
          <ac:spMkLst>
            <pc:docMk/>
            <pc:sldMk cId="1196239488" sldId="7417"/>
            <ac:spMk id="5507" creationId="{65586DFF-8C5F-5953-1466-0A9246B1F626}"/>
          </ac:spMkLst>
        </pc:spChg>
      </pc:sldChg>
      <pc:sldChg chg="addSp modSp add mod setBg modNotesTx">
        <pc:chgData name="" userId="" providerId="" clId="Web-{1E0402AF-1A04-4AD8-BFCB-786A163939CF}" dt="2026-10-23T08:51:09.870" v="8" actId="34807"/>
        <pc:sldMkLst>
          <pc:docMk/>
          <pc:sldMk cId="2289242127" sldId="7651"/>
        </pc:sldMkLst>
        <pc:spChg chg="add mod">
          <ac:chgData name="" userId="" providerId="" clId="Web-{1E0402AF-1A04-4AD8-BFCB-786A163939CF}" dt="2026-10-23T08:51:09.870" v="8" actId="34807"/>
          <ac:spMkLst>
            <pc:docMk/>
            <pc:sldMk cId="2289242127" sldId="7651"/>
            <ac:spMk id="5583" creationId="{F0A6DE0D-C658-EE37-0BC1-33DB6043AD61}"/>
          </ac:spMkLst>
        </pc:spChg>
        <pc:spChg chg="add mod">
          <ac:chgData name="" userId="" providerId="" clId="Web-{1E0402AF-1A04-4AD8-BFCB-786A163939CF}" dt="2026-10-23T08:51:09.870" v="8" actId="34807"/>
          <ac:spMkLst>
            <pc:docMk/>
            <pc:sldMk cId="2289242127" sldId="7651"/>
            <ac:spMk id="5660" creationId="{5CB7FB11-92A5-226E-D167-74986ACDEC62}"/>
          </ac:spMkLst>
        </pc:spChg>
        <pc:spChg chg="add mod">
          <ac:chgData name="" userId="" providerId="" clId="Web-{1E0402AF-1A04-4AD8-BFCB-786A163939CF}" dt="2026-10-23T08:51:09.870" v="8" actId="34807"/>
          <ac:spMkLst>
            <pc:docMk/>
            <pc:sldMk cId="2289242127" sldId="7651"/>
            <ac:spMk id="5738" creationId="{3B846072-4A41-8910-9942-C1C38274986F}"/>
          </ac:spMkLst>
        </pc:spChg>
        <pc:spChg chg="add mod">
          <ac:chgData name="" userId="" providerId="" clId="Web-{1E0402AF-1A04-4AD8-BFCB-786A163939CF}" dt="2026-10-23T08:51:09.870" v="8" actId="34807"/>
          <ac:spMkLst>
            <pc:docMk/>
            <pc:sldMk cId="2289242127" sldId="7651"/>
            <ac:spMk id="5817" creationId="{2AABD992-9061-A81E-1698-EF12FCD8432E}"/>
          </ac:spMkLst>
        </pc:spChg>
        <pc:spChg chg="add mod">
          <ac:chgData name="" userId="" providerId="" clId="Web-{1E0402AF-1A04-4AD8-BFCB-786A163939CF}" dt="2026-10-23T08:51:09.870" v="8" actId="34807"/>
          <ac:spMkLst>
            <pc:docMk/>
            <pc:sldMk cId="2289242127" sldId="7651"/>
            <ac:spMk id="5897" creationId="{860C7FFF-91A4-9275-EE74-B0404A968B88}"/>
          </ac:spMkLst>
        </pc:spChg>
      </pc:sldChg>
      <pc:sldChg chg="addSp modSp add mod setBg modNotesTx">
        <pc:chgData name="" userId="" providerId="" clId="Web-{1E0402AF-1A04-4AD8-BFCB-786A163939CF}" dt="2026-10-23T08:51:09.870" v="8" actId="34807"/>
        <pc:sldMkLst>
          <pc:docMk/>
          <pc:sldMk cId="323294915" sldId="7886"/>
        </pc:sldMkLst>
        <pc:spChg chg="add mod">
          <ac:chgData name="" userId="" providerId="" clId="Web-{1E0402AF-1A04-4AD8-BFCB-786A163939CF}" dt="2026-10-23T08:51:09.870" v="8" actId="34807"/>
          <ac:spMkLst>
            <pc:docMk/>
            <pc:sldMk cId="323294915" sldId="7886"/>
            <ac:spMk id="5978" creationId="{E60CC179-82B1-F34F-E811-64D9645E3C24}"/>
          </ac:spMkLst>
        </pc:spChg>
        <pc:spChg chg="add mod">
          <ac:chgData name="" userId="" providerId="" clId="Web-{1E0402AF-1A04-4AD8-BFCB-786A163939CF}" dt="2026-10-23T08:51:09.870" v="8" actId="34807"/>
          <ac:spMkLst>
            <pc:docMk/>
            <pc:sldMk cId="323294915" sldId="7886"/>
            <ac:spMk id="6060" creationId="{DB42EF90-5BE4-5B33-2C08-E8A55839670A}"/>
          </ac:spMkLst>
        </pc:spChg>
        <pc:spChg chg="add mod">
          <ac:chgData name="" userId="" providerId="" clId="Web-{1E0402AF-1A04-4AD8-BFCB-786A163939CF}" dt="2026-10-23T08:51:09.870" v="8" actId="34807"/>
          <ac:spMkLst>
            <pc:docMk/>
            <pc:sldMk cId="323294915" sldId="7886"/>
            <ac:spMk id="6143" creationId="{C14BB521-63E4-D031-1028-10CF3F72E819}"/>
          </ac:spMkLst>
        </pc:spChg>
        <pc:spChg chg="add mod">
          <ac:chgData name="" userId="" providerId="" clId="Web-{1E0402AF-1A04-4AD8-BFCB-786A163939CF}" dt="2026-10-23T08:51:09.870" v="8" actId="34807"/>
          <ac:spMkLst>
            <pc:docMk/>
            <pc:sldMk cId="323294915" sldId="7886"/>
            <ac:spMk id="6227" creationId="{2D13FC0A-FACE-F7D2-1CB0-D3482495D84E}"/>
          </ac:spMkLst>
        </pc:spChg>
        <pc:spChg chg="add mod">
          <ac:chgData name="" userId="" providerId="" clId="Web-{1E0402AF-1A04-4AD8-BFCB-786A163939CF}" dt="2026-10-23T08:51:09.870" v="8" actId="34807"/>
          <ac:spMkLst>
            <pc:docMk/>
            <pc:sldMk cId="323294915" sldId="7886"/>
            <ac:spMk id="6312" creationId="{D1B4D03A-7867-5E10-6B51-05F9FF12D1FA}"/>
          </ac:spMkLst>
        </pc:spChg>
      </pc:sldChg>
      <pc:sldChg chg="addSp modSp add mod setBg modNotesTx">
        <pc:chgData name="" userId="" providerId="" clId="Web-{1E0402AF-1A04-4AD8-BFCB-786A163939CF}" dt="2026-10-23T08:51:09.870" v="8" actId="34807"/>
        <pc:sldMkLst>
          <pc:docMk/>
          <pc:sldMk cId="1785931516" sldId="8122"/>
        </pc:sldMkLst>
        <pc:spChg chg="add mod">
          <ac:chgData name="" userId="" providerId="" clId="Web-{1E0402AF-1A04-4AD8-BFCB-786A163939CF}" dt="2026-10-23T08:51:09.870" v="8" actId="34807"/>
          <ac:spMkLst>
            <pc:docMk/>
            <pc:sldMk cId="1785931516" sldId="8122"/>
            <ac:spMk id="6398" creationId="{F3C77B1B-FE63-DD5E-804F-B30260DDA65B}"/>
          </ac:spMkLst>
        </pc:spChg>
        <pc:spChg chg="add mod">
          <ac:chgData name="" userId="" providerId="" clId="Web-{1E0402AF-1A04-4AD8-BFCB-786A163939CF}" dt="2026-10-23T08:51:09.870" v="8" actId="34807"/>
          <ac:spMkLst>
            <pc:docMk/>
            <pc:sldMk cId="1785931516" sldId="8122"/>
            <ac:spMk id="6485" creationId="{EAA443A2-96F3-4C7B-8CBD-708E75E19E0D}"/>
          </ac:spMkLst>
        </pc:spChg>
        <pc:spChg chg="add mod">
          <ac:chgData name="" userId="" providerId="" clId="Web-{1E0402AF-1A04-4AD8-BFCB-786A163939CF}" dt="2026-10-23T08:51:09.870" v="8" actId="34807"/>
          <ac:spMkLst>
            <pc:docMk/>
            <pc:sldMk cId="1785931516" sldId="8122"/>
            <ac:spMk id="6573" creationId="{9FF838CD-4222-374D-0E42-2DE648124B05}"/>
          </ac:spMkLst>
        </pc:spChg>
        <pc:spChg chg="add mod">
          <ac:chgData name="" userId="" providerId="" clId="Web-{1E0402AF-1A04-4AD8-BFCB-786A163939CF}" dt="2026-10-23T08:51:09.870" v="8" actId="34807"/>
          <ac:spMkLst>
            <pc:docMk/>
            <pc:sldMk cId="1785931516" sldId="8122"/>
            <ac:spMk id="6662" creationId="{E45CC79F-0C35-81A5-380F-8859352951AA}"/>
          </ac:spMkLst>
        </pc:spChg>
        <pc:spChg chg="add mod">
          <ac:chgData name="" userId="" providerId="" clId="Web-{1E0402AF-1A04-4AD8-BFCB-786A163939CF}" dt="2026-10-23T08:51:09.870" v="8" actId="34807"/>
          <ac:spMkLst>
            <pc:docMk/>
            <pc:sldMk cId="1785931516" sldId="8122"/>
            <ac:spMk id="6752" creationId="{5CA2E0AF-3EF2-FCCA-6631-4D1D1D374C8B}"/>
          </ac:spMkLst>
        </pc:spChg>
      </pc:sldChg>
      <pc:sldChg chg="addSp modSp add mod setBg modNotesTx">
        <pc:chgData name="" userId="" providerId="" clId="Web-{1E0402AF-1A04-4AD8-BFCB-786A163939CF}" dt="2026-10-23T08:51:09.870" v="8" actId="34807"/>
        <pc:sldMkLst>
          <pc:docMk/>
          <pc:sldMk cId="2111836025" sldId="8359"/>
        </pc:sldMkLst>
        <pc:spChg chg="add mod">
          <ac:chgData name="" userId="" providerId="" clId="Web-{1E0402AF-1A04-4AD8-BFCB-786A163939CF}" dt="2026-10-23T08:51:09.870" v="8" actId="34807"/>
          <ac:spMkLst>
            <pc:docMk/>
            <pc:sldMk cId="2111836025" sldId="8359"/>
            <ac:spMk id="6843" creationId="{58F82D67-43CE-1617-0664-1058E9A5D205}"/>
          </ac:spMkLst>
        </pc:spChg>
        <pc:spChg chg="add mod">
          <ac:chgData name="" userId="" providerId="" clId="Web-{1E0402AF-1A04-4AD8-BFCB-786A163939CF}" dt="2026-10-23T08:51:09.870" v="8" actId="34807"/>
          <ac:spMkLst>
            <pc:docMk/>
            <pc:sldMk cId="2111836025" sldId="8359"/>
            <ac:spMk id="6935" creationId="{C5529DB1-24CC-074A-D9FB-4DD4084DFFA1}"/>
          </ac:spMkLst>
        </pc:spChg>
        <pc:spChg chg="add mod">
          <ac:chgData name="" userId="" providerId="" clId="Web-{1E0402AF-1A04-4AD8-BFCB-786A163939CF}" dt="2026-10-23T08:51:09.870" v="8" actId="34807"/>
          <ac:spMkLst>
            <pc:docMk/>
            <pc:sldMk cId="2111836025" sldId="8359"/>
            <ac:spMk id="7028" creationId="{76234D01-2FE2-CE4D-57BE-08255EB5E941}"/>
          </ac:spMkLst>
        </pc:spChg>
        <pc:spChg chg="add mod">
          <ac:chgData name="" userId="" providerId="" clId="Web-{1E0402AF-1A04-4AD8-BFCB-786A163939CF}" dt="2026-10-23T08:51:09.870" v="8" actId="34807"/>
          <ac:spMkLst>
            <pc:docMk/>
            <pc:sldMk cId="2111836025" sldId="8359"/>
            <ac:spMk id="7122" creationId="{EA1BCC6C-65CA-F6E5-07DE-B4673F5EFED3}"/>
          </ac:spMkLst>
        </pc:spChg>
        <pc:spChg chg="add mod">
          <ac:chgData name="" userId="" providerId="" clId="Web-{1E0402AF-1A04-4AD8-BFCB-786A163939CF}" dt="2026-10-23T08:51:09.870" v="8" actId="34807"/>
          <ac:spMkLst>
            <pc:docMk/>
            <pc:sldMk cId="2111836025" sldId="8359"/>
            <ac:spMk id="7217" creationId="{D91CC9EF-F956-89DB-A325-EAE1384CD2D6}"/>
          </ac:spMkLst>
        </pc:spChg>
      </pc:sldChg>
      <pc:sldChg chg="addSp modSp add mod setBg modNotesTx">
        <pc:chgData name="" userId="" providerId="" clId="Web-{1E0402AF-1A04-4AD8-BFCB-786A163939CF}" dt="2026-10-23T08:51:09.870" v="8" actId="34807"/>
        <pc:sldMkLst>
          <pc:docMk/>
          <pc:sldMk cId="1389944548" sldId="8597"/>
        </pc:sldMkLst>
        <pc:spChg chg="add mod">
          <ac:chgData name="" userId="" providerId="" clId="Web-{1E0402AF-1A04-4AD8-BFCB-786A163939CF}" dt="2026-10-23T08:51:09.870" v="8" actId="34807"/>
          <ac:spMkLst>
            <pc:docMk/>
            <pc:sldMk cId="1389944548" sldId="8597"/>
            <ac:spMk id="7313" creationId="{32C364CE-CB1C-F317-247C-445F674BFD29}"/>
          </ac:spMkLst>
        </pc:spChg>
        <pc:spChg chg="add mod">
          <ac:chgData name="" userId="" providerId="" clId="Web-{1E0402AF-1A04-4AD8-BFCB-786A163939CF}" dt="2026-10-23T08:51:09.870" v="8" actId="34807"/>
          <ac:spMkLst>
            <pc:docMk/>
            <pc:sldMk cId="1389944548" sldId="8597"/>
            <ac:spMk id="7410" creationId="{AC0C2F18-BA09-3F34-49B7-3A60074FF705}"/>
          </ac:spMkLst>
        </pc:spChg>
        <pc:spChg chg="add mod">
          <ac:chgData name="" userId="" providerId="" clId="Web-{1E0402AF-1A04-4AD8-BFCB-786A163939CF}" dt="2026-10-23T08:51:09.870" v="8" actId="34807"/>
          <ac:spMkLst>
            <pc:docMk/>
            <pc:sldMk cId="1389944548" sldId="8597"/>
            <ac:spMk id="7508" creationId="{4C969E40-3B26-CD20-B344-4DFA1539D723}"/>
          </ac:spMkLst>
        </pc:spChg>
        <pc:spChg chg="add mod">
          <ac:chgData name="" userId="" providerId="" clId="Web-{1E0402AF-1A04-4AD8-BFCB-786A163939CF}" dt="2026-10-23T08:51:09.870" v="8" actId="34807"/>
          <ac:spMkLst>
            <pc:docMk/>
            <pc:sldMk cId="1389944548" sldId="8597"/>
            <ac:spMk id="7607" creationId="{00D26531-89CB-B78A-27ED-C3166058377E}"/>
          </ac:spMkLst>
        </pc:spChg>
        <pc:spChg chg="add mod">
          <ac:chgData name="" userId="" providerId="" clId="Web-{1E0402AF-1A04-4AD8-BFCB-786A163939CF}" dt="2026-10-23T08:51:09.870" v="8" actId="34807"/>
          <ac:spMkLst>
            <pc:docMk/>
            <pc:sldMk cId="1389944548" sldId="8597"/>
            <ac:spMk id="7707" creationId="{881117F4-1472-3EF8-A036-2E4CE497547C}"/>
          </ac:spMkLst>
        </pc:spChg>
      </pc:sldChg>
      <pc:sldChg chg="addSp modSp add mod setBg modNotesTx">
        <pc:chgData name="" userId="" providerId="" clId="Web-{1E0402AF-1A04-4AD8-BFCB-786A163939CF}" dt="2026-10-23T08:51:09.870" v="8" actId="34807"/>
        <pc:sldMkLst>
          <pc:docMk/>
          <pc:sldMk cId="441665647" sldId="8836"/>
        </pc:sldMkLst>
        <pc:spChg chg="add mod">
          <ac:chgData name="" userId="" providerId="" clId="Web-{1E0402AF-1A04-4AD8-BFCB-786A163939CF}" dt="2026-10-23T08:51:09.870" v="8" actId="34807"/>
          <ac:spMkLst>
            <pc:docMk/>
            <pc:sldMk cId="441665647" sldId="8836"/>
            <ac:spMk id="7808" creationId="{F2295C21-B3D8-0879-667F-6C0CC1604716}"/>
          </ac:spMkLst>
        </pc:spChg>
        <pc:spChg chg="add mod">
          <ac:chgData name="" userId="" providerId="" clId="Web-{1E0402AF-1A04-4AD8-BFCB-786A163939CF}" dt="2026-10-23T08:51:09.870" v="8" actId="34807"/>
          <ac:spMkLst>
            <pc:docMk/>
            <pc:sldMk cId="441665647" sldId="8836"/>
            <ac:spMk id="7910" creationId="{1F709024-3333-1246-098D-DA8BFED28623}"/>
          </ac:spMkLst>
        </pc:spChg>
        <pc:spChg chg="add mod">
          <ac:chgData name="" userId="" providerId="" clId="Web-{1E0402AF-1A04-4AD8-BFCB-786A163939CF}" dt="2026-10-23T08:51:09.870" v="8" actId="34807"/>
          <ac:spMkLst>
            <pc:docMk/>
            <pc:sldMk cId="441665647" sldId="8836"/>
            <ac:spMk id="8013" creationId="{CAD0321A-B7B4-E090-85E0-C02B2D40E5BF}"/>
          </ac:spMkLst>
        </pc:spChg>
        <pc:spChg chg="add mod">
          <ac:chgData name="" userId="" providerId="" clId="Web-{1E0402AF-1A04-4AD8-BFCB-786A163939CF}" dt="2026-10-23T08:51:09.870" v="8" actId="34807"/>
          <ac:spMkLst>
            <pc:docMk/>
            <pc:sldMk cId="441665647" sldId="8836"/>
            <ac:spMk id="8117" creationId="{0BFBB1D0-BD60-8452-3F63-3F57C3947838}"/>
          </ac:spMkLst>
        </pc:spChg>
        <pc:spChg chg="add mod">
          <ac:chgData name="" userId="" providerId="" clId="Web-{1E0402AF-1A04-4AD8-BFCB-786A163939CF}" dt="2026-10-23T08:51:09.870" v="8" actId="34807"/>
          <ac:spMkLst>
            <pc:docMk/>
            <pc:sldMk cId="441665647" sldId="8836"/>
            <ac:spMk id="8222" creationId="{27FCFD72-3A25-48B2-4F99-A8842F9F66B6}"/>
          </ac:spMkLst>
        </pc:spChg>
      </pc:sldChg>
      <pc:sldChg chg="addSp modSp add mod setBg modNotesTx">
        <pc:chgData name="" userId="" providerId="" clId="Web-{1E0402AF-1A04-4AD8-BFCB-786A163939CF}" dt="2026-10-23T08:51:09.870" v="8" actId="34807"/>
        <pc:sldMkLst>
          <pc:docMk/>
          <pc:sldMk cId="846757930" sldId="9076"/>
        </pc:sldMkLst>
        <pc:spChg chg="add mod">
          <ac:chgData name="" userId="" providerId="" clId="Web-{1E0402AF-1A04-4AD8-BFCB-786A163939CF}" dt="2026-10-23T08:51:09.870" v="8" actId="34807"/>
          <ac:spMkLst>
            <pc:docMk/>
            <pc:sldMk cId="846757930" sldId="9076"/>
            <ac:spMk id="8328" creationId="{E787BC32-D63B-588F-9E5E-D5C6FC08CACC}"/>
          </ac:spMkLst>
        </pc:spChg>
        <pc:spChg chg="add mod">
          <ac:chgData name="" userId="" providerId="" clId="Web-{1E0402AF-1A04-4AD8-BFCB-786A163939CF}" dt="2026-10-23T08:51:09.870" v="8" actId="34807"/>
          <ac:spMkLst>
            <pc:docMk/>
            <pc:sldMk cId="846757930" sldId="9076"/>
            <ac:spMk id="8435" creationId="{002C70E5-A09E-BA14-2C0F-C3DFD44C94F3}"/>
          </ac:spMkLst>
        </pc:spChg>
        <pc:spChg chg="add mod">
          <ac:chgData name="" userId="" providerId="" clId="Web-{1E0402AF-1A04-4AD8-BFCB-786A163939CF}" dt="2026-10-23T08:51:09.870" v="8" actId="34807"/>
          <ac:spMkLst>
            <pc:docMk/>
            <pc:sldMk cId="846757930" sldId="9076"/>
            <ac:spMk id="8543" creationId="{DA332C90-E6C0-79D0-0A0F-5E428654CBDC}"/>
          </ac:spMkLst>
        </pc:spChg>
        <pc:spChg chg="add mod">
          <ac:chgData name="" userId="" providerId="" clId="Web-{1E0402AF-1A04-4AD8-BFCB-786A163939CF}" dt="2026-10-23T08:51:09.870" v="8" actId="34807"/>
          <ac:spMkLst>
            <pc:docMk/>
            <pc:sldMk cId="846757930" sldId="9076"/>
            <ac:spMk id="8652" creationId="{C300E65F-C14B-725D-0ECA-0229755E559B}"/>
          </ac:spMkLst>
        </pc:spChg>
        <pc:spChg chg="add mod">
          <ac:chgData name="" userId="" providerId="" clId="Web-{1E0402AF-1A04-4AD8-BFCB-786A163939CF}" dt="2026-10-23T08:51:09.870" v="8" actId="34807"/>
          <ac:spMkLst>
            <pc:docMk/>
            <pc:sldMk cId="846757930" sldId="9076"/>
            <ac:spMk id="8762" creationId="{DA32A1F5-074C-B59E-7F11-231D61521CDF}"/>
          </ac:spMkLst>
        </pc:spChg>
      </pc:sldChg>
      <pc:sldChg chg="addSp modSp add mod setBg modNotesTx">
        <pc:chgData name="" userId="" providerId="" clId="Web-{1E0402AF-1A04-4AD8-BFCB-786A163939CF}" dt="2026-10-23T08:51:09.870" v="8" actId="34807"/>
        <pc:sldMkLst>
          <pc:docMk/>
          <pc:sldMk cId="3458264873" sldId="9317"/>
        </pc:sldMkLst>
        <pc:spChg chg="add mod">
          <ac:chgData name="" userId="" providerId="" clId="Web-{1E0402AF-1A04-4AD8-BFCB-786A163939CF}" dt="2026-10-23T08:51:09.870" v="8" actId="34807"/>
          <ac:spMkLst>
            <pc:docMk/>
            <pc:sldMk cId="3458264873" sldId="9317"/>
            <ac:spMk id="8873" creationId="{E7EB7A38-D8CF-9F37-3841-47724666A8A9}"/>
          </ac:spMkLst>
        </pc:spChg>
        <pc:spChg chg="add mod">
          <ac:chgData name="" userId="" providerId="" clId="Web-{1E0402AF-1A04-4AD8-BFCB-786A163939CF}" dt="2026-10-23T08:51:09.870" v="8" actId="34807"/>
          <ac:spMkLst>
            <pc:docMk/>
            <pc:sldMk cId="3458264873" sldId="9317"/>
            <ac:spMk id="8985" creationId="{79A4892B-4431-1549-AFCC-9F94084830BF}"/>
          </ac:spMkLst>
        </pc:spChg>
        <pc:spChg chg="add mod">
          <ac:chgData name="" userId="" providerId="" clId="Web-{1E0402AF-1A04-4AD8-BFCB-786A163939CF}" dt="2026-10-23T08:51:09.870" v="8" actId="34807"/>
          <ac:spMkLst>
            <pc:docMk/>
            <pc:sldMk cId="3458264873" sldId="9317"/>
            <ac:spMk id="9098" creationId="{9C21EA6B-602A-4592-DBF8-A9F7CAC5F431}"/>
          </ac:spMkLst>
        </pc:spChg>
        <pc:spChg chg="add mod">
          <ac:chgData name="" userId="" providerId="" clId="Web-{1E0402AF-1A04-4AD8-BFCB-786A163939CF}" dt="2026-10-23T08:51:09.870" v="8" actId="34807"/>
          <ac:spMkLst>
            <pc:docMk/>
            <pc:sldMk cId="3458264873" sldId="9317"/>
            <ac:spMk id="9212" creationId="{9917A966-5C88-90A9-1991-61B8EFEC164D}"/>
          </ac:spMkLst>
        </pc:spChg>
        <pc:spChg chg="add mod">
          <ac:chgData name="" userId="" providerId="" clId="Web-{1E0402AF-1A04-4AD8-BFCB-786A163939CF}" dt="2026-10-23T08:51:09.870" v="8" actId="34807"/>
          <ac:spMkLst>
            <pc:docMk/>
            <pc:sldMk cId="3458264873" sldId="9317"/>
            <ac:spMk id="9327" creationId="{812A3985-76B1-E1C4-8EC8-B68E88D7FF65}"/>
          </ac:spMkLst>
        </pc:spChg>
      </pc:sldChg>
      <pc:sldChg chg="addSp modSp add mod setBg modNotesTx">
        <pc:chgData name="" userId="" providerId="" clId="Web-{1E0402AF-1A04-4AD8-BFCB-786A163939CF}" dt="2026-10-23T08:51:09.870" v="8" actId="34807"/>
        <pc:sldMkLst>
          <pc:docMk/>
          <pc:sldMk cId="3232808632" sldId="9559"/>
        </pc:sldMkLst>
        <pc:spChg chg="add mod">
          <ac:chgData name="" userId="" providerId="" clId="Web-{1E0402AF-1A04-4AD8-BFCB-786A163939CF}" dt="2026-10-23T08:51:09.870" v="8" actId="34807"/>
          <ac:spMkLst>
            <pc:docMk/>
            <pc:sldMk cId="3232808632" sldId="9559"/>
            <ac:spMk id="9443" creationId="{57E6C960-B771-8C4D-74D0-2E659972DD4A}"/>
          </ac:spMkLst>
        </pc:spChg>
        <pc:spChg chg="add mod">
          <ac:chgData name="" userId="" providerId="" clId="Web-{1E0402AF-1A04-4AD8-BFCB-786A163939CF}" dt="2026-10-23T08:51:09.870" v="8" actId="34807"/>
          <ac:spMkLst>
            <pc:docMk/>
            <pc:sldMk cId="3232808632" sldId="9559"/>
            <ac:spMk id="9560" creationId="{F75CCEB3-F6F2-40E0-6F2D-D8431EBFFF17}"/>
          </ac:spMkLst>
        </pc:spChg>
        <pc:spChg chg="add mod">
          <ac:chgData name="" userId="" providerId="" clId="Web-{1E0402AF-1A04-4AD8-BFCB-786A163939CF}" dt="2026-10-23T08:51:09.870" v="8" actId="34807"/>
          <ac:spMkLst>
            <pc:docMk/>
            <pc:sldMk cId="3232808632" sldId="9559"/>
            <ac:spMk id="9678" creationId="{2696879A-4690-E2D0-AB32-C2F30C36C216}"/>
          </ac:spMkLst>
        </pc:spChg>
        <pc:spChg chg="add mod">
          <ac:chgData name="" userId="" providerId="" clId="Web-{1E0402AF-1A04-4AD8-BFCB-786A163939CF}" dt="2026-10-23T08:51:09.870" v="8" actId="34807"/>
          <ac:spMkLst>
            <pc:docMk/>
            <pc:sldMk cId="3232808632" sldId="9559"/>
            <ac:spMk id="9797" creationId="{6A145055-0724-4938-F063-A72CE7A0FCAC}"/>
          </ac:spMkLst>
        </pc:spChg>
        <pc:spChg chg="add mod">
          <ac:chgData name="" userId="" providerId="" clId="Web-{1E0402AF-1A04-4AD8-BFCB-786A163939CF}" dt="2026-10-23T08:51:09.870" v="8" actId="34807"/>
          <ac:spMkLst>
            <pc:docMk/>
            <pc:sldMk cId="3232808632" sldId="9559"/>
            <ac:spMk id="9917" creationId="{2A774DE9-E1B2-DF83-BE18-96D3F56CBFA9}"/>
          </ac:spMkLst>
        </pc:spChg>
      </pc:sldChg>
      <pc:sldChg chg="addSp modSp add mod setBg modNotesTx">
        <pc:chgData name="" userId="" providerId="" clId="Web-{1E0402AF-1A04-4AD8-BFCB-786A163939CF}" dt="2026-10-23T08:51:09.870" v="8" actId="34807"/>
        <pc:sldMkLst>
          <pc:docMk/>
          <pc:sldMk cId="3812960141" sldId="9802"/>
        </pc:sldMkLst>
        <pc:spChg chg="add mod">
          <ac:chgData name="" userId="" providerId="" clId="Web-{1E0402AF-1A04-4AD8-BFCB-786A163939CF}" dt="2026-10-23T08:51:09.870" v="8" actId="34807"/>
          <ac:spMkLst>
            <pc:docMk/>
            <pc:sldMk cId="3812960141" sldId="9802"/>
            <ac:spMk id="10038" creationId="{B6268D19-01E3-5727-AC02-07EB9448F0C6}"/>
          </ac:spMkLst>
        </pc:spChg>
        <pc:spChg chg="add mod">
          <ac:chgData name="" userId="" providerId="" clId="Web-{1E0402AF-1A04-4AD8-BFCB-786A163939CF}" dt="2026-10-23T08:51:09.870" v="8" actId="34807"/>
          <ac:spMkLst>
            <pc:docMk/>
            <pc:sldMk cId="3812960141" sldId="9802"/>
            <ac:spMk id="10160" creationId="{C7904B45-85BE-1765-4FB0-B302A70836B3}"/>
          </ac:spMkLst>
        </pc:spChg>
        <pc:spChg chg="add mod">
          <ac:chgData name="" userId="" providerId="" clId="Web-{1E0402AF-1A04-4AD8-BFCB-786A163939CF}" dt="2026-10-23T08:51:09.870" v="8" actId="34807"/>
          <ac:spMkLst>
            <pc:docMk/>
            <pc:sldMk cId="3812960141" sldId="9802"/>
            <ac:spMk id="10283" creationId="{596BCD0D-86FB-F2DC-BDD5-84DDF837DBD3}"/>
          </ac:spMkLst>
        </pc:spChg>
        <pc:spChg chg="add mod">
          <ac:chgData name="" userId="" providerId="" clId="Web-{1E0402AF-1A04-4AD8-BFCB-786A163939CF}" dt="2026-10-23T08:51:09.870" v="8" actId="34807"/>
          <ac:spMkLst>
            <pc:docMk/>
            <pc:sldMk cId="3812960141" sldId="9802"/>
            <ac:spMk id="10407" creationId="{E3622834-BC61-11F8-F6FA-868C3444FA65}"/>
          </ac:spMkLst>
        </pc:spChg>
        <pc:spChg chg="add mod">
          <ac:chgData name="" userId="" providerId="" clId="Web-{1E0402AF-1A04-4AD8-BFCB-786A163939CF}" dt="2026-10-23T08:51:09.870" v="8" actId="34807"/>
          <ac:spMkLst>
            <pc:docMk/>
            <pc:sldMk cId="3812960141" sldId="9802"/>
            <ac:spMk id="10532" creationId="{13D3F6C5-AA68-0AF5-B799-336E4E077014}"/>
          </ac:spMkLst>
        </pc:spChg>
      </pc:sldChg>
      <pc:sldChg chg="addSp modSp add mod setBg modNotesTx">
        <pc:chgData name="" userId="" providerId="" clId="Web-{1E0402AF-1A04-4AD8-BFCB-786A163939CF}" dt="2026-10-23T08:51:09.870" v="8" actId="34807"/>
        <pc:sldMkLst>
          <pc:docMk/>
          <pc:sldMk cId="1844880558" sldId="10046"/>
        </pc:sldMkLst>
        <pc:spChg chg="add mod">
          <ac:chgData name="" userId="" providerId="" clId="Web-{1E0402AF-1A04-4AD8-BFCB-786A163939CF}" dt="2026-10-23T08:51:09.870" v="8" actId="34807"/>
          <ac:spMkLst>
            <pc:docMk/>
            <pc:sldMk cId="1844880558" sldId="10046"/>
            <ac:spMk id="10658" creationId="{7FC988B3-9D84-8A76-0808-7E2603F07AD9}"/>
          </ac:spMkLst>
        </pc:spChg>
        <pc:spChg chg="add mod">
          <ac:chgData name="" userId="" providerId="" clId="Web-{1E0402AF-1A04-4AD8-BFCB-786A163939CF}" dt="2026-10-23T08:51:09.870" v="8" actId="34807"/>
          <ac:spMkLst>
            <pc:docMk/>
            <pc:sldMk cId="1844880558" sldId="10046"/>
            <ac:spMk id="10785" creationId="{7B0CCD73-DF25-D558-3802-F25A1C296DDD}"/>
          </ac:spMkLst>
        </pc:spChg>
        <pc:spChg chg="add mod">
          <ac:chgData name="" userId="" providerId="" clId="Web-{1E0402AF-1A04-4AD8-BFCB-786A163939CF}" dt="2026-10-23T08:51:09.870" v="8" actId="34807"/>
          <ac:spMkLst>
            <pc:docMk/>
            <pc:sldMk cId="1844880558" sldId="10046"/>
            <ac:spMk id="10913" creationId="{42D3E9F8-4F74-B634-37B6-C4CC5D9A3325}"/>
          </ac:spMkLst>
        </pc:spChg>
        <pc:spChg chg="add mod">
          <ac:chgData name="" userId="" providerId="" clId="Web-{1E0402AF-1A04-4AD8-BFCB-786A163939CF}" dt="2026-10-23T08:51:09.870" v="8" actId="34807"/>
          <ac:spMkLst>
            <pc:docMk/>
            <pc:sldMk cId="1844880558" sldId="10046"/>
            <ac:spMk id="11042" creationId="{11DF9438-18C4-3F33-A335-44A683000E62}"/>
          </ac:spMkLst>
        </pc:spChg>
        <pc:spChg chg="add mod">
          <ac:chgData name="" userId="" providerId="" clId="Web-{1E0402AF-1A04-4AD8-BFCB-786A163939CF}" dt="2026-10-23T08:51:09.870" v="8" actId="34807"/>
          <ac:spMkLst>
            <pc:docMk/>
            <pc:sldMk cId="1844880558" sldId="10046"/>
            <ac:spMk id="11172" creationId="{AAC4D1CF-E4D0-C939-9546-3EEDE0E1503A}"/>
          </ac:spMkLst>
        </pc:spChg>
      </pc:sldChg>
      <pc:sldChg chg="addSp modSp add mod setBg modNotesTx">
        <pc:chgData name="" userId="" providerId="" clId="Web-{1E0402AF-1A04-4AD8-BFCB-786A163939CF}" dt="2026-10-23T08:51:09.870" v="8" actId="34807"/>
        <pc:sldMkLst>
          <pc:docMk/>
          <pc:sldMk cId="393294588" sldId="10291"/>
        </pc:sldMkLst>
        <pc:spChg chg="add mod">
          <ac:chgData name="" userId="" providerId="" clId="Web-{1E0402AF-1A04-4AD8-BFCB-786A163939CF}" dt="2026-10-23T08:51:09.870" v="8" actId="34807"/>
          <ac:spMkLst>
            <pc:docMk/>
            <pc:sldMk cId="393294588" sldId="10291"/>
            <ac:spMk id="11303" creationId="{7A24F95E-2F54-26F8-0A39-92FB857BDEBC}"/>
          </ac:spMkLst>
        </pc:spChg>
        <pc:spChg chg="add mod">
          <ac:chgData name="" userId="" providerId="" clId="Web-{1E0402AF-1A04-4AD8-BFCB-786A163939CF}" dt="2026-10-23T08:51:09.870" v="8" actId="34807"/>
          <ac:spMkLst>
            <pc:docMk/>
            <pc:sldMk cId="393294588" sldId="10291"/>
            <ac:spMk id="11435" creationId="{2F90C067-F3FC-A147-5FD5-E42C0CA2B4CA}"/>
          </ac:spMkLst>
        </pc:spChg>
        <pc:spChg chg="add mod">
          <ac:chgData name="" userId="" providerId="" clId="Web-{1E0402AF-1A04-4AD8-BFCB-786A163939CF}" dt="2026-10-23T08:51:09.870" v="8" actId="34807"/>
          <ac:spMkLst>
            <pc:docMk/>
            <pc:sldMk cId="393294588" sldId="10291"/>
            <ac:spMk id="11568" creationId="{A7FC2BCF-A670-FDB7-5C88-4AB0B5CC6EB4}"/>
          </ac:spMkLst>
        </pc:spChg>
        <pc:spChg chg="add mod">
          <ac:chgData name="" userId="" providerId="" clId="Web-{1E0402AF-1A04-4AD8-BFCB-786A163939CF}" dt="2026-10-23T08:51:09.870" v="8" actId="34807"/>
          <ac:spMkLst>
            <pc:docMk/>
            <pc:sldMk cId="393294588" sldId="10291"/>
            <ac:spMk id="11702" creationId="{C12A29C5-2D61-6846-24C5-0B6B527B4C03}"/>
          </ac:spMkLst>
        </pc:spChg>
        <pc:spChg chg="add mod">
          <ac:chgData name="" userId="" providerId="" clId="Web-{1E0402AF-1A04-4AD8-BFCB-786A163939CF}" dt="2026-10-23T08:51:09.870" v="8" actId="34807"/>
          <ac:spMkLst>
            <pc:docMk/>
            <pc:sldMk cId="393294588" sldId="10291"/>
            <ac:spMk id="11837" creationId="{441FCFF6-D1AB-978F-7CE4-21315F12D68C}"/>
          </ac:spMkLst>
        </pc:spChg>
      </pc:sldChg>
      <pc:sldMasterChg chg="modSp modSldLayout">
        <pc:chgData name="" userId="" providerId="" clId="Web-{1E0402AF-1A04-4AD8-BFCB-786A163939CF}" dt="2026-10-23T08:48:34.860" v="0" actId="34807"/>
        <pc:sldMasterMkLst>
          <pc:docMk/>
          <pc:sldMasterMk cId="2209977519" sldId="2147483648"/>
        </pc:sldMasterMkLst>
        <pc:spChg chg="mod">
          <ac:chgData name="" userId="" providerId="" clId="Web-{1E0402AF-1A04-4AD8-BFCB-786A163939CF}" dt="2026-10-23T08:48:34.860" v="0" actId="34807"/>
          <ac:spMkLst>
            <pc:docMk/>
            <pc:sldMasterMk cId="2209977519" sldId="2147483648"/>
            <ac:spMk id="2" creationId="{00000000-0000-0000-0000-000000000000}"/>
          </ac:spMkLst>
        </pc:spChg>
        <pc:spChg chg="mod">
          <ac:chgData name="" userId="" providerId="" clId="Web-{1E0402AF-1A04-4AD8-BFCB-786A163939CF}" dt="2026-10-23T08:48:34.860" v="0" actId="34807"/>
          <ac:spMkLst>
            <pc:docMk/>
            <pc:sldMasterMk cId="2209977519" sldId="2147483648"/>
            <ac:spMk id="3" creationId="{00000000-0000-0000-0000-000000000000}"/>
          </ac:spMkLst>
        </pc:spChg>
        <pc:spChg chg="mod">
          <ac:chgData name="" userId="" providerId="" clId="Web-{1E0402AF-1A04-4AD8-BFCB-786A163939CF}" dt="2026-10-23T08:48:34.860" v="0" actId="34807"/>
          <ac:spMkLst>
            <pc:docMk/>
            <pc:sldMasterMk cId="2209977519" sldId="2147483648"/>
            <ac:spMk id="4" creationId="{00000000-0000-0000-0000-000000000000}"/>
          </ac:spMkLst>
        </pc:spChg>
        <pc:spChg chg="mod">
          <ac:chgData name="" userId="" providerId="" clId="Web-{1E0402AF-1A04-4AD8-BFCB-786A163939CF}" dt="2026-10-23T08:48:34.860" v="0" actId="34807"/>
          <ac:spMkLst>
            <pc:docMk/>
            <pc:sldMasterMk cId="2209977519" sldId="2147483648"/>
            <ac:spMk id="5" creationId="{00000000-0000-0000-0000-000000000000}"/>
          </ac:spMkLst>
        </pc:spChg>
        <pc:spChg chg="mod">
          <ac:chgData name="" userId="" providerId="" clId="Web-{1E0402AF-1A04-4AD8-BFCB-786A163939CF}" dt="2026-10-23T08:48:34.860" v="0" actId="34807"/>
          <ac:spMkLst>
            <pc:docMk/>
            <pc:sldMasterMk cId="2209977519" sldId="2147483648"/>
            <ac:spMk id="6" creationId="{00000000-0000-0000-0000-000000000000}"/>
          </ac:spMkLst>
        </pc:spChg>
        <pc:sldLayoutChg chg="modSp">
          <pc:chgData name="" userId="" providerId="" clId="Web-{1E0402AF-1A04-4AD8-BFCB-786A163939CF}" dt="2026-10-23T08:48:34.860" v="0" actId="34807"/>
          <pc:sldLayoutMkLst>
            <pc:docMk/>
            <pc:sldMasterMk cId="2209977519" sldId="2147483648"/>
            <pc:sldLayoutMk cId="3168075583" sldId="2147483649"/>
          </pc:sldLayoutMkLst>
          <pc:spChg chg="mod">
            <ac:chgData name="" userId="" providerId="" clId="Web-{1E0402AF-1A04-4AD8-BFCB-786A163939CF}" dt="2026-10-23T08:48:34.860" v="0" actId="34807"/>
            <ac:spMkLst>
              <pc:docMk/>
              <pc:sldMasterMk cId="2209977519" sldId="2147483648"/>
              <pc:sldLayoutMk cId="3168075583" sldId="2147483649"/>
              <ac:spMk id="2" creationId="{00000000-0000-0000-0000-000000000000}"/>
            </ac:spMkLst>
          </pc:spChg>
          <pc:spChg chg="mod">
            <ac:chgData name="" userId="" providerId="" clId="Web-{1E0402AF-1A04-4AD8-BFCB-786A163939CF}" dt="2026-10-23T08:48:34.860" v="0" actId="34807"/>
            <ac:spMkLst>
              <pc:docMk/>
              <pc:sldMasterMk cId="2209977519" sldId="2147483648"/>
              <pc:sldLayoutMk cId="3168075583" sldId="2147483649"/>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60648375" sldId="2147483651"/>
          </pc:sldLayoutMkLst>
          <pc:spChg chg="mod">
            <ac:chgData name="" userId="" providerId="" clId="Web-{1E0402AF-1A04-4AD8-BFCB-786A163939CF}" dt="2026-10-23T08:48:34.860" v="0" actId="34807"/>
            <ac:spMkLst>
              <pc:docMk/>
              <pc:sldMasterMk cId="2209977519" sldId="2147483648"/>
              <pc:sldLayoutMk cId="960648375" sldId="2147483651"/>
              <ac:spMk id="2" creationId="{00000000-0000-0000-0000-000000000000}"/>
            </ac:spMkLst>
          </pc:spChg>
          <pc:spChg chg="mod">
            <ac:chgData name="" userId="" providerId="" clId="Web-{1E0402AF-1A04-4AD8-BFCB-786A163939CF}" dt="2026-10-23T08:48:34.860" v="0" actId="34807"/>
            <ac:spMkLst>
              <pc:docMk/>
              <pc:sldMasterMk cId="2209977519" sldId="2147483648"/>
              <pc:sldLayoutMk cId="960648375" sldId="2147483651"/>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2782244947" sldId="2147483652"/>
          </pc:sldLayoutMkLst>
          <pc:spChg chg="mod">
            <ac:chgData name="" userId="" providerId="" clId="Web-{1E0402AF-1A04-4AD8-BFCB-786A163939CF}" dt="2026-10-23T08:48:34.860" v="0" actId="34807"/>
            <ac:spMkLst>
              <pc:docMk/>
              <pc:sldMasterMk cId="2209977519" sldId="2147483648"/>
              <pc:sldLayoutMk cId="2782244947" sldId="2147483652"/>
              <ac:spMk id="3" creationId="{00000000-0000-0000-0000-000000000000}"/>
            </ac:spMkLst>
          </pc:spChg>
          <pc:spChg chg="mod">
            <ac:chgData name="" userId="" providerId="" clId="Web-{1E0402AF-1A04-4AD8-BFCB-786A163939CF}" dt="2026-10-23T08:48:34.860" v="0" actId="34807"/>
            <ac:spMkLst>
              <pc:docMk/>
              <pc:sldMasterMk cId="2209977519" sldId="2147483648"/>
              <pc:sldLayoutMk cId="2782244947" sldId="2147483652"/>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90158736" sldId="2147483653"/>
          </pc:sldLayoutMkLst>
          <pc:spChg chg="mod">
            <ac:chgData name="" userId="" providerId="" clId="Web-{1E0402AF-1A04-4AD8-BFCB-786A163939CF}" dt="2026-10-23T08:48:34.860" v="0" actId="34807"/>
            <ac:spMkLst>
              <pc:docMk/>
              <pc:sldMasterMk cId="2209977519" sldId="2147483648"/>
              <pc:sldLayoutMk cId="990158736" sldId="2147483653"/>
              <ac:spMk id="3"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4"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5"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6"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1840726560" sldId="2147483656"/>
          </pc:sldLayoutMkLst>
          <pc:spChg chg="mod">
            <ac:chgData name="" userId="" providerId="" clId="Web-{1E0402AF-1A04-4AD8-BFCB-786A163939CF}" dt="2026-10-23T08:48:34.860" v="0" actId="34807"/>
            <ac:spMkLst>
              <pc:docMk/>
              <pc:sldMasterMk cId="2209977519" sldId="2147483648"/>
              <pc:sldLayoutMk cId="1840726560" sldId="2147483656"/>
              <ac:spMk id="2"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3"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889236939" sldId="2147483657"/>
          </pc:sldLayoutMkLst>
          <pc:spChg chg="mod">
            <ac:chgData name="" userId="" providerId="" clId="Web-{1E0402AF-1A04-4AD8-BFCB-786A163939CF}" dt="2026-10-23T08:48:34.860" v="0" actId="34807"/>
            <ac:spMkLst>
              <pc:docMk/>
              <pc:sldMasterMk cId="2209977519" sldId="2147483648"/>
              <pc:sldLayoutMk cId="3889236939" sldId="2147483657"/>
              <ac:spMk id="2"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3"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612223792" sldId="2147483659"/>
          </pc:sldLayoutMkLst>
          <pc:spChg chg="mod">
            <ac:chgData name="" userId="" providerId="" clId="Web-{1E0402AF-1A04-4AD8-BFCB-786A163939CF}" dt="2026-10-23T08:48:34.860" v="0" actId="34807"/>
            <ac:spMkLst>
              <pc:docMk/>
              <pc:sldMasterMk cId="2209977519" sldId="2147483648"/>
              <pc:sldLayoutMk cId="3612223792" sldId="2147483659"/>
              <ac:spMk id="2" creationId="{00000000-0000-0000-0000-000000000000}"/>
            </ac:spMkLst>
          </pc:spChg>
          <pc:spChg chg="mod">
            <ac:chgData name="" userId="" providerId="" clId="Web-{1E0402AF-1A04-4AD8-BFCB-786A163939CF}" dt="2026-10-23T08:48:34.860" v="0" actId="34807"/>
            <ac:spMkLst>
              <pc:docMk/>
              <pc:sldMasterMk cId="2209977519" sldId="2147483648"/>
              <pc:sldLayoutMk cId="3612223792" sldId="2147483659"/>
              <ac:spMk id="3" creationId="{00000000-0000-0000-0000-000000000000}"/>
            </ac:spMkLst>
          </pc:spChg>
        </pc:sldLayoutChg>
      </pc:sldMasterChg>
    </pc:docChg>
  </pc:docChgLst>
  <pc:docChgLst>
    <pc:chgData clId="Web-{C1FEDA2A-2542-455C-98A6-9A4DB1C4364D}"/>
    <pc:docChg chg="modSld">
      <pc:chgData name="" userId="" providerId="" clId="Web-{C1FEDA2A-2542-455C-98A6-9A4DB1C4364D}" dt="2026-10-23T09:15:14.195" v="15" actId="34807"/>
      <pc:docMkLst>
        <pc:docMk/>
      </pc:docMkLst>
      <pc:sldChg chg="addSp delSp modSp">
        <pc:chgData name="" userId="" providerId="" clId="Web-{C1FEDA2A-2542-455C-98A6-9A4DB1C4364D}" dt="2026-10-23T09:15:14.195" v="15" actId="34807"/>
        <pc:sldMkLst>
          <pc:docMk/>
          <pc:sldMk cId="2946708342" sldId="457"/>
        </pc:sldMkLst>
        <pc:spChg chg="add mod">
          <ac:chgData name="" userId="" providerId="" clId="Web-{C1FEDA2A-2542-455C-98A6-9A4DB1C4364D}" dt="2026-10-23T09:09:08.393" v="0" actId="34807"/>
          <ac:spMkLst>
            <pc:docMk/>
            <pc:sldMk cId="2946708342" sldId="457"/>
            <ac:spMk id="11838" creationId="{BF5EF0E9-F0D0-6398-D320-F1072BC5166F}"/>
          </ac:spMkLst>
        </pc:spChg>
        <pc:spChg chg="add del mod">
          <ac:chgData name="" userId="" providerId="" clId="Web-{C1FEDA2A-2542-455C-98A6-9A4DB1C4364D}" dt="2026-10-23T09:15:12.757" v="14" actId="34807"/>
          <ac:spMkLst>
            <pc:docMk/>
            <pc:sldMk cId="2946708342" sldId="457"/>
            <ac:spMk id="11840" creationId="{06507BCE-9E25-CBC9-B0FE-CE6085D9685C}"/>
          </ac:spMkLst>
        </pc:spChg>
        <pc:spChg chg="add mod">
          <ac:chgData name="" userId="" providerId="" clId="Web-{C1FEDA2A-2542-455C-98A6-9A4DB1C4364D}" dt="2026-10-23T09:09:08.393" v="0" actId="34807"/>
          <ac:spMkLst>
            <pc:docMk/>
            <pc:sldMk cId="2946708342" sldId="457"/>
            <ac:spMk id="11852" creationId="{14353E60-95E0-D2D9-52B4-B02364012F85}"/>
          </ac:spMkLst>
        </pc:spChg>
        <pc:spChg chg="add mod">
          <ac:chgData name="" userId="" providerId="" clId="Web-{C1FEDA2A-2542-455C-98A6-9A4DB1C4364D}" dt="2026-10-23T09:15:12.757" v="14" actId="34807"/>
          <ac:spMkLst>
            <pc:docMk/>
            <pc:sldMk cId="2946708342" sldId="457"/>
            <ac:spMk id="11858" creationId="{2171E829-8094-92DA-C863-1B15A1312A2C}"/>
          </ac:spMkLst>
        </pc:spChg>
        <pc:spChg chg="add del mod">
          <ac:chgData name="" userId="" providerId="" clId="Web-{C1FEDA2A-2542-455C-98A6-9A4DB1C4364D}" dt="2026-10-23T09:15:12.757" v="14" actId="34807"/>
          <ac:spMkLst>
            <pc:docMk/>
            <pc:sldMk cId="2946708342" sldId="457"/>
            <ac:spMk id="11873" creationId="{B88E8394-B2E5-253D-103A-5CBBE960B1C7}"/>
          </ac:spMkLst>
        </pc:spChg>
        <pc:spChg chg="add mod">
          <ac:chgData name="" userId="" providerId="" clId="Web-{C1FEDA2A-2542-455C-98A6-9A4DB1C4364D}" dt="2026-10-23T09:09:08.393" v="0" actId="34807"/>
          <ac:spMkLst>
            <pc:docMk/>
            <pc:sldMk cId="2946708342" sldId="457"/>
            <ac:spMk id="11892" creationId="{BA6A8286-DA5F-37DE-77B0-CAEA61A254E1}"/>
          </ac:spMkLst>
        </pc:spChg>
        <pc:spChg chg="add mod">
          <ac:chgData name="" userId="" providerId="" clId="Web-{C1FEDA2A-2542-455C-98A6-9A4DB1C4364D}" dt="2026-10-23T09:09:08.393" v="0" actId="34807"/>
          <ac:spMkLst>
            <pc:docMk/>
            <pc:sldMk cId="2946708342" sldId="457"/>
            <ac:spMk id="11928" creationId="{B3B1BAB7-657E-BAFB-74A0-36B5ABFE4A51}"/>
          </ac:spMkLst>
        </pc:spChg>
        <pc:spChg chg="mod">
          <ac:chgData name="" userId="" providerId="" clId="Web-{C1FEDA2A-2542-455C-98A6-9A4DB1C4364D}" dt="2026-10-23T09:15:12.757" v="14" actId="34807"/>
          <ac:spMkLst>
            <pc:docMk/>
            <pc:sldMk cId="2946708342" sldId="457"/>
            <ac:spMk id="11942" creationId="{11B3C6CB-46B1-23AF-84A4-3D5AE132BD75}"/>
          </ac:spMkLst>
        </pc:spChg>
        <pc:spChg chg="add mod">
          <ac:chgData name="" userId="" providerId="" clId="Web-{C1FEDA2A-2542-455C-98A6-9A4DB1C4364D}" dt="2026-10-23T09:09:08.393" v="0" actId="34807"/>
          <ac:spMkLst>
            <pc:docMk/>
            <pc:sldMk cId="2946708342" sldId="457"/>
            <ac:spMk id="11957" creationId="{7A5F685E-AE89-FD36-FD8B-2D155D4F5E73}"/>
          </ac:spMkLst>
        </pc:spChg>
        <pc:spChg chg="add del mod">
          <ac:chgData name="" userId="" providerId="" clId="Web-{C1FEDA2A-2542-455C-98A6-9A4DB1C4364D}" dt="2026-10-23T09:15:12.757" v="14" actId="34807"/>
          <ac:spMkLst>
            <pc:docMk/>
            <pc:sldMk cId="2946708342" sldId="457"/>
            <ac:spMk id="11973" creationId="{59EEB288-88EF-92B7-FF33-89FC4E936211}"/>
          </ac:spMkLst>
        </pc:spChg>
        <pc:spChg chg="add mod">
          <ac:chgData name="" userId="" providerId="" clId="Web-{C1FEDA2A-2542-455C-98A6-9A4DB1C4364D}" dt="2026-10-23T09:09:09.331" v="1" actId="34807"/>
          <ac:spMkLst>
            <pc:docMk/>
            <pc:sldMk cId="2946708342" sldId="457"/>
            <ac:spMk id="12008" creationId="{E5D54309-D5A6-ACF9-605C-873F7895E6F3}"/>
          </ac:spMkLst>
        </pc:spChg>
        <pc:spChg chg="add mod">
          <ac:chgData name="" userId="" providerId="" clId="Web-{C1FEDA2A-2542-455C-98A6-9A4DB1C4364D}" dt="2026-10-23T09:15:14.195" v="15" actId="34807"/>
          <ac:spMkLst>
            <pc:docMk/>
            <pc:sldMk cId="2946708342" sldId="457"/>
            <ac:spMk id="16191" creationId="{3692CF24-750A-9598-A198-833959EEF989}"/>
          </ac:spMkLst>
        </pc:spChg>
        <pc:spChg chg="add mod">
          <ac:chgData name="" userId="" providerId="" clId="Web-{C1FEDA2A-2542-455C-98A6-9A4DB1C4364D}" dt="2026-10-23T09:15:14.195" v="15" actId="34807"/>
          <ac:spMkLst>
            <pc:docMk/>
            <pc:sldMk cId="2946708342" sldId="457"/>
            <ac:spMk id="16193" creationId="{5EE29A9B-51B9-EB65-34DA-53963EC01F52}"/>
          </ac:spMkLst>
        </pc:spChg>
        <pc:spChg chg="add mod">
          <ac:chgData name="" userId="" providerId="" clId="Web-{C1FEDA2A-2542-455C-98A6-9A4DB1C4364D}" dt="2026-10-23T09:15:14.195" v="15" actId="34807"/>
          <ac:spMkLst>
            <pc:docMk/>
            <pc:sldMk cId="2946708342" sldId="457"/>
            <ac:spMk id="16196" creationId="{1A438682-60CC-AFD6-98B0-1E77B79BFC7F}"/>
          </ac:spMkLst>
        </pc:spChg>
      </pc:sldChg>
      <pc:sldChg chg="addSp delSp modSp">
        <pc:chgData name="" userId="" providerId="" clId="Web-{C1FEDA2A-2542-455C-98A6-9A4DB1C4364D}" dt="2026-10-23T09:15:14.195" v="15" actId="34807"/>
        <pc:sldMkLst>
          <pc:docMk/>
          <pc:sldMk cId="3281521090" sldId="659"/>
        </pc:sldMkLst>
        <pc:spChg chg="add mod">
          <ac:chgData name="" userId="" providerId="" clId="Web-{C1FEDA2A-2542-455C-98A6-9A4DB1C4364D}" dt="2026-10-23T09:09:08.393" v="0" actId="34807"/>
          <ac:spMkLst>
            <pc:docMk/>
            <pc:sldMk cId="3281521090" sldId="659"/>
            <ac:spMk id="12047" creationId="{D479BED8-121C-C846-6D8F-CE2402C1CBB5}"/>
          </ac:spMkLst>
        </pc:spChg>
        <pc:spChg chg="add mod">
          <ac:chgData name="" userId="" providerId="" clId="Web-{C1FEDA2A-2542-455C-98A6-9A4DB1C4364D}" dt="2026-10-23T09:09:08.393" v="0" actId="34807"/>
          <ac:spMkLst>
            <pc:docMk/>
            <pc:sldMk cId="3281521090" sldId="659"/>
            <ac:spMk id="12090" creationId="{28125420-1AC5-9DCC-0480-B78D7CBA1F38}"/>
          </ac:spMkLst>
        </pc:spChg>
        <pc:spChg chg="add mod">
          <ac:chgData name="" userId="" providerId="" clId="Web-{C1FEDA2A-2542-455C-98A6-9A4DB1C4364D}" dt="2026-10-23T09:09:08.393" v="0" actId="34807"/>
          <ac:spMkLst>
            <pc:docMk/>
            <pc:sldMk cId="3281521090" sldId="659"/>
            <ac:spMk id="12188" creationId="{54A2650D-0C9D-E32D-93CB-2571B2AFC4F2}"/>
          </ac:spMkLst>
        </pc:spChg>
        <pc:spChg chg="add mod">
          <ac:chgData name="" userId="" providerId="" clId="Web-{C1FEDA2A-2542-455C-98A6-9A4DB1C4364D}" dt="2026-10-23T09:09:08.393" v="0" actId="34807"/>
          <ac:spMkLst>
            <pc:docMk/>
            <pc:sldMk cId="3281521090" sldId="659"/>
            <ac:spMk id="12215" creationId="{BC7C98F2-F750-0049-A2DA-53BBC835C5E4}"/>
          </ac:spMkLst>
        </pc:spChg>
        <pc:spChg chg="add del mod">
          <ac:chgData name="" userId="" providerId="" clId="Web-{C1FEDA2A-2542-455C-98A6-9A4DB1C4364D}" dt="2026-10-23T09:15:12.757" v="14" actId="34807"/>
          <ac:spMkLst>
            <pc:docMk/>
            <pc:sldMk cId="3281521090" sldId="659"/>
            <ac:spMk id="12243" creationId="{CCA3C755-46B3-27C5-90F8-2C558B158BB2}"/>
          </ac:spMkLst>
        </pc:spChg>
        <pc:spChg chg="add del mod">
          <ac:chgData name="" userId="" providerId="" clId="Web-{C1FEDA2A-2542-455C-98A6-9A4DB1C4364D}" dt="2026-10-23T09:15:12.757" v="14" actId="34807"/>
          <ac:spMkLst>
            <pc:docMk/>
            <pc:sldMk cId="3281521090" sldId="659"/>
            <ac:spMk id="12272" creationId="{69F05D38-57C7-1C18-B9AA-B0C4B7B29BF4}"/>
          </ac:spMkLst>
        </pc:spChg>
        <pc:spChg chg="add del mod">
          <ac:chgData name="" userId="" providerId="" clId="Web-{C1FEDA2A-2542-455C-98A6-9A4DB1C4364D}" dt="2026-10-23T09:15:12.757" v="14" actId="34807"/>
          <ac:spMkLst>
            <pc:docMk/>
            <pc:sldMk cId="3281521090" sldId="659"/>
            <ac:spMk id="12302" creationId="{720812FB-3D85-A969-8402-03367B73F87C}"/>
          </ac:spMkLst>
        </pc:spChg>
        <pc:spChg chg="del mod">
          <ac:chgData name="" userId="" providerId="" clId="Web-{C1FEDA2A-2542-455C-98A6-9A4DB1C4364D}" dt="2026-10-23T09:15:12.757" v="14" actId="34807"/>
          <ac:spMkLst>
            <pc:docMk/>
            <pc:sldMk cId="3281521090" sldId="659"/>
            <ac:spMk id="12333" creationId="{A7917376-F0C8-EA46-3566-4F34E31CF289}"/>
          </ac:spMkLst>
        </pc:spChg>
        <pc:spChg chg="add del mod">
          <ac:chgData name="" userId="" providerId="" clId="Web-{C1FEDA2A-2542-455C-98A6-9A4DB1C4364D}" dt="2026-10-23T09:15:12.757" v="14" actId="34807"/>
          <ac:spMkLst>
            <pc:docMk/>
            <pc:sldMk cId="3281521090" sldId="659"/>
            <ac:spMk id="12365" creationId="{6C624AF8-377E-5A95-1767-2C3461ED9241}"/>
          </ac:spMkLst>
        </pc:spChg>
        <pc:spChg chg="add mod">
          <ac:chgData name="" userId="" providerId="" clId="Web-{C1FEDA2A-2542-455C-98A6-9A4DB1C4364D}" dt="2026-10-23T09:09:08.393" v="0" actId="34807"/>
          <ac:spMkLst>
            <pc:docMk/>
            <pc:sldMk cId="3281521090" sldId="659"/>
            <ac:spMk id="12617" creationId="{71CDBCAC-11B9-E830-0096-0476318325B2}"/>
          </ac:spMkLst>
        </pc:spChg>
        <pc:spChg chg="add mod">
          <ac:chgData name="" userId="" providerId="" clId="Web-{C1FEDA2A-2542-455C-98A6-9A4DB1C4364D}" dt="2026-10-23T09:09:08.393" v="0" actId="34807"/>
          <ac:spMkLst>
            <pc:docMk/>
            <pc:sldMk cId="3281521090" sldId="659"/>
            <ac:spMk id="12657" creationId="{D9CA449B-470E-7E6A-BD48-E461A2660563}"/>
          </ac:spMkLst>
        </pc:spChg>
        <pc:spChg chg="add mod">
          <ac:chgData name="" userId="" providerId="" clId="Web-{C1FEDA2A-2542-455C-98A6-9A4DB1C4364D}" dt="2026-10-23T09:15:14.195" v="15" actId="34807"/>
          <ac:spMkLst>
            <pc:docMk/>
            <pc:sldMk cId="3281521090" sldId="659"/>
            <ac:spMk id="16200" creationId="{F53C04ED-69DE-AB45-FFE1-9F4D900D272F}"/>
          </ac:spMkLst>
        </pc:spChg>
        <pc:spChg chg="add mod">
          <ac:chgData name="" userId="" providerId="" clId="Web-{C1FEDA2A-2542-455C-98A6-9A4DB1C4364D}" dt="2026-10-23T09:15:11.085" v="13" actId="34807"/>
          <ac:spMkLst>
            <pc:docMk/>
            <pc:sldMk cId="3281521090" sldId="659"/>
            <ac:spMk id="16205" creationId="{4BFA72C0-B0F9-72D0-0855-E1A84EBAD29D}"/>
          </ac:spMkLst>
        </pc:spChg>
        <pc:spChg chg="add mod">
          <ac:chgData name="" userId="" providerId="" clId="Web-{C1FEDA2A-2542-455C-98A6-9A4DB1C4364D}" dt="2026-10-23T09:15:11.085" v="13" actId="34807"/>
          <ac:spMkLst>
            <pc:docMk/>
            <pc:sldMk cId="3281521090" sldId="659"/>
            <ac:spMk id="16211" creationId="{3196A7AF-6B7F-E7F7-322E-E65C275EA654}"/>
          </ac:spMkLst>
        </pc:spChg>
        <pc:spChg chg="add mod">
          <ac:chgData name="" userId="" providerId="" clId="Web-{C1FEDA2A-2542-455C-98A6-9A4DB1C4364D}" dt="2026-10-23T09:15:14.195" v="15" actId="34807"/>
          <ac:spMkLst>
            <pc:docMk/>
            <pc:sldMk cId="3281521090" sldId="659"/>
            <ac:spMk id="16218" creationId="{8133D085-3473-E93E-8228-76BF7369781C}"/>
          </ac:spMkLst>
        </pc:spChg>
        <pc:spChg chg="add mod">
          <ac:chgData name="" userId="" providerId="" clId="Web-{C1FEDA2A-2542-455C-98A6-9A4DB1C4364D}" dt="2026-10-23T09:15:14.195" v="15" actId="34807"/>
          <ac:spMkLst>
            <pc:docMk/>
            <pc:sldMk cId="3281521090" sldId="659"/>
            <ac:spMk id="16226" creationId="{A10F22F2-FB7E-FB13-7A31-BA13A2C92E47}"/>
          </ac:spMkLst>
        </pc:spChg>
      </pc:sldChg>
      <pc:sldChg chg="addSp modSp">
        <pc:chgData name="" userId="" providerId="" clId="Web-{C1FEDA2A-2542-455C-98A6-9A4DB1C4364D}" dt="2026-10-23T09:09:17.957" v="4" actId="34807"/>
        <pc:sldMkLst>
          <pc:docMk/>
          <pc:sldMk cId="2238303342" sldId="862"/>
        </pc:sldMkLst>
        <pc:spChg chg="mod">
          <ac:chgData name="" userId="" providerId="" clId="Web-{C1FEDA2A-2542-455C-98A6-9A4DB1C4364D}" dt="2026-10-23T09:09:17.957" v="4" actId="34807"/>
          <ac:spMkLst>
            <pc:docMk/>
            <pc:sldMk cId="2238303342" sldId="862"/>
            <ac:spMk id="12660" creationId="{649FA15F-BDC1-E370-3E5C-E0CB235AA8C7}"/>
          </ac:spMkLst>
        </pc:spChg>
        <pc:spChg chg="add mod">
          <ac:chgData name="" userId="" providerId="" clId="Web-{C1FEDA2A-2542-455C-98A6-9A4DB1C4364D}" dt="2026-10-23T09:09:17.957" v="4" actId="34807"/>
          <ac:spMkLst>
            <pc:docMk/>
            <pc:sldMk cId="2238303342" sldId="862"/>
            <ac:spMk id="12667" creationId="{AAB518A8-0E64-B6B5-92CB-DF823CA585BD}"/>
          </ac:spMkLst>
        </pc:spChg>
        <pc:spChg chg="add mod">
          <ac:chgData name="" userId="" providerId="" clId="Web-{C1FEDA2A-2542-455C-98A6-9A4DB1C4364D}" dt="2026-10-23T09:09:16.348" v="2" actId="34807"/>
          <ac:spMkLst>
            <pc:docMk/>
            <pc:sldMk cId="2238303342" sldId="862"/>
            <ac:spMk id="12672" creationId="{877083D2-76E1-7E00-AE2B-43FB8B8A10B1}"/>
          </ac:spMkLst>
        </pc:spChg>
        <pc:spChg chg="add mod">
          <ac:chgData name="" userId="" providerId="" clId="Web-{C1FEDA2A-2542-455C-98A6-9A4DB1C4364D}" dt="2026-10-23T09:09:17.957" v="4" actId="34807"/>
          <ac:spMkLst>
            <pc:docMk/>
            <pc:sldMk cId="2238303342" sldId="862"/>
            <ac:spMk id="12685" creationId="{8B5B2F0A-6CD0-DA4F-C75A-4BF418F4602F}"/>
          </ac:spMkLst>
        </pc:spChg>
        <pc:spChg chg="add mod">
          <ac:chgData name="" userId="" providerId="" clId="Web-{C1FEDA2A-2542-455C-98A6-9A4DB1C4364D}" dt="2026-10-23T09:09:16.348" v="2" actId="34807"/>
          <ac:spMkLst>
            <pc:docMk/>
            <pc:sldMk cId="2238303342" sldId="862"/>
            <ac:spMk id="12693" creationId="{9FECB634-7263-F2A6-A2FE-90C0B53D7A04}"/>
          </ac:spMkLst>
        </pc:spChg>
        <pc:spChg chg="add mod">
          <ac:chgData name="" userId="" providerId="" clId="Web-{C1FEDA2A-2542-455C-98A6-9A4DB1C4364D}" dt="2026-10-23T09:09:16.348" v="2" actId="34807"/>
          <ac:spMkLst>
            <pc:docMk/>
            <pc:sldMk cId="2238303342" sldId="862"/>
            <ac:spMk id="12702" creationId="{B024ECC9-860D-9D16-9906-07E6AB814BDE}"/>
          </ac:spMkLst>
        </pc:spChg>
        <pc:spChg chg="add mod">
          <ac:chgData name="" userId="" providerId="" clId="Web-{C1FEDA2A-2542-455C-98A6-9A4DB1C4364D}" dt="2026-10-23T09:09:17.957" v="4" actId="34807"/>
          <ac:spMkLst>
            <pc:docMk/>
            <pc:sldMk cId="2238303342" sldId="862"/>
            <ac:spMk id="12712" creationId="{BB345F25-9845-D14F-75C6-FFDDAA4F4048}"/>
          </ac:spMkLst>
        </pc:spChg>
        <pc:spChg chg="add mod">
          <ac:chgData name="" userId="" providerId="" clId="Web-{C1FEDA2A-2542-455C-98A6-9A4DB1C4364D}" dt="2026-10-23T09:09:16.348" v="2" actId="34807"/>
          <ac:spMkLst>
            <pc:docMk/>
            <pc:sldMk cId="2238303342" sldId="862"/>
            <ac:spMk id="12723" creationId="{EE22D7CD-27A9-3942-CE67-3E658C886BD6}"/>
          </ac:spMkLst>
        </pc:spChg>
        <pc:spChg chg="add mod">
          <ac:chgData name="" userId="" providerId="" clId="Web-{C1FEDA2A-2542-455C-98A6-9A4DB1C4364D}" dt="2026-10-23T09:09:16.348" v="2" actId="34807"/>
          <ac:spMkLst>
            <pc:docMk/>
            <pc:sldMk cId="2238303342" sldId="862"/>
            <ac:spMk id="12735" creationId="{9AF46FBC-1DB3-D605-A777-09055FA0AE1B}"/>
          </ac:spMkLst>
        </pc:spChg>
        <pc:spChg chg="add mod">
          <ac:chgData name="" userId="" providerId="" clId="Web-{C1FEDA2A-2542-455C-98A6-9A4DB1C4364D}" dt="2026-10-23T09:09:17.957" v="4" actId="34807"/>
          <ac:spMkLst>
            <pc:docMk/>
            <pc:sldMk cId="2238303342" sldId="862"/>
            <ac:spMk id="12748" creationId="{C4CA3F9A-D476-1850-41AB-523ED9787A6E}"/>
          </ac:spMkLst>
        </pc:spChg>
        <pc:spChg chg="mod">
          <ac:chgData name="" userId="" providerId="" clId="Web-{C1FEDA2A-2542-455C-98A6-9A4DB1C4364D}" dt="2026-10-23T09:09:17.957" v="4" actId="34807"/>
          <ac:spMkLst>
            <pc:docMk/>
            <pc:sldMk cId="2238303342" sldId="862"/>
            <ac:spMk id="12762" creationId="{EDD600AE-C3E2-41F5-00CC-6EA06E039994}"/>
          </ac:spMkLst>
        </pc:spChg>
        <pc:spChg chg="add mod">
          <ac:chgData name="" userId="" providerId="" clId="Web-{C1FEDA2A-2542-455C-98A6-9A4DB1C4364D}" dt="2026-10-23T09:09:16.348" v="2" actId="34807"/>
          <ac:spMkLst>
            <pc:docMk/>
            <pc:sldMk cId="2238303342" sldId="862"/>
            <ac:spMk id="12793" creationId="{985A23A8-24BA-3BFC-D783-F54E7C0E9045}"/>
          </ac:spMkLst>
        </pc:spChg>
        <pc:spChg chg="mod">
          <ac:chgData name="" userId="" providerId="" clId="Web-{C1FEDA2A-2542-455C-98A6-9A4DB1C4364D}" dt="2026-10-23T09:09:17.957" v="4" actId="34807"/>
          <ac:spMkLst>
            <pc:docMk/>
            <pc:sldMk cId="2238303342" sldId="862"/>
            <ac:spMk id="12810" creationId="{B3DB8703-9D89-8AED-AB9C-E5578321E756}"/>
          </ac:spMkLst>
        </pc:spChg>
        <pc:picChg chg="add mod">
          <ac:chgData name="" userId="" providerId="" clId="Web-{C1FEDA2A-2542-455C-98A6-9A4DB1C4364D}" dt="2026-10-23T09:09:17.207" v="3" actId="34807"/>
          <ac:picMkLst>
            <pc:docMk/>
            <pc:sldMk cId="2238303342" sldId="862"/>
            <ac:picMk id="13154" creationId="{BB567753-7DAC-C06F-659A-459466BE105E}"/>
          </ac:picMkLst>
        </pc:picChg>
        <pc:picChg chg="add mod">
          <ac:chgData name="" userId="" providerId="" clId="Web-{C1FEDA2A-2542-455C-98A6-9A4DB1C4364D}" dt="2026-10-23T09:09:17.207" v="3" actId="34807"/>
          <ac:picMkLst>
            <pc:docMk/>
            <pc:sldMk cId="2238303342" sldId="862"/>
            <ac:picMk id="13155" creationId="{19B8610F-A307-84B8-11DB-0019141BCED9}"/>
          </ac:picMkLst>
        </pc:picChg>
        <pc:picChg chg="add mod">
          <ac:chgData name="" userId="" providerId="" clId="Web-{C1FEDA2A-2542-455C-98A6-9A4DB1C4364D}" dt="2026-10-23T09:09:17.207" v="3" actId="34807"/>
          <ac:picMkLst>
            <pc:docMk/>
            <pc:sldMk cId="2238303342" sldId="862"/>
            <ac:picMk id="13156" creationId="{E895C9A9-4C6D-8AA8-A645-E9849F451C35}"/>
          </ac:picMkLst>
        </pc:picChg>
      </pc:sldChg>
      <pc:sldChg chg="addSp modSp">
        <pc:chgData name="" userId="" providerId="" clId="Web-{C1FEDA2A-2542-455C-98A6-9A4DB1C4364D}" dt="2026-10-23T09:09:16.348" v="2" actId="34807"/>
        <pc:sldMkLst>
          <pc:docMk/>
          <pc:sldMk cId="313053978" sldId="1066"/>
        </pc:sldMkLst>
        <pc:spChg chg="add mod">
          <ac:chgData name="" userId="" providerId="" clId="Web-{C1FEDA2A-2542-455C-98A6-9A4DB1C4364D}" dt="2026-10-23T09:09:16.348" v="2" actId="34807"/>
          <ac:spMkLst>
            <pc:docMk/>
            <pc:sldMk cId="313053978" sldId="1066"/>
            <ac:spMk id="12847" creationId="{3A95E0C9-41D5-C4CF-14F8-CA713B006D2D}"/>
          </ac:spMkLst>
        </pc:spChg>
        <pc:spChg chg="add mod">
          <ac:chgData name="" userId="" providerId="" clId="Web-{C1FEDA2A-2542-455C-98A6-9A4DB1C4364D}" dt="2026-10-23T09:09:16.348" v="2" actId="34807"/>
          <ac:spMkLst>
            <pc:docMk/>
            <pc:sldMk cId="313053978" sldId="1066"/>
            <ac:spMk id="12867" creationId="{5F1F25AB-F290-D025-B2B5-9724A3F0C631}"/>
          </ac:spMkLst>
        </pc:spChg>
        <pc:spChg chg="add mod">
          <ac:chgData name="" userId="" providerId="" clId="Web-{C1FEDA2A-2542-455C-98A6-9A4DB1C4364D}" dt="2026-10-23T09:09:16.348" v="2" actId="34807"/>
          <ac:spMkLst>
            <pc:docMk/>
            <pc:sldMk cId="313053978" sldId="1066"/>
            <ac:spMk id="12888" creationId="{A286052C-DE51-CBC6-1D7F-1BAAE4B98656}"/>
          </ac:spMkLst>
        </pc:spChg>
        <pc:spChg chg="add mod">
          <ac:chgData name="" userId="" providerId="" clId="Web-{C1FEDA2A-2542-455C-98A6-9A4DB1C4364D}" dt="2026-10-23T09:09:16.348" v="2" actId="34807"/>
          <ac:spMkLst>
            <pc:docMk/>
            <pc:sldMk cId="313053978" sldId="1066"/>
            <ac:spMk id="12910" creationId="{D2882C00-6E6C-4B4E-CB66-5E028DFC3617}"/>
          </ac:spMkLst>
        </pc:spChg>
        <pc:spChg chg="add mod">
          <ac:chgData name="" userId="" providerId="" clId="Web-{C1FEDA2A-2542-455C-98A6-9A4DB1C4364D}" dt="2026-10-23T09:09:16.348" v="2" actId="34807"/>
          <ac:spMkLst>
            <pc:docMk/>
            <pc:sldMk cId="313053978" sldId="1066"/>
            <ac:spMk id="12957" creationId="{17E38A25-0375-547F-43A0-3D9933D491BF}"/>
          </ac:spMkLst>
        </pc:spChg>
        <pc:spChg chg="add mod">
          <ac:chgData name="" userId="" providerId="" clId="Web-{C1FEDA2A-2542-455C-98A6-9A4DB1C4364D}" dt="2026-10-23T09:09:16.348" v="2" actId="34807"/>
          <ac:spMkLst>
            <pc:docMk/>
            <pc:sldMk cId="313053978" sldId="1066"/>
            <ac:spMk id="12982" creationId="{25CEE30A-FB52-1B30-C693-E74D8AE4E869}"/>
          </ac:spMkLst>
        </pc:spChg>
        <pc:spChg chg="add mod">
          <ac:chgData name="" userId="" providerId="" clId="Web-{C1FEDA2A-2542-455C-98A6-9A4DB1C4364D}" dt="2026-10-23T09:09:16.348" v="2" actId="34807"/>
          <ac:spMkLst>
            <pc:docMk/>
            <pc:sldMk cId="313053978" sldId="1066"/>
            <ac:spMk id="13035" creationId="{246C053B-C856-3B39-785A-E506DDDFF9CD}"/>
          </ac:spMkLst>
        </pc:spChg>
        <pc:spChg chg="add mod">
          <ac:chgData name="" userId="" providerId="" clId="Web-{C1FEDA2A-2542-455C-98A6-9A4DB1C4364D}" dt="2026-10-23T09:09:16.348" v="2" actId="34807"/>
          <ac:spMkLst>
            <pc:docMk/>
            <pc:sldMk cId="313053978" sldId="1066"/>
            <ac:spMk id="13063" creationId="{186075F4-A1EB-4B95-DBFC-2AEAD5BB64FC}"/>
          </ac:spMkLst>
        </pc:spChg>
        <pc:spChg chg="add mod">
          <ac:chgData name="" userId="" providerId="" clId="Web-{C1FEDA2A-2542-455C-98A6-9A4DB1C4364D}" dt="2026-10-23T09:09:16.348" v="2" actId="34807"/>
          <ac:spMkLst>
            <pc:docMk/>
            <pc:sldMk cId="313053978" sldId="1066"/>
            <ac:spMk id="13092" creationId="{A73C03D4-1441-3DDD-62E5-72E414D7B479}"/>
          </ac:spMkLst>
        </pc:spChg>
        <pc:spChg chg="add mod">
          <ac:chgData name="" userId="" providerId="" clId="Web-{C1FEDA2A-2542-455C-98A6-9A4DB1C4364D}" dt="2026-10-23T09:09:16.348" v="2" actId="34807"/>
          <ac:spMkLst>
            <pc:docMk/>
            <pc:sldMk cId="313053978" sldId="1066"/>
            <ac:spMk id="13122" creationId="{B62C9A02-2862-356E-7D89-7607143780BF}"/>
          </ac:spMkLst>
        </pc:spChg>
      </pc:sldChg>
      <pc:sldChg chg="addSp modSp">
        <pc:chgData name="" userId="" providerId="" clId="Web-{C1FEDA2A-2542-455C-98A6-9A4DB1C4364D}" dt="2026-10-23T09:09:34.100" v="7" actId="34807"/>
        <pc:sldMkLst>
          <pc:docMk/>
          <pc:sldMk cId="2321964649" sldId="1271"/>
        </pc:sldMkLst>
        <pc:spChg chg="mod">
          <ac:chgData name="" userId="" providerId="" clId="Web-{C1FEDA2A-2542-455C-98A6-9A4DB1C4364D}" dt="2026-10-23T09:09:34.100" v="7" actId="34807"/>
          <ac:spMkLst>
            <pc:docMk/>
            <pc:sldMk cId="2321964649" sldId="1271"/>
            <ac:spMk id="13159" creationId="{E0FD43CB-B05F-9EE0-2887-E7AA7001FC3C}"/>
          </ac:spMkLst>
        </pc:spChg>
        <pc:spChg chg="mod">
          <ac:chgData name="" userId="" providerId="" clId="Web-{C1FEDA2A-2542-455C-98A6-9A4DB1C4364D}" dt="2026-10-23T09:09:34.100" v="7" actId="34807"/>
          <ac:spMkLst>
            <pc:docMk/>
            <pc:sldMk cId="2321964649" sldId="1271"/>
            <ac:spMk id="13166" creationId="{5A9AE973-55E7-4998-942B-CCE3A883068A}"/>
          </ac:spMkLst>
        </pc:spChg>
        <pc:spChg chg="add mod">
          <ac:chgData name="" userId="" providerId="" clId="Web-{C1FEDA2A-2542-455C-98A6-9A4DB1C4364D}" dt="2026-10-23T09:09:32.146" v="5" actId="34807"/>
          <ac:spMkLst>
            <pc:docMk/>
            <pc:sldMk cId="2321964649" sldId="1271"/>
            <ac:spMk id="13171" creationId="{EE82A0E3-E428-1D05-5AFC-CD3D25AA6336}"/>
          </ac:spMkLst>
        </pc:spChg>
        <pc:spChg chg="add mod">
          <ac:chgData name="" userId="" providerId="" clId="Web-{C1FEDA2A-2542-455C-98A6-9A4DB1C4364D}" dt="2026-10-23T09:09:32.146" v="5" actId="34807"/>
          <ac:spMkLst>
            <pc:docMk/>
            <pc:sldMk cId="2321964649" sldId="1271"/>
            <ac:spMk id="13177" creationId="{4B0E6737-317C-E9F2-6B39-E589AC5B4054}"/>
          </ac:spMkLst>
        </pc:spChg>
        <pc:spChg chg="add mod">
          <ac:chgData name="" userId="" providerId="" clId="Web-{C1FEDA2A-2542-455C-98A6-9A4DB1C4364D}" dt="2026-10-23T09:09:32.146" v="5" actId="34807"/>
          <ac:spMkLst>
            <pc:docMk/>
            <pc:sldMk cId="2321964649" sldId="1271"/>
            <ac:spMk id="13184" creationId="{8C77366E-FEC2-A7F4-292F-9C358ACA1BB8}"/>
          </ac:spMkLst>
        </pc:spChg>
        <pc:spChg chg="mod">
          <ac:chgData name="" userId="" providerId="" clId="Web-{C1FEDA2A-2542-455C-98A6-9A4DB1C4364D}" dt="2026-10-23T09:09:34.100" v="7" actId="34807"/>
          <ac:spMkLst>
            <pc:docMk/>
            <pc:sldMk cId="2321964649" sldId="1271"/>
            <ac:spMk id="13192" creationId="{B502C2E4-D8B2-6C32-1D3F-35C395D0E9E1}"/>
          </ac:spMkLst>
        </pc:spChg>
        <pc:spChg chg="add mod">
          <ac:chgData name="" userId="" providerId="" clId="Web-{C1FEDA2A-2542-455C-98A6-9A4DB1C4364D}" dt="2026-10-23T09:09:32.146" v="5" actId="34807"/>
          <ac:spMkLst>
            <pc:docMk/>
            <pc:sldMk cId="2321964649" sldId="1271"/>
            <ac:spMk id="13211" creationId="{FFF6178B-DEF0-FB73-7B80-B78E6AD08105}"/>
          </ac:spMkLst>
        </pc:spChg>
        <pc:spChg chg="add mod">
          <ac:chgData name="" userId="" providerId="" clId="Web-{C1FEDA2A-2542-455C-98A6-9A4DB1C4364D}" dt="2026-10-23T09:09:32.146" v="5" actId="34807"/>
          <ac:spMkLst>
            <pc:docMk/>
            <pc:sldMk cId="2321964649" sldId="1271"/>
            <ac:spMk id="13222" creationId="{45861160-CB23-B911-3F38-E9B553C74137}"/>
          </ac:spMkLst>
        </pc:spChg>
        <pc:spChg chg="add mod">
          <ac:chgData name="" userId="" providerId="" clId="Web-{C1FEDA2A-2542-455C-98A6-9A4DB1C4364D}" dt="2026-10-23T09:09:32.146" v="5" actId="34807"/>
          <ac:spMkLst>
            <pc:docMk/>
            <pc:sldMk cId="2321964649" sldId="1271"/>
            <ac:spMk id="13234" creationId="{877E4E1A-7DB7-2894-9B1F-CFF13CED87C3}"/>
          </ac:spMkLst>
        </pc:spChg>
        <pc:spChg chg="add mod">
          <ac:chgData name="" userId="" providerId="" clId="Web-{C1FEDA2A-2542-455C-98A6-9A4DB1C4364D}" dt="2026-10-23T09:09:34.100" v="7" actId="34807"/>
          <ac:spMkLst>
            <pc:docMk/>
            <pc:sldMk cId="2321964649" sldId="1271"/>
            <ac:spMk id="13247" creationId="{73C78614-6387-6BED-A5CC-216C3DFA902E}"/>
          </ac:spMkLst>
        </pc:spChg>
        <pc:spChg chg="add mod">
          <ac:chgData name="" userId="" providerId="" clId="Web-{C1FEDA2A-2542-455C-98A6-9A4DB1C4364D}" dt="2026-10-23T09:09:32.146" v="5" actId="34807"/>
          <ac:spMkLst>
            <pc:docMk/>
            <pc:sldMk cId="2321964649" sldId="1271"/>
            <ac:spMk id="13261" creationId="{B007A41B-E02B-4997-D7BD-2126DD7F78D5}"/>
          </ac:spMkLst>
        </pc:spChg>
        <pc:spChg chg="add mod">
          <ac:chgData name="" userId="" providerId="" clId="Web-{C1FEDA2A-2542-455C-98A6-9A4DB1C4364D}" dt="2026-10-23T09:09:32.146" v="5" actId="34807"/>
          <ac:spMkLst>
            <pc:docMk/>
            <pc:sldMk cId="2321964649" sldId="1271"/>
            <ac:spMk id="13276" creationId="{B118B919-FFE0-370A-2ADD-CDCC76AE093C}"/>
          </ac:spMkLst>
        </pc:spChg>
        <pc:spChg chg="add mod">
          <ac:chgData name="" userId="" providerId="" clId="Web-{C1FEDA2A-2542-455C-98A6-9A4DB1C4364D}" dt="2026-10-23T09:09:32.146" v="5" actId="34807"/>
          <ac:spMkLst>
            <pc:docMk/>
            <pc:sldMk cId="2321964649" sldId="1271"/>
            <ac:spMk id="13309" creationId="{9537631D-F8CD-BD3F-63ED-B23D139965AA}"/>
          </ac:spMkLst>
        </pc:spChg>
        <pc:spChg chg="mod">
          <ac:chgData name="" userId="" providerId="" clId="Web-{C1FEDA2A-2542-455C-98A6-9A4DB1C4364D}" dt="2026-10-23T09:09:34.100" v="7" actId="34807"/>
          <ac:spMkLst>
            <pc:docMk/>
            <pc:sldMk cId="2321964649" sldId="1271"/>
            <ac:spMk id="13387" creationId="{6F7AA114-1C29-659F-D548-5EDC3BD2A6F4}"/>
          </ac:spMkLst>
        </pc:spChg>
        <pc:spChg chg="mod">
          <ac:chgData name="" userId="" providerId="" clId="Web-{C1FEDA2A-2542-455C-98A6-9A4DB1C4364D}" dt="2026-10-23T09:09:34.100" v="7" actId="34807"/>
          <ac:spMkLst>
            <pc:docMk/>
            <pc:sldMk cId="2321964649" sldId="1271"/>
            <ac:spMk id="13409" creationId="{622911CD-2577-FB45-45D3-E0CD68D1E907}"/>
          </ac:spMkLst>
        </pc:spChg>
        <pc:picChg chg="add mod">
          <ac:chgData name="" userId="" providerId="" clId="Web-{C1FEDA2A-2542-455C-98A6-9A4DB1C4364D}" dt="2026-10-23T09:09:33.396" v="6" actId="34807"/>
          <ac:picMkLst>
            <pc:docMk/>
            <pc:sldMk cId="2321964649" sldId="1271"/>
            <ac:picMk id="14483" creationId="{90A8833C-40FD-585D-4BFB-58CADCCC6D0F}"/>
          </ac:picMkLst>
        </pc:picChg>
        <pc:picChg chg="add mod">
          <ac:chgData name="" userId="" providerId="" clId="Web-{C1FEDA2A-2542-455C-98A6-9A4DB1C4364D}" dt="2026-10-23T09:09:33.396" v="6" actId="34807"/>
          <ac:picMkLst>
            <pc:docMk/>
            <pc:sldMk cId="2321964649" sldId="1271"/>
            <ac:picMk id="14484" creationId="{06556C22-5EF7-8BC9-FAFC-49AEC3855DBD}"/>
          </ac:picMkLst>
        </pc:picChg>
      </pc:sldChg>
      <pc:sldChg chg="addSp delSp modSp">
        <pc:chgData name="" userId="" providerId="" clId="Web-{C1FEDA2A-2542-455C-98A6-9A4DB1C4364D}" dt="2026-10-23T09:15:14.195" v="15" actId="34807"/>
        <pc:sldMkLst>
          <pc:docMk/>
          <pc:sldMk cId="3867487394" sldId="1477"/>
        </pc:sldMkLst>
        <pc:spChg chg="add del mod">
          <ac:chgData name="" userId="" providerId="" clId="Web-{C1FEDA2A-2542-455C-98A6-9A4DB1C4364D}" dt="2026-10-23T09:15:12.757" v="14" actId="34807"/>
          <ac:spMkLst>
            <pc:docMk/>
            <pc:sldMk cId="3867487394" sldId="1477"/>
            <ac:spMk id="13481" creationId="{BD8ED953-6991-1D17-CF8D-A3BB2DF225C9}"/>
          </ac:spMkLst>
        </pc:spChg>
        <pc:spChg chg="add mod">
          <ac:chgData name="" userId="" providerId="" clId="Web-{C1FEDA2A-2542-455C-98A6-9A4DB1C4364D}" dt="2026-10-23T09:09:32.146" v="5" actId="34807"/>
          <ac:spMkLst>
            <pc:docMk/>
            <pc:sldMk cId="3867487394" sldId="1477"/>
            <ac:spMk id="13562" creationId="{18FD1CE6-5630-25E5-FC7E-4EF98726E0AD}"/>
          </ac:spMkLst>
        </pc:spChg>
        <pc:spChg chg="add mod">
          <ac:chgData name="" userId="" providerId="" clId="Web-{C1FEDA2A-2542-455C-98A6-9A4DB1C4364D}" dt="2026-10-23T09:09:32.146" v="5" actId="34807"/>
          <ac:spMkLst>
            <pc:docMk/>
            <pc:sldMk cId="3867487394" sldId="1477"/>
            <ac:spMk id="13591" creationId="{3C36F7F9-8B73-D984-283D-306222954A87}"/>
          </ac:spMkLst>
        </pc:spChg>
        <pc:spChg chg="add del mod">
          <ac:chgData name="" userId="" providerId="" clId="Web-{C1FEDA2A-2542-455C-98A6-9A4DB1C4364D}" dt="2026-10-23T09:15:12.757" v="14" actId="34807"/>
          <ac:spMkLst>
            <pc:docMk/>
            <pc:sldMk cId="3867487394" sldId="1477"/>
            <ac:spMk id="13652" creationId="{1CE5835A-FB57-9FE6-6EB4-9CB08EFDEC26}"/>
          </ac:spMkLst>
        </pc:spChg>
        <pc:spChg chg="add mod">
          <ac:chgData name="" userId="" providerId="" clId="Web-{C1FEDA2A-2542-455C-98A6-9A4DB1C4364D}" dt="2026-10-23T09:09:32.146" v="5" actId="34807"/>
          <ac:spMkLst>
            <pc:docMk/>
            <pc:sldMk cId="3867487394" sldId="1477"/>
            <ac:spMk id="13751" creationId="{62299FEB-4F0B-D11D-662B-55E0ED39AD91}"/>
          </ac:spMkLst>
        </pc:spChg>
        <pc:spChg chg="add mod">
          <ac:chgData name="" userId="" providerId="" clId="Web-{C1FEDA2A-2542-455C-98A6-9A4DB1C4364D}" dt="2026-10-23T09:09:32.146" v="5" actId="34807"/>
          <ac:spMkLst>
            <pc:docMk/>
            <pc:sldMk cId="3867487394" sldId="1477"/>
            <ac:spMk id="13786" creationId="{C4493F0C-812D-2F61-1515-472856A1972A}"/>
          </ac:spMkLst>
        </pc:spChg>
        <pc:spChg chg="del mod">
          <ac:chgData name="" userId="" providerId="" clId="Web-{C1FEDA2A-2542-455C-98A6-9A4DB1C4364D}" dt="2026-10-23T09:15:12.757" v="14" actId="34807"/>
          <ac:spMkLst>
            <pc:docMk/>
            <pc:sldMk cId="3867487394" sldId="1477"/>
            <ac:spMk id="13859" creationId="{4DEFE36D-E75B-CC8B-A0C1-E3EBFE40E1E2}"/>
          </ac:spMkLst>
        </pc:spChg>
        <pc:spChg chg="add mod">
          <ac:chgData name="" userId="" providerId="" clId="Web-{C1FEDA2A-2542-455C-98A6-9A4DB1C4364D}" dt="2026-10-23T09:09:32.146" v="5" actId="34807"/>
          <ac:spMkLst>
            <pc:docMk/>
            <pc:sldMk cId="3867487394" sldId="1477"/>
            <ac:spMk id="13897" creationId="{5847E1C9-EBEE-3E38-DA38-22E75E01B1BF}"/>
          </ac:spMkLst>
        </pc:spChg>
        <pc:spChg chg="mod">
          <ac:chgData name="" userId="" providerId="" clId="Web-{C1FEDA2A-2542-455C-98A6-9A4DB1C4364D}" dt="2026-10-23T09:09:34.100" v="7" actId="34807"/>
          <ac:spMkLst>
            <pc:docMk/>
            <pc:sldMk cId="3867487394" sldId="1477"/>
            <ac:spMk id="13936" creationId="{0E6C0703-7D69-9D15-9926-57A30D24A0F1}"/>
          </ac:spMkLst>
        </pc:spChg>
        <pc:spChg chg="add mod">
          <ac:chgData name="" userId="" providerId="" clId="Web-{C1FEDA2A-2542-455C-98A6-9A4DB1C4364D}" dt="2026-10-23T09:09:32.146" v="5" actId="34807"/>
          <ac:spMkLst>
            <pc:docMk/>
            <pc:sldMk cId="3867487394" sldId="1477"/>
            <ac:spMk id="14102" creationId="{0D205517-F53A-3C84-C757-4E8E3F0702A0}"/>
          </ac:spMkLst>
        </pc:spChg>
        <pc:spChg chg="add mod">
          <ac:chgData name="" userId="" providerId="" clId="Web-{C1FEDA2A-2542-455C-98A6-9A4DB1C4364D}" dt="2026-10-23T09:09:32.146" v="5" actId="34807"/>
          <ac:spMkLst>
            <pc:docMk/>
            <pc:sldMk cId="3867487394" sldId="1477"/>
            <ac:spMk id="14146" creationId="{842252C9-0AE5-64F0-E6A5-DB780AE7524E}"/>
          </ac:spMkLst>
        </pc:spChg>
        <pc:spChg chg="mod">
          <ac:chgData name="" userId="" providerId="" clId="Web-{C1FEDA2A-2542-455C-98A6-9A4DB1C4364D}" dt="2026-10-23T09:09:34.100" v="7" actId="34807"/>
          <ac:spMkLst>
            <pc:docMk/>
            <pc:sldMk cId="3867487394" sldId="1477"/>
            <ac:spMk id="14191" creationId="{FA196928-0CD0-C529-EDD4-9C48D3C1FECE}"/>
          </ac:spMkLst>
        </pc:spChg>
        <pc:spChg chg="add mod">
          <ac:chgData name="" userId="" providerId="" clId="Web-{C1FEDA2A-2542-455C-98A6-9A4DB1C4364D}" dt="2026-10-23T09:09:34.100" v="7" actId="34807"/>
          <ac:spMkLst>
            <pc:docMk/>
            <pc:sldMk cId="3867487394" sldId="1477"/>
            <ac:spMk id="14284" creationId="{60FB6894-D59D-7370-84AF-20D33B24D9CB}"/>
          </ac:spMkLst>
        </pc:spChg>
        <pc:spChg chg="mod">
          <ac:chgData name="" userId="" providerId="" clId="Web-{C1FEDA2A-2542-455C-98A6-9A4DB1C4364D}" dt="2026-10-23T09:09:34.100" v="7" actId="34807"/>
          <ac:spMkLst>
            <pc:docMk/>
            <pc:sldMk cId="3867487394" sldId="1477"/>
            <ac:spMk id="14381" creationId="{9C1B944E-8496-71CD-DD4D-68C48001B723}"/>
          </ac:spMkLst>
        </pc:spChg>
        <pc:spChg chg="add mod">
          <ac:chgData name="" userId="" providerId="" clId="Web-{C1FEDA2A-2542-455C-98A6-9A4DB1C4364D}" dt="2026-10-23T09:15:14.195" v="15" actId="34807"/>
          <ac:spMkLst>
            <pc:docMk/>
            <pc:sldMk cId="3867487394" sldId="1477"/>
            <ac:spMk id="16235" creationId="{F3DF733E-7E84-EC0C-937E-10A81DB051A3}"/>
          </ac:spMkLst>
        </pc:spChg>
        <pc:spChg chg="add mod">
          <ac:chgData name="" userId="" providerId="" clId="Web-{C1FEDA2A-2542-455C-98A6-9A4DB1C4364D}" dt="2026-10-23T09:15:14.195" v="15" actId="34807"/>
          <ac:spMkLst>
            <pc:docMk/>
            <pc:sldMk cId="3867487394" sldId="1477"/>
            <ac:spMk id="16245" creationId="{6B62B3DD-A8EB-4434-2129-B84063C3C17C}"/>
          </ac:spMkLst>
        </pc:spChg>
        <pc:spChg chg="add mod">
          <ac:chgData name="" userId="" providerId="" clId="Web-{C1FEDA2A-2542-455C-98A6-9A4DB1C4364D}" dt="2026-10-23T09:15:14.195" v="15" actId="34807"/>
          <ac:spMkLst>
            <pc:docMk/>
            <pc:sldMk cId="3867487394" sldId="1477"/>
            <ac:spMk id="16256" creationId="{D9E1BAB3-2445-154D-986C-99975091984A}"/>
          </ac:spMkLst>
        </pc:spChg>
      </pc:sldChg>
      <pc:sldChg chg="addSp modSp">
        <pc:chgData name="" userId="" providerId="" clId="Web-{C1FEDA2A-2542-455C-98A6-9A4DB1C4364D}" dt="2026-10-23T09:09:39.569" v="9" actId="34807"/>
        <pc:sldMkLst>
          <pc:docMk/>
          <pc:sldMk cId="3294990815" sldId="1684"/>
        </pc:sldMkLst>
        <pc:spChg chg="add mod">
          <ac:chgData name="" userId="" providerId="" clId="Web-{C1FEDA2A-2542-455C-98A6-9A4DB1C4364D}" dt="2026-10-23T09:09:38.678" v="8" actId="34807"/>
          <ac:spMkLst>
            <pc:docMk/>
            <pc:sldMk cId="3294990815" sldId="1684"/>
            <ac:spMk id="14487" creationId="{6E73DECB-4D14-F19A-027D-642DB7306341}"/>
          </ac:spMkLst>
        </pc:spChg>
        <pc:spChg chg="mod">
          <ac:chgData name="" userId="" providerId="" clId="Web-{C1FEDA2A-2542-455C-98A6-9A4DB1C4364D}" dt="2026-10-23T09:09:39.569" v="9" actId="34807"/>
          <ac:spMkLst>
            <pc:docMk/>
            <pc:sldMk cId="3294990815" sldId="1684"/>
            <ac:spMk id="14490" creationId="{A3B04004-DA2D-79BF-9F16-E467F2116276}"/>
          </ac:spMkLst>
        </pc:spChg>
        <pc:spChg chg="add mod">
          <ac:chgData name="" userId="" providerId="" clId="Web-{C1FEDA2A-2542-455C-98A6-9A4DB1C4364D}" dt="2026-10-23T09:09:38.678" v="8" actId="34807"/>
          <ac:spMkLst>
            <pc:docMk/>
            <pc:sldMk cId="3294990815" sldId="1684"/>
            <ac:spMk id="14494" creationId="{43CF9F5D-5DD1-5948-4978-00823A63E429}"/>
          </ac:spMkLst>
        </pc:spChg>
        <pc:spChg chg="mod">
          <ac:chgData name="" userId="" providerId="" clId="Web-{C1FEDA2A-2542-455C-98A6-9A4DB1C4364D}" dt="2026-10-23T09:09:39.569" v="9" actId="34807"/>
          <ac:spMkLst>
            <pc:docMk/>
            <pc:sldMk cId="3294990815" sldId="1684"/>
            <ac:spMk id="14499" creationId="{02687A0D-3166-5234-B31D-8DDA9B53F8DC}"/>
          </ac:spMkLst>
        </pc:spChg>
        <pc:spChg chg="add mod">
          <ac:chgData name="" userId="" providerId="" clId="Web-{C1FEDA2A-2542-455C-98A6-9A4DB1C4364D}" dt="2026-10-23T09:09:38.678" v="8" actId="34807"/>
          <ac:spMkLst>
            <pc:docMk/>
            <pc:sldMk cId="3294990815" sldId="1684"/>
            <ac:spMk id="14505" creationId="{2836BD41-47C7-EEB4-E7E5-DF92CD2422C6}"/>
          </ac:spMkLst>
        </pc:spChg>
        <pc:spChg chg="add mod">
          <ac:chgData name="" userId="" providerId="" clId="Web-{C1FEDA2A-2542-455C-98A6-9A4DB1C4364D}" dt="2026-10-23T09:09:39.569" v="9" actId="34807"/>
          <ac:spMkLst>
            <pc:docMk/>
            <pc:sldMk cId="3294990815" sldId="1684"/>
            <ac:spMk id="14512" creationId="{6ACFF3DD-DF15-CCEC-F5A9-CC7AB20051C7}"/>
          </ac:spMkLst>
        </pc:spChg>
        <pc:spChg chg="add mod">
          <ac:chgData name="" userId="" providerId="" clId="Web-{C1FEDA2A-2542-455C-98A6-9A4DB1C4364D}" dt="2026-10-23T09:09:38.678" v="8" actId="34807"/>
          <ac:spMkLst>
            <pc:docMk/>
            <pc:sldMk cId="3294990815" sldId="1684"/>
            <ac:spMk id="14520" creationId="{D00B7681-20EE-AB85-8C76-DE7E7B9EB8D4}"/>
          </ac:spMkLst>
        </pc:spChg>
        <pc:spChg chg="add mod">
          <ac:chgData name="" userId="" providerId="" clId="Web-{C1FEDA2A-2542-455C-98A6-9A4DB1C4364D}" dt="2026-10-23T09:09:39.569" v="9" actId="34807"/>
          <ac:spMkLst>
            <pc:docMk/>
            <pc:sldMk cId="3294990815" sldId="1684"/>
            <ac:spMk id="14529" creationId="{1C5B4EA2-53B1-54FA-2B89-344E5AE1AFFE}"/>
          </ac:spMkLst>
        </pc:spChg>
        <pc:spChg chg="add mod">
          <ac:chgData name="" userId="" providerId="" clId="Web-{C1FEDA2A-2542-455C-98A6-9A4DB1C4364D}" dt="2026-10-23T09:09:38.678" v="8" actId="34807"/>
          <ac:spMkLst>
            <pc:docMk/>
            <pc:sldMk cId="3294990815" sldId="1684"/>
            <ac:spMk id="14539" creationId="{2FDDD8FC-57D0-8791-AC73-0A84DD8EC82C}"/>
          </ac:spMkLst>
        </pc:spChg>
        <pc:spChg chg="add mod">
          <ac:chgData name="" userId="" providerId="" clId="Web-{C1FEDA2A-2542-455C-98A6-9A4DB1C4364D}" dt="2026-10-23T09:09:38.678" v="8" actId="34807"/>
          <ac:spMkLst>
            <pc:docMk/>
            <pc:sldMk cId="3294990815" sldId="1684"/>
            <ac:spMk id="14589" creationId="{0065B786-7BF8-63A0-33C1-2B7AFA91EEB3}"/>
          </ac:spMkLst>
        </pc:spChg>
        <pc:spChg chg="add mod">
          <ac:chgData name="" userId="" providerId="" clId="Web-{C1FEDA2A-2542-455C-98A6-9A4DB1C4364D}" dt="2026-10-23T09:09:38.678" v="8" actId="34807"/>
          <ac:spMkLst>
            <pc:docMk/>
            <pc:sldMk cId="3294990815" sldId="1684"/>
            <ac:spMk id="14604" creationId="{C59BE8FA-AF5C-EC9E-1752-404C4514E584}"/>
          </ac:spMkLst>
        </pc:spChg>
        <pc:spChg chg="add mod">
          <ac:chgData name="" userId="" providerId="" clId="Web-{C1FEDA2A-2542-455C-98A6-9A4DB1C4364D}" dt="2026-10-23T09:09:39.569" v="9" actId="34807"/>
          <ac:spMkLst>
            <pc:docMk/>
            <pc:sldMk cId="3294990815" sldId="1684"/>
            <ac:spMk id="14655" creationId="{0F052E78-800C-DA4F-50AD-8A22FFE8B7FA}"/>
          </ac:spMkLst>
        </pc:spChg>
      </pc:sldChg>
      <pc:sldChg chg="addSp modSp">
        <pc:chgData name="" userId="" providerId="" clId="Web-{C1FEDA2A-2542-455C-98A6-9A4DB1C4364D}" dt="2026-10-23T09:09:38.678" v="8" actId="34807"/>
        <pc:sldMkLst>
          <pc:docMk/>
          <pc:sldMk cId="2911958602" sldId="1892"/>
        </pc:sldMkLst>
        <pc:spChg chg="add mod">
          <ac:chgData name="" userId="" providerId="" clId="Web-{C1FEDA2A-2542-455C-98A6-9A4DB1C4364D}" dt="2026-10-23T09:09:38.678" v="8" actId="34807"/>
          <ac:spMkLst>
            <pc:docMk/>
            <pc:sldMk cId="2911958602" sldId="1892"/>
            <ac:spMk id="14715" creationId="{E521C4A9-AB89-28BA-6388-6EA1665C1B11}"/>
          </ac:spMkLst>
        </pc:spChg>
        <pc:spChg chg="add mod">
          <ac:chgData name="" userId="" providerId="" clId="Web-{C1FEDA2A-2542-455C-98A6-9A4DB1C4364D}" dt="2026-10-23T09:09:38.678" v="8" actId="34807"/>
          <ac:spMkLst>
            <pc:docMk/>
            <pc:sldMk cId="2911958602" sldId="1892"/>
            <ac:spMk id="14760" creationId="{CC37958B-BBF7-60F3-17D2-8A6595B0F020}"/>
          </ac:spMkLst>
        </pc:spChg>
        <pc:spChg chg="add mod">
          <ac:chgData name="" userId="" providerId="" clId="Web-{C1FEDA2A-2542-455C-98A6-9A4DB1C4364D}" dt="2026-10-23T09:09:38.678" v="8" actId="34807"/>
          <ac:spMkLst>
            <pc:docMk/>
            <pc:sldMk cId="2911958602" sldId="1892"/>
            <ac:spMk id="14835" creationId="{5757C276-28C1-DEE4-4D8D-8A47CBA7681B}"/>
          </ac:spMkLst>
        </pc:spChg>
        <pc:spChg chg="add mod">
          <ac:chgData name="" userId="" providerId="" clId="Web-{C1FEDA2A-2542-455C-98A6-9A4DB1C4364D}" dt="2026-10-23T09:09:38.678" v="8" actId="34807"/>
          <ac:spMkLst>
            <pc:docMk/>
            <pc:sldMk cId="2911958602" sldId="1892"/>
            <ac:spMk id="14862" creationId="{D0E01A0E-C727-B5BA-4DA0-360DB356AF94}"/>
          </ac:spMkLst>
        </pc:spChg>
        <pc:spChg chg="add mod">
          <ac:chgData name="" userId="" providerId="" clId="Web-{C1FEDA2A-2542-455C-98A6-9A4DB1C4364D}" dt="2026-10-23T09:09:38.678" v="8" actId="34807"/>
          <ac:spMkLst>
            <pc:docMk/>
            <pc:sldMk cId="2911958602" sldId="1892"/>
            <ac:spMk id="14919" creationId="{9E5F18D4-1824-4B0A-DDCF-424DC4A8DFDC}"/>
          </ac:spMkLst>
        </pc:spChg>
        <pc:spChg chg="add mod">
          <ac:chgData name="" userId="" providerId="" clId="Web-{C1FEDA2A-2542-455C-98A6-9A4DB1C4364D}" dt="2026-10-23T09:09:38.678" v="8" actId="34807"/>
          <ac:spMkLst>
            <pc:docMk/>
            <pc:sldMk cId="2911958602" sldId="1892"/>
            <ac:spMk id="14949" creationId="{A81676BB-BD05-FFE2-5421-65A9609EEED4}"/>
          </ac:spMkLst>
        </pc:spChg>
        <pc:spChg chg="add mod">
          <ac:chgData name="" userId="" providerId="" clId="Web-{C1FEDA2A-2542-455C-98A6-9A4DB1C4364D}" dt="2026-10-23T09:09:38.678" v="8" actId="34807"/>
          <ac:spMkLst>
            <pc:docMk/>
            <pc:sldMk cId="2911958602" sldId="1892"/>
            <ac:spMk id="14980" creationId="{0E6EAC82-413A-D2D4-9E63-3BD5483F206A}"/>
          </ac:spMkLst>
        </pc:spChg>
        <pc:spChg chg="add mod">
          <ac:chgData name="" userId="" providerId="" clId="Web-{C1FEDA2A-2542-455C-98A6-9A4DB1C4364D}" dt="2026-10-23T09:09:38.678" v="8" actId="34807"/>
          <ac:spMkLst>
            <pc:docMk/>
            <pc:sldMk cId="2911958602" sldId="1892"/>
            <ac:spMk id="15012" creationId="{BC54EC31-572F-DFDB-FAC8-30854686127E}"/>
          </ac:spMkLst>
        </pc:spChg>
        <pc:spChg chg="add mod">
          <ac:chgData name="" userId="" providerId="" clId="Web-{C1FEDA2A-2542-455C-98A6-9A4DB1C4364D}" dt="2026-10-23T09:09:38.678" v="8" actId="34807"/>
          <ac:spMkLst>
            <pc:docMk/>
            <pc:sldMk cId="2911958602" sldId="1892"/>
            <ac:spMk id="15079" creationId="{CAAA0A9E-1B86-77DE-3303-7C598F303D28}"/>
          </ac:spMkLst>
        </pc:spChg>
        <pc:spChg chg="add mod">
          <ac:chgData name="" userId="" providerId="" clId="Web-{C1FEDA2A-2542-455C-98A6-9A4DB1C4364D}" dt="2026-10-23T09:09:38.678" v="8" actId="34807"/>
          <ac:spMkLst>
            <pc:docMk/>
            <pc:sldMk cId="2911958602" sldId="1892"/>
            <ac:spMk id="15150" creationId="{CC04E062-3671-12DD-02C5-46C782B83C6B}"/>
          </ac:spMkLst>
        </pc:spChg>
      </pc:sldChg>
      <pc:sldChg chg="addSp delSp modSp">
        <pc:chgData name="" userId="" providerId="" clId="Web-{C1FEDA2A-2542-455C-98A6-9A4DB1C4364D}" dt="2026-10-23T09:15:12.757" v="14" actId="34807"/>
        <pc:sldMkLst>
          <pc:docMk/>
          <pc:sldMk cId="4267385204" sldId="2101"/>
        </pc:sldMkLst>
        <pc:spChg chg="add mod">
          <ac:chgData name="" userId="" providerId="" clId="Web-{C1FEDA2A-2542-455C-98A6-9A4DB1C4364D}" dt="2026-10-23T09:09:46.757" v="12" actId="34807"/>
          <ac:spMkLst>
            <pc:docMk/>
            <pc:sldMk cId="4267385204" sldId="2101"/>
            <ac:spMk id="15153" creationId="{09BF7F71-9C8B-C55D-E9F0-BCEE137BA7B0}"/>
          </ac:spMkLst>
        </pc:spChg>
        <pc:spChg chg="mod">
          <ac:chgData name="" userId="" providerId="" clId="Web-{C1FEDA2A-2542-455C-98A6-9A4DB1C4364D}" dt="2026-10-23T09:09:46.757" v="12" actId="34807"/>
          <ac:spMkLst>
            <pc:docMk/>
            <pc:sldMk cId="4267385204" sldId="2101"/>
            <ac:spMk id="15160" creationId="{2B778341-51F6-9EDF-45C7-CA88CB5161BF}"/>
          </ac:spMkLst>
        </pc:spChg>
        <pc:spChg chg="add mod">
          <ac:chgData name="" userId="" providerId="" clId="Web-{C1FEDA2A-2542-455C-98A6-9A4DB1C4364D}" dt="2026-10-23T09:09:44.866" v="10" actId="34807"/>
          <ac:spMkLst>
            <pc:docMk/>
            <pc:sldMk cId="4267385204" sldId="2101"/>
            <ac:spMk id="15165" creationId="{8B3AFBF0-8121-12BD-70F5-18ECB317B8D4}"/>
          </ac:spMkLst>
        </pc:spChg>
        <pc:spChg chg="add mod">
          <ac:chgData name="" userId="" providerId="" clId="Web-{C1FEDA2A-2542-455C-98A6-9A4DB1C4364D}" dt="2026-10-23T09:09:46.757" v="12" actId="34807"/>
          <ac:spMkLst>
            <pc:docMk/>
            <pc:sldMk cId="4267385204" sldId="2101"/>
            <ac:spMk id="15178" creationId="{8F6CD025-82B6-9701-BEA7-6357A5CE1570}"/>
          </ac:spMkLst>
        </pc:spChg>
        <pc:spChg chg="add mod">
          <ac:chgData name="" userId="" providerId="" clId="Web-{C1FEDA2A-2542-455C-98A6-9A4DB1C4364D}" dt="2026-10-23T09:09:44.866" v="10" actId="34807"/>
          <ac:spMkLst>
            <pc:docMk/>
            <pc:sldMk cId="4267385204" sldId="2101"/>
            <ac:spMk id="15195" creationId="{0DD7145C-EC88-5A22-08DA-587909FED004}"/>
          </ac:spMkLst>
        </pc:spChg>
        <pc:spChg chg="mod">
          <ac:chgData name="" userId="" providerId="" clId="Web-{C1FEDA2A-2542-455C-98A6-9A4DB1C4364D}" dt="2026-10-23T09:09:46.757" v="12" actId="34807"/>
          <ac:spMkLst>
            <pc:docMk/>
            <pc:sldMk cId="4267385204" sldId="2101"/>
            <ac:spMk id="15205" creationId="{A161F894-0413-EC2A-A7CB-4181F3EF1DC2}"/>
          </ac:spMkLst>
        </pc:spChg>
        <pc:spChg chg="add mod">
          <ac:chgData name="" userId="" providerId="" clId="Web-{C1FEDA2A-2542-455C-98A6-9A4DB1C4364D}" dt="2026-10-23T09:09:44.866" v="10" actId="34807"/>
          <ac:spMkLst>
            <pc:docMk/>
            <pc:sldMk cId="4267385204" sldId="2101"/>
            <ac:spMk id="15216" creationId="{276B5B02-75A0-3070-AAB6-26A00576D0D3}"/>
          </ac:spMkLst>
        </pc:spChg>
        <pc:spChg chg="mod">
          <ac:chgData name="" userId="" providerId="" clId="Web-{C1FEDA2A-2542-455C-98A6-9A4DB1C4364D}" dt="2026-10-23T09:09:46.757" v="12" actId="34807"/>
          <ac:spMkLst>
            <pc:docMk/>
            <pc:sldMk cId="4267385204" sldId="2101"/>
            <ac:spMk id="15241" creationId="{23FD92A1-E8C9-B3C7-AC24-B475891D2D20}"/>
          </ac:spMkLst>
        </pc:spChg>
        <pc:spChg chg="mod">
          <ac:chgData name="" userId="" providerId="" clId="Web-{C1FEDA2A-2542-455C-98A6-9A4DB1C4364D}" dt="2026-10-23T09:09:46.757" v="12" actId="34807"/>
          <ac:spMkLst>
            <pc:docMk/>
            <pc:sldMk cId="4267385204" sldId="2101"/>
            <ac:spMk id="15286" creationId="{A2CE2F1F-284A-91DB-1F5F-D07FBF15F038}"/>
          </ac:spMkLst>
        </pc:spChg>
        <pc:spChg chg="add mod">
          <ac:chgData name="" userId="" providerId="" clId="Web-{C1FEDA2A-2542-455C-98A6-9A4DB1C4364D}" dt="2026-10-23T09:09:44.866" v="10" actId="34807"/>
          <ac:spMkLst>
            <pc:docMk/>
            <pc:sldMk cId="4267385204" sldId="2101"/>
            <ac:spMk id="15303" creationId="{8018A735-EFFC-CD6D-8502-AEF220ACF5B5}"/>
          </ac:spMkLst>
        </pc:spChg>
        <pc:spChg chg="mod">
          <ac:chgData name="" userId="" providerId="" clId="Web-{C1FEDA2A-2542-455C-98A6-9A4DB1C4364D}" dt="2026-10-23T09:09:46.757" v="12" actId="34807"/>
          <ac:spMkLst>
            <pc:docMk/>
            <pc:sldMk cId="4267385204" sldId="2101"/>
            <ac:spMk id="15340" creationId="{0C779B60-75E1-9218-939D-AC3A4358D562}"/>
          </ac:spMkLst>
        </pc:spChg>
        <pc:spChg chg="add mod">
          <ac:chgData name="" userId="" providerId="" clId="Web-{C1FEDA2A-2542-455C-98A6-9A4DB1C4364D}" dt="2026-10-23T09:09:44.866" v="10" actId="34807"/>
          <ac:spMkLst>
            <pc:docMk/>
            <pc:sldMk cId="4267385204" sldId="2101"/>
            <ac:spMk id="15360" creationId="{BF558730-7532-81FA-0AFF-879574DEE568}"/>
          </ac:spMkLst>
        </pc:spChg>
        <pc:spChg chg="mod">
          <ac:chgData name="" userId="" providerId="" clId="Web-{C1FEDA2A-2542-455C-98A6-9A4DB1C4364D}" dt="2026-10-23T09:15:12.757" v="14" actId="34807"/>
          <ac:spMkLst>
            <pc:docMk/>
            <pc:sldMk cId="4267385204" sldId="2101"/>
            <ac:spMk id="15381" creationId="{100CC656-F0B2-429B-F8F2-0343F15C2180}"/>
          </ac:spMkLst>
        </pc:spChg>
        <pc:spChg chg="mod">
          <ac:chgData name="" userId="" providerId="" clId="Web-{C1FEDA2A-2542-455C-98A6-9A4DB1C4364D}" dt="2026-10-23T09:15:12.757" v="14" actId="34807"/>
          <ac:spMkLst>
            <pc:docMk/>
            <pc:sldMk cId="4267385204" sldId="2101"/>
            <ac:spMk id="15403" creationId="{2CBEA60F-D6D7-2F12-B64C-76C8676A0D3E}"/>
          </ac:spMkLst>
        </pc:spChg>
        <pc:spChg chg="add del mod">
          <ac:chgData name="" userId="" providerId="" clId="Web-{C1FEDA2A-2542-455C-98A6-9A4DB1C4364D}" dt="2026-10-23T09:15:12.757" v="14" actId="34807"/>
          <ac:spMkLst>
            <pc:docMk/>
            <pc:sldMk cId="4267385204" sldId="2101"/>
            <ac:spMk id="15426" creationId="{310E7238-75D9-6213-A3EA-7A3356D0BEB2}"/>
          </ac:spMkLst>
        </pc:spChg>
        <pc:spChg chg="add mod">
          <ac:chgData name="" userId="" providerId="" clId="Web-{C1FEDA2A-2542-455C-98A6-9A4DB1C4364D}" dt="2026-10-23T09:09:44.866" v="10" actId="34807"/>
          <ac:spMkLst>
            <pc:docMk/>
            <pc:sldMk cId="4267385204" sldId="2101"/>
            <ac:spMk id="15450" creationId="{B556BC70-DAAC-CF16-1D7D-74765FBF5E1B}"/>
          </ac:spMkLst>
        </pc:spChg>
        <pc:spChg chg="add mod">
          <ac:chgData name="" userId="" providerId="" clId="Web-{C1FEDA2A-2542-455C-98A6-9A4DB1C4364D}" dt="2026-10-23T09:09:46.757" v="12" actId="34807"/>
          <ac:spMkLst>
            <pc:docMk/>
            <pc:sldMk cId="4267385204" sldId="2101"/>
            <ac:spMk id="15501" creationId="{54370A02-EC03-AEE9-F6F5-B21A96AE93AC}"/>
          </ac:spMkLst>
        </pc:spChg>
        <pc:spChg chg="add mod">
          <ac:chgData name="" userId="" providerId="" clId="Web-{C1FEDA2A-2542-455C-98A6-9A4DB1C4364D}" dt="2026-10-23T09:15:11.085" v="13" actId="34807"/>
          <ac:spMkLst>
            <pc:docMk/>
            <pc:sldMk cId="4267385204" sldId="2101"/>
            <ac:spMk id="16268" creationId="{53B711C3-8D15-4FFA-5599-38228CE8646F}"/>
          </ac:spMkLst>
        </pc:spChg>
        <pc:picChg chg="add mod">
          <ac:chgData name="" userId="" providerId="" clId="Web-{C1FEDA2A-2542-455C-98A6-9A4DB1C4364D}" dt="2026-10-23T09:09:45.960" v="11" actId="34807"/>
          <ac:picMkLst>
            <pc:docMk/>
            <pc:sldMk cId="4267385204" sldId="2101"/>
            <ac:picMk id="16186" creationId="{5DDCB139-73A7-1A51-9FFC-84031CA86BDD}"/>
          </ac:picMkLst>
        </pc:picChg>
        <pc:picChg chg="add mod">
          <ac:chgData name="" userId="" providerId="" clId="Web-{C1FEDA2A-2542-455C-98A6-9A4DB1C4364D}" dt="2026-10-23T09:09:45.960" v="11" actId="34807"/>
          <ac:picMkLst>
            <pc:docMk/>
            <pc:sldMk cId="4267385204" sldId="2101"/>
            <ac:picMk id="16187" creationId="{E1D52172-CA0B-9524-23BB-BA3440C42096}"/>
          </ac:picMkLst>
        </pc:picChg>
        <pc:picChg chg="add mod">
          <ac:chgData name="" userId="" providerId="" clId="Web-{C1FEDA2A-2542-455C-98A6-9A4DB1C4364D}" dt="2026-10-23T09:09:45.960" v="11" actId="34807"/>
          <ac:picMkLst>
            <pc:docMk/>
            <pc:sldMk cId="4267385204" sldId="2101"/>
            <ac:picMk id="16188" creationId="{AFAF9E2D-03A0-8A32-CC2B-B238DE9E1F42}"/>
          </ac:picMkLst>
        </pc:picChg>
        <pc:picChg chg="add mod">
          <ac:chgData name="" userId="" providerId="" clId="Web-{C1FEDA2A-2542-455C-98A6-9A4DB1C4364D}" dt="2026-10-23T09:09:45.960" v="11" actId="34807"/>
          <ac:picMkLst>
            <pc:docMk/>
            <pc:sldMk cId="4267385204" sldId="2101"/>
            <ac:picMk id="16189" creationId="{DD589A65-BD65-589B-C200-AD9FE45066B3}"/>
          </ac:picMkLst>
        </pc:picChg>
        <pc:picChg chg="add mod">
          <ac:chgData name="" userId="" providerId="" clId="Web-{C1FEDA2A-2542-455C-98A6-9A4DB1C4364D}" dt="2026-10-23T09:09:45.960" v="11" actId="34807"/>
          <ac:picMkLst>
            <pc:docMk/>
            <pc:sldMk cId="4267385204" sldId="2101"/>
            <ac:picMk id="16190" creationId="{D7BF7040-60A8-EC5D-7A0B-FD45CBD90CEB}"/>
          </ac:picMkLst>
        </pc:picChg>
      </pc:sldChg>
      <pc:sldChg chg="addSp modSp">
        <pc:chgData name="" userId="" providerId="" clId="Web-{C1FEDA2A-2542-455C-98A6-9A4DB1C4364D}" dt="2026-10-23T09:09:46.757" v="12" actId="34807"/>
        <pc:sldMkLst>
          <pc:docMk/>
          <pc:sldMk cId="2712577974" sldId="2311"/>
        </pc:sldMkLst>
        <pc:spChg chg="mod">
          <ac:chgData name="" userId="" providerId="" clId="Web-{C1FEDA2A-2542-455C-98A6-9A4DB1C4364D}" dt="2026-10-23T09:09:46.757" v="12" actId="34807"/>
          <ac:spMkLst>
            <pc:docMk/>
            <pc:sldMk cId="2712577974" sldId="2311"/>
            <ac:spMk id="15528" creationId="{F3FD85F5-5C51-E5C8-441A-F151AECCEA88}"/>
          </ac:spMkLst>
        </pc:spChg>
        <pc:spChg chg="add mod">
          <ac:chgData name="" userId="" providerId="" clId="Web-{C1FEDA2A-2542-455C-98A6-9A4DB1C4364D}" dt="2026-10-23T09:09:44.866" v="10" actId="34807"/>
          <ac:spMkLst>
            <pc:docMk/>
            <pc:sldMk cId="2712577974" sldId="2311"/>
            <ac:spMk id="15585" creationId="{063C4226-BE0B-A3E1-6EBC-5AFF1CF9C02A}"/>
          </ac:spMkLst>
        </pc:spChg>
        <pc:spChg chg="add mod">
          <ac:chgData name="" userId="" providerId="" clId="Web-{C1FEDA2A-2542-455C-98A6-9A4DB1C4364D}" dt="2026-10-23T09:09:44.866" v="10" actId="34807"/>
          <ac:spMkLst>
            <pc:docMk/>
            <pc:sldMk cId="2712577974" sldId="2311"/>
            <ac:spMk id="15615" creationId="{2F21AEE5-731A-A019-3C3A-5DAF9DF61583}"/>
          </ac:spMkLst>
        </pc:spChg>
        <pc:spChg chg="add mod">
          <ac:chgData name="" userId="" providerId="" clId="Web-{C1FEDA2A-2542-455C-98A6-9A4DB1C4364D}" dt="2026-10-23T09:09:44.866" v="10" actId="34807"/>
          <ac:spMkLst>
            <pc:docMk/>
            <pc:sldMk cId="2712577974" sldId="2311"/>
            <ac:spMk id="15646" creationId="{0762A094-FF8E-3F13-E593-BB2FC93C6CC0}"/>
          </ac:spMkLst>
        </pc:spChg>
        <pc:spChg chg="mod">
          <ac:chgData name="" userId="" providerId="" clId="Web-{C1FEDA2A-2542-455C-98A6-9A4DB1C4364D}" dt="2026-10-23T09:09:46.757" v="12" actId="34807"/>
          <ac:spMkLst>
            <pc:docMk/>
            <pc:sldMk cId="2712577974" sldId="2311"/>
            <ac:spMk id="15678" creationId="{F75BAB1F-D23C-6F09-9C95-39DD6E1C05D6}"/>
          </ac:spMkLst>
        </pc:spChg>
        <pc:spChg chg="add mod">
          <ac:chgData name="" userId="" providerId="" clId="Web-{C1FEDA2A-2542-455C-98A6-9A4DB1C4364D}" dt="2026-10-23T09:09:44.866" v="10" actId="34807"/>
          <ac:spMkLst>
            <pc:docMk/>
            <pc:sldMk cId="2712577974" sldId="2311"/>
            <ac:spMk id="15745" creationId="{0A7CBFDB-ECB1-BF69-CAD9-6558E01250D8}"/>
          </ac:spMkLst>
        </pc:spChg>
        <pc:spChg chg="add mod">
          <ac:chgData name="" userId="" providerId="" clId="Web-{C1FEDA2A-2542-455C-98A6-9A4DB1C4364D}" dt="2026-10-23T09:09:44.866" v="10" actId="34807"/>
          <ac:spMkLst>
            <pc:docMk/>
            <pc:sldMk cId="2712577974" sldId="2311"/>
            <ac:spMk id="15780" creationId="{FA4D8C5C-16B3-DFDF-2AE6-DD3635D46926}"/>
          </ac:spMkLst>
        </pc:spChg>
        <pc:spChg chg="add mod">
          <ac:chgData name="" userId="" providerId="" clId="Web-{C1FEDA2A-2542-455C-98A6-9A4DB1C4364D}" dt="2026-10-23T09:09:46.757" v="12" actId="34807"/>
          <ac:spMkLst>
            <pc:docMk/>
            <pc:sldMk cId="2712577974" sldId="2311"/>
            <ac:spMk id="15853" creationId="{D91F1083-1F9C-38A5-22AE-B5B84D610D33}"/>
          </ac:spMkLst>
        </pc:spChg>
        <pc:spChg chg="add mod">
          <ac:chgData name="" userId="" providerId="" clId="Web-{C1FEDA2A-2542-455C-98A6-9A4DB1C4364D}" dt="2026-10-23T09:09:44.866" v="10" actId="34807"/>
          <ac:spMkLst>
            <pc:docMk/>
            <pc:sldMk cId="2712577974" sldId="2311"/>
            <ac:spMk id="15930" creationId="{FCE392EE-AFE8-C852-3A59-41F5FBDBB6ED}"/>
          </ac:spMkLst>
        </pc:spChg>
        <pc:spChg chg="mod">
          <ac:chgData name="" userId="" providerId="" clId="Web-{C1FEDA2A-2542-455C-98A6-9A4DB1C4364D}" dt="2026-10-23T09:09:46.757" v="12" actId="34807"/>
          <ac:spMkLst>
            <pc:docMk/>
            <pc:sldMk cId="2712577974" sldId="2311"/>
            <ac:spMk id="15970" creationId="{9174674F-349E-EE8A-71AD-50D912B2CD63}"/>
          </ac:spMkLst>
        </pc:spChg>
        <pc:spChg chg="add mod">
          <ac:chgData name="" userId="" providerId="" clId="Web-{C1FEDA2A-2542-455C-98A6-9A4DB1C4364D}" dt="2026-10-23T09:09:44.866" v="10" actId="34807"/>
          <ac:spMkLst>
            <pc:docMk/>
            <pc:sldMk cId="2712577974" sldId="2311"/>
            <ac:spMk id="16053" creationId="{BECA66F7-661A-0358-7F70-F96FCCD39572}"/>
          </ac:spMkLst>
        </pc:spChg>
        <pc:spChg chg="add mod">
          <ac:chgData name="" userId="" providerId="" clId="Web-{C1FEDA2A-2542-455C-98A6-9A4DB1C4364D}" dt="2026-10-23T09:09:44.866" v="10" actId="34807"/>
          <ac:spMkLst>
            <pc:docMk/>
            <pc:sldMk cId="2712577974" sldId="2311"/>
            <ac:spMk id="16140" creationId="{397CE1B2-F6D9-66DD-7972-52A72A8096D5}"/>
          </ac:spMkLst>
        </pc:spChg>
        <pc:spChg chg="add mod">
          <ac:chgData name="" userId="" providerId="" clId="Web-{C1FEDA2A-2542-455C-98A6-9A4DB1C4364D}" dt="2026-10-23T09:09:44.866" v="10" actId="34807"/>
          <ac:spMkLst>
            <pc:docMk/>
            <pc:sldMk cId="2712577974" sldId="2311"/>
            <ac:spMk id="16185" creationId="{15C39A96-BAEC-3DD8-E3AE-141DC606F111}"/>
          </ac:spMkLst>
        </pc:spChg>
      </pc:sldChg>
    </pc:docChg>
  </pc:docChgLst>
  <pc:docChgLst>
    <pc:chgData clId="Web-{81618E40-B03A-458A-B64D-91834375107D}"/>
    <pc:docChg chg="addSld delSld modSld addSection delSection modSection">
      <pc:chgData name="" userId="" providerId="" clId="Web-{81618E40-B03A-458A-B64D-91834375107D}" dt="2026-10-23T11:45:20.261" v="2" actId="34807"/>
      <pc:docMkLst>
        <pc:docMk/>
      </pc:docMkLst>
      <pc:sldChg chg="del">
        <pc:chgData name="" userId="" providerId="" clId="Web-{81618E40-B03A-458A-B64D-91834375107D}" dt="2026-10-23T11:45:10.043" v="1" actId="34807"/>
        <pc:sldMkLst>
          <pc:docMk/>
          <pc:sldMk cId="0" sldId="256"/>
        </pc:sldMkLst>
      </pc:sldChg>
      <pc:sldChg chg="del">
        <pc:chgData name="" userId="" providerId="" clId="Web-{81618E40-B03A-458A-B64D-91834375107D}" dt="2026-10-23T11:45:10.043" v="1" actId="34807"/>
        <pc:sldMkLst>
          <pc:docMk/>
          <pc:sldMk cId="2946708342" sldId="457"/>
        </pc:sldMkLst>
      </pc:sldChg>
      <pc:sldChg chg="del">
        <pc:chgData name="" userId="" providerId="" clId="Web-{81618E40-B03A-458A-B64D-91834375107D}" dt="2026-10-23T11:45:10.043" v="1" actId="34807"/>
        <pc:sldMkLst>
          <pc:docMk/>
          <pc:sldMk cId="3281521090" sldId="659"/>
        </pc:sldMkLst>
      </pc:sldChg>
      <pc:sldChg chg="del">
        <pc:chgData name="" userId="" providerId="" clId="Web-{81618E40-B03A-458A-B64D-91834375107D}" dt="2026-10-23T11:45:10.043" v="1" actId="34807"/>
        <pc:sldMkLst>
          <pc:docMk/>
          <pc:sldMk cId="2238303342" sldId="862"/>
        </pc:sldMkLst>
      </pc:sldChg>
      <pc:sldChg chg="del">
        <pc:chgData name="" userId="" providerId="" clId="Web-{81618E40-B03A-458A-B64D-91834375107D}" dt="2026-10-23T11:45:10.043" v="1" actId="34807"/>
        <pc:sldMkLst>
          <pc:docMk/>
          <pc:sldMk cId="313053978" sldId="1066"/>
        </pc:sldMkLst>
      </pc:sldChg>
      <pc:sldChg chg="del">
        <pc:chgData name="" userId="" providerId="" clId="Web-{81618E40-B03A-458A-B64D-91834375107D}" dt="2026-10-23T11:45:10.043" v="1" actId="34807"/>
        <pc:sldMkLst>
          <pc:docMk/>
          <pc:sldMk cId="2321964649" sldId="1271"/>
        </pc:sldMkLst>
      </pc:sldChg>
      <pc:sldChg chg="del">
        <pc:chgData name="" userId="" providerId="" clId="Web-{81618E40-B03A-458A-B64D-91834375107D}" dt="2026-10-23T11:45:10.043" v="1" actId="34807"/>
        <pc:sldMkLst>
          <pc:docMk/>
          <pc:sldMk cId="3867487394" sldId="1477"/>
        </pc:sldMkLst>
      </pc:sldChg>
      <pc:sldChg chg="del">
        <pc:chgData name="" userId="" providerId="" clId="Web-{81618E40-B03A-458A-B64D-91834375107D}" dt="2026-10-23T11:45:10.043" v="1" actId="34807"/>
        <pc:sldMkLst>
          <pc:docMk/>
          <pc:sldMk cId="3294990815" sldId="1684"/>
        </pc:sldMkLst>
      </pc:sldChg>
      <pc:sldChg chg="del">
        <pc:chgData name="" userId="" providerId="" clId="Web-{81618E40-B03A-458A-B64D-91834375107D}" dt="2026-10-23T11:45:10.043" v="1" actId="34807"/>
        <pc:sldMkLst>
          <pc:docMk/>
          <pc:sldMk cId="2911958602" sldId="1892"/>
        </pc:sldMkLst>
      </pc:sldChg>
      <pc:sldChg chg="del">
        <pc:chgData name="" userId="" providerId="" clId="Web-{81618E40-B03A-458A-B64D-91834375107D}" dt="2026-10-23T11:45:10.043" v="1" actId="34807"/>
        <pc:sldMkLst>
          <pc:docMk/>
          <pc:sldMk cId="4267385204" sldId="2101"/>
        </pc:sldMkLst>
      </pc:sldChg>
      <pc:sldChg chg="del">
        <pc:chgData name="" userId="" providerId="" clId="Web-{81618E40-B03A-458A-B64D-91834375107D}" dt="2026-10-23T11:45:10.043" v="1" actId="34807"/>
        <pc:sldMkLst>
          <pc:docMk/>
          <pc:sldMk cId="2712577974" sldId="2311"/>
        </pc:sldMkLst>
      </pc:sldChg>
      <pc:sldChg chg="del">
        <pc:chgData name="" userId="" providerId="" clId="Web-{81618E40-B03A-458A-B64D-91834375107D}" dt="2026-10-23T11:45:10.043" v="1" actId="34807"/>
        <pc:sldMkLst>
          <pc:docMk/>
          <pc:sldMk cId="75817233" sldId="2522"/>
        </pc:sldMkLst>
      </pc:sldChg>
      <pc:sldChg chg="del">
        <pc:chgData name="" userId="" providerId="" clId="Web-{81618E40-B03A-458A-B64D-91834375107D}" dt="2026-10-23T11:45:10.043" v="1" actId="34807"/>
        <pc:sldMkLst>
          <pc:docMk/>
          <pc:sldMk cId="3364259121" sldId="2734"/>
        </pc:sldMkLst>
      </pc:sldChg>
      <pc:sldChg chg="del">
        <pc:chgData name="" userId="" providerId="" clId="Web-{81618E40-B03A-458A-B64D-91834375107D}" dt="2026-10-23T11:45:10.043" v="1" actId="34807"/>
        <pc:sldMkLst>
          <pc:docMk/>
          <pc:sldMk cId="2014497201" sldId="2947"/>
        </pc:sldMkLst>
      </pc:sldChg>
      <pc:sldChg chg="del">
        <pc:chgData name="" userId="" providerId="" clId="Web-{81618E40-B03A-458A-B64D-91834375107D}" dt="2026-10-23T11:45:10.043" v="1" actId="34807"/>
        <pc:sldMkLst>
          <pc:docMk/>
          <pc:sldMk cId="2602463977" sldId="3161"/>
        </pc:sldMkLst>
      </pc:sldChg>
      <pc:sldChg chg="del">
        <pc:chgData name="" userId="" providerId="" clId="Web-{81618E40-B03A-458A-B64D-91834375107D}" dt="2026-10-23T11:45:10.043" v="1" actId="34807"/>
        <pc:sldMkLst>
          <pc:docMk/>
          <pc:sldMk cId="3469149878" sldId="3376"/>
        </pc:sldMkLst>
      </pc:sldChg>
      <pc:sldChg chg="del">
        <pc:chgData name="" userId="" providerId="" clId="Web-{81618E40-B03A-458A-B64D-91834375107D}" dt="2026-10-23T11:45:10.043" v="1" actId="34807"/>
        <pc:sldMkLst>
          <pc:docMk/>
          <pc:sldMk cId="414339401" sldId="3592"/>
        </pc:sldMkLst>
      </pc:sldChg>
      <pc:sldChg chg="del">
        <pc:chgData name="" userId="" providerId="" clId="Web-{81618E40-B03A-458A-B64D-91834375107D}" dt="2026-10-23T11:45:10.043" v="1" actId="34807"/>
        <pc:sldMkLst>
          <pc:docMk/>
          <pc:sldMk cId="1244041262" sldId="3809"/>
        </pc:sldMkLst>
      </pc:sldChg>
      <pc:sldChg chg="add mod setBg">
        <pc:chgData name="" userId="" providerId="" clId="Web-{81618E40-B03A-458A-B64D-91834375107D}" dt="2026-10-23T11:45:20.261" v="2" actId="34807"/>
        <pc:sldMkLst>
          <pc:docMk/>
          <pc:sldMk cId="37000430" sldId="10492"/>
        </pc:sldMkLst>
      </pc:sldChg>
      <pc:sldChg chg="add mod setBg">
        <pc:chgData name="" userId="" providerId="" clId="Web-{81618E40-B03A-458A-B64D-91834375107D}" dt="2026-10-23T11:45:20.261" v="2" actId="34807"/>
        <pc:sldMkLst>
          <pc:docMk/>
          <pc:sldMk cId="3436143259" sldId="10694"/>
        </pc:sldMkLst>
      </pc:sldChg>
      <pc:sldChg chg="add mod setBg">
        <pc:chgData name="" userId="" providerId="" clId="Web-{81618E40-B03A-458A-B64D-91834375107D}" dt="2026-10-23T11:45:20.261" v="2" actId="34807"/>
        <pc:sldMkLst>
          <pc:docMk/>
          <pc:sldMk cId="3193345629" sldId="10897"/>
        </pc:sldMkLst>
      </pc:sldChg>
      <pc:sldChg chg="add mod setBg">
        <pc:chgData name="" userId="" providerId="" clId="Web-{81618E40-B03A-458A-B64D-91834375107D}" dt="2026-10-23T11:45:20.261" v="2" actId="34807"/>
        <pc:sldMkLst>
          <pc:docMk/>
          <pc:sldMk cId="3209283780" sldId="11101"/>
        </pc:sldMkLst>
      </pc:sldChg>
      <pc:sldChg chg="add mod setBg">
        <pc:chgData name="" userId="" providerId="" clId="Web-{81618E40-B03A-458A-B64D-91834375107D}" dt="2026-10-23T11:45:20.261" v="2" actId="34807"/>
        <pc:sldMkLst>
          <pc:docMk/>
          <pc:sldMk cId="726773401" sldId="11306"/>
        </pc:sldMkLst>
      </pc:sldChg>
      <pc:sldChg chg="add mod setBg">
        <pc:chgData name="" userId="" providerId="" clId="Web-{81618E40-B03A-458A-B64D-91834375107D}" dt="2026-10-23T11:45:20.261" v="2" actId="34807"/>
        <pc:sldMkLst>
          <pc:docMk/>
          <pc:sldMk cId="2139460247" sldId="11512"/>
        </pc:sldMkLst>
      </pc:sldChg>
      <pc:sldChg chg="add mod setBg">
        <pc:chgData name="" userId="" providerId="" clId="Web-{81618E40-B03A-458A-B64D-91834375107D}" dt="2026-10-23T11:45:20.261" v="2" actId="34807"/>
        <pc:sldMkLst>
          <pc:docMk/>
          <pc:sldMk cId="3781609771" sldId="11719"/>
        </pc:sldMkLst>
      </pc:sldChg>
      <pc:sldChg chg="add mod setBg">
        <pc:chgData name="" userId="" providerId="" clId="Web-{81618E40-B03A-458A-B64D-91834375107D}" dt="2026-10-23T11:45:20.261" v="2" actId="34807"/>
        <pc:sldMkLst>
          <pc:docMk/>
          <pc:sldMk cId="917117059" sldId="11927"/>
        </pc:sldMkLst>
      </pc:sldChg>
      <pc:sldChg chg="add mod setBg">
        <pc:chgData name="" userId="" providerId="" clId="Web-{81618E40-B03A-458A-B64D-91834375107D}" dt="2026-10-23T11:45:20.261" v="2" actId="34807"/>
        <pc:sldMkLst>
          <pc:docMk/>
          <pc:sldMk cId="1184318231" sldId="12136"/>
        </pc:sldMkLst>
      </pc:sldChg>
      <pc:sldChg chg="add mod setBg">
        <pc:chgData name="" userId="" providerId="" clId="Web-{81618E40-B03A-458A-B64D-91834375107D}" dt="2026-10-23T11:45:20.261" v="2" actId="34807"/>
        <pc:sldMkLst>
          <pc:docMk/>
          <pc:sldMk cId="1302422614" sldId="12346"/>
        </pc:sldMkLst>
      </pc:sldChg>
      <pc:sldChg chg="add mod setBg">
        <pc:chgData name="" userId="" providerId="" clId="Web-{81618E40-B03A-458A-B64D-91834375107D}" dt="2026-10-23T11:45:20.261" v="2" actId="34807"/>
        <pc:sldMkLst>
          <pc:docMk/>
          <pc:sldMk cId="1283465664" sldId="12557"/>
        </pc:sldMkLst>
      </pc:sldChg>
      <pc:sldChg chg="add mod setBg">
        <pc:chgData name="" userId="" providerId="" clId="Web-{81618E40-B03A-458A-B64D-91834375107D}" dt="2026-10-23T11:45:20.261" v="2" actId="34807"/>
        <pc:sldMkLst>
          <pc:docMk/>
          <pc:sldMk cId="1328341611" sldId="12769"/>
        </pc:sldMkLst>
      </pc:sldChg>
      <pc:sldChg chg="add mod setBg">
        <pc:chgData name="" userId="" providerId="" clId="Web-{81618E40-B03A-458A-B64D-91834375107D}" dt="2026-10-23T11:45:20.261" v="2" actId="34807"/>
        <pc:sldMkLst>
          <pc:docMk/>
          <pc:sldMk cId="2377474207" sldId="12982"/>
        </pc:sldMkLst>
      </pc:sldChg>
      <pc:sldChg chg="add mod setBg">
        <pc:chgData name="" userId="" providerId="" clId="Web-{81618E40-B03A-458A-B64D-91834375107D}" dt="2026-10-23T11:45:20.261" v="2" actId="34807"/>
        <pc:sldMkLst>
          <pc:docMk/>
          <pc:sldMk cId="303247563" sldId="13196"/>
        </pc:sldMkLst>
      </pc:sldChg>
      <pc:sldChg chg="add mod setBg">
        <pc:chgData name="" userId="" providerId="" clId="Web-{81618E40-B03A-458A-B64D-91834375107D}" dt="2026-10-23T11:45:20.261" v="2" actId="34807"/>
        <pc:sldMkLst>
          <pc:docMk/>
          <pc:sldMk cId="3162528261" sldId="13411"/>
        </pc:sldMkLst>
      </pc:sldChg>
      <pc:sldChg chg="add mod setBg">
        <pc:chgData name="" userId="" providerId="" clId="Web-{81618E40-B03A-458A-B64D-91834375107D}" dt="2026-10-23T11:45:20.261" v="2" actId="34807"/>
        <pc:sldMkLst>
          <pc:docMk/>
          <pc:sldMk cId="2661767293" sldId="13627"/>
        </pc:sldMkLst>
      </pc:sldChg>
      <pc:sldChg chg="add mod setBg">
        <pc:chgData name="" userId="" providerId="" clId="Web-{81618E40-B03A-458A-B64D-91834375107D}" dt="2026-10-23T11:45:20.261" v="2" actId="34807"/>
        <pc:sldMkLst>
          <pc:docMk/>
          <pc:sldMk cId="2978975748" sldId="13844"/>
        </pc:sldMkLst>
      </pc:sldChg>
      <pc:sldChg chg="add mod setBg">
        <pc:chgData name="" userId="" providerId="" clId="Web-{81618E40-B03A-458A-B64D-91834375107D}" dt="2026-10-23T11:45:20.261" v="2" actId="34807"/>
        <pc:sldMkLst>
          <pc:docMk/>
          <pc:sldMk cId="1448202493" sldId="14062"/>
        </pc:sldMkLst>
      </pc:sldChg>
      <pc:sldChg chg="add mod setBg">
        <pc:chgData name="" userId="" providerId="" clId="Web-{81618E40-B03A-458A-B64D-91834375107D}" dt="2026-10-23T11:45:20.261" v="2" actId="34807"/>
        <pc:sldMkLst>
          <pc:docMk/>
          <pc:sldMk cId="302110903" sldId="14281"/>
        </pc:sldMkLst>
      </pc:sldChg>
      <pc:sldChg chg="add mod setBg">
        <pc:chgData name="" userId="" providerId="" clId="Web-{81618E40-B03A-458A-B64D-91834375107D}" dt="2026-10-23T11:45:20.261" v="2" actId="34807"/>
        <pc:sldMkLst>
          <pc:docMk/>
          <pc:sldMk cId="3855353037" sldId="14501"/>
        </pc:sldMkLst>
      </pc:sldChg>
      <pc:sldChg chg="add mod setBg">
        <pc:chgData name="" userId="" providerId="" clId="Web-{81618E40-B03A-458A-B64D-91834375107D}" dt="2026-10-23T11:45:20.261" v="2" actId="34807"/>
        <pc:sldMkLst>
          <pc:docMk/>
          <pc:sldMk cId="75272732" sldId="14722"/>
        </pc:sldMkLst>
      </pc:sldChg>
      <pc:sldChg chg="add mod setBg">
        <pc:chgData name="" userId="" providerId="" clId="Web-{81618E40-B03A-458A-B64D-91834375107D}" dt="2026-10-23T11:45:20.261" v="2" actId="34807"/>
        <pc:sldMkLst>
          <pc:docMk/>
          <pc:sldMk cId="936607863" sldId="14944"/>
        </pc:sldMkLst>
      </pc:sldChg>
      <pc:sldChg chg="add mod setBg">
        <pc:chgData name="" userId="" providerId="" clId="Web-{81618E40-B03A-458A-B64D-91834375107D}" dt="2026-10-23T11:45:20.261" v="2" actId="34807"/>
        <pc:sldMkLst>
          <pc:docMk/>
          <pc:sldMk cId="4271561650" sldId="15167"/>
        </pc:sldMkLst>
      </pc:sldChg>
      <pc:sldChg chg="add mod setBg">
        <pc:chgData name="" userId="" providerId="" clId="Web-{81618E40-B03A-458A-B64D-91834375107D}" dt="2026-10-23T11:45:20.261" v="2" actId="34807"/>
        <pc:sldMkLst>
          <pc:docMk/>
          <pc:sldMk cId="2268151088" sldId="15391"/>
        </pc:sldMkLst>
      </pc:sldChg>
      <pc:sldChg chg="add mod setBg">
        <pc:chgData name="" userId="" providerId="" clId="Web-{81618E40-B03A-458A-B64D-91834375107D}" dt="2026-10-23T11:45:20.261" v="2" actId="34807"/>
        <pc:sldMkLst>
          <pc:docMk/>
          <pc:sldMk cId="299470252" sldId="15616"/>
        </pc:sldMkLst>
      </pc:sldChg>
      <pc:sldChg chg="add mod setBg">
        <pc:chgData name="" userId="" providerId="" clId="Web-{81618E40-B03A-458A-B64D-91834375107D}" dt="2026-10-23T11:45:20.261" v="2" actId="34807"/>
        <pc:sldMkLst>
          <pc:docMk/>
          <pc:sldMk cId="3776325952" sldId="15842"/>
        </pc:sldMkLst>
      </pc:sldChg>
    </pc:docChg>
  </pc:docChgLst>
  <pc:docChgLst>
    <pc:chgData clId="Web-{7C8CBF58-93CC-48F6-8D10-D971BE5D9D8A}"/>
    <pc:docChg chg="modSld">
      <pc:chgData name="" userId="" providerId="" clId="Web-{7C8CBF58-93CC-48F6-8D10-D971BE5D9D8A}" dt="2026-10-23T12:09:29.655" v="13" actId="34807"/>
      <pc:docMkLst>
        <pc:docMk/>
      </pc:docMkLst>
      <pc:sldChg chg="modSp">
        <pc:chgData name="" userId="" providerId="" clId="Web-{7C8CBF58-93CC-48F6-8D10-D971BE5D9D8A}" dt="2026-10-23T12:09:29.655" v="13" actId="34807"/>
        <pc:sldMkLst>
          <pc:docMk/>
          <pc:sldMk cId="3933574674" sldId="4246"/>
        </pc:sldMkLst>
        <pc:spChg chg="mod">
          <ac:chgData name="" userId="" providerId="" clId="Web-{7C8CBF58-93CC-48F6-8D10-D971BE5D9D8A}" dt="2026-10-23T12:09:29.655" v="13" actId="34807"/>
          <ac:spMkLst>
            <pc:docMk/>
            <pc:sldMk cId="3933574674" sldId="4246"/>
            <ac:spMk id="2667" creationId="{ABDFCC38-6450-5C59-7B14-24AA480793E3}"/>
          </ac:spMkLst>
        </pc:spChg>
        <pc:spChg chg="mod">
          <ac:chgData name="" userId="" providerId="" clId="Web-{7C8CBF58-93CC-48F6-8D10-D971BE5D9D8A}" dt="2026-10-23T12:09:29.655" v="13" actId="34807"/>
          <ac:spMkLst>
            <pc:docMk/>
            <pc:sldMk cId="3933574674" sldId="4246"/>
            <ac:spMk id="2672" creationId="{D80FB324-E76C-D307-BC13-EC584ADAB0BE}"/>
          </ac:spMkLst>
        </pc:spChg>
      </pc:sldChg>
      <pc:sldChg chg="modSp">
        <pc:chgData name="" userId="" providerId="" clId="Web-{7C8CBF58-93CC-48F6-8D10-D971BE5D9D8A}" dt="2026-10-23T12:09:29.655" v="13" actId="34807"/>
        <pc:sldMkLst>
          <pc:docMk/>
          <pc:sldMk cId="2931206922" sldId="4466"/>
        </pc:sldMkLst>
        <pc:spChg chg="mod">
          <ac:chgData name="" userId="" providerId="" clId="Web-{7C8CBF58-93CC-48F6-8D10-D971BE5D9D8A}" dt="2026-10-23T12:09:29.655" v="13" actId="34807"/>
          <ac:spMkLst>
            <pc:docMk/>
            <pc:sldMk cId="2931206922" sldId="4466"/>
            <ac:spMk id="2702" creationId="{E3300248-F60E-28F4-CFC0-ABFC405A15D4}"/>
          </ac:spMkLst>
        </pc:spChg>
      </pc:sldChg>
      <pc:sldChg chg="addSp modSp modNotesTx">
        <pc:chgData name="" userId="" providerId="" clId="Web-{7C8CBF58-93CC-48F6-8D10-D971BE5D9D8A}" dt="2026-10-23T12:08:17.779" v="12" actId="34807"/>
        <pc:sldMkLst>
          <pc:docMk/>
          <pc:sldMk cId="37000430" sldId="10492"/>
        </pc:sldMkLst>
        <pc:spChg chg="add mod">
          <ac:chgData name="" userId="" providerId="" clId="Web-{7C8CBF58-93CC-48F6-8D10-D971BE5D9D8A}" dt="2026-10-23T12:05:37.400" v="1" actId="34807"/>
          <ac:spMkLst>
            <pc:docMk/>
            <pc:sldMk cId="37000430" sldId="10492"/>
            <ac:spMk id="26328" creationId="{2CD312DA-E631-B122-1DD9-6A0EBE27A3C3}"/>
          </ac:spMkLst>
        </pc:spChg>
        <pc:spChg chg="add mod">
          <ac:chgData name="" userId="" providerId="" clId="Web-{7C8CBF58-93CC-48F6-8D10-D971BE5D9D8A}" dt="2026-10-23T12:05:37.400" v="1" actId="34807"/>
          <ac:spMkLst>
            <pc:docMk/>
            <pc:sldMk cId="37000430" sldId="10492"/>
            <ac:spMk id="26330" creationId="{C9B5CD07-B4EA-EBA7-0DC5-86817FF6C91C}"/>
          </ac:spMkLst>
        </pc:spChg>
        <pc:spChg chg="add mod">
          <ac:chgData name="" userId="" providerId="" clId="Web-{7C8CBF58-93CC-48F6-8D10-D971BE5D9D8A}" dt="2026-10-23T12:05:37.400" v="1" actId="34807"/>
          <ac:spMkLst>
            <pc:docMk/>
            <pc:sldMk cId="37000430" sldId="10492"/>
            <ac:spMk id="26333" creationId="{0412B7D1-60EF-47E1-3006-625B1303CEE6}"/>
          </ac:spMkLst>
        </pc:spChg>
        <pc:spChg chg="add mod">
          <ac:chgData name="" userId="" providerId="" clId="Web-{7C8CBF58-93CC-48F6-8D10-D971BE5D9D8A}" dt="2026-10-23T12:05:37.400" v="1" actId="34807"/>
          <ac:spMkLst>
            <pc:docMk/>
            <pc:sldMk cId="37000430" sldId="10492"/>
            <ac:spMk id="26337" creationId="{18C9B547-0F21-C584-D246-D8189DACA38D}"/>
          </ac:spMkLst>
        </pc:spChg>
        <pc:spChg chg="add mod">
          <ac:chgData name="" userId="" providerId="" clId="Web-{7C8CBF58-93CC-48F6-8D10-D971BE5D9D8A}" dt="2026-10-23T12:05:37.400" v="1" actId="34807"/>
          <ac:spMkLst>
            <pc:docMk/>
            <pc:sldMk cId="37000430" sldId="10492"/>
            <ac:spMk id="26348" creationId="{2A76E144-1568-E292-97CC-88BA2C592C5A}"/>
          </ac:spMkLst>
        </pc:spChg>
        <pc:spChg chg="add mod">
          <ac:chgData name="" userId="" providerId="" clId="Web-{7C8CBF58-93CC-48F6-8D10-D971BE5D9D8A}" dt="2026-10-23T12:05:37.400" v="1" actId="34807"/>
          <ac:spMkLst>
            <pc:docMk/>
            <pc:sldMk cId="37000430" sldId="10492"/>
            <ac:spMk id="26355" creationId="{23671CC1-6AB4-6474-C595-9A73877F5809}"/>
          </ac:spMkLst>
        </pc:spChg>
        <pc:spChg chg="add mod">
          <ac:chgData name="" userId="" providerId="" clId="Web-{7C8CBF58-93CC-48F6-8D10-D971BE5D9D8A}" dt="2026-10-23T12:05:37.400" v="1" actId="34807"/>
          <ac:spMkLst>
            <pc:docMk/>
            <pc:sldMk cId="37000430" sldId="10492"/>
            <ac:spMk id="26363" creationId="{85AE8FDE-EB12-723D-28DE-21ACC111025C}"/>
          </ac:spMkLst>
        </pc:spChg>
        <pc:spChg chg="add mod">
          <ac:chgData name="" userId="" providerId="" clId="Web-{7C8CBF58-93CC-48F6-8D10-D971BE5D9D8A}" dt="2026-10-23T12:05:37.400" v="1" actId="34807"/>
          <ac:spMkLst>
            <pc:docMk/>
            <pc:sldMk cId="37000430" sldId="10492"/>
            <ac:spMk id="26372" creationId="{7600E3D7-42BA-0536-A7F1-4EABC476765C}"/>
          </ac:spMkLst>
        </pc:spChg>
        <pc:spChg chg="add mod">
          <ac:chgData name="" userId="" providerId="" clId="Web-{7C8CBF58-93CC-48F6-8D10-D971BE5D9D8A}" dt="2026-10-23T12:05:37.400" v="1" actId="34807"/>
          <ac:spMkLst>
            <pc:docMk/>
            <pc:sldMk cId="37000430" sldId="10492"/>
            <ac:spMk id="26393" creationId="{70171F36-82B9-28B0-9B86-92234384B1EA}"/>
          </ac:spMkLst>
        </pc:spChg>
        <pc:spChg chg="add mod">
          <ac:chgData name="" userId="" providerId="" clId="Web-{7C8CBF58-93CC-48F6-8D10-D971BE5D9D8A}" dt="2026-10-23T12:05:37.400" v="1" actId="34807"/>
          <ac:spMkLst>
            <pc:docMk/>
            <pc:sldMk cId="37000430" sldId="10492"/>
            <ac:spMk id="26405" creationId="{27F614B1-E5A0-EF31-9F30-8EF91B61C288}"/>
          </ac:spMkLst>
        </pc:spChg>
        <pc:spChg chg="add mod">
          <ac:chgData name="" userId="" providerId="" clId="Web-{7C8CBF58-93CC-48F6-8D10-D971BE5D9D8A}" dt="2026-10-23T12:07:41.919" v="4" actId="34807"/>
          <ac:spMkLst>
            <pc:docMk/>
            <pc:sldMk cId="37000430" sldId="10492"/>
            <ac:spMk id="28145" creationId="{4D0A1245-D332-A1F8-BD5F-6651D09991CA}"/>
          </ac:spMkLst>
        </pc:spChg>
        <pc:spChg chg="add mod">
          <ac:chgData name="" userId="" providerId="" clId="Web-{7C8CBF58-93CC-48F6-8D10-D971BE5D9D8A}" dt="2026-10-23T12:07:41.919" v="4" actId="34807"/>
          <ac:spMkLst>
            <pc:docMk/>
            <pc:sldMk cId="37000430" sldId="10492"/>
            <ac:spMk id="28147" creationId="{BB261724-A10C-89DE-23F0-F6D39DC89F8F}"/>
          </ac:spMkLst>
        </pc:spChg>
        <pc:spChg chg="add mod">
          <ac:chgData name="" userId="" providerId="" clId="Web-{7C8CBF58-93CC-48F6-8D10-D971BE5D9D8A}" dt="2026-10-23T12:07:41.919" v="4" actId="34807"/>
          <ac:spMkLst>
            <pc:docMk/>
            <pc:sldMk cId="37000430" sldId="10492"/>
            <ac:spMk id="28150" creationId="{4B7267B9-F59B-4FFF-4FA7-D48CE8C64591}"/>
          </ac:spMkLst>
        </pc:spChg>
        <pc:spChg chg="add mod">
          <ac:chgData name="" userId="" providerId="" clId="Web-{7C8CBF58-93CC-48F6-8D10-D971BE5D9D8A}" dt="2026-10-23T12:07:41.919" v="4" actId="34807"/>
          <ac:spMkLst>
            <pc:docMk/>
            <pc:sldMk cId="37000430" sldId="10492"/>
            <ac:spMk id="28154" creationId="{A9D76F4B-2356-C4EA-69D2-21D821E3DBC2}"/>
          </ac:spMkLst>
        </pc:spChg>
        <pc:spChg chg="add mod">
          <ac:chgData name="" userId="" providerId="" clId="Web-{7C8CBF58-93CC-48F6-8D10-D971BE5D9D8A}" dt="2026-10-23T12:07:41.919" v="4" actId="34807"/>
          <ac:spMkLst>
            <pc:docMk/>
            <pc:sldMk cId="37000430" sldId="10492"/>
            <ac:spMk id="28159" creationId="{63A9786A-2E2D-6308-FC31-FC7D76152591}"/>
          </ac:spMkLst>
        </pc:spChg>
        <pc:spChg chg="add mod">
          <ac:chgData name="" userId="" providerId="" clId="Web-{7C8CBF58-93CC-48F6-8D10-D971BE5D9D8A}" dt="2026-10-23T12:07:41.919" v="4" actId="34807"/>
          <ac:spMkLst>
            <pc:docMk/>
            <pc:sldMk cId="37000430" sldId="10492"/>
            <ac:spMk id="28165" creationId="{67E5CBB2-3D38-01CE-2D16-62FFCAF77AB0}"/>
          </ac:spMkLst>
        </pc:spChg>
        <pc:spChg chg="add mod">
          <ac:chgData name="" userId="" providerId="" clId="Web-{7C8CBF58-93CC-48F6-8D10-D971BE5D9D8A}" dt="2026-10-23T12:07:41.919" v="4" actId="34807"/>
          <ac:spMkLst>
            <pc:docMk/>
            <pc:sldMk cId="37000430" sldId="10492"/>
            <ac:spMk id="28172" creationId="{D1464F25-4BB7-B1F3-7A3B-8F6832F9155B}"/>
          </ac:spMkLst>
        </pc:spChg>
        <pc:picChg chg="add mod">
          <ac:chgData name="" userId="" providerId="" clId="Web-{7C8CBF58-93CC-48F6-8D10-D971BE5D9D8A}" dt="2026-10-23T12:05:26.369" v="0" actId="34807"/>
          <ac:picMkLst>
            <pc:docMk/>
            <pc:sldMk cId="37000430" sldId="10492"/>
            <ac:picMk id="26326" creationId="{D80FF530-FA60-ABE6-EC0F-31CBCB4C8753}"/>
          </ac:picMkLst>
        </pc:picChg>
      </pc:sldChg>
      <pc:sldChg chg="addSp modSp modNotesTx">
        <pc:chgData name="" userId="" providerId="" clId="Web-{7C8CBF58-93CC-48F6-8D10-D971BE5D9D8A}" dt="2026-10-23T12:08:17.779" v="12" actId="34807"/>
        <pc:sldMkLst>
          <pc:docMk/>
          <pc:sldMk cId="3436143259" sldId="10694"/>
        </pc:sldMkLst>
        <pc:spChg chg="add mod">
          <ac:chgData name="" userId="" providerId="" clId="Web-{7C8CBF58-93CC-48F6-8D10-D971BE5D9D8A}" dt="2026-10-23T12:07:44.997" v="6" actId="34807"/>
          <ac:spMkLst>
            <pc:docMk/>
            <pc:sldMk cId="3436143259" sldId="10694"/>
            <ac:spMk id="29551" creationId="{53DC2F68-50D8-EC15-F927-59A9D8037152}"/>
          </ac:spMkLst>
        </pc:spChg>
        <pc:spChg chg="add mod">
          <ac:chgData name="" userId="" providerId="" clId="Web-{7C8CBF58-93CC-48F6-8D10-D971BE5D9D8A}" dt="2026-10-23T12:07:44.997" v="6" actId="34807"/>
          <ac:spMkLst>
            <pc:docMk/>
            <pc:sldMk cId="3436143259" sldId="10694"/>
            <ac:spMk id="29556" creationId="{FF62757F-219B-B614-3C32-99B1D4A2FF5F}"/>
          </ac:spMkLst>
        </pc:spChg>
        <pc:spChg chg="add mod">
          <ac:chgData name="" userId="" providerId="" clId="Web-{7C8CBF58-93CC-48F6-8D10-D971BE5D9D8A}" dt="2026-10-23T12:07:44.997" v="6" actId="34807"/>
          <ac:spMkLst>
            <pc:docMk/>
            <pc:sldMk cId="3436143259" sldId="10694"/>
            <ac:spMk id="29560" creationId="{B65C9598-E019-A28E-C946-4B231667C2B1}"/>
          </ac:spMkLst>
        </pc:spChg>
        <pc:spChg chg="add mod">
          <ac:chgData name="" userId="" providerId="" clId="Web-{7C8CBF58-93CC-48F6-8D10-D971BE5D9D8A}" dt="2026-10-23T12:07:44.997" v="6" actId="34807"/>
          <ac:spMkLst>
            <pc:docMk/>
            <pc:sldMk cId="3436143259" sldId="10694"/>
            <ac:spMk id="29565" creationId="{235274F3-A666-7D28-9816-E9F9BD0BAFAB}"/>
          </ac:spMkLst>
        </pc:spChg>
        <pc:spChg chg="add mod">
          <ac:chgData name="" userId="" providerId="" clId="Web-{7C8CBF58-93CC-48F6-8D10-D971BE5D9D8A}" dt="2026-10-23T12:07:44.997" v="6" actId="34807"/>
          <ac:spMkLst>
            <pc:docMk/>
            <pc:sldMk cId="3436143259" sldId="10694"/>
            <ac:spMk id="29571" creationId="{EBE43A13-3E29-A2B5-EB39-FEA7D82348D1}"/>
          </ac:spMkLst>
        </pc:spChg>
        <pc:spChg chg="add mod">
          <ac:chgData name="" userId="" providerId="" clId="Web-{7C8CBF58-93CC-48F6-8D10-D971BE5D9D8A}" dt="2026-10-23T12:07:44.997" v="6" actId="34807"/>
          <ac:spMkLst>
            <pc:docMk/>
            <pc:sldMk cId="3436143259" sldId="10694"/>
            <ac:spMk id="29578" creationId="{2FCA5999-43CB-0C56-BC4B-62404D76CFFE}"/>
          </ac:spMkLst>
        </pc:spChg>
        <pc:spChg chg="add mod">
          <ac:chgData name="" userId="" providerId="" clId="Web-{7C8CBF58-93CC-48F6-8D10-D971BE5D9D8A}" dt="2026-10-23T12:07:44.997" v="6" actId="34807"/>
          <ac:spMkLst>
            <pc:docMk/>
            <pc:sldMk cId="3436143259" sldId="10694"/>
            <ac:spMk id="29586" creationId="{DD2BA971-F7DA-409E-48F7-D777739E1669}"/>
          </ac:spMkLst>
        </pc:spChg>
        <pc:spChg chg="add mod">
          <ac:chgData name="" userId="" providerId="" clId="Web-{7C8CBF58-93CC-48F6-8D10-D971BE5D9D8A}" dt="2026-10-23T12:07:44.997" v="6" actId="34807"/>
          <ac:spMkLst>
            <pc:docMk/>
            <pc:sldMk cId="3436143259" sldId="10694"/>
            <ac:spMk id="29605" creationId="{4D3C6450-FD89-7D97-A747-41C82A7067A3}"/>
          </ac:spMkLst>
        </pc:spChg>
        <pc:spChg chg="add mod">
          <ac:chgData name="" userId="" providerId="" clId="Web-{7C8CBF58-93CC-48F6-8D10-D971BE5D9D8A}" dt="2026-10-23T12:07:44.997" v="6" actId="34807"/>
          <ac:spMkLst>
            <pc:docMk/>
            <pc:sldMk cId="3436143259" sldId="10694"/>
            <ac:spMk id="29670" creationId="{7E10A2C5-995F-E5E4-F6FA-A582F4CE9D25}"/>
          </ac:spMkLst>
        </pc:spChg>
        <pc:spChg chg="add mod">
          <ac:chgData name="" userId="" providerId="" clId="Web-{7C8CBF58-93CC-48F6-8D10-D971BE5D9D8A}" dt="2026-10-23T12:07:44.997" v="6" actId="34807"/>
          <ac:spMkLst>
            <pc:docMk/>
            <pc:sldMk cId="3436143259" sldId="10694"/>
            <ac:spMk id="29686" creationId="{75D61055-A514-0E15-5253-92D8986584E3}"/>
          </ac:spMkLst>
        </pc:spChg>
        <pc:picChg chg="add mod">
          <ac:chgData name="" userId="" providerId="" clId="Web-{7C8CBF58-93CC-48F6-8D10-D971BE5D9D8A}" dt="2026-10-23T12:05:26.369" v="0" actId="34807"/>
          <ac:picMkLst>
            <pc:docMk/>
            <pc:sldMk cId="3436143259" sldId="10694"/>
            <ac:picMk id="26327" creationId="{B54030F6-72B5-D2BB-1DE6-1A8AF26BB569}"/>
          </ac:picMkLst>
        </pc:picChg>
        <pc:picChg chg="add mod">
          <ac:chgData name="" userId="" providerId="" clId="Web-{7C8CBF58-93CC-48F6-8D10-D971BE5D9D8A}" dt="2026-10-23T12:07:46.091" v="7" actId="34807"/>
          <ac:picMkLst>
            <pc:docMk/>
            <pc:sldMk cId="3436143259" sldId="10694"/>
            <ac:picMk id="29687" creationId="{D7AFADDD-7FF8-4D4C-CB96-8EB55D809CAC}"/>
          </ac:picMkLst>
        </pc:picChg>
        <pc:picChg chg="add mod">
          <ac:chgData name="" userId="" providerId="" clId="Web-{7C8CBF58-93CC-48F6-8D10-D971BE5D9D8A}" dt="2026-10-23T12:07:46.091" v="7" actId="34807"/>
          <ac:picMkLst>
            <pc:docMk/>
            <pc:sldMk cId="3436143259" sldId="10694"/>
            <ac:picMk id="29688" creationId="{2E103EAB-3D8D-0C1D-3320-BC01528276E2}"/>
          </ac:picMkLst>
        </pc:picChg>
        <pc:picChg chg="add mod">
          <ac:chgData name="" userId="" providerId="" clId="Web-{7C8CBF58-93CC-48F6-8D10-D971BE5D9D8A}" dt="2026-10-23T12:07:46.091" v="7" actId="34807"/>
          <ac:picMkLst>
            <pc:docMk/>
            <pc:sldMk cId="3436143259" sldId="10694"/>
            <ac:picMk id="29689" creationId="{A14F2957-BE03-FE1B-7C77-01F38B5028B7}"/>
          </ac:picMkLst>
        </pc:picChg>
        <pc:picChg chg="add mod">
          <ac:chgData name="" userId="" providerId="" clId="Web-{7C8CBF58-93CC-48F6-8D10-D971BE5D9D8A}" dt="2026-10-23T12:07:46.091" v="7" actId="34807"/>
          <ac:picMkLst>
            <pc:docMk/>
            <pc:sldMk cId="3436143259" sldId="10694"/>
            <ac:picMk id="29690" creationId="{97AF9D7C-E46B-EB7F-910A-15312838D8C6}"/>
          </ac:picMkLst>
        </pc:picChg>
      </pc:sldChg>
      <pc:sldChg chg="addSp modSp modNotesTx">
        <pc:chgData name="" userId="" providerId="" clId="Web-{7C8CBF58-93CC-48F6-8D10-D971BE5D9D8A}" dt="2026-10-23T12:08:17.779" v="12" actId="34807"/>
        <pc:sldMkLst>
          <pc:docMk/>
          <pc:sldMk cId="3193345629" sldId="10897"/>
        </pc:sldMkLst>
        <pc:spChg chg="add mod">
          <ac:chgData name="" userId="" providerId="" clId="Web-{7C8CBF58-93CC-48F6-8D10-D971BE5D9D8A}" dt="2026-10-23T12:07:49.731" v="10" actId="34807"/>
          <ac:spMkLst>
            <pc:docMk/>
            <pc:sldMk cId="3193345629" sldId="10897"/>
            <ac:spMk id="30439" creationId="{E5B29FB5-4527-1639-BBF9-AE2312C43699}"/>
          </ac:spMkLst>
        </pc:spChg>
        <pc:spChg chg="add mod">
          <ac:chgData name="" userId="" providerId="" clId="Web-{7C8CBF58-93CC-48F6-8D10-D971BE5D9D8A}" dt="2026-10-23T12:07:49.731" v="10" actId="34807"/>
          <ac:spMkLst>
            <pc:docMk/>
            <pc:sldMk cId="3193345629" sldId="10897"/>
            <ac:spMk id="30441" creationId="{051ACD18-D817-8EB2-49A8-A9C50CB96261}"/>
          </ac:spMkLst>
        </pc:spChg>
        <pc:spChg chg="add mod">
          <ac:chgData name="" userId="" providerId="" clId="Web-{7C8CBF58-93CC-48F6-8D10-D971BE5D9D8A}" dt="2026-10-23T12:07:49.731" v="10" actId="34807"/>
          <ac:spMkLst>
            <pc:docMk/>
            <pc:sldMk cId="3193345629" sldId="10897"/>
            <ac:spMk id="30448" creationId="{A609FA7D-B934-93D9-7E08-43B7FA8795B7}"/>
          </ac:spMkLst>
        </pc:spChg>
        <pc:spChg chg="add mod">
          <ac:chgData name="" userId="" providerId="" clId="Web-{7C8CBF58-93CC-48F6-8D10-D971BE5D9D8A}" dt="2026-10-23T12:07:49.731" v="10" actId="34807"/>
          <ac:spMkLst>
            <pc:docMk/>
            <pc:sldMk cId="3193345629" sldId="10897"/>
            <ac:spMk id="30474" creationId="{02B92FF5-B5D0-1ACD-074E-43337F723AF2}"/>
          </ac:spMkLst>
        </pc:spChg>
        <pc:spChg chg="add mod">
          <ac:chgData name="" userId="" providerId="" clId="Web-{7C8CBF58-93CC-48F6-8D10-D971BE5D9D8A}" dt="2026-10-23T12:07:49.731" v="10" actId="34807"/>
          <ac:spMkLst>
            <pc:docMk/>
            <pc:sldMk cId="3193345629" sldId="10897"/>
            <ac:spMk id="30543" creationId="{27029D47-36AE-494D-C4DB-F8A0E0402108}"/>
          </ac:spMkLst>
        </pc:spChg>
        <pc:spChg chg="add mod">
          <ac:chgData name="" userId="" providerId="" clId="Web-{7C8CBF58-93CC-48F6-8D10-D971BE5D9D8A}" dt="2026-10-23T12:07:49.731" v="10" actId="34807"/>
          <ac:spMkLst>
            <pc:docMk/>
            <pc:sldMk cId="3193345629" sldId="10897"/>
            <ac:spMk id="30558" creationId="{385F79D5-FAF7-CA37-3970-8707DBB9CF3D}"/>
          </ac:spMkLst>
        </pc:spChg>
        <pc:spChg chg="add mod">
          <ac:chgData name="" userId="" providerId="" clId="Web-{7C8CBF58-93CC-48F6-8D10-D971BE5D9D8A}" dt="2026-10-23T12:07:49.731" v="10" actId="34807"/>
          <ac:spMkLst>
            <pc:docMk/>
            <pc:sldMk cId="3193345629" sldId="10897"/>
            <ac:spMk id="30574" creationId="{EC070ECF-9C02-61EB-B7FD-6CFE1F2AA7E2}"/>
          </ac:spMkLst>
        </pc:spChg>
        <pc:spChg chg="add mod">
          <ac:chgData name="" userId="" providerId="" clId="Web-{7C8CBF58-93CC-48F6-8D10-D971BE5D9D8A}" dt="2026-10-23T12:07:49.731" v="10" actId="34807"/>
          <ac:spMkLst>
            <pc:docMk/>
            <pc:sldMk cId="3193345629" sldId="10897"/>
            <ac:spMk id="30691" creationId="{CF3087D8-B6F7-78B7-2A64-BFC17DA614F5}"/>
          </ac:spMkLst>
        </pc:spChg>
        <pc:spChg chg="add mod">
          <ac:chgData name="" userId="" providerId="" clId="Web-{7C8CBF58-93CC-48F6-8D10-D971BE5D9D8A}" dt="2026-10-23T12:07:49.731" v="10" actId="34807"/>
          <ac:spMkLst>
            <pc:docMk/>
            <pc:sldMk cId="3193345629" sldId="10897"/>
            <ac:spMk id="30738" creationId="{B67F8338-BE21-6A1F-237D-38191237BD3D}"/>
          </ac:spMkLst>
        </pc:spChg>
        <pc:spChg chg="add mod">
          <ac:chgData name="" userId="" providerId="" clId="Web-{7C8CBF58-93CC-48F6-8D10-D971BE5D9D8A}" dt="2026-10-23T12:07:49.731" v="10" actId="34807"/>
          <ac:spMkLst>
            <pc:docMk/>
            <pc:sldMk cId="3193345629" sldId="10897"/>
            <ac:spMk id="30763" creationId="{A3448B98-F37C-FA3F-0B8E-049FD65D1CD2}"/>
          </ac:spMkLst>
        </pc:spChg>
        <pc:picChg chg="add mod">
          <ac:chgData name="" userId="" providerId="" clId="Web-{7C8CBF58-93CC-48F6-8D10-D971BE5D9D8A}" dt="2026-10-23T12:07:50.841" v="11" actId="34807"/>
          <ac:picMkLst>
            <pc:docMk/>
            <pc:sldMk cId="3193345629" sldId="10897"/>
            <ac:picMk id="30764" creationId="{093DFE65-8B16-229B-AC12-E8F468BBD614}"/>
          </ac:picMkLst>
        </pc:picChg>
        <pc:picChg chg="add mod">
          <ac:chgData name="" userId="" providerId="" clId="Web-{7C8CBF58-93CC-48F6-8D10-D971BE5D9D8A}" dt="2026-10-23T12:07:50.841" v="11" actId="34807"/>
          <ac:picMkLst>
            <pc:docMk/>
            <pc:sldMk cId="3193345629" sldId="10897"/>
            <ac:picMk id="30765" creationId="{6CFEE0A4-6843-A4D1-4C09-A4DB4370046C}"/>
          </ac:picMkLst>
        </pc:picChg>
        <pc:picChg chg="add mod">
          <ac:chgData name="" userId="" providerId="" clId="Web-{7C8CBF58-93CC-48F6-8D10-D971BE5D9D8A}" dt="2026-10-23T12:07:50.841" v="11" actId="34807"/>
          <ac:picMkLst>
            <pc:docMk/>
            <pc:sldMk cId="3193345629" sldId="10897"/>
            <ac:picMk id="30766" creationId="{DEB77B7D-BDC4-F9CD-3F4E-A4EFF7603560}"/>
          </ac:picMkLst>
        </pc:picChg>
        <pc:picChg chg="add mod">
          <ac:chgData name="" userId="" providerId="" clId="Web-{7C8CBF58-93CC-48F6-8D10-D971BE5D9D8A}" dt="2026-10-23T12:07:50.841" v="11" actId="34807"/>
          <ac:picMkLst>
            <pc:docMk/>
            <pc:sldMk cId="3193345629" sldId="10897"/>
            <ac:picMk id="30767" creationId="{0D6113FA-93D5-E728-07C6-7940C9AE1ED2}"/>
          </ac:picMkLst>
        </pc:picChg>
        <pc:picChg chg="add mod">
          <ac:chgData name="" userId="" providerId="" clId="Web-{7C8CBF58-93CC-48F6-8D10-D971BE5D9D8A}" dt="2026-10-23T12:07:50.841" v="11" actId="34807"/>
          <ac:picMkLst>
            <pc:docMk/>
            <pc:sldMk cId="3193345629" sldId="10897"/>
            <ac:picMk id="30768" creationId="{90ABDFF2-77CB-AF41-5BA6-987F6E92EBC5}"/>
          </ac:picMkLst>
        </pc:picChg>
        <pc:picChg chg="add mod">
          <ac:chgData name="" userId="" providerId="" clId="Web-{7C8CBF58-93CC-48F6-8D10-D971BE5D9D8A}" dt="2026-10-23T12:07:50.841" v="11" actId="34807"/>
          <ac:picMkLst>
            <pc:docMk/>
            <pc:sldMk cId="3193345629" sldId="10897"/>
            <ac:picMk id="30769" creationId="{7C754C20-F751-9773-1D1B-D9B3C17B5134}"/>
          </ac:picMkLst>
        </pc:picChg>
      </pc:sldChg>
      <pc:sldChg chg="addSp modSp modNotesTx">
        <pc:chgData name="" userId="" providerId="" clId="Web-{7C8CBF58-93CC-48F6-8D10-D971BE5D9D8A}" dt="2026-10-23T12:08:17.779" v="12" actId="34807"/>
        <pc:sldMkLst>
          <pc:docMk/>
          <pc:sldMk cId="3209283780" sldId="11101"/>
        </pc:sldMkLst>
        <pc:spChg chg="add mod">
          <ac:chgData name="" userId="" providerId="" clId="Web-{7C8CBF58-93CC-48F6-8D10-D971BE5D9D8A}" dt="2026-10-23T12:07:47.388" v="8" actId="34807"/>
          <ac:spMkLst>
            <pc:docMk/>
            <pc:sldMk cId="3209283780" sldId="11101"/>
            <ac:spMk id="29696" creationId="{988566E5-3CA3-0B39-8592-A65037B6EE46}"/>
          </ac:spMkLst>
        </pc:spChg>
        <pc:spChg chg="add mod">
          <ac:chgData name="" userId="" providerId="" clId="Web-{7C8CBF58-93CC-48F6-8D10-D971BE5D9D8A}" dt="2026-10-23T12:07:47.388" v="8" actId="34807"/>
          <ac:spMkLst>
            <pc:docMk/>
            <pc:sldMk cId="3209283780" sldId="11101"/>
            <ac:spMk id="29705" creationId="{10F995CB-C166-6AC9-2C94-71A6D23E7896}"/>
          </ac:spMkLst>
        </pc:spChg>
        <pc:spChg chg="add mod">
          <ac:chgData name="" userId="" providerId="" clId="Web-{7C8CBF58-93CC-48F6-8D10-D971BE5D9D8A}" dt="2026-10-23T12:07:47.388" v="8" actId="34807"/>
          <ac:spMkLst>
            <pc:docMk/>
            <pc:sldMk cId="3209283780" sldId="11101"/>
            <ac:spMk id="29745" creationId="{C7889A9E-A11A-4617-C664-E997533DB990}"/>
          </ac:spMkLst>
        </pc:spChg>
        <pc:spChg chg="add mod">
          <ac:chgData name="" userId="" providerId="" clId="Web-{7C8CBF58-93CC-48F6-8D10-D971BE5D9D8A}" dt="2026-10-23T12:07:47.388" v="8" actId="34807"/>
          <ac:spMkLst>
            <pc:docMk/>
            <pc:sldMk cId="3209283780" sldId="11101"/>
            <ac:spMk id="29795" creationId="{8C6C1001-2458-5292-E080-1050FFE48D79}"/>
          </ac:spMkLst>
        </pc:spChg>
        <pc:spChg chg="add mod">
          <ac:chgData name="" userId="" providerId="" clId="Web-{7C8CBF58-93CC-48F6-8D10-D971BE5D9D8A}" dt="2026-10-23T12:07:47.388" v="8" actId="34807"/>
          <ac:spMkLst>
            <pc:docMk/>
            <pc:sldMk cId="3209283780" sldId="11101"/>
            <ac:spMk id="29900" creationId="{1EF2021A-BFF4-7817-C550-F13695911B89}"/>
          </ac:spMkLst>
        </pc:spChg>
        <pc:spChg chg="add mod">
          <ac:chgData name="" userId="" providerId="" clId="Web-{7C8CBF58-93CC-48F6-8D10-D971BE5D9D8A}" dt="2026-10-23T12:07:47.388" v="8" actId="34807"/>
          <ac:spMkLst>
            <pc:docMk/>
            <pc:sldMk cId="3209283780" sldId="11101"/>
            <ac:spMk id="29943" creationId="{A6566EF8-28B5-9C1D-5CE7-8264D9497125}"/>
          </ac:spMkLst>
        </pc:spChg>
        <pc:spChg chg="add mod">
          <ac:chgData name="" userId="" providerId="" clId="Web-{7C8CBF58-93CC-48F6-8D10-D971BE5D9D8A}" dt="2026-10-23T12:07:47.388" v="8" actId="34807"/>
          <ac:spMkLst>
            <pc:docMk/>
            <pc:sldMk cId="3209283780" sldId="11101"/>
            <ac:spMk id="30068" creationId="{8511488C-B45B-5756-F088-35812A92B20B}"/>
          </ac:spMkLst>
        </pc:spChg>
        <pc:spChg chg="add mod">
          <ac:chgData name="" userId="" providerId="" clId="Web-{7C8CBF58-93CC-48F6-8D10-D971BE5D9D8A}" dt="2026-10-23T12:07:47.388" v="8" actId="34807"/>
          <ac:spMkLst>
            <pc:docMk/>
            <pc:sldMk cId="3209283780" sldId="11101"/>
            <ac:spMk id="30186" creationId="{55F5E45F-B8E0-45AD-8296-00AAD49A24D2}"/>
          </ac:spMkLst>
        </pc:spChg>
        <pc:spChg chg="add mod">
          <ac:chgData name="" userId="" providerId="" clId="Web-{7C8CBF58-93CC-48F6-8D10-D971BE5D9D8A}" dt="2026-10-23T12:07:47.388" v="8" actId="34807"/>
          <ac:spMkLst>
            <pc:docMk/>
            <pc:sldMk cId="3209283780" sldId="11101"/>
            <ac:spMk id="30218" creationId="{A503B585-6179-F0F4-8883-17FD46CD707F}"/>
          </ac:spMkLst>
        </pc:spChg>
        <pc:spChg chg="add mod">
          <ac:chgData name="" userId="" providerId="" clId="Web-{7C8CBF58-93CC-48F6-8D10-D971BE5D9D8A}" dt="2026-10-23T12:07:47.388" v="8" actId="34807"/>
          <ac:spMkLst>
            <pc:docMk/>
            <pc:sldMk cId="3209283780" sldId="11101"/>
            <ac:spMk id="30251" creationId="{FC3A9AC5-5873-2560-60C4-91EDD59ACEC1}"/>
          </ac:spMkLst>
        </pc:spChg>
        <pc:picChg chg="add mod">
          <ac:chgData name="" userId="" providerId="" clId="Web-{7C8CBF58-93CC-48F6-8D10-D971BE5D9D8A}" dt="2026-10-23T12:07:48.450" v="9" actId="34807"/>
          <ac:picMkLst>
            <pc:docMk/>
            <pc:sldMk cId="3209283780" sldId="11101"/>
            <ac:picMk id="30432" creationId="{9FAA672E-2BF2-92AF-29D3-29A7D3ABE958}"/>
          </ac:picMkLst>
        </pc:picChg>
        <pc:picChg chg="add mod">
          <ac:chgData name="" userId="" providerId="" clId="Web-{7C8CBF58-93CC-48F6-8D10-D971BE5D9D8A}" dt="2026-10-23T12:07:48.450" v="9" actId="34807"/>
          <ac:picMkLst>
            <pc:docMk/>
            <pc:sldMk cId="3209283780" sldId="11101"/>
            <ac:picMk id="30433" creationId="{8D02E7D6-F0F3-01E5-8B81-D1716609A384}"/>
          </ac:picMkLst>
        </pc:picChg>
        <pc:picChg chg="add mod">
          <ac:chgData name="" userId="" providerId="" clId="Web-{7C8CBF58-93CC-48F6-8D10-D971BE5D9D8A}" dt="2026-10-23T12:07:48.450" v="9" actId="34807"/>
          <ac:picMkLst>
            <pc:docMk/>
            <pc:sldMk cId="3209283780" sldId="11101"/>
            <ac:picMk id="30434" creationId="{CD0D9C64-07E1-488E-1E53-5047D9834724}"/>
          </ac:picMkLst>
        </pc:picChg>
        <pc:picChg chg="add mod">
          <ac:chgData name="" userId="" providerId="" clId="Web-{7C8CBF58-93CC-48F6-8D10-D971BE5D9D8A}" dt="2026-10-23T12:07:48.450" v="9" actId="34807"/>
          <ac:picMkLst>
            <pc:docMk/>
            <pc:sldMk cId="3209283780" sldId="11101"/>
            <ac:picMk id="30435" creationId="{441FAE2D-9DEC-CEB3-7116-D318DE1A21FF}"/>
          </ac:picMkLst>
        </pc:picChg>
        <pc:picChg chg="add mod">
          <ac:chgData name="" userId="" providerId="" clId="Web-{7C8CBF58-93CC-48F6-8D10-D971BE5D9D8A}" dt="2026-10-23T12:07:48.450" v="9" actId="34807"/>
          <ac:picMkLst>
            <pc:docMk/>
            <pc:sldMk cId="3209283780" sldId="11101"/>
            <ac:picMk id="30436" creationId="{6170F896-A23F-1F4B-A663-11CB8FA399C2}"/>
          </ac:picMkLst>
        </pc:picChg>
        <pc:picChg chg="add mod">
          <ac:chgData name="" userId="" providerId="" clId="Web-{7C8CBF58-93CC-48F6-8D10-D971BE5D9D8A}" dt="2026-10-23T12:07:48.450" v="9" actId="34807"/>
          <ac:picMkLst>
            <pc:docMk/>
            <pc:sldMk cId="3209283780" sldId="11101"/>
            <ac:picMk id="30437" creationId="{53BFF59C-C8C9-6B52-B793-B92939D19814}"/>
          </ac:picMkLst>
        </pc:picChg>
        <pc:picChg chg="add mod">
          <ac:chgData name="" userId="" providerId="" clId="Web-{7C8CBF58-93CC-48F6-8D10-D971BE5D9D8A}" dt="2026-10-23T12:07:48.450" v="9" actId="34807"/>
          <ac:picMkLst>
            <pc:docMk/>
            <pc:sldMk cId="3209283780" sldId="11101"/>
            <ac:picMk id="30438" creationId="{294518CA-6C2D-498E-3E0A-2968BC0A73CE}"/>
          </ac:picMkLst>
        </pc:picChg>
      </pc:sldChg>
      <pc:sldChg chg="addSp modSp modNotesTx">
        <pc:chgData name="" userId="" providerId="" clId="Web-{7C8CBF58-93CC-48F6-8D10-D971BE5D9D8A}" dt="2026-10-23T12:08:17.779" v="12" actId="34807"/>
        <pc:sldMkLst>
          <pc:docMk/>
          <pc:sldMk cId="726773401" sldId="11306"/>
        </pc:sldMkLst>
        <pc:spChg chg="add mod">
          <ac:chgData name="" userId="" providerId="" clId="Web-{7C8CBF58-93CC-48F6-8D10-D971BE5D9D8A}" dt="2026-10-23T12:07:43.653" v="5" actId="34807"/>
          <ac:spMkLst>
            <pc:docMk/>
            <pc:sldMk cId="726773401" sldId="11306"/>
            <ac:spMk id="28193" creationId="{46640BFA-DE47-BB32-A397-17EF752BAFEC}"/>
          </ac:spMkLst>
        </pc:spChg>
        <pc:spChg chg="add mod">
          <ac:chgData name="" userId="" providerId="" clId="Web-{7C8CBF58-93CC-48F6-8D10-D971BE5D9D8A}" dt="2026-10-23T12:07:43.653" v="5" actId="34807"/>
          <ac:spMkLst>
            <pc:docMk/>
            <pc:sldMk cId="726773401" sldId="11306"/>
            <ac:spMk id="28250" creationId="{C95567D0-4F03-9487-502B-AF6108463085}"/>
          </ac:spMkLst>
        </pc:spChg>
        <pc:spChg chg="add mod">
          <ac:chgData name="" userId="" providerId="" clId="Web-{7C8CBF58-93CC-48F6-8D10-D971BE5D9D8A}" dt="2026-10-23T12:07:43.653" v="5" actId="34807"/>
          <ac:spMkLst>
            <pc:docMk/>
            <pc:sldMk cId="726773401" sldId="11306"/>
            <ac:spMk id="28263" creationId="{FD785EC6-0097-B623-B7DF-A6D93FFB04FE}"/>
          </ac:spMkLst>
        </pc:spChg>
        <pc:spChg chg="add mod">
          <ac:chgData name="" userId="" providerId="" clId="Web-{7C8CBF58-93CC-48F6-8D10-D971BE5D9D8A}" dt="2026-10-23T12:07:43.653" v="5" actId="34807"/>
          <ac:spMkLst>
            <pc:docMk/>
            <pc:sldMk cId="726773401" sldId="11306"/>
            <ac:spMk id="28343" creationId="{322D2F21-EAF2-180A-6941-39692ED3664C}"/>
          </ac:spMkLst>
        </pc:spChg>
        <pc:spChg chg="add mod">
          <ac:chgData name="" userId="" providerId="" clId="Web-{7C8CBF58-93CC-48F6-8D10-D971BE5D9D8A}" dt="2026-10-23T12:07:43.653" v="5" actId="34807"/>
          <ac:spMkLst>
            <pc:docMk/>
            <pc:sldMk cId="726773401" sldId="11306"/>
            <ac:spMk id="28403" creationId="{A47D69F7-6BD9-AF94-1C73-B95EA9DF2903}"/>
          </ac:spMkLst>
        </pc:spChg>
        <pc:spChg chg="add mod">
          <ac:chgData name="" userId="" providerId="" clId="Web-{7C8CBF58-93CC-48F6-8D10-D971BE5D9D8A}" dt="2026-10-23T12:07:43.653" v="5" actId="34807"/>
          <ac:spMkLst>
            <pc:docMk/>
            <pc:sldMk cId="726773401" sldId="11306"/>
            <ac:spMk id="28578" creationId="{6CDD6B0C-4AE1-1B7D-CFB0-A3DE0650E9B8}"/>
          </ac:spMkLst>
        </pc:spChg>
        <pc:spChg chg="add mod">
          <ac:chgData name="" userId="" providerId="" clId="Web-{7C8CBF58-93CC-48F6-8D10-D971BE5D9D8A}" dt="2026-10-23T12:07:43.653" v="5" actId="34807"/>
          <ac:spMkLst>
            <pc:docMk/>
            <pc:sldMk cId="726773401" sldId="11306"/>
            <ac:spMk id="28992" creationId="{2B97002D-74BF-FF25-B33D-D36E437EE1BD}"/>
          </ac:spMkLst>
        </pc:spChg>
        <pc:spChg chg="add mod">
          <ac:chgData name="" userId="" providerId="" clId="Web-{7C8CBF58-93CC-48F6-8D10-D971BE5D9D8A}" dt="2026-10-23T12:07:43.653" v="5" actId="34807"/>
          <ac:spMkLst>
            <pc:docMk/>
            <pc:sldMk cId="726773401" sldId="11306"/>
            <ac:spMk id="29207" creationId="{4B63950D-1257-63F4-D9FE-F1E5CC619F36}"/>
          </ac:spMkLst>
        </pc:spChg>
        <pc:spChg chg="add mod">
          <ac:chgData name="" userId="" providerId="" clId="Web-{7C8CBF58-93CC-48F6-8D10-D971BE5D9D8A}" dt="2026-10-23T12:07:43.653" v="5" actId="34807"/>
          <ac:spMkLst>
            <pc:docMk/>
            <pc:sldMk cId="726773401" sldId="11306"/>
            <ac:spMk id="29397" creationId="{F02F9596-14C7-71D1-69FB-161E58C80290}"/>
          </ac:spMkLst>
        </pc:spChg>
        <pc:spChg chg="add mod">
          <ac:chgData name="" userId="" providerId="" clId="Web-{7C8CBF58-93CC-48F6-8D10-D971BE5D9D8A}" dt="2026-10-23T12:07:43.653" v="5" actId="34807"/>
          <ac:spMkLst>
            <pc:docMk/>
            <pc:sldMk cId="726773401" sldId="11306"/>
            <ac:spMk id="29550" creationId="{74BA9896-7F6A-49D2-6915-B0574A5B5E3D}"/>
          </ac:spMkLst>
        </pc:spChg>
      </pc:sldChg>
      <pc:sldChg chg="addSp modSp modNotesTx">
        <pc:chgData name="" userId="" providerId="" clId="Web-{7C8CBF58-93CC-48F6-8D10-D971BE5D9D8A}" dt="2026-10-23T12:08:17.779" v="12" actId="34807"/>
        <pc:sldMkLst>
          <pc:docMk/>
          <pc:sldMk cId="2139460247" sldId="11512"/>
        </pc:sldMkLst>
        <pc:spChg chg="add mod">
          <ac:chgData name="" userId="" providerId="" clId="Web-{7C8CBF58-93CC-48F6-8D10-D971BE5D9D8A}" dt="2026-10-23T12:07:39.356" v="2" actId="34807"/>
          <ac:spMkLst>
            <pc:docMk/>
            <pc:sldMk cId="2139460247" sldId="11512"/>
            <ac:spMk id="26552" creationId="{93C611BE-587B-DC8D-922A-FBCB8E1334BB}"/>
          </ac:spMkLst>
        </pc:spChg>
        <pc:spChg chg="add mod">
          <ac:chgData name="" userId="" providerId="" clId="Web-{7C8CBF58-93CC-48F6-8D10-D971BE5D9D8A}" dt="2026-10-23T12:07:39.356" v="2" actId="34807"/>
          <ac:spMkLst>
            <pc:docMk/>
            <pc:sldMk cId="2139460247" sldId="11512"/>
            <ac:spMk id="26585" creationId="{1614845E-CE3E-5079-4344-2F4101F7AFB0}"/>
          </ac:spMkLst>
        </pc:spChg>
        <pc:spChg chg="add mod">
          <ac:chgData name="" userId="" providerId="" clId="Web-{7C8CBF58-93CC-48F6-8D10-D971BE5D9D8A}" dt="2026-10-23T12:07:39.356" v="2" actId="34807"/>
          <ac:spMkLst>
            <pc:docMk/>
            <pc:sldMk cId="2139460247" sldId="11512"/>
            <ac:spMk id="26838" creationId="{42178780-D3F6-2E08-01BF-09B26EC12FE6}"/>
          </ac:spMkLst>
        </pc:spChg>
        <pc:spChg chg="add mod">
          <ac:chgData name="" userId="" providerId="" clId="Web-{7C8CBF58-93CC-48F6-8D10-D971BE5D9D8A}" dt="2026-10-23T12:07:39.356" v="2" actId="34807"/>
          <ac:spMkLst>
            <pc:docMk/>
            <pc:sldMk cId="2139460247" sldId="11512"/>
            <ac:spMk id="27027" creationId="{3C355F20-0860-802A-3BDF-A1D77FE83B42}"/>
          </ac:spMkLst>
        </pc:spChg>
        <pc:spChg chg="add mod">
          <ac:chgData name="" userId="" providerId="" clId="Web-{7C8CBF58-93CC-48F6-8D10-D971BE5D9D8A}" dt="2026-10-23T12:07:39.356" v="2" actId="34807"/>
          <ac:spMkLst>
            <pc:docMk/>
            <pc:sldMk cId="2139460247" sldId="11512"/>
            <ac:spMk id="27135" creationId="{86B4BE70-0449-6F32-63A9-0FFBD2B3853B}"/>
          </ac:spMkLst>
        </pc:spChg>
        <pc:spChg chg="add mod">
          <ac:chgData name="" userId="" providerId="" clId="Web-{7C8CBF58-93CC-48F6-8D10-D971BE5D9D8A}" dt="2026-10-23T12:07:39.356" v="2" actId="34807"/>
          <ac:spMkLst>
            <pc:docMk/>
            <pc:sldMk cId="2139460247" sldId="11512"/>
            <ac:spMk id="27422" creationId="{E65AE2AC-DEA5-BC08-B4B0-595C762EF682}"/>
          </ac:spMkLst>
        </pc:spChg>
        <pc:spChg chg="add mod">
          <ac:chgData name="" userId="" providerId="" clId="Web-{7C8CBF58-93CC-48F6-8D10-D971BE5D9D8A}" dt="2026-10-23T12:07:39.356" v="2" actId="34807"/>
          <ac:spMkLst>
            <pc:docMk/>
            <pc:sldMk cId="2139460247" sldId="11512"/>
            <ac:spMk id="27467" creationId="{2D131DB0-4A14-FE10-D739-1A318698134A}"/>
          </ac:spMkLst>
        </pc:spChg>
        <pc:spChg chg="add mod">
          <ac:chgData name="" userId="" providerId="" clId="Web-{7C8CBF58-93CC-48F6-8D10-D971BE5D9D8A}" dt="2026-10-23T12:07:39.356" v="2" actId="34807"/>
          <ac:spMkLst>
            <pc:docMk/>
            <pc:sldMk cId="2139460247" sldId="11512"/>
            <ac:spMk id="27810" creationId="{0DAFAE35-AD87-222D-11A7-C35A5856352E}"/>
          </ac:spMkLst>
        </pc:spChg>
        <pc:spChg chg="add mod">
          <ac:chgData name="" userId="" providerId="" clId="Web-{7C8CBF58-93CC-48F6-8D10-D971BE5D9D8A}" dt="2026-10-23T12:07:39.356" v="2" actId="34807"/>
          <ac:spMkLst>
            <pc:docMk/>
            <pc:sldMk cId="2139460247" sldId="11512"/>
            <ac:spMk id="27863" creationId="{E1DCB621-1F82-FCC7-8107-5FA20A272388}"/>
          </ac:spMkLst>
        </pc:spChg>
        <pc:spChg chg="add mod">
          <ac:chgData name="" userId="" providerId="" clId="Web-{7C8CBF58-93CC-48F6-8D10-D971BE5D9D8A}" dt="2026-10-23T12:07:39.356" v="2" actId="34807"/>
          <ac:spMkLst>
            <pc:docMk/>
            <pc:sldMk cId="2139460247" sldId="11512"/>
            <ac:spMk id="27972" creationId="{28D69BB6-42ED-197C-58AC-A397578F13B3}"/>
          </ac:spMkLst>
        </pc:spChg>
        <pc:picChg chg="add mod">
          <ac:chgData name="" userId="" providerId="" clId="Web-{7C8CBF58-93CC-48F6-8D10-D971BE5D9D8A}" dt="2026-10-23T12:07:40.497" v="3" actId="34807"/>
          <ac:picMkLst>
            <pc:docMk/>
            <pc:sldMk cId="2139460247" sldId="11512"/>
            <ac:picMk id="28144" creationId="{63B9F110-3508-A04F-2708-4F5272C994E0}"/>
          </ac:picMkLst>
        </pc:picChg>
      </pc:sldChg>
    </pc:docChg>
  </pc:docChgLst>
  <pc:docChgLst>
    <pc:chgData clId="Web-{BDFB45A7-0074-4FE7-9366-070F382F8961}"/>
    <pc:docChg chg="modSld">
      <pc:chgData name="" userId="" providerId="" clId="Web-{BDFB45A7-0074-4FE7-9366-070F382F8961}" dt="2026-10-23T13:09:16.546" v="28" actId="34807"/>
      <pc:docMkLst>
        <pc:docMk/>
      </pc:docMkLst>
      <pc:sldChg chg="modSp modNotesTx">
        <pc:chgData name="" userId="" providerId="" clId="Web-{BDFB45A7-0074-4FE7-9366-070F382F8961}" dt="2026-10-23T13:01:36.799" v="3" actId="34807"/>
        <pc:sldMkLst>
          <pc:docMk/>
          <pc:sldMk cId="18801219" sldId="4909"/>
        </pc:sldMkLst>
        <pc:spChg chg="mod">
          <ac:chgData name="" userId="" providerId="" clId="Web-{BDFB45A7-0074-4FE7-9366-070F382F8961}" dt="2026-10-23T13:01:16.908" v="0" actId="34807"/>
          <ac:spMkLst>
            <pc:docMk/>
            <pc:sldMk cId="18801219" sldId="4909"/>
            <ac:spMk id="22540" creationId="{F1249BA4-DF0D-7B43-6E9D-DC013D517344}"/>
          </ac:spMkLst>
        </pc:spChg>
      </pc:sldChg>
      <pc:sldChg chg="addSp delSp modSp modNotesTx">
        <pc:chgData name="" userId="" providerId="" clId="Web-{BDFB45A7-0074-4FE7-9366-070F382F8961}" dt="2026-10-23T13:01:36.799" v="3" actId="34807"/>
        <pc:sldMkLst>
          <pc:docMk/>
          <pc:sldMk cId="1994120710" sldId="5132"/>
        </pc:sldMkLst>
        <pc:spChg chg="mod">
          <ac:chgData name="" userId="" providerId="" clId="Web-{BDFB45A7-0074-4FE7-9366-070F382F8961}" dt="2026-10-23T13:01:16.908" v="0" actId="34807"/>
          <ac:spMkLst>
            <pc:docMk/>
            <pc:sldMk cId="1994120710" sldId="5132"/>
            <ac:spMk id="22546" creationId="{DF755256-A8D0-F73B-4478-5D98A71300C6}"/>
          </ac:spMkLst>
        </pc:spChg>
        <pc:spChg chg="del">
          <ac:chgData name="" userId="" providerId="" clId="Web-{BDFB45A7-0074-4FE7-9366-070F382F8961}" dt="2026-10-23T13:01:30.643" v="2" actId="34807"/>
          <ac:spMkLst>
            <pc:docMk/>
            <pc:sldMk cId="1994120710" sldId="5132"/>
            <ac:spMk id="22551" creationId="{27AA305F-4B63-2059-26E5-6E28B0DDBE38}"/>
          </ac:spMkLst>
        </pc:spChg>
        <pc:spChg chg="add mod">
          <ac:chgData name="" userId="" providerId="" clId="Web-{BDFB45A7-0074-4FE7-9366-070F382F8961}" dt="2026-10-23T13:01:28.611" v="1" actId="34807"/>
          <ac:spMkLst>
            <pc:docMk/>
            <pc:sldMk cId="1994120710" sldId="5132"/>
            <ac:spMk id="59994" creationId="{468078B3-67A6-DD1B-98A3-FBED7D6622AB}"/>
          </ac:spMkLst>
        </pc:spChg>
      </pc:sldChg>
      <pc:sldChg chg="modNotesTx">
        <pc:chgData name="" userId="" providerId="" clId="Web-{BDFB45A7-0074-4FE7-9366-070F382F8961}" dt="2026-10-23T13:01:36.799" v="3" actId="34807"/>
        <pc:sldMkLst>
          <pc:docMk/>
          <pc:sldMk cId="2251772608" sldId="5807"/>
        </pc:sldMkLst>
      </pc:sldChg>
      <pc:sldChg chg="addSp delSp modSp modNotesTx">
        <pc:chgData name="" userId="" providerId="" clId="Web-{BDFB45A7-0074-4FE7-9366-070F382F8961}" dt="2026-10-23T13:01:36.799" v="3" actId="34807"/>
        <pc:sldMkLst>
          <pc:docMk/>
          <pc:sldMk cId="811820232" sldId="6491"/>
        </pc:sldMkLst>
        <pc:spChg chg="del">
          <ac:chgData name="" userId="" providerId="" clId="Web-{BDFB45A7-0074-4FE7-9366-070F382F8961}" dt="2026-10-23T13:01:30.643" v="2" actId="34807"/>
          <ac:spMkLst>
            <pc:docMk/>
            <pc:sldMk cId="811820232" sldId="6491"/>
            <ac:spMk id="22101" creationId="{C0B4FE84-9662-516A-464E-3CF74615D1B7}"/>
          </ac:spMkLst>
        </pc:spChg>
        <pc:spChg chg="del">
          <ac:chgData name="" userId="" providerId="" clId="Web-{BDFB45A7-0074-4FE7-9366-070F382F8961}" dt="2026-10-23T13:01:30.643" v="2" actId="34807"/>
          <ac:spMkLst>
            <pc:docMk/>
            <pc:sldMk cId="811820232" sldId="6491"/>
            <ac:spMk id="22564" creationId="{9F972788-5FA6-D335-4647-30A9706E40F6}"/>
          </ac:spMkLst>
        </pc:spChg>
        <pc:spChg chg="add mod">
          <ac:chgData name="" userId="" providerId="" clId="Web-{BDFB45A7-0074-4FE7-9366-070F382F8961}" dt="2026-10-23T13:01:28.611" v="1" actId="34807"/>
          <ac:spMkLst>
            <pc:docMk/>
            <pc:sldMk cId="811820232" sldId="6491"/>
            <ac:spMk id="59959" creationId="{56D9A094-965D-B609-CAD2-5CC3E8EC2DBF}"/>
          </ac:spMkLst>
        </pc:spChg>
        <pc:spChg chg="add mod">
          <ac:chgData name="" userId="" providerId="" clId="Web-{BDFB45A7-0074-4FE7-9366-070F382F8961}" dt="2026-10-23T13:01:28.611" v="1" actId="34807"/>
          <ac:spMkLst>
            <pc:docMk/>
            <pc:sldMk cId="811820232" sldId="6491"/>
            <ac:spMk id="59961" creationId="{48445B65-9CCF-9498-7B80-3D7792851785}"/>
          </ac:spMkLst>
        </pc:spChg>
      </pc:sldChg>
      <pc:sldChg chg="addSp delSp modSp modNotesTx">
        <pc:chgData name="" userId="" providerId="" clId="Web-{BDFB45A7-0074-4FE7-9366-070F382F8961}" dt="2026-10-23T13:07:25.168" v="6" actId="34807"/>
        <pc:sldMkLst>
          <pc:docMk/>
          <pc:sldMk cId="1237582900" sldId="6721"/>
        </pc:sldMkLst>
        <pc:spChg chg="mod">
          <ac:chgData name="" userId="" providerId="" clId="Web-{BDFB45A7-0074-4FE7-9366-070F382F8961}" dt="2026-10-23T13:01:16.908" v="0" actId="34807"/>
          <ac:spMkLst>
            <pc:docMk/>
            <pc:sldMk cId="1237582900" sldId="6721"/>
            <ac:spMk id="22102" creationId="{5EE3545D-B285-31BC-1B04-6012EB0A8985}"/>
          </ac:spMkLst>
        </pc:spChg>
        <pc:spChg chg="mod">
          <ac:chgData name="" userId="" providerId="" clId="Web-{BDFB45A7-0074-4FE7-9366-070F382F8961}" dt="2026-10-23T13:01:16.908" v="0" actId="34807"/>
          <ac:spMkLst>
            <pc:docMk/>
            <pc:sldMk cId="1237582900" sldId="6721"/>
            <ac:spMk id="22104" creationId="{14846651-7D78-6E39-B9AA-6012E7FF397B}"/>
          </ac:spMkLst>
        </pc:spChg>
        <pc:spChg chg="del">
          <ac:chgData name="" userId="" providerId="" clId="Web-{BDFB45A7-0074-4FE7-9366-070F382F8961}" dt="2026-10-23T13:01:30.643" v="2" actId="34807"/>
          <ac:spMkLst>
            <pc:docMk/>
            <pc:sldMk cId="1237582900" sldId="6721"/>
            <ac:spMk id="22122" creationId="{B8B746D2-49DB-AC1F-E31F-EC54BADCEBBD}"/>
          </ac:spMkLst>
        </pc:spChg>
        <pc:spChg chg="mod">
          <ac:chgData name="" userId="" providerId="" clId="Web-{BDFB45A7-0074-4FE7-9366-070F382F8961}" dt="2026-10-23T13:01:16.908" v="0" actId="34807"/>
          <ac:spMkLst>
            <pc:docMk/>
            <pc:sldMk cId="1237582900" sldId="6721"/>
            <ac:spMk id="22129" creationId="{C3D8D303-64A3-489E-A8C1-62827AF3DDB8}"/>
          </ac:spMkLst>
        </pc:spChg>
        <pc:spChg chg="del">
          <ac:chgData name="" userId="" providerId="" clId="Web-{BDFB45A7-0074-4FE7-9366-070F382F8961}" dt="2026-10-23T13:01:30.643" v="2" actId="34807"/>
          <ac:spMkLst>
            <pc:docMk/>
            <pc:sldMk cId="1237582900" sldId="6721"/>
            <ac:spMk id="22137" creationId="{35FA112F-A1DD-C1F4-4920-D1F5DEEFCCD4}"/>
          </ac:spMkLst>
        </pc:spChg>
        <pc:spChg chg="mod">
          <ac:chgData name="" userId="" providerId="" clId="Web-{BDFB45A7-0074-4FE7-9366-070F382F8961}" dt="2026-10-23T13:01:16.908" v="0" actId="34807"/>
          <ac:spMkLst>
            <pc:docMk/>
            <pc:sldMk cId="1237582900" sldId="6721"/>
            <ac:spMk id="22167" creationId="{CB9A6EB6-8B36-45F5-32BF-1D6703C3DC0F}"/>
          </ac:spMkLst>
        </pc:spChg>
        <pc:spChg chg="mod">
          <ac:chgData name="" userId="" providerId="" clId="Web-{BDFB45A7-0074-4FE7-9366-070F382F8961}" dt="2026-10-23T13:01:16.908" v="0" actId="34807"/>
          <ac:spMkLst>
            <pc:docMk/>
            <pc:sldMk cId="1237582900" sldId="6721"/>
            <ac:spMk id="22179" creationId="{3EB721D3-162A-F734-0EB7-345573EFD45A}"/>
          </ac:spMkLst>
        </pc:spChg>
        <pc:spChg chg="add del mod">
          <ac:chgData name="" userId="" providerId="" clId="Web-{BDFB45A7-0074-4FE7-9366-070F382F8961}" dt="2026-10-23T13:07:25.168" v="6" actId="34807"/>
          <ac:spMkLst>
            <pc:docMk/>
            <pc:sldMk cId="1237582900" sldId="6721"/>
            <ac:spMk id="59964" creationId="{FCB90D42-0487-FA6C-0061-A55EC6D9334C}"/>
          </ac:spMkLst>
        </pc:spChg>
        <pc:spChg chg="add mod">
          <ac:chgData name="" userId="" providerId="" clId="Web-{BDFB45A7-0074-4FE7-9366-070F382F8961}" dt="2026-10-23T13:01:28.611" v="1" actId="34807"/>
          <ac:spMkLst>
            <pc:docMk/>
            <pc:sldMk cId="1237582900" sldId="6721"/>
            <ac:spMk id="59968" creationId="{3847F507-9B73-ABEE-25C8-0AD8231AC291}"/>
          </ac:spMkLst>
        </pc:spChg>
        <pc:spChg chg="add mod">
          <ac:chgData name="" userId="" providerId="" clId="Web-{BDFB45A7-0074-4FE7-9366-070F382F8961}" dt="2026-10-23T13:07:23.903" v="5" actId="34807"/>
          <ac:spMkLst>
            <pc:docMk/>
            <pc:sldMk cId="1237582900" sldId="6721"/>
            <ac:spMk id="59995" creationId="{32B20C45-8AD7-CC8C-7331-80BE911FC2E5}"/>
          </ac:spMkLst>
        </pc:spChg>
      </pc:sldChg>
      <pc:sldChg chg="addSp delSp modSp">
        <pc:chgData name="" userId="" providerId="" clId="Web-{BDFB45A7-0074-4FE7-9366-070F382F8961}" dt="2026-10-23T13:01:30.643" v="2" actId="34807"/>
        <pc:sldMkLst>
          <pc:docMk/>
          <pc:sldMk cId="3413220349" sldId="6952"/>
        </pc:sldMkLst>
        <pc:spChg chg="del">
          <ac:chgData name="" userId="" providerId="" clId="Web-{BDFB45A7-0074-4FE7-9366-070F382F8961}" dt="2026-10-23T13:01:30.643" v="2" actId="34807"/>
          <ac:spMkLst>
            <pc:docMk/>
            <pc:sldMk cId="3413220349" sldId="6952"/>
            <ac:spMk id="22369" creationId="{E4C18C6B-F52E-B3E4-F3EF-BA7384186641}"/>
          </ac:spMkLst>
        </pc:spChg>
        <pc:spChg chg="add mod">
          <ac:chgData name="" userId="" providerId="" clId="Web-{BDFB45A7-0074-4FE7-9366-070F382F8961}" dt="2026-10-23T13:01:28.611" v="1" actId="34807"/>
          <ac:spMkLst>
            <pc:docMk/>
            <pc:sldMk cId="3413220349" sldId="6952"/>
            <ac:spMk id="59973" creationId="{CF4A1B15-D393-1008-DD57-D533D6374231}"/>
          </ac:spMkLst>
        </pc:spChg>
      </pc:sldChg>
      <pc:sldChg chg="modSp modNotesTx">
        <pc:chgData name="" userId="" providerId="" clId="Web-{BDFB45A7-0074-4FE7-9366-070F382F8961}" dt="2026-10-23T13:07:25.168" v="6" actId="34807"/>
        <pc:sldMkLst>
          <pc:docMk/>
          <pc:sldMk cId="2289242127" sldId="7651"/>
        </pc:sldMkLst>
        <pc:spChg chg="mod">
          <ac:chgData name="" userId="" providerId="" clId="Web-{BDFB45A7-0074-4FE7-9366-070F382F8961}" dt="2026-10-23T13:01:16.908" v="0" actId="34807"/>
          <ac:spMkLst>
            <pc:docMk/>
            <pc:sldMk cId="2289242127" sldId="7651"/>
            <ac:spMk id="24463" creationId="{813507E7-85A6-373B-A03C-FBE0ED48CE85}"/>
          </ac:spMkLst>
        </pc:spChg>
        <pc:spChg chg="mod">
          <ac:chgData name="" userId="" providerId="" clId="Web-{BDFB45A7-0074-4FE7-9366-070F382F8961}" dt="2026-10-23T13:01:16.908" v="0" actId="34807"/>
          <ac:spMkLst>
            <pc:docMk/>
            <pc:sldMk cId="2289242127" sldId="7651"/>
            <ac:spMk id="24515" creationId="{B7C3F927-B1FA-68A3-B91D-E94BC96916D3}"/>
          </ac:spMkLst>
        </pc:spChg>
        <pc:spChg chg="mod">
          <ac:chgData name="" userId="" providerId="" clId="Web-{BDFB45A7-0074-4FE7-9366-070F382F8961}" dt="2026-10-23T13:01:16.908" v="0" actId="34807"/>
          <ac:spMkLst>
            <pc:docMk/>
            <pc:sldMk cId="2289242127" sldId="7651"/>
            <ac:spMk id="24526" creationId="{E00231A1-2B5D-FF0B-7C24-8443ACC0B961}"/>
          </ac:spMkLst>
        </pc:spChg>
        <pc:spChg chg="mod">
          <ac:chgData name="" userId="" providerId="" clId="Web-{BDFB45A7-0074-4FE7-9366-070F382F8961}" dt="2026-10-23T13:01:16.908" v="0" actId="34807"/>
          <ac:spMkLst>
            <pc:docMk/>
            <pc:sldMk cId="2289242127" sldId="7651"/>
            <ac:spMk id="24538" creationId="{99B786CE-0AAF-BEE5-46D6-00566AF9FFC8}"/>
          </ac:spMkLst>
        </pc:spChg>
        <pc:spChg chg="mod">
          <ac:chgData name="" userId="" providerId="" clId="Web-{BDFB45A7-0074-4FE7-9366-070F382F8961}" dt="2026-10-23T13:01:16.908" v="0" actId="34807"/>
          <ac:spMkLst>
            <pc:docMk/>
            <pc:sldMk cId="2289242127" sldId="7651"/>
            <ac:spMk id="24551" creationId="{97D8A724-DAFF-81F1-0FF2-66F23CA043B0}"/>
          </ac:spMkLst>
        </pc:spChg>
        <pc:spChg chg="mod">
          <ac:chgData name="" userId="" providerId="" clId="Web-{BDFB45A7-0074-4FE7-9366-070F382F8961}" dt="2026-10-23T13:01:16.908" v="0" actId="34807"/>
          <ac:spMkLst>
            <pc:docMk/>
            <pc:sldMk cId="2289242127" sldId="7651"/>
            <ac:spMk id="24565" creationId="{05BF591F-5EFB-45FB-2CEB-A281DC4ECF62}"/>
          </ac:spMkLst>
        </pc:spChg>
        <pc:spChg chg="mod">
          <ac:chgData name="" userId="" providerId="" clId="Web-{BDFB45A7-0074-4FE7-9366-070F382F8961}" dt="2026-10-23T13:01:16.908" v="0" actId="34807"/>
          <ac:spMkLst>
            <pc:docMk/>
            <pc:sldMk cId="2289242127" sldId="7651"/>
            <ac:spMk id="24580" creationId="{0BEAB4EC-A172-34F9-9AB5-B0181B1522D8}"/>
          </ac:spMkLst>
        </pc:spChg>
        <pc:spChg chg="mod">
          <ac:chgData name="" userId="" providerId="" clId="Web-{BDFB45A7-0074-4FE7-9366-070F382F8961}" dt="2026-10-23T13:01:16.908" v="0" actId="34807"/>
          <ac:spMkLst>
            <pc:docMk/>
            <pc:sldMk cId="2289242127" sldId="7651"/>
            <ac:spMk id="24613" creationId="{FDCE4C2C-1B63-41BD-88C8-C1826C877D0E}"/>
          </ac:spMkLst>
        </pc:spChg>
        <pc:spChg chg="mod">
          <ac:chgData name="" userId="" providerId="" clId="Web-{BDFB45A7-0074-4FE7-9366-070F382F8961}" dt="2026-10-23T13:01:16.908" v="0" actId="34807"/>
          <ac:spMkLst>
            <pc:docMk/>
            <pc:sldMk cId="2289242127" sldId="7651"/>
            <ac:spMk id="24631" creationId="{3D71E01A-0DA5-50AC-5C25-4B1440BAE354}"/>
          </ac:spMkLst>
        </pc:spChg>
        <pc:spChg chg="mod">
          <ac:chgData name="" userId="" providerId="" clId="Web-{BDFB45A7-0074-4FE7-9366-070F382F8961}" dt="2026-10-23T13:01:16.908" v="0" actId="34807"/>
          <ac:spMkLst>
            <pc:docMk/>
            <pc:sldMk cId="2289242127" sldId="7651"/>
            <ac:spMk id="24650" creationId="{B10C4E40-265D-12A8-FD2A-A11182BBE821}"/>
          </ac:spMkLst>
        </pc:spChg>
        <pc:spChg chg="mod">
          <ac:chgData name="" userId="" providerId="" clId="Web-{BDFB45A7-0074-4FE7-9366-070F382F8961}" dt="2026-10-23T13:07:25.168" v="6" actId="34807"/>
          <ac:spMkLst>
            <pc:docMk/>
            <pc:sldMk cId="2289242127" sldId="7651"/>
            <ac:spMk id="24713" creationId="{7DE0643D-F078-1B68-9853-B7F8D4F31FF1}"/>
          </ac:spMkLst>
        </pc:spChg>
        <pc:spChg chg="mod">
          <ac:chgData name="" userId="" providerId="" clId="Web-{BDFB45A7-0074-4FE7-9366-070F382F8961}" dt="2026-10-23T13:07:25.168" v="6" actId="34807"/>
          <ac:spMkLst>
            <pc:docMk/>
            <pc:sldMk cId="2289242127" sldId="7651"/>
            <ac:spMk id="24736" creationId="{A10FD64A-2586-6021-1225-50F46302DAD8}"/>
          </ac:spMkLst>
        </pc:spChg>
      </pc:sldChg>
      <pc:sldChg chg="modNotesTx">
        <pc:chgData name="" userId="" providerId="" clId="Web-{BDFB45A7-0074-4FE7-9366-070F382F8961}" dt="2026-10-23T13:01:36.799" v="3" actId="34807"/>
        <pc:sldMkLst>
          <pc:docMk/>
          <pc:sldMk cId="323294915" sldId="7886"/>
        </pc:sldMkLst>
      </pc:sldChg>
      <pc:sldChg chg="modSp modNotesTx">
        <pc:chgData name="" userId="" providerId="" clId="Web-{BDFB45A7-0074-4FE7-9366-070F382F8961}" dt="2026-10-23T13:01:36.799" v="3" actId="34807"/>
        <pc:sldMkLst>
          <pc:docMk/>
          <pc:sldMk cId="2111836025" sldId="8359"/>
        </pc:sldMkLst>
        <pc:spChg chg="mod">
          <ac:chgData name="" userId="" providerId="" clId="Web-{BDFB45A7-0074-4FE7-9366-070F382F8961}" dt="2026-10-23T13:01:16.908" v="0" actId="34807"/>
          <ac:spMkLst>
            <pc:docMk/>
            <pc:sldMk cId="2111836025" sldId="8359"/>
            <ac:spMk id="17465" creationId="{6E75A322-9654-337A-3FD6-F78158C1E7D1}"/>
          </ac:spMkLst>
        </pc:spChg>
        <pc:spChg chg="mod">
          <ac:chgData name="" userId="" providerId="" clId="Web-{BDFB45A7-0074-4FE7-9366-070F382F8961}" dt="2026-10-23T13:01:16.908" v="0" actId="34807"/>
          <ac:spMkLst>
            <pc:docMk/>
            <pc:sldMk cId="2111836025" sldId="8359"/>
            <ac:spMk id="17467" creationId="{C4893E5F-6F6B-4772-649C-44A5F6FB1E51}"/>
          </ac:spMkLst>
        </pc:spChg>
        <pc:spChg chg="mod">
          <ac:chgData name="" userId="" providerId="" clId="Web-{BDFB45A7-0074-4FE7-9366-070F382F8961}" dt="2026-10-23T13:01:16.908" v="0" actId="34807"/>
          <ac:spMkLst>
            <pc:docMk/>
            <pc:sldMk cId="2111836025" sldId="8359"/>
            <ac:spMk id="17470" creationId="{720423DE-EBD1-A453-5AE7-87CDAEDD7AB3}"/>
          </ac:spMkLst>
        </pc:spChg>
      </pc:sldChg>
      <pc:sldChg chg="modNotesTx">
        <pc:chgData name="" userId="" providerId="" clId="Web-{BDFB45A7-0074-4FE7-9366-070F382F8961}" dt="2026-10-23T13:01:36.799" v="3" actId="34807"/>
        <pc:sldMkLst>
          <pc:docMk/>
          <pc:sldMk cId="1389944548" sldId="8597"/>
        </pc:sldMkLst>
      </pc:sldChg>
      <pc:sldChg chg="modSp modNotesTx">
        <pc:chgData name="" userId="" providerId="" clId="Web-{BDFB45A7-0074-4FE7-9366-070F382F8961}" dt="2026-10-23T13:01:36.799" v="3" actId="34807"/>
        <pc:sldMkLst>
          <pc:docMk/>
          <pc:sldMk cId="441665647" sldId="8836"/>
        </pc:sldMkLst>
        <pc:spChg chg="mod">
          <ac:chgData name="" userId="" providerId="" clId="Web-{BDFB45A7-0074-4FE7-9366-070F382F8961}" dt="2026-10-23T13:01:16.908" v="0" actId="34807"/>
          <ac:spMkLst>
            <pc:docMk/>
            <pc:sldMk cId="441665647" sldId="8836"/>
            <ac:spMk id="18229" creationId="{919889CC-97E7-648B-E08C-42223A133D5C}"/>
          </ac:spMkLst>
        </pc:spChg>
        <pc:spChg chg="mod">
          <ac:chgData name="" userId="" providerId="" clId="Web-{BDFB45A7-0074-4FE7-9366-070F382F8961}" dt="2026-10-23T13:01:16.908" v="0" actId="34807"/>
          <ac:spMkLst>
            <pc:docMk/>
            <pc:sldMk cId="441665647" sldId="8836"/>
            <ac:spMk id="18231" creationId="{9F45D86F-1B65-CA58-1644-CF45EADC99D2}"/>
          </ac:spMkLst>
        </pc:spChg>
        <pc:spChg chg="mod">
          <ac:chgData name="" userId="" providerId="" clId="Web-{BDFB45A7-0074-4FE7-9366-070F382F8961}" dt="2026-10-23T13:01:16.908" v="0" actId="34807"/>
          <ac:spMkLst>
            <pc:docMk/>
            <pc:sldMk cId="441665647" sldId="8836"/>
            <ac:spMk id="18234" creationId="{9D12C0F8-7ADB-4C55-EFF1-93C163F9D0F7}"/>
          </ac:spMkLst>
        </pc:spChg>
      </pc:sldChg>
      <pc:sldChg chg="modNotesTx">
        <pc:chgData name="" userId="" providerId="" clId="Web-{BDFB45A7-0074-4FE7-9366-070F382F8961}" dt="2026-10-23T13:01:36.799" v="3" actId="34807"/>
        <pc:sldMkLst>
          <pc:docMk/>
          <pc:sldMk cId="846757930" sldId="9076"/>
        </pc:sldMkLst>
      </pc:sldChg>
      <pc:sldChg chg="modNotesTx">
        <pc:chgData name="" userId="" providerId="" clId="Web-{BDFB45A7-0074-4FE7-9366-070F382F8961}" dt="2026-10-23T13:01:36.799" v="3" actId="34807"/>
        <pc:sldMkLst>
          <pc:docMk/>
          <pc:sldMk cId="3232808632" sldId="9559"/>
        </pc:sldMkLst>
      </pc:sldChg>
      <pc:sldChg chg="addSp delSp modSp modNotesTx">
        <pc:chgData name="" userId="" providerId="" clId="Web-{BDFB45A7-0074-4FE7-9366-070F382F8961}" dt="2026-10-23T13:07:25.168" v="6" actId="34807"/>
        <pc:sldMkLst>
          <pc:docMk/>
          <pc:sldMk cId="3812960141" sldId="9802"/>
        </pc:sldMkLst>
        <pc:spChg chg="mod">
          <ac:chgData name="" userId="" providerId="" clId="Web-{BDFB45A7-0074-4FE7-9366-070F382F8961}" dt="2026-10-23T13:01:16.908" v="0" actId="34807"/>
          <ac:spMkLst>
            <pc:docMk/>
            <pc:sldMk cId="3812960141" sldId="9802"/>
            <ac:spMk id="21697" creationId="{E7E6E06E-20CE-9BBE-043F-820B0114F85A}"/>
          </ac:spMkLst>
        </pc:spChg>
        <pc:spChg chg="mod">
          <ac:chgData name="" userId="" providerId="" clId="Web-{BDFB45A7-0074-4FE7-9366-070F382F8961}" dt="2026-10-23T13:01:16.908" v="0" actId="34807"/>
          <ac:spMkLst>
            <pc:docMk/>
            <pc:sldMk cId="3812960141" sldId="9802"/>
            <ac:spMk id="21702" creationId="{00CA75E1-9763-3308-6D53-298FBEE48945}"/>
          </ac:spMkLst>
        </pc:spChg>
        <pc:spChg chg="del">
          <ac:chgData name="" userId="" providerId="" clId="Web-{BDFB45A7-0074-4FE7-9366-070F382F8961}" dt="2026-10-23T13:01:30.643" v="2" actId="34807"/>
          <ac:spMkLst>
            <pc:docMk/>
            <pc:sldMk cId="3812960141" sldId="9802"/>
            <ac:spMk id="21715" creationId="{93961216-6D06-09F4-26B5-FC12C84EECA1}"/>
          </ac:spMkLst>
        </pc:spChg>
        <pc:spChg chg="mod">
          <ac:chgData name="" userId="" providerId="" clId="Web-{BDFB45A7-0074-4FE7-9366-070F382F8961}" dt="2026-10-23T13:01:16.908" v="0" actId="34807"/>
          <ac:spMkLst>
            <pc:docMk/>
            <pc:sldMk cId="3812960141" sldId="9802"/>
            <ac:spMk id="21732" creationId="{F37C0465-9E33-3FE4-49E2-8C821852B5E9}"/>
          </ac:spMkLst>
        </pc:spChg>
        <pc:spChg chg="del">
          <ac:chgData name="" userId="" providerId="" clId="Web-{BDFB45A7-0074-4FE7-9366-070F382F8961}" dt="2026-10-23T13:01:30.643" v="2" actId="34807"/>
          <ac:spMkLst>
            <pc:docMk/>
            <pc:sldMk cId="3812960141" sldId="9802"/>
            <ac:spMk id="21753" creationId="{E5B7CF4D-D603-2E30-AEFF-25C39EF92B17}"/>
          </ac:spMkLst>
        </pc:spChg>
        <pc:spChg chg="mod">
          <ac:chgData name="" userId="" providerId="" clId="Web-{BDFB45A7-0074-4FE7-9366-070F382F8961}" dt="2026-10-23T13:01:16.908" v="0" actId="34807"/>
          <ac:spMkLst>
            <pc:docMk/>
            <pc:sldMk cId="3812960141" sldId="9802"/>
            <ac:spMk id="21765" creationId="{9D8B1AAE-1C68-5AAB-DF30-4ED8579F866D}"/>
          </ac:spMkLst>
        </pc:spChg>
        <pc:spChg chg="mod">
          <ac:chgData name="" userId="" providerId="" clId="Web-{BDFB45A7-0074-4FE7-9366-070F382F8961}" dt="2026-10-23T13:01:16.908" v="0" actId="34807"/>
          <ac:spMkLst>
            <pc:docMk/>
            <pc:sldMk cId="3812960141" sldId="9802"/>
            <ac:spMk id="21792" creationId="{F127769D-63BA-57B7-DFE3-C4CE0E4D7532}"/>
          </ac:spMkLst>
        </pc:spChg>
        <pc:spChg chg="mod">
          <ac:chgData name="" userId="" providerId="" clId="Web-{BDFB45A7-0074-4FE7-9366-070F382F8961}" dt="2026-10-23T13:01:16.908" v="0" actId="34807"/>
          <ac:spMkLst>
            <pc:docMk/>
            <pc:sldMk cId="3812960141" sldId="9802"/>
            <ac:spMk id="21823" creationId="{08EC2677-6F36-F68D-1F7A-05381C125C1B}"/>
          </ac:spMkLst>
        </pc:spChg>
        <pc:spChg chg="mod">
          <ac:chgData name="" userId="" providerId="" clId="Web-{BDFB45A7-0074-4FE7-9366-070F382F8961}" dt="2026-10-23T13:01:16.908" v="0" actId="34807"/>
          <ac:spMkLst>
            <pc:docMk/>
            <pc:sldMk cId="3812960141" sldId="9802"/>
            <ac:spMk id="21840" creationId="{78A760AB-53DC-93EB-2162-0DEA02DCD8B8}"/>
          </ac:spMkLst>
        </pc:spChg>
        <pc:spChg chg="mod">
          <ac:chgData name="" userId="" providerId="" clId="Web-{BDFB45A7-0074-4FE7-9366-070F382F8961}" dt="2026-10-23T13:01:16.908" v="0" actId="34807"/>
          <ac:spMkLst>
            <pc:docMk/>
            <pc:sldMk cId="3812960141" sldId="9802"/>
            <ac:spMk id="21858" creationId="{B309E6E4-A01A-A1B4-3CB1-3FCCCA011A5E}"/>
          </ac:spMkLst>
        </pc:spChg>
        <pc:spChg chg="mod">
          <ac:chgData name="" userId="" providerId="" clId="Web-{BDFB45A7-0074-4FE7-9366-070F382F8961}" dt="2026-10-23T13:01:16.908" v="0" actId="34807"/>
          <ac:spMkLst>
            <pc:docMk/>
            <pc:sldMk cId="3812960141" sldId="9802"/>
            <ac:spMk id="21897" creationId="{B95AFF75-D9A2-8336-A8E6-5C1EC4789406}"/>
          </ac:spMkLst>
        </pc:spChg>
        <pc:spChg chg="mod">
          <ac:chgData name="" userId="" providerId="" clId="Web-{BDFB45A7-0074-4FE7-9366-070F382F8961}" dt="2026-10-23T13:01:16.908" v="0" actId="34807"/>
          <ac:spMkLst>
            <pc:docMk/>
            <pc:sldMk cId="3812960141" sldId="9802"/>
            <ac:spMk id="21918" creationId="{CF9E4629-9F42-F459-4AFE-A0EC1EF64776}"/>
          </ac:spMkLst>
        </pc:spChg>
        <pc:spChg chg="add mod">
          <ac:chgData name="" userId="" providerId="" clId="Web-{BDFB45A7-0074-4FE7-9366-070F382F8961}" dt="2026-10-23T13:01:28.611" v="1" actId="34807"/>
          <ac:spMkLst>
            <pc:docMk/>
            <pc:sldMk cId="3812960141" sldId="9802"/>
            <ac:spMk id="59979" creationId="{A528A0A1-153B-4704-9065-2DC470A405B7}"/>
          </ac:spMkLst>
        </pc:spChg>
        <pc:spChg chg="add del mod">
          <ac:chgData name="" userId="" providerId="" clId="Web-{BDFB45A7-0074-4FE7-9366-070F382F8961}" dt="2026-10-23T13:07:25.168" v="6" actId="34807"/>
          <ac:spMkLst>
            <pc:docMk/>
            <pc:sldMk cId="3812960141" sldId="9802"/>
            <ac:spMk id="59986" creationId="{88FB03A4-C626-BC34-036D-B7DAC0E590F1}"/>
          </ac:spMkLst>
        </pc:spChg>
        <pc:spChg chg="add mod">
          <ac:chgData name="" userId="" providerId="" clId="Web-{BDFB45A7-0074-4FE7-9366-070F382F8961}" dt="2026-10-23T13:07:23.903" v="5" actId="34807"/>
          <ac:spMkLst>
            <pc:docMk/>
            <pc:sldMk cId="3812960141" sldId="9802"/>
            <ac:spMk id="59997" creationId="{2F249FA7-FE93-7165-5D24-680363451B6B}"/>
          </ac:spMkLst>
        </pc:spChg>
      </pc:sldChg>
      <pc:sldChg chg="modNotesTx">
        <pc:chgData name="" userId="" providerId="" clId="Web-{BDFB45A7-0074-4FE7-9366-070F382F8961}" dt="2026-10-23T13:01:36.799" v="3" actId="34807"/>
        <pc:sldMkLst>
          <pc:docMk/>
          <pc:sldMk cId="393294588" sldId="10291"/>
        </pc:sldMkLst>
      </pc:sldChg>
      <pc:sldChg chg="modSp">
        <pc:chgData name="" userId="" providerId="" clId="Web-{BDFB45A7-0074-4FE7-9366-070F382F8961}" dt="2026-10-23T13:01:58.112" v="4" actId="34807"/>
        <pc:sldMkLst>
          <pc:docMk/>
          <pc:sldMk cId="3781609771" sldId="11719"/>
        </pc:sldMkLst>
        <pc:picChg chg="mod modCrop">
          <ac:chgData name="" userId="" providerId="" clId="Web-{BDFB45A7-0074-4FE7-9366-070F382F8961}" dt="2026-10-23T13:01:58.112" v="4" actId="34807"/>
          <ac:picMkLst>
            <pc:docMk/>
            <pc:sldMk cId="3781609771" sldId="11719"/>
            <ac:picMk id="33466" creationId="{FCC31DCE-56D6-64E7-3654-5D53B5CCCDEB}"/>
          </ac:picMkLst>
        </pc:picChg>
      </pc:sldChg>
      <pc:sldChg chg="addSp modSp modNotesTx">
        <pc:chgData name="" userId="" providerId="" clId="Web-{BDFB45A7-0074-4FE7-9366-070F382F8961}" dt="2026-10-23T13:08:44.811" v="18" actId="34807"/>
        <pc:sldMkLst>
          <pc:docMk/>
          <pc:sldMk cId="2978975748" sldId="13844"/>
        </pc:sldMkLst>
        <pc:spChg chg="add mod">
          <ac:chgData name="" userId="" providerId="" clId="Web-{BDFB45A7-0074-4FE7-9366-070F382F8961}" dt="2026-10-23T13:08:41.936" v="15" actId="34807"/>
          <ac:spMkLst>
            <pc:docMk/>
            <pc:sldMk cId="2978975748" sldId="13844"/>
            <ac:spMk id="62894" creationId="{A8D84EA3-B792-38B6-60DB-D070BEF3A89A}"/>
          </ac:spMkLst>
        </pc:spChg>
        <pc:spChg chg="add mod">
          <ac:chgData name="" userId="" providerId="" clId="Web-{BDFB45A7-0074-4FE7-9366-070F382F8961}" dt="2026-10-23T13:08:41.936" v="15" actId="34807"/>
          <ac:spMkLst>
            <pc:docMk/>
            <pc:sldMk cId="2978975748" sldId="13844"/>
            <ac:spMk id="62903" creationId="{B8498612-2FB2-CB09-1A7C-1C3F851D73C6}"/>
          </ac:spMkLst>
        </pc:spChg>
        <pc:spChg chg="add mod">
          <ac:chgData name="" userId="" providerId="" clId="Web-{BDFB45A7-0074-4FE7-9366-070F382F8961}" dt="2026-10-23T13:08:41.936" v="15" actId="34807"/>
          <ac:spMkLst>
            <pc:docMk/>
            <pc:sldMk cId="2978975748" sldId="13844"/>
            <ac:spMk id="62908" creationId="{34846577-812A-48E1-B9AB-4D109301C358}"/>
          </ac:spMkLst>
        </pc:spChg>
        <pc:spChg chg="add mod">
          <ac:chgData name="" userId="" providerId="" clId="Web-{BDFB45A7-0074-4FE7-9366-070F382F8961}" dt="2026-10-23T13:08:41.936" v="15" actId="34807"/>
          <ac:spMkLst>
            <pc:docMk/>
            <pc:sldMk cId="2978975748" sldId="13844"/>
            <ac:spMk id="62921" creationId="{159B69BE-2DEB-CD6A-072D-03E7946DDD66}"/>
          </ac:spMkLst>
        </pc:spChg>
        <pc:spChg chg="add mod">
          <ac:chgData name="" userId="" providerId="" clId="Web-{BDFB45A7-0074-4FE7-9366-070F382F8961}" dt="2026-10-23T13:08:41.936" v="15" actId="34807"/>
          <ac:spMkLst>
            <pc:docMk/>
            <pc:sldMk cId="2978975748" sldId="13844"/>
            <ac:spMk id="62929" creationId="{7F2557C3-E173-8BFE-C4B5-737443254797}"/>
          </ac:spMkLst>
        </pc:spChg>
        <pc:spChg chg="add mod">
          <ac:chgData name="" userId="" providerId="" clId="Web-{BDFB45A7-0074-4FE7-9366-070F382F8961}" dt="2026-10-23T13:08:41.936" v="15" actId="34807"/>
          <ac:spMkLst>
            <pc:docMk/>
            <pc:sldMk cId="2978975748" sldId="13844"/>
            <ac:spMk id="62938" creationId="{3F6B8155-B5DF-89F4-2D96-AFC9773D8277}"/>
          </ac:spMkLst>
        </pc:spChg>
        <pc:spChg chg="add mod">
          <ac:chgData name="" userId="" providerId="" clId="Web-{BDFB45A7-0074-4FE7-9366-070F382F8961}" dt="2026-10-23T13:08:41.936" v="15" actId="34807"/>
          <ac:spMkLst>
            <pc:docMk/>
            <pc:sldMk cId="2978975748" sldId="13844"/>
            <ac:spMk id="62948" creationId="{33D0D212-8547-EB57-F421-5A8E54995301}"/>
          </ac:spMkLst>
        </pc:spChg>
        <pc:spChg chg="add mod">
          <ac:chgData name="" userId="" providerId="" clId="Web-{BDFB45A7-0074-4FE7-9366-070F382F8961}" dt="2026-10-23T13:08:41.936" v="15" actId="34807"/>
          <ac:spMkLst>
            <pc:docMk/>
            <pc:sldMk cId="2978975748" sldId="13844"/>
            <ac:spMk id="63013" creationId="{00EC1EA4-0706-A1BF-3866-B4C17390880C}"/>
          </ac:spMkLst>
        </pc:spChg>
        <pc:spChg chg="add mod">
          <ac:chgData name="" userId="" providerId="" clId="Web-{BDFB45A7-0074-4FE7-9366-070F382F8961}" dt="2026-10-23T13:08:41.936" v="15" actId="34807"/>
          <ac:spMkLst>
            <pc:docMk/>
            <pc:sldMk cId="2978975748" sldId="13844"/>
            <ac:spMk id="63029" creationId="{86F113AE-796B-CD36-E30B-F59DE88CFC64}"/>
          </ac:spMkLst>
        </pc:spChg>
        <pc:spChg chg="add mod">
          <ac:chgData name="" userId="" providerId="" clId="Web-{BDFB45A7-0074-4FE7-9366-070F382F8961}" dt="2026-10-23T13:08:41.936" v="15" actId="34807"/>
          <ac:spMkLst>
            <pc:docMk/>
            <pc:sldMk cId="2978975748" sldId="13844"/>
            <ac:spMk id="63124" creationId="{E52E4401-450D-13F1-275C-35AA4B734A61}"/>
          </ac:spMkLst>
        </pc:spChg>
        <pc:spChg chg="mod">
          <ac:chgData name="" userId="" providerId="" clId="Web-{BDFB45A7-0074-4FE7-9366-070F382F8961}" dt="2026-10-23T13:08:44.811" v="18" actId="34807"/>
          <ac:spMkLst>
            <pc:docMk/>
            <pc:sldMk cId="2978975748" sldId="13844"/>
            <ac:spMk id="63146" creationId="{67036FF6-C996-8318-A8F0-F3BFF267B9AC}"/>
          </ac:spMkLst>
        </pc:spChg>
        <pc:picChg chg="add mod">
          <ac:chgData name="" userId="" providerId="" clId="Web-{BDFB45A7-0074-4FE7-9366-070F382F8961}" dt="2026-10-23T13:08:42.858" v="16" actId="34807"/>
          <ac:picMkLst>
            <pc:docMk/>
            <pc:sldMk cId="2978975748" sldId="13844"/>
            <ac:picMk id="63194" creationId="{45F032E3-92AF-3426-29B3-80751C95F16E}"/>
          </ac:picMkLst>
        </pc:picChg>
        <pc:picChg chg="add mod">
          <ac:chgData name="" userId="" providerId="" clId="Web-{BDFB45A7-0074-4FE7-9366-070F382F8961}" dt="2026-10-23T13:08:44.811" v="18" actId="34807"/>
          <ac:picMkLst>
            <pc:docMk/>
            <pc:sldMk cId="2978975748" sldId="13844"/>
            <ac:picMk id="63195" creationId="{FF2D3EAE-F1EF-3D41-1F52-25D062E18864}"/>
          </ac:picMkLst>
        </pc:picChg>
        <pc:picChg chg="add mod">
          <ac:chgData name="" userId="" providerId="" clId="Web-{BDFB45A7-0074-4FE7-9366-070F382F8961}" dt="2026-10-23T13:08:44.811" v="18" actId="34807"/>
          <ac:picMkLst>
            <pc:docMk/>
            <pc:sldMk cId="2978975748" sldId="13844"/>
            <ac:picMk id="63196" creationId="{7C1D5522-E5B5-6552-CCEB-9E760B30D5E9}"/>
          </ac:picMkLst>
        </pc:picChg>
        <pc:picChg chg="add mod">
          <ac:chgData name="" userId="" providerId="" clId="Web-{BDFB45A7-0074-4FE7-9366-070F382F8961}" dt="2026-10-23T13:08:42.858" v="16" actId="34807"/>
          <ac:picMkLst>
            <pc:docMk/>
            <pc:sldMk cId="2978975748" sldId="13844"/>
            <ac:picMk id="63197" creationId="{09824FCE-0A9D-EAA0-C0EB-E366E8735D15}"/>
          </ac:picMkLst>
        </pc:picChg>
      </pc:sldChg>
      <pc:sldChg chg="addSp modSp modNotesTx">
        <pc:chgData name="" userId="" providerId="" clId="Web-{BDFB45A7-0074-4FE7-9366-070F382F8961}" dt="2026-10-23T13:09:16.546" v="28" actId="34807"/>
        <pc:sldMkLst>
          <pc:docMk/>
          <pc:sldMk cId="1448202493" sldId="14062"/>
        </pc:sldMkLst>
        <pc:spChg chg="add mod">
          <ac:chgData name="" userId="" providerId="" clId="Web-{BDFB45A7-0074-4FE7-9366-070F382F8961}" dt="2026-10-23T13:08:29.123" v="11" actId="34807"/>
          <ac:spMkLst>
            <pc:docMk/>
            <pc:sldMk cId="1448202493" sldId="14062"/>
            <ac:spMk id="61924" creationId="{505F1140-6C30-2726-CC36-1A9EE54DFCD9}"/>
          </ac:spMkLst>
        </pc:spChg>
        <pc:spChg chg="add mod">
          <ac:chgData name="" userId="" providerId="" clId="Web-{BDFB45A7-0074-4FE7-9366-070F382F8961}" dt="2026-10-23T13:08:29.123" v="11" actId="34807"/>
          <ac:spMkLst>
            <pc:docMk/>
            <pc:sldMk cId="1448202493" sldId="14062"/>
            <ac:spMk id="61941" creationId="{D477153D-8E77-3194-185A-B5CF4F63B414}"/>
          </ac:spMkLst>
        </pc:spChg>
        <pc:spChg chg="add mod">
          <ac:chgData name="" userId="" providerId="" clId="Web-{BDFB45A7-0074-4FE7-9366-070F382F8961}" dt="2026-10-23T13:08:29.123" v="11" actId="34807"/>
          <ac:spMkLst>
            <pc:docMk/>
            <pc:sldMk cId="1448202493" sldId="14062"/>
            <ac:spMk id="62001" creationId="{0C51FB22-3017-A46C-41A6-D6FD20B490DB}"/>
          </ac:spMkLst>
        </pc:spChg>
        <pc:spChg chg="add mod">
          <ac:chgData name="" userId="" providerId="" clId="Web-{BDFB45A7-0074-4FE7-9366-070F382F8961}" dt="2026-10-23T13:08:29.123" v="11" actId="34807"/>
          <ac:spMkLst>
            <pc:docMk/>
            <pc:sldMk cId="1448202493" sldId="14062"/>
            <ac:spMk id="62106" creationId="{4707EE3A-BCB9-1303-BB38-FC9AB27D55C7}"/>
          </ac:spMkLst>
        </pc:spChg>
        <pc:spChg chg="add mod">
          <ac:chgData name="" userId="" providerId="" clId="Web-{BDFB45A7-0074-4FE7-9366-070F382F8961}" dt="2026-10-23T13:08:29.123" v="11" actId="34807"/>
          <ac:spMkLst>
            <pc:docMk/>
            <pc:sldMk cId="1448202493" sldId="14062"/>
            <ac:spMk id="62127" creationId="{F4AF7776-16D8-7ADE-BE6E-3B0CA02A7D39}"/>
          </ac:spMkLst>
        </pc:spChg>
        <pc:spChg chg="mod">
          <ac:chgData name="" userId="" providerId="" clId="Web-{BDFB45A7-0074-4FE7-9366-070F382F8961}" dt="2026-10-23T13:08:32.467" v="14" actId="34807"/>
          <ac:spMkLst>
            <pc:docMk/>
            <pc:sldMk cId="1448202493" sldId="14062"/>
            <ac:spMk id="62172" creationId="{934484B4-4247-E92D-5355-7D1A8A6DED11}"/>
          </ac:spMkLst>
        </pc:spChg>
        <pc:spChg chg="add mod">
          <ac:chgData name="" userId="" providerId="" clId="Web-{BDFB45A7-0074-4FE7-9366-070F382F8961}" dt="2026-10-23T13:08:29.123" v="11" actId="34807"/>
          <ac:spMkLst>
            <pc:docMk/>
            <pc:sldMk cId="1448202493" sldId="14062"/>
            <ac:spMk id="62196" creationId="{74D31010-12DD-BD48-6BF5-B6D3BC370095}"/>
          </ac:spMkLst>
        </pc:spChg>
        <pc:spChg chg="mod">
          <ac:chgData name="" userId="" providerId="" clId="Web-{BDFB45A7-0074-4FE7-9366-070F382F8961}" dt="2026-10-23T13:08:32.467" v="14" actId="34807"/>
          <ac:spMkLst>
            <pc:docMk/>
            <pc:sldMk cId="1448202493" sldId="14062"/>
            <ac:spMk id="62221" creationId="{6B4DB258-F6E6-03F2-5B34-82D7C72002A5}"/>
          </ac:spMkLst>
        </pc:spChg>
        <pc:spChg chg="mod">
          <ac:chgData name="" userId="" providerId="" clId="Web-{BDFB45A7-0074-4FE7-9366-070F382F8961}" dt="2026-10-23T13:08:32.467" v="14" actId="34807"/>
          <ac:spMkLst>
            <pc:docMk/>
            <pc:sldMk cId="1448202493" sldId="14062"/>
            <ac:spMk id="62392" creationId="{9D13CB4F-1DEA-AF29-41C7-C5E24BDEA136}"/>
          </ac:spMkLst>
        </pc:spChg>
        <pc:spChg chg="add mod">
          <ac:chgData name="" userId="" providerId="" clId="Web-{BDFB45A7-0074-4FE7-9366-070F382F8961}" dt="2026-10-23T13:08:29.123" v="11" actId="34807"/>
          <ac:spMkLst>
            <pc:docMk/>
            <pc:sldMk cId="1448202493" sldId="14062"/>
            <ac:spMk id="62491" creationId="{F90A56A0-E5CB-E07C-B362-4D22BE771967}"/>
          </ac:spMkLst>
        </pc:spChg>
        <pc:spChg chg="add mod">
          <ac:chgData name="" userId="" providerId="" clId="Web-{BDFB45A7-0074-4FE7-9366-070F382F8961}" dt="2026-10-23T13:08:29.123" v="11" actId="34807"/>
          <ac:spMkLst>
            <pc:docMk/>
            <pc:sldMk cId="1448202493" sldId="14062"/>
            <ac:spMk id="62526" creationId="{089B2FE7-E7FB-7718-4B60-C7DF12234FF1}"/>
          </ac:spMkLst>
        </pc:spChg>
        <pc:spChg chg="add mod">
          <ac:chgData name="" userId="" providerId="" clId="Web-{BDFB45A7-0074-4FE7-9366-070F382F8961}" dt="2026-10-23T13:08:29.123" v="11" actId="34807"/>
          <ac:spMkLst>
            <pc:docMk/>
            <pc:sldMk cId="1448202493" sldId="14062"/>
            <ac:spMk id="62562" creationId="{02FD5F36-D902-1123-31B0-19F36E1EB203}"/>
          </ac:spMkLst>
        </pc:spChg>
        <pc:spChg chg="add mod">
          <ac:chgData name="" userId="" providerId="" clId="Web-{BDFB45A7-0074-4FE7-9366-070F382F8961}" dt="2026-10-23T13:08:29.123" v="11" actId="34807"/>
          <ac:spMkLst>
            <pc:docMk/>
            <pc:sldMk cId="1448202493" sldId="14062"/>
            <ac:spMk id="62676" creationId="{4CCF981E-1AF5-B56C-AFAA-8DAC433FFD26}"/>
          </ac:spMkLst>
        </pc:spChg>
        <pc:spChg chg="mod">
          <ac:chgData name="" userId="" providerId="" clId="Web-{BDFB45A7-0074-4FE7-9366-070F382F8961}" dt="2026-10-23T13:08:32.467" v="14" actId="34807"/>
          <ac:spMkLst>
            <pc:docMk/>
            <pc:sldMk cId="1448202493" sldId="14062"/>
            <ac:spMk id="62716" creationId="{3A445FF5-2F0B-9721-4BF3-54AC527E6A5B}"/>
          </ac:spMkLst>
        </pc:spChg>
        <pc:picChg chg="add mod">
          <ac:chgData name="" userId="" providerId="" clId="Web-{BDFB45A7-0074-4FE7-9366-070F382F8961}" dt="2026-10-23T13:08:30.186" v="12" actId="34807"/>
          <ac:picMkLst>
            <pc:docMk/>
            <pc:sldMk cId="1448202493" sldId="14062"/>
            <ac:picMk id="62887" creationId="{10FCC486-9412-8053-990B-D0B304258232}"/>
          </ac:picMkLst>
        </pc:picChg>
        <pc:picChg chg="add mod">
          <ac:chgData name="" userId="" providerId="" clId="Web-{BDFB45A7-0074-4FE7-9366-070F382F8961}" dt="2026-10-23T13:08:30.186" v="12" actId="34807"/>
          <ac:picMkLst>
            <pc:docMk/>
            <pc:sldMk cId="1448202493" sldId="14062"/>
            <ac:picMk id="62888" creationId="{DC3976B2-03E2-A168-6E0C-FCB258AAB6E7}"/>
          </ac:picMkLst>
        </pc:picChg>
        <pc:picChg chg="add mod">
          <ac:chgData name="" userId="" providerId="" clId="Web-{BDFB45A7-0074-4FE7-9366-070F382F8961}" dt="2026-10-23T13:09:16.546" v="28" actId="34807"/>
          <ac:picMkLst>
            <pc:docMk/>
            <pc:sldMk cId="1448202493" sldId="14062"/>
            <ac:picMk id="62889" creationId="{E98A204D-E8E5-74FE-0026-3D4F801B7B9F}"/>
          </ac:picMkLst>
        </pc:picChg>
        <pc:picChg chg="add mod">
          <ac:chgData name="" userId="" providerId="" clId="Web-{BDFB45A7-0074-4FE7-9366-070F382F8961}" dt="2026-10-23T13:09:16.546" v="28" actId="34807"/>
          <ac:picMkLst>
            <pc:docMk/>
            <pc:sldMk cId="1448202493" sldId="14062"/>
            <ac:picMk id="62890" creationId="{BBBBBB76-24D1-9545-FA39-CCDD45AAF11D}"/>
          </ac:picMkLst>
        </pc:picChg>
        <pc:picChg chg="add mod">
          <ac:chgData name="" userId="" providerId="" clId="Web-{BDFB45A7-0074-4FE7-9366-070F382F8961}" dt="2026-10-23T13:09:16.546" v="28" actId="34807"/>
          <ac:picMkLst>
            <pc:docMk/>
            <pc:sldMk cId="1448202493" sldId="14062"/>
            <ac:picMk id="62891" creationId="{BC3B752F-A14A-E08E-D6D2-107CD74C5D34}"/>
          </ac:picMkLst>
        </pc:picChg>
        <pc:picChg chg="add mod">
          <ac:chgData name="" userId="" providerId="" clId="Web-{BDFB45A7-0074-4FE7-9366-070F382F8961}" dt="2026-10-23T13:08:30.186" v="12" actId="34807"/>
          <ac:picMkLst>
            <pc:docMk/>
            <pc:sldMk cId="1448202493" sldId="14062"/>
            <ac:picMk id="62892" creationId="{F7A1D1DB-BD53-EA48-B3D7-465B544FBDAA}"/>
          </ac:picMkLst>
        </pc:picChg>
        <pc:picChg chg="add mod">
          <ac:chgData name="" userId="" providerId="" clId="Web-{BDFB45A7-0074-4FE7-9366-070F382F8961}" dt="2026-10-23T13:08:30.186" v="12" actId="34807"/>
          <ac:picMkLst>
            <pc:docMk/>
            <pc:sldMk cId="1448202493" sldId="14062"/>
            <ac:picMk id="62893" creationId="{6963078B-5B67-350D-623E-306149E65FF6}"/>
          </ac:picMkLst>
        </pc:picChg>
      </pc:sldChg>
      <pc:sldChg chg="addSp modSp modNotesTx">
        <pc:chgData name="" userId="" providerId="" clId="Web-{BDFB45A7-0074-4FE7-9366-070F382F8961}" dt="2026-10-23T13:09:16.546" v="28" actId="34807"/>
        <pc:sldMkLst>
          <pc:docMk/>
          <pc:sldMk cId="302110903" sldId="14281"/>
        </pc:sldMkLst>
        <pc:spChg chg="add mod">
          <ac:chgData name="" userId="" providerId="" clId="Web-{BDFB45A7-0074-4FE7-9366-070F382F8961}" dt="2026-10-23T13:08:15.310" v="7" actId="34807"/>
          <ac:spMkLst>
            <pc:docMk/>
            <pc:sldMk cId="302110903" sldId="14281"/>
            <ac:spMk id="60007" creationId="{E213B07F-AA37-97F4-D139-9CE2518D720E}"/>
          </ac:spMkLst>
        </pc:spChg>
        <pc:spChg chg="add mod">
          <ac:chgData name="" userId="" providerId="" clId="Web-{BDFB45A7-0074-4FE7-9366-070F382F8961}" dt="2026-10-23T13:08:15.310" v="7" actId="34807"/>
          <ac:spMkLst>
            <pc:docMk/>
            <pc:sldMk cId="302110903" sldId="14281"/>
            <ac:spMk id="60042" creationId="{12E47F94-83E1-11C8-F506-D92CDAD6CFD7}"/>
          </ac:spMkLst>
        </pc:spChg>
        <pc:spChg chg="add mod">
          <ac:chgData name="" userId="" providerId="" clId="Web-{BDFB45A7-0074-4FE7-9366-070F382F8961}" dt="2026-10-23T13:08:15.310" v="7" actId="34807"/>
          <ac:spMkLst>
            <pc:docMk/>
            <pc:sldMk cId="302110903" sldId="14281"/>
            <ac:spMk id="60052" creationId="{C49ED646-6C63-3BCE-0D4D-3FEB3F070EF8}"/>
          </ac:spMkLst>
        </pc:spChg>
        <pc:spChg chg="add mod">
          <ac:chgData name="" userId="" providerId="" clId="Web-{BDFB45A7-0074-4FE7-9366-070F382F8961}" dt="2026-10-23T13:08:15.310" v="7" actId="34807"/>
          <ac:spMkLst>
            <pc:docMk/>
            <pc:sldMk cId="302110903" sldId="14281"/>
            <ac:spMk id="60168" creationId="{30289E4C-A64B-05B3-E1FC-A3674ED2AF60}"/>
          </ac:spMkLst>
        </pc:spChg>
        <pc:spChg chg="add mod">
          <ac:chgData name="" userId="" providerId="" clId="Web-{BDFB45A7-0074-4FE7-9366-070F382F8961}" dt="2026-10-23T13:08:19.295" v="10" actId="34807"/>
          <ac:spMkLst>
            <pc:docMk/>
            <pc:sldMk cId="302110903" sldId="14281"/>
            <ac:spMk id="60403" creationId="{9ED2A352-5AAF-BEE9-548B-A208D60C9F05}"/>
          </ac:spMkLst>
        </pc:spChg>
        <pc:spChg chg="mod">
          <ac:chgData name="" userId="" providerId="" clId="Web-{BDFB45A7-0074-4FE7-9366-070F382F8961}" dt="2026-10-23T13:08:19.295" v="10" actId="34807"/>
          <ac:spMkLst>
            <pc:docMk/>
            <pc:sldMk cId="302110903" sldId="14281"/>
            <ac:spMk id="60462" creationId="{7383F711-15AC-2C48-D1BC-434CB0224B67}"/>
          </ac:spMkLst>
        </pc:spChg>
        <pc:spChg chg="add mod">
          <ac:chgData name="" userId="" providerId="" clId="Web-{BDFB45A7-0074-4FE7-9366-070F382F8961}" dt="2026-10-23T13:08:15.310" v="7" actId="34807"/>
          <ac:spMkLst>
            <pc:docMk/>
            <pc:sldMk cId="302110903" sldId="14281"/>
            <ac:spMk id="60493" creationId="{A1F8495C-FB22-3FFC-56D0-956FB0B28711}"/>
          </ac:spMkLst>
        </pc:spChg>
        <pc:spChg chg="add mod">
          <ac:chgData name="" userId="" providerId="" clId="Web-{BDFB45A7-0074-4FE7-9366-070F382F8961}" dt="2026-10-23T13:08:19.295" v="10" actId="34807"/>
          <ac:spMkLst>
            <pc:docMk/>
            <pc:sldMk cId="302110903" sldId="14281"/>
            <ac:spMk id="60663" creationId="{9EA99202-EA77-EC46-2FEF-69AF7C97DA36}"/>
          </ac:spMkLst>
        </pc:spChg>
        <pc:spChg chg="add mod">
          <ac:chgData name="" userId="" providerId="" clId="Web-{BDFB45A7-0074-4FE7-9366-070F382F8961}" dt="2026-10-23T13:08:15.310" v="7" actId="34807"/>
          <ac:spMkLst>
            <pc:docMk/>
            <pc:sldMk cId="302110903" sldId="14281"/>
            <ac:spMk id="61032" creationId="{7DFC4A0C-0E0A-60AE-E59F-710D0483C8F3}"/>
          </ac:spMkLst>
        </pc:spChg>
        <pc:spChg chg="mod">
          <ac:chgData name="" userId="" providerId="" clId="Web-{BDFB45A7-0074-4FE7-9366-070F382F8961}" dt="2026-10-23T13:08:19.295" v="10" actId="34807"/>
          <ac:spMkLst>
            <pc:docMk/>
            <pc:sldMk cId="302110903" sldId="14281"/>
            <ac:spMk id="61125" creationId="{7E1C37BF-2D8F-1473-7887-0082A6B9FFC2}"/>
          </ac:spMkLst>
        </pc:spChg>
        <pc:spChg chg="mod">
          <ac:chgData name="" userId="" providerId="" clId="Web-{BDFB45A7-0074-4FE7-9366-070F382F8961}" dt="2026-10-23T13:08:19.295" v="10" actId="34807"/>
          <ac:spMkLst>
            <pc:docMk/>
            <pc:sldMk cId="302110903" sldId="14281"/>
            <ac:spMk id="61375" creationId="{42DBEA76-3D0D-4757-2D39-E0E03C9BD298}"/>
          </ac:spMkLst>
        </pc:spChg>
        <pc:spChg chg="mod">
          <ac:chgData name="" userId="" providerId="" clId="Web-{BDFB45A7-0074-4FE7-9366-070F382F8961}" dt="2026-10-23T13:08:19.295" v="10" actId="34807"/>
          <ac:spMkLst>
            <pc:docMk/>
            <pc:sldMk cId="302110903" sldId="14281"/>
            <ac:spMk id="61428" creationId="{D9B217E0-5F88-D15E-2EC5-57362F0BA834}"/>
          </ac:spMkLst>
        </pc:spChg>
        <pc:spChg chg="add mod">
          <ac:chgData name="" userId="" providerId="" clId="Web-{BDFB45A7-0074-4FE7-9366-070F382F8961}" dt="2026-10-23T13:08:19.295" v="10" actId="34807"/>
          <ac:spMkLst>
            <pc:docMk/>
            <pc:sldMk cId="302110903" sldId="14281"/>
            <ac:spMk id="61537" creationId="{59D463DD-D6E0-6EDA-593D-A9837C6CEA50}"/>
          </ac:spMkLst>
        </pc:spChg>
        <pc:spChg chg="mod">
          <ac:chgData name="" userId="" providerId="" clId="Web-{BDFB45A7-0074-4FE7-9366-070F382F8961}" dt="2026-10-23T13:08:19.295" v="10" actId="34807"/>
          <ac:spMkLst>
            <pc:docMk/>
            <pc:sldMk cId="302110903" sldId="14281"/>
            <ac:spMk id="61593" creationId="{11250B27-22E5-D945-0312-2D91A17B74FC}"/>
          </ac:spMkLst>
        </pc:spChg>
        <pc:spChg chg="mod">
          <ac:chgData name="" userId="" providerId="" clId="Web-{BDFB45A7-0074-4FE7-9366-070F382F8961}" dt="2026-10-23T13:08:19.295" v="10" actId="34807"/>
          <ac:spMkLst>
            <pc:docMk/>
            <pc:sldMk cId="302110903" sldId="14281"/>
            <ac:spMk id="61650" creationId="{78B6DD7C-5E09-5E7B-5A4B-8A2B40211EDE}"/>
          </ac:spMkLst>
        </pc:spChg>
        <pc:spChg chg="mod">
          <ac:chgData name="" userId="" providerId="" clId="Web-{BDFB45A7-0074-4FE7-9366-070F382F8961}" dt="2026-10-23T13:08:19.295" v="10" actId="34807"/>
          <ac:spMkLst>
            <pc:docMk/>
            <pc:sldMk cId="302110903" sldId="14281"/>
            <ac:spMk id="61708" creationId="{FCC78D01-1C99-2547-CC14-A1C9E29293FC}"/>
          </ac:spMkLst>
        </pc:spChg>
        <pc:spChg chg="add mod">
          <ac:chgData name="" userId="" providerId="" clId="Web-{BDFB45A7-0074-4FE7-9366-070F382F8961}" dt="2026-10-23T13:08:15.310" v="7" actId="34807"/>
          <ac:spMkLst>
            <pc:docMk/>
            <pc:sldMk cId="302110903" sldId="14281"/>
            <ac:spMk id="61767" creationId="{4B5F20AD-8879-5A17-40CB-60831AAB064F}"/>
          </ac:spMkLst>
        </pc:spChg>
        <pc:picChg chg="add mod">
          <ac:chgData name="" userId="" providerId="" clId="Web-{BDFB45A7-0074-4FE7-9366-070F382F8961}" dt="2026-10-23T13:08:16.685" v="8" actId="34807"/>
          <ac:picMkLst>
            <pc:docMk/>
            <pc:sldMk cId="302110903" sldId="14281"/>
            <ac:picMk id="61889" creationId="{ACDC6F6C-73EF-D81D-D4FB-DEC21BC8C187}"/>
          </ac:picMkLst>
        </pc:picChg>
        <pc:picChg chg="add mod">
          <ac:chgData name="" userId="" providerId="" clId="Web-{BDFB45A7-0074-4FE7-9366-070F382F8961}" dt="2026-10-23T13:08:16.685" v="8" actId="34807"/>
          <ac:picMkLst>
            <pc:docMk/>
            <pc:sldMk cId="302110903" sldId="14281"/>
            <ac:picMk id="61890" creationId="{5866B6B2-100A-ABF9-85C9-56DBD684414D}"/>
          </ac:picMkLst>
        </pc:picChg>
        <pc:picChg chg="add mod">
          <ac:chgData name="" userId="" providerId="" clId="Web-{BDFB45A7-0074-4FE7-9366-070F382F8961}" dt="2026-10-23T13:09:16.546" v="28" actId="34807"/>
          <ac:picMkLst>
            <pc:docMk/>
            <pc:sldMk cId="302110903" sldId="14281"/>
            <ac:picMk id="61891" creationId="{01B9D326-10D5-70DB-C141-D61AEC4F58A6}"/>
          </ac:picMkLst>
        </pc:picChg>
        <pc:picChg chg="add mod">
          <ac:chgData name="" userId="" providerId="" clId="Web-{BDFB45A7-0074-4FE7-9366-070F382F8961}" dt="2026-10-23T13:09:16.546" v="28" actId="34807"/>
          <ac:picMkLst>
            <pc:docMk/>
            <pc:sldMk cId="302110903" sldId="14281"/>
            <ac:picMk id="61892" creationId="{38888568-CCEE-E783-E827-40D6420097E7}"/>
          </ac:picMkLst>
        </pc:picChg>
        <pc:picChg chg="add mod">
          <ac:chgData name="" userId="" providerId="" clId="Web-{BDFB45A7-0074-4FE7-9366-070F382F8961}" dt="2026-10-23T13:09:16.546" v="28" actId="34807"/>
          <ac:picMkLst>
            <pc:docMk/>
            <pc:sldMk cId="302110903" sldId="14281"/>
            <ac:picMk id="61893" creationId="{60BEEC10-5DEE-219C-20E7-EB16BA06930F}"/>
          </ac:picMkLst>
        </pc:picChg>
        <pc:picChg chg="add mod">
          <ac:chgData name="" userId="" providerId="" clId="Web-{BDFB45A7-0074-4FE7-9366-070F382F8961}" dt="2026-10-23T13:08:16.685" v="8" actId="34807"/>
          <ac:picMkLst>
            <pc:docMk/>
            <pc:sldMk cId="302110903" sldId="14281"/>
            <ac:picMk id="61894" creationId="{68D557D9-A978-40DC-EF86-A0478FFD22A3}"/>
          </ac:picMkLst>
        </pc:picChg>
        <pc:picChg chg="add mod">
          <ac:chgData name="" userId="" providerId="" clId="Web-{BDFB45A7-0074-4FE7-9366-070F382F8961}" dt="2026-10-23T13:08:16.685" v="8" actId="34807"/>
          <ac:picMkLst>
            <pc:docMk/>
            <pc:sldMk cId="302110903" sldId="14281"/>
            <ac:picMk id="61895" creationId="{867C735F-E8DA-BB86-0ADF-880DFD022350}"/>
          </ac:picMkLst>
        </pc:picChg>
        <pc:picChg chg="add mod">
          <ac:chgData name="" userId="" providerId="" clId="Web-{BDFB45A7-0074-4FE7-9366-070F382F8961}" dt="2026-10-23T13:08:16.685" v="8" actId="34807"/>
          <ac:picMkLst>
            <pc:docMk/>
            <pc:sldMk cId="302110903" sldId="14281"/>
            <ac:picMk id="61896" creationId="{00726641-37D9-F8F6-640E-F0B02D348AD5}"/>
          </ac:picMkLst>
        </pc:picChg>
      </pc:sldChg>
      <pc:sldChg chg="addSp modSp modNotesTx">
        <pc:chgData name="" userId="" providerId="" clId="Web-{BDFB45A7-0074-4FE7-9366-070F382F8961}" dt="2026-10-23T13:09:03.312" v="23" actId="34807"/>
        <pc:sldMkLst>
          <pc:docMk/>
          <pc:sldMk cId="3855353037" sldId="14501"/>
        </pc:sldMkLst>
        <pc:spChg chg="add mod">
          <ac:chgData name="" userId="" providerId="" clId="Web-{BDFB45A7-0074-4FE7-9366-070F382F8961}" dt="2026-10-23T13:09:00.780" v="21" actId="34807"/>
          <ac:spMkLst>
            <pc:docMk/>
            <pc:sldMk cId="3855353037" sldId="14501"/>
            <ac:spMk id="63201" creationId="{C29611E2-D866-E597-6285-9A53ADBAD6DC}"/>
          </ac:spMkLst>
        </pc:spChg>
        <pc:spChg chg="add mod">
          <ac:chgData name="" userId="" providerId="" clId="Web-{BDFB45A7-0074-4FE7-9366-070F382F8961}" dt="2026-10-23T13:09:00.780" v="21" actId="34807"/>
          <ac:spMkLst>
            <pc:docMk/>
            <pc:sldMk cId="3855353037" sldId="14501"/>
            <ac:spMk id="63204" creationId="{02104AF6-D09C-E208-B41D-C793B395DD29}"/>
          </ac:spMkLst>
        </pc:spChg>
        <pc:spChg chg="add mod">
          <ac:chgData name="" userId="" providerId="" clId="Web-{BDFB45A7-0074-4FE7-9366-070F382F8961}" dt="2026-10-23T13:09:00.780" v="21" actId="34807"/>
          <ac:spMkLst>
            <pc:docMk/>
            <pc:sldMk cId="3855353037" sldId="14501"/>
            <ac:spMk id="63226" creationId="{8AAF52C2-B02B-F4AB-C740-E0BF9F78A318}"/>
          </ac:spMkLst>
        </pc:spChg>
        <pc:spChg chg="add mod">
          <ac:chgData name="" userId="" providerId="" clId="Web-{BDFB45A7-0074-4FE7-9366-070F382F8961}" dt="2026-10-23T13:09:00.780" v="21" actId="34807"/>
          <ac:spMkLst>
            <pc:docMk/>
            <pc:sldMk cId="3855353037" sldId="14501"/>
            <ac:spMk id="63264" creationId="{E64D5AE7-A5F7-7F42-9D54-40BA2D58006B}"/>
          </ac:spMkLst>
        </pc:spChg>
        <pc:spChg chg="add mod">
          <ac:chgData name="" userId="" providerId="" clId="Web-{BDFB45A7-0074-4FE7-9366-070F382F8961}" dt="2026-10-23T13:09:00.780" v="21" actId="34807"/>
          <ac:spMkLst>
            <pc:docMk/>
            <pc:sldMk cId="3855353037" sldId="14501"/>
            <ac:spMk id="63276" creationId="{0DB84D46-5C5C-BD83-5871-BB9021BD5B61}"/>
          </ac:spMkLst>
        </pc:spChg>
        <pc:spChg chg="add mod">
          <ac:chgData name="" userId="" providerId="" clId="Web-{BDFB45A7-0074-4FE7-9366-070F382F8961}" dt="2026-10-23T13:09:00.780" v="21" actId="34807"/>
          <ac:spMkLst>
            <pc:docMk/>
            <pc:sldMk cId="3855353037" sldId="14501"/>
            <ac:spMk id="63289" creationId="{F6D1CB88-97F9-46D0-97E8-57A2DE1317BF}"/>
          </ac:spMkLst>
        </pc:spChg>
        <pc:spChg chg="add mod">
          <ac:chgData name="" userId="" providerId="" clId="Web-{BDFB45A7-0074-4FE7-9366-070F382F8961}" dt="2026-10-23T13:09:00.780" v="21" actId="34807"/>
          <ac:spMkLst>
            <pc:docMk/>
            <pc:sldMk cId="3855353037" sldId="14501"/>
            <ac:spMk id="63451" creationId="{5F985032-1078-0345-11A3-09829939EA91}"/>
          </ac:spMkLst>
        </pc:spChg>
        <pc:spChg chg="add mod">
          <ac:chgData name="" userId="" providerId="" clId="Web-{BDFB45A7-0074-4FE7-9366-070F382F8961}" dt="2026-10-23T13:09:00.780" v="21" actId="34807"/>
          <ac:spMkLst>
            <pc:docMk/>
            <pc:sldMk cId="3855353037" sldId="14501"/>
            <ac:spMk id="63498" creationId="{3465733E-8E58-D4CD-78AD-CA29B561A18E}"/>
          </ac:spMkLst>
        </pc:spChg>
        <pc:spChg chg="add mod">
          <ac:chgData name="" userId="" providerId="" clId="Web-{BDFB45A7-0074-4FE7-9366-070F382F8961}" dt="2026-10-23T13:09:00.780" v="21" actId="34807"/>
          <ac:spMkLst>
            <pc:docMk/>
            <pc:sldMk cId="3855353037" sldId="14501"/>
            <ac:spMk id="63663" creationId="{AC85799B-B7C1-E0BB-81A2-F5A66241FEC9}"/>
          </ac:spMkLst>
        </pc:spChg>
        <pc:spChg chg="add mod">
          <ac:chgData name="" userId="" providerId="" clId="Web-{BDFB45A7-0074-4FE7-9366-070F382F8961}" dt="2026-10-23T13:09:00.780" v="21" actId="34807"/>
          <ac:spMkLst>
            <pc:docMk/>
            <pc:sldMk cId="3855353037" sldId="14501"/>
            <ac:spMk id="63694" creationId="{904903ED-06DA-941F-4A86-92350C97387B}"/>
          </ac:spMkLst>
        </pc:spChg>
        <pc:picChg chg="add mod">
          <ac:chgData name="" userId="" providerId="" clId="Web-{BDFB45A7-0074-4FE7-9366-070F382F8961}" dt="2026-10-23T13:08:52.546" v="19" actId="34807"/>
          <ac:picMkLst>
            <pc:docMk/>
            <pc:sldMk cId="3855353037" sldId="14501"/>
            <ac:picMk id="63198" creationId="{297042CC-5707-1312-3472-7A463B54EFC5}"/>
          </ac:picMkLst>
        </pc:picChg>
        <pc:picChg chg="add mod">
          <ac:chgData name="" userId="" providerId="" clId="Web-{BDFB45A7-0074-4FE7-9366-070F382F8961}" dt="2026-10-23T13:09:02.124" v="22" actId="34807"/>
          <ac:picMkLst>
            <pc:docMk/>
            <pc:sldMk cId="3855353037" sldId="14501"/>
            <ac:picMk id="63865" creationId="{C3DD2DA9-CEC3-16DA-E406-C05421D05608}"/>
          </ac:picMkLst>
        </pc:picChg>
        <pc:picChg chg="add mod">
          <ac:chgData name="" userId="" providerId="" clId="Web-{BDFB45A7-0074-4FE7-9366-070F382F8961}" dt="2026-10-23T13:09:02.124" v="22" actId="34807"/>
          <ac:picMkLst>
            <pc:docMk/>
            <pc:sldMk cId="3855353037" sldId="14501"/>
            <ac:picMk id="63866" creationId="{3607642C-9E0F-751E-431F-DDF7CF4F17CA}"/>
          </ac:picMkLst>
        </pc:picChg>
        <pc:picChg chg="add mod">
          <ac:chgData name="" userId="" providerId="" clId="Web-{BDFB45A7-0074-4FE7-9366-070F382F8961}" dt="2026-10-23T13:09:02.124" v="22" actId="34807"/>
          <ac:picMkLst>
            <pc:docMk/>
            <pc:sldMk cId="3855353037" sldId="14501"/>
            <ac:picMk id="63867" creationId="{ACE49770-856A-B52B-5CFD-D300B2D7BBEF}"/>
          </ac:picMkLst>
        </pc:picChg>
        <pc:picChg chg="add mod">
          <ac:chgData name="" userId="" providerId="" clId="Web-{BDFB45A7-0074-4FE7-9366-070F382F8961}" dt="2026-10-23T13:09:02.124" v="22" actId="34807"/>
          <ac:picMkLst>
            <pc:docMk/>
            <pc:sldMk cId="3855353037" sldId="14501"/>
            <ac:picMk id="63868" creationId="{F1EFA010-2603-6820-10EF-58B0A03456AA}"/>
          </ac:picMkLst>
        </pc:picChg>
        <pc:picChg chg="add mod">
          <ac:chgData name="" userId="" providerId="" clId="Web-{BDFB45A7-0074-4FE7-9366-070F382F8961}" dt="2026-10-23T13:09:02.124" v="22" actId="34807"/>
          <ac:picMkLst>
            <pc:docMk/>
            <pc:sldMk cId="3855353037" sldId="14501"/>
            <ac:picMk id="63869" creationId="{CEB89615-04E9-7F0D-6E81-9886AABAFB8B}"/>
          </ac:picMkLst>
        </pc:picChg>
        <pc:picChg chg="add mod">
          <ac:chgData name="" userId="" providerId="" clId="Web-{BDFB45A7-0074-4FE7-9366-070F382F8961}" dt="2026-10-23T13:09:02.124" v="22" actId="34807"/>
          <ac:picMkLst>
            <pc:docMk/>
            <pc:sldMk cId="3855353037" sldId="14501"/>
            <ac:picMk id="63870" creationId="{703399D0-7E8E-619D-E5D8-63986A330A34}"/>
          </ac:picMkLst>
        </pc:picChg>
        <pc:picChg chg="add mod">
          <ac:chgData name="" userId="" providerId="" clId="Web-{BDFB45A7-0074-4FE7-9366-070F382F8961}" dt="2026-10-23T13:09:02.124" v="22" actId="34807"/>
          <ac:picMkLst>
            <pc:docMk/>
            <pc:sldMk cId="3855353037" sldId="14501"/>
            <ac:picMk id="63871" creationId="{A3F884A9-A804-1D71-1F55-C316A4138046}"/>
          </ac:picMkLst>
        </pc:picChg>
      </pc:sldChg>
      <pc:sldChg chg="addSp modSp modNotesTx">
        <pc:chgData name="" userId="" providerId="" clId="Web-{BDFB45A7-0074-4FE7-9366-070F382F8961}" dt="2026-10-23T13:09:16.546" v="28" actId="34807"/>
        <pc:sldMkLst>
          <pc:docMk/>
          <pc:sldMk cId="75272732" sldId="14722"/>
        </pc:sldMkLst>
        <pc:spChg chg="add mod">
          <ac:chgData name="" userId="" providerId="" clId="Web-{BDFB45A7-0074-4FE7-9366-070F382F8961}" dt="2026-10-23T13:09:13.469" v="25" actId="34807"/>
          <ac:spMkLst>
            <pc:docMk/>
            <pc:sldMk cId="75272732" sldId="14722"/>
            <ac:spMk id="63874" creationId="{46D35F5E-35CB-007A-4E88-81D952617DF7}"/>
          </ac:spMkLst>
        </pc:spChg>
        <pc:spChg chg="add mod">
          <ac:chgData name="" userId="" providerId="" clId="Web-{BDFB45A7-0074-4FE7-9366-070F382F8961}" dt="2026-10-23T13:09:13.469" v="25" actId="34807"/>
          <ac:spMkLst>
            <pc:docMk/>
            <pc:sldMk cId="75272732" sldId="14722"/>
            <ac:spMk id="63877" creationId="{7E28B9A2-F135-0DBB-9206-2F5EFF71E1D3}"/>
          </ac:spMkLst>
        </pc:spChg>
        <pc:spChg chg="add mod">
          <ac:chgData name="" userId="" providerId="" clId="Web-{BDFB45A7-0074-4FE7-9366-070F382F8961}" dt="2026-10-23T13:09:13.469" v="25" actId="34807"/>
          <ac:spMkLst>
            <pc:docMk/>
            <pc:sldMk cId="75272732" sldId="14722"/>
            <ac:spMk id="63881" creationId="{AFE2FA15-0D68-491F-B994-C9A8A47A70F1}"/>
          </ac:spMkLst>
        </pc:spChg>
        <pc:spChg chg="add mod">
          <ac:chgData name="" userId="" providerId="" clId="Web-{BDFB45A7-0074-4FE7-9366-070F382F8961}" dt="2026-10-23T13:09:13.469" v="25" actId="34807"/>
          <ac:spMkLst>
            <pc:docMk/>
            <pc:sldMk cId="75272732" sldId="14722"/>
            <ac:spMk id="63892" creationId="{3C1D9BD1-4877-1531-0319-BD76FDAD52E0}"/>
          </ac:spMkLst>
        </pc:spChg>
        <pc:spChg chg="add mod">
          <ac:chgData name="" userId="" providerId="" clId="Web-{BDFB45A7-0074-4FE7-9366-070F382F8961}" dt="2026-10-23T13:09:13.469" v="25" actId="34807"/>
          <ac:spMkLst>
            <pc:docMk/>
            <pc:sldMk cId="75272732" sldId="14722"/>
            <ac:spMk id="63907" creationId="{C090F249-743A-C908-7B95-25F37D949529}"/>
          </ac:spMkLst>
        </pc:spChg>
        <pc:spChg chg="add mod">
          <ac:chgData name="" userId="" providerId="" clId="Web-{BDFB45A7-0074-4FE7-9366-070F382F8961}" dt="2026-10-23T13:09:13.469" v="25" actId="34807"/>
          <ac:spMkLst>
            <pc:docMk/>
            <pc:sldMk cId="75272732" sldId="14722"/>
            <ac:spMk id="63962" creationId="{63DEA41B-BDC0-CB45-7846-523C09A87897}"/>
          </ac:spMkLst>
        </pc:spChg>
        <pc:spChg chg="add mod">
          <ac:chgData name="" userId="" providerId="" clId="Web-{BDFB45A7-0074-4FE7-9366-070F382F8961}" dt="2026-10-23T13:09:16.546" v="28" actId="34807"/>
          <ac:spMkLst>
            <pc:docMk/>
            <pc:sldMk cId="75272732" sldId="14722"/>
            <ac:spMk id="64007" creationId="{851A200E-85BF-E80D-0261-377F5A40B44A}"/>
          </ac:spMkLst>
        </pc:spChg>
        <pc:spChg chg="add mod">
          <ac:chgData name="" userId="" providerId="" clId="Web-{BDFB45A7-0074-4FE7-9366-070F382F8961}" dt="2026-10-23T13:09:13.469" v="25" actId="34807"/>
          <ac:spMkLst>
            <pc:docMk/>
            <pc:sldMk cId="75272732" sldId="14722"/>
            <ac:spMk id="64024" creationId="{223D8F8A-3A5A-CFFA-11BD-E356B94FEADE}"/>
          </ac:spMkLst>
        </pc:spChg>
        <pc:spChg chg="add mod">
          <ac:chgData name="" userId="" providerId="" clId="Web-{BDFB45A7-0074-4FE7-9366-070F382F8961}" dt="2026-10-23T13:09:16.546" v="28" actId="34807"/>
          <ac:spMkLst>
            <pc:docMk/>
            <pc:sldMk cId="75272732" sldId="14722"/>
            <ac:spMk id="64042" creationId="{C916814D-3692-F18E-283A-D99D08E98601}"/>
          </ac:spMkLst>
        </pc:spChg>
        <pc:spChg chg="add mod">
          <ac:chgData name="" userId="" providerId="" clId="Web-{BDFB45A7-0074-4FE7-9366-070F382F8961}" dt="2026-10-23T13:09:13.469" v="25" actId="34807"/>
          <ac:spMkLst>
            <pc:docMk/>
            <pc:sldMk cId="75272732" sldId="14722"/>
            <ac:spMk id="64061" creationId="{7ABF3678-0AEA-3597-C59C-6BD804AA0526}"/>
          </ac:spMkLst>
        </pc:spChg>
        <pc:picChg chg="add mod">
          <ac:chgData name="" userId="" providerId="" clId="Web-{BDFB45A7-0074-4FE7-9366-070F382F8961}" dt="2026-10-23T13:09:14.500" v="26" actId="34807"/>
          <ac:picMkLst>
            <pc:docMk/>
            <pc:sldMk cId="75272732" sldId="14722"/>
            <ac:picMk id="64062" creationId="{1D31D405-F19C-D9C6-A8EE-307F1EAE6A9C}"/>
          </ac:picMkLst>
        </pc:picChg>
        <pc:picChg chg="add mod">
          <ac:chgData name="" userId="" providerId="" clId="Web-{BDFB45A7-0074-4FE7-9366-070F382F8961}" dt="2026-10-23T13:09:16.546" v="28" actId="34807"/>
          <ac:picMkLst>
            <pc:docMk/>
            <pc:sldMk cId="75272732" sldId="14722"/>
            <ac:picMk id="64063" creationId="{257FFCB3-B763-32E5-460D-48C4EF54D4CC}"/>
          </ac:picMkLst>
        </pc:picChg>
        <pc:picChg chg="add mod">
          <ac:chgData name="" userId="" providerId="" clId="Web-{BDFB45A7-0074-4FE7-9366-070F382F8961}" dt="2026-10-23T13:09:14.500" v="26" actId="34807"/>
          <ac:picMkLst>
            <pc:docMk/>
            <pc:sldMk cId="75272732" sldId="14722"/>
            <ac:picMk id="64064" creationId="{C6B3723C-7B53-660F-5682-3B77C1A35E2A}"/>
          </ac:picMkLst>
        </pc:picChg>
      </pc:sldChg>
    </pc:docChg>
  </pc:docChgLst>
  <pc:docChgLst>
    <pc:chgData clId="Web-{6E8403B9-C474-4B99-9353-4E0EB3CC5CF0}"/>
    <pc:docChg chg="modSld">
      <pc:chgData name="" userId="" providerId="" clId="Web-{6E8403B9-C474-4B99-9353-4E0EB3CC5CF0}" dt="2026-10-23T10:01:40.647" v="80" actId="34807"/>
      <pc:docMkLst>
        <pc:docMk/>
      </pc:docMkLst>
      <pc:sldChg chg="addSp modSp">
        <pc:chgData name="" userId="" providerId="" clId="Web-{6E8403B9-C474-4B99-9353-4E0EB3CC5CF0}" dt="2026-10-23T09:44:11.464" v="5" actId="34807"/>
        <pc:sldMkLst>
          <pc:docMk/>
          <pc:sldMk cId="75817233" sldId="2522"/>
        </pc:sldMkLst>
        <pc:spChg chg="add mod">
          <ac:chgData name="" userId="" providerId="" clId="Web-{6E8403B9-C474-4B99-9353-4E0EB3CC5CF0}" dt="2026-10-23T09:44:10.745" v="4" actId="34807"/>
          <ac:spMkLst>
            <pc:docMk/>
            <pc:sldMk cId="75817233" sldId="2522"/>
            <ac:spMk id="16749" creationId="{990F92CA-AD4D-78E1-E43B-FFF73F92B95C}"/>
          </ac:spMkLst>
        </pc:spChg>
        <pc:spChg chg="add mod">
          <ac:chgData name="" userId="" providerId="" clId="Web-{6E8403B9-C474-4B99-9353-4E0EB3CC5CF0}" dt="2026-10-23T09:44:10.745" v="4" actId="34807"/>
          <ac:spMkLst>
            <pc:docMk/>
            <pc:sldMk cId="75817233" sldId="2522"/>
            <ac:spMk id="16751" creationId="{FFDCC9FA-A689-BE64-3800-A3AC5394437A}"/>
          </ac:spMkLst>
        </pc:spChg>
        <pc:spChg chg="add mod">
          <ac:chgData name="" userId="" providerId="" clId="Web-{6E8403B9-C474-4B99-9353-4E0EB3CC5CF0}" dt="2026-10-23T09:44:10.745" v="4" actId="34807"/>
          <ac:spMkLst>
            <pc:docMk/>
            <pc:sldMk cId="75817233" sldId="2522"/>
            <ac:spMk id="16754" creationId="{4B08D6CD-6BD5-02AD-AA60-6304E13AF5D3}"/>
          </ac:spMkLst>
        </pc:spChg>
        <pc:spChg chg="add mod">
          <ac:chgData name="" userId="" providerId="" clId="Web-{6E8403B9-C474-4B99-9353-4E0EB3CC5CF0}" dt="2026-10-23T09:44:10.745" v="4" actId="34807"/>
          <ac:spMkLst>
            <pc:docMk/>
            <pc:sldMk cId="75817233" sldId="2522"/>
            <ac:spMk id="16769" creationId="{630A2118-C2C2-841D-A5FD-CD5708735333}"/>
          </ac:spMkLst>
        </pc:spChg>
        <pc:spChg chg="add mod">
          <ac:chgData name="" userId="" providerId="" clId="Web-{6E8403B9-C474-4B99-9353-4E0EB3CC5CF0}" dt="2026-10-23T09:44:10.745" v="4" actId="34807"/>
          <ac:spMkLst>
            <pc:docMk/>
            <pc:sldMk cId="75817233" sldId="2522"/>
            <ac:spMk id="16793" creationId="{A0D0CAF5-1204-DAF9-A871-47F638EFC0E1}"/>
          </ac:spMkLst>
        </pc:spChg>
        <pc:spChg chg="add mod">
          <ac:chgData name="" userId="" providerId="" clId="Web-{6E8403B9-C474-4B99-9353-4E0EB3CC5CF0}" dt="2026-10-23T09:44:10.745" v="4" actId="34807"/>
          <ac:spMkLst>
            <pc:docMk/>
            <pc:sldMk cId="75817233" sldId="2522"/>
            <ac:spMk id="16803" creationId="{126B3877-8AE6-C1A3-86A3-EB54E2EBDC0D}"/>
          </ac:spMkLst>
        </pc:spChg>
        <pc:spChg chg="add mod">
          <ac:chgData name="" userId="" providerId="" clId="Web-{6E8403B9-C474-4B99-9353-4E0EB3CC5CF0}" dt="2026-10-23T09:44:10.745" v="4" actId="34807"/>
          <ac:spMkLst>
            <pc:docMk/>
            <pc:sldMk cId="75817233" sldId="2522"/>
            <ac:spMk id="16826" creationId="{1E5DE0D6-7EC8-92F9-53C0-4776A37B7E72}"/>
          </ac:spMkLst>
        </pc:spChg>
        <pc:spChg chg="mod">
          <ac:chgData name="" userId="" providerId="" clId="Web-{6E8403B9-C474-4B99-9353-4E0EB3CC5CF0}" dt="2026-10-23T09:44:11.464" v="5" actId="34807"/>
          <ac:spMkLst>
            <pc:docMk/>
            <pc:sldMk cId="75817233" sldId="2522"/>
            <ac:spMk id="16839" creationId="{9FB712DC-7281-B243-1346-A8DECDD5DEBC}"/>
          </ac:spMkLst>
        </pc:spChg>
        <pc:spChg chg="add mod">
          <ac:chgData name="" userId="" providerId="" clId="Web-{6E8403B9-C474-4B99-9353-4E0EB3CC5CF0}" dt="2026-10-23T09:44:10.745" v="4" actId="34807"/>
          <ac:spMkLst>
            <pc:docMk/>
            <pc:sldMk cId="75817233" sldId="2522"/>
            <ac:spMk id="16853" creationId="{CC4E4E0B-5CEB-0ECF-C6DA-C59B603AA33D}"/>
          </ac:spMkLst>
        </pc:spChg>
        <pc:spChg chg="add mod">
          <ac:chgData name="" userId="" providerId="" clId="Web-{6E8403B9-C474-4B99-9353-4E0EB3CC5CF0}" dt="2026-10-23T09:44:10.745" v="4" actId="34807"/>
          <ac:spMkLst>
            <pc:docMk/>
            <pc:sldMk cId="75817233" sldId="2522"/>
            <ac:spMk id="16884" creationId="{EB4F0D0F-76D7-7FBF-1BE8-5C988588FF43}"/>
          </ac:spMkLst>
        </pc:spChg>
        <pc:spChg chg="add mod">
          <ac:chgData name="" userId="" providerId="" clId="Web-{6E8403B9-C474-4B99-9353-4E0EB3CC5CF0}" dt="2026-10-23T09:44:11.464" v="5" actId="34807"/>
          <ac:spMkLst>
            <pc:docMk/>
            <pc:sldMk cId="75817233" sldId="2522"/>
            <ac:spMk id="16901" creationId="{D51DBE30-E8AD-7FEB-19DA-6B0CE346BE49}"/>
          </ac:spMkLst>
        </pc:spChg>
      </pc:sldChg>
      <pc:sldChg chg="addSp modSp">
        <pc:chgData name="" userId="" providerId="" clId="Web-{6E8403B9-C474-4B99-9353-4E0EB3CC5CF0}" dt="2026-10-23T09:47:13.701" v="12" actId="34807"/>
        <pc:sldMkLst>
          <pc:docMk/>
          <pc:sldMk cId="3364259121" sldId="2734"/>
        </pc:sldMkLst>
        <pc:spChg chg="add mod">
          <ac:chgData name="" userId="" providerId="" clId="Web-{6E8403B9-C474-4B99-9353-4E0EB3CC5CF0}" dt="2026-10-23T09:47:12.263" v="10" actId="34807"/>
          <ac:spMkLst>
            <pc:docMk/>
            <pc:sldMk cId="3364259121" sldId="2734"/>
            <ac:spMk id="17373" creationId="{A6617F1B-C81B-2814-2C3B-8D29A8A8B9A0}"/>
          </ac:spMkLst>
        </pc:spChg>
        <pc:spChg chg="add mod">
          <ac:chgData name="" userId="" providerId="" clId="Web-{6E8403B9-C474-4B99-9353-4E0EB3CC5CF0}" dt="2026-10-23T09:47:12.263" v="10" actId="34807"/>
          <ac:spMkLst>
            <pc:docMk/>
            <pc:sldMk cId="3364259121" sldId="2734"/>
            <ac:spMk id="17375" creationId="{C13DA459-A980-25C1-4403-01FC830C4511}"/>
          </ac:spMkLst>
        </pc:spChg>
        <pc:spChg chg="add mod">
          <ac:chgData name="" userId="" providerId="" clId="Web-{6E8403B9-C474-4B99-9353-4E0EB3CC5CF0}" dt="2026-10-23T09:47:13.701" v="12" actId="34807"/>
          <ac:spMkLst>
            <pc:docMk/>
            <pc:sldMk cId="3364259121" sldId="2734"/>
            <ac:spMk id="17378" creationId="{9720273F-2DD5-75BD-EB8A-A2DC2C704828}"/>
          </ac:spMkLst>
        </pc:spChg>
        <pc:spChg chg="add mod">
          <ac:chgData name="" userId="" providerId="" clId="Web-{6E8403B9-C474-4B99-9353-4E0EB3CC5CF0}" dt="2026-10-23T09:47:12.263" v="10" actId="34807"/>
          <ac:spMkLst>
            <pc:docMk/>
            <pc:sldMk cId="3364259121" sldId="2734"/>
            <ac:spMk id="17382" creationId="{67C354C5-B402-87B1-0B39-A6B3035F0B23}"/>
          </ac:spMkLst>
        </pc:spChg>
        <pc:spChg chg="add mod">
          <ac:chgData name="" userId="" providerId="" clId="Web-{6E8403B9-C474-4B99-9353-4E0EB3CC5CF0}" dt="2026-10-23T09:47:12.263" v="10" actId="34807"/>
          <ac:spMkLst>
            <pc:docMk/>
            <pc:sldMk cId="3364259121" sldId="2734"/>
            <ac:spMk id="17387" creationId="{DFBED5C3-E0D2-87EA-875A-08075F5B20E0}"/>
          </ac:spMkLst>
        </pc:spChg>
        <pc:spChg chg="add mod">
          <ac:chgData name="" userId="" providerId="" clId="Web-{6E8403B9-C474-4B99-9353-4E0EB3CC5CF0}" dt="2026-10-23T09:47:12.263" v="10" actId="34807"/>
          <ac:spMkLst>
            <pc:docMk/>
            <pc:sldMk cId="3364259121" sldId="2734"/>
            <ac:spMk id="17393" creationId="{902E6927-66FA-1334-D11F-7ABEEF4550F4}"/>
          </ac:spMkLst>
        </pc:spChg>
        <pc:spChg chg="add mod">
          <ac:chgData name="" userId="" providerId="" clId="Web-{6E8403B9-C474-4B99-9353-4E0EB3CC5CF0}" dt="2026-10-23T09:47:12.263" v="10" actId="34807"/>
          <ac:spMkLst>
            <pc:docMk/>
            <pc:sldMk cId="3364259121" sldId="2734"/>
            <ac:spMk id="17400" creationId="{7EB5A36B-9E62-FC1A-74E1-BE2F3C842A92}"/>
          </ac:spMkLst>
        </pc:spChg>
        <pc:spChg chg="mod">
          <ac:chgData name="" userId="" providerId="" clId="Web-{6E8403B9-C474-4B99-9353-4E0EB3CC5CF0}" dt="2026-10-23T09:47:13.701" v="12" actId="34807"/>
          <ac:spMkLst>
            <pc:docMk/>
            <pc:sldMk cId="3364259121" sldId="2734"/>
            <ac:spMk id="17408" creationId="{A936FC66-0B5B-3C4D-D5E9-5C913582AE7C}"/>
          </ac:spMkLst>
        </pc:spChg>
        <pc:spChg chg="add mod">
          <ac:chgData name="" userId="" providerId="" clId="Web-{6E8403B9-C474-4B99-9353-4E0EB3CC5CF0}" dt="2026-10-23T09:47:12.263" v="10" actId="34807"/>
          <ac:spMkLst>
            <pc:docMk/>
            <pc:sldMk cId="3364259121" sldId="2734"/>
            <ac:spMk id="17417" creationId="{D556E4D6-AAF7-D2B5-5951-1EF3C649262F}"/>
          </ac:spMkLst>
        </pc:spChg>
        <pc:spChg chg="add mod">
          <ac:chgData name="" userId="" providerId="" clId="Web-{6E8403B9-C474-4B99-9353-4E0EB3CC5CF0}" dt="2026-10-23T09:47:12.263" v="10" actId="34807"/>
          <ac:spMkLst>
            <pc:docMk/>
            <pc:sldMk cId="3364259121" sldId="2734"/>
            <ac:spMk id="17438" creationId="{BED0069B-EE32-2ADD-C629-8EBE1BBC5E15}"/>
          </ac:spMkLst>
        </pc:spChg>
        <pc:spChg chg="add mod">
          <ac:chgData name="" userId="" providerId="" clId="Web-{6E8403B9-C474-4B99-9353-4E0EB3CC5CF0}" dt="2026-10-23T09:47:12.263" v="10" actId="34807"/>
          <ac:spMkLst>
            <pc:docMk/>
            <pc:sldMk cId="3364259121" sldId="2734"/>
            <ac:spMk id="17463" creationId="{F8913B7B-2EDC-B719-9A94-8FE5D0EE73EC}"/>
          </ac:spMkLst>
        </pc:spChg>
        <pc:picChg chg="add mod">
          <ac:chgData name="" userId="" providerId="" clId="Web-{6E8403B9-C474-4B99-9353-4E0EB3CC5CF0}" dt="2026-10-23T09:47:13.076" v="11" actId="34807"/>
          <ac:picMkLst>
            <pc:docMk/>
            <pc:sldMk cId="3364259121" sldId="2734"/>
            <ac:picMk id="17464" creationId="{32921782-5035-1965-0786-83734D33BE35}"/>
          </ac:picMkLst>
        </pc:picChg>
      </pc:sldChg>
      <pc:sldChg chg="addSp modSp">
        <pc:chgData name="" userId="" providerId="" clId="Web-{6E8403B9-C474-4B99-9353-4E0EB3CC5CF0}" dt="2026-10-23T09:48:18.233" v="18" actId="34807"/>
        <pc:sldMkLst>
          <pc:docMk/>
          <pc:sldMk cId="2014497201" sldId="2947"/>
        </pc:sldMkLst>
        <pc:spChg chg="add mod">
          <ac:chgData name="" userId="" providerId="" clId="Web-{6E8403B9-C474-4B99-9353-4E0EB3CC5CF0}" dt="2026-10-23T09:48:17.530" v="17" actId="34807"/>
          <ac:spMkLst>
            <pc:docMk/>
            <pc:sldMk cId="2014497201" sldId="2947"/>
            <ac:spMk id="17803" creationId="{F001A08A-4268-F7B4-FAF5-B7024145CE90}"/>
          </ac:spMkLst>
        </pc:spChg>
        <pc:spChg chg="mod">
          <ac:chgData name="" userId="" providerId="" clId="Web-{6E8403B9-C474-4B99-9353-4E0EB3CC5CF0}" dt="2026-10-23T09:48:18.233" v="18" actId="34807"/>
          <ac:spMkLst>
            <pc:docMk/>
            <pc:sldMk cId="2014497201" sldId="2947"/>
            <ac:spMk id="17805" creationId="{9801E313-1048-D175-5884-813AC12773C4}"/>
          </ac:spMkLst>
        </pc:spChg>
        <pc:spChg chg="add mod">
          <ac:chgData name="" userId="" providerId="" clId="Web-{6E8403B9-C474-4B99-9353-4E0EB3CC5CF0}" dt="2026-10-23T09:48:17.530" v="17" actId="34807"/>
          <ac:spMkLst>
            <pc:docMk/>
            <pc:sldMk cId="2014497201" sldId="2947"/>
            <ac:spMk id="17812" creationId="{0A5E4581-BFA8-B9D2-A616-7CD58C6D7C5E}"/>
          </ac:spMkLst>
        </pc:spChg>
        <pc:spChg chg="add mod">
          <ac:chgData name="" userId="" providerId="" clId="Web-{6E8403B9-C474-4B99-9353-4E0EB3CC5CF0}" dt="2026-10-23T09:48:18.233" v="18" actId="34807"/>
          <ac:spMkLst>
            <pc:docMk/>
            <pc:sldMk cId="2014497201" sldId="2947"/>
            <ac:spMk id="17823" creationId="{49F81668-5A6F-51E3-7D95-64C7C1A5A05A}"/>
          </ac:spMkLst>
        </pc:spChg>
        <pc:spChg chg="add mod">
          <ac:chgData name="" userId="" providerId="" clId="Web-{6E8403B9-C474-4B99-9353-4E0EB3CC5CF0}" dt="2026-10-23T09:48:17.530" v="17" actId="34807"/>
          <ac:spMkLst>
            <pc:docMk/>
            <pc:sldMk cId="2014497201" sldId="2947"/>
            <ac:spMk id="17830" creationId="{8750D6C3-DEA3-7AAA-B4C5-D94CBFD5C10A}"/>
          </ac:spMkLst>
        </pc:spChg>
        <pc:spChg chg="add mod">
          <ac:chgData name="" userId="" providerId="" clId="Web-{6E8403B9-C474-4B99-9353-4E0EB3CC5CF0}" dt="2026-10-23T09:48:18.233" v="18" actId="34807"/>
          <ac:spMkLst>
            <pc:docMk/>
            <pc:sldMk cId="2014497201" sldId="2947"/>
            <ac:spMk id="17847" creationId="{913BEABA-3DE1-0004-32AB-D13F0733300F}"/>
          </ac:spMkLst>
        </pc:spChg>
        <pc:spChg chg="add mod">
          <ac:chgData name="" userId="" providerId="" clId="Web-{6E8403B9-C474-4B99-9353-4E0EB3CC5CF0}" dt="2026-10-23T09:48:17.530" v="17" actId="34807"/>
          <ac:spMkLst>
            <pc:docMk/>
            <pc:sldMk cId="2014497201" sldId="2947"/>
            <ac:spMk id="17880" creationId="{1EB4B01F-B3B2-57F7-09B7-3B16B75387A6}"/>
          </ac:spMkLst>
        </pc:spChg>
        <pc:spChg chg="mod">
          <ac:chgData name="" userId="" providerId="" clId="Web-{6E8403B9-C474-4B99-9353-4E0EB3CC5CF0}" dt="2026-10-23T09:48:18.233" v="18" actId="34807"/>
          <ac:spMkLst>
            <pc:docMk/>
            <pc:sldMk cId="2014497201" sldId="2947"/>
            <ac:spMk id="17893" creationId="{0C847069-6499-5992-6836-EA81AB1E26E1}"/>
          </ac:spMkLst>
        </pc:spChg>
        <pc:spChg chg="add mod">
          <ac:chgData name="" userId="" providerId="" clId="Web-{6E8403B9-C474-4B99-9353-4E0EB3CC5CF0}" dt="2026-10-23T09:48:17.530" v="17" actId="34807"/>
          <ac:spMkLst>
            <pc:docMk/>
            <pc:sldMk cId="2014497201" sldId="2947"/>
            <ac:spMk id="17922" creationId="{3DCDE29C-50FD-3580-763B-E68E7E069E57}"/>
          </ac:spMkLst>
        </pc:spChg>
        <pc:spChg chg="mod">
          <ac:chgData name="" userId="" providerId="" clId="Web-{6E8403B9-C474-4B99-9353-4E0EB3CC5CF0}" dt="2026-10-23T09:48:18.233" v="18" actId="34807"/>
          <ac:spMkLst>
            <pc:docMk/>
            <pc:sldMk cId="2014497201" sldId="2947"/>
            <ac:spMk id="17938" creationId="{5979D694-FBF8-3C25-D7EE-7B7545CADF4B}"/>
          </ac:spMkLst>
        </pc:spChg>
        <pc:spChg chg="add mod">
          <ac:chgData name="" userId="" providerId="" clId="Web-{6E8403B9-C474-4B99-9353-4E0EB3CC5CF0}" dt="2026-10-23T09:48:17.530" v="17" actId="34807"/>
          <ac:spMkLst>
            <pc:docMk/>
            <pc:sldMk cId="2014497201" sldId="2947"/>
            <ac:spMk id="17955" creationId="{4455C911-F5CC-2264-B139-934460BFF2E6}"/>
          </ac:spMkLst>
        </pc:spChg>
        <pc:spChg chg="add mod">
          <ac:chgData name="" userId="" providerId="" clId="Web-{6E8403B9-C474-4B99-9353-4E0EB3CC5CF0}" dt="2026-10-23T09:48:17.530" v="17" actId="34807"/>
          <ac:spMkLst>
            <pc:docMk/>
            <pc:sldMk cId="2014497201" sldId="2947"/>
            <ac:spMk id="17992" creationId="{F4D5D292-2EF9-5BB0-2593-3ED25165016F}"/>
          </ac:spMkLst>
        </pc:spChg>
        <pc:spChg chg="mod">
          <ac:chgData name="" userId="" providerId="" clId="Web-{6E8403B9-C474-4B99-9353-4E0EB3CC5CF0}" dt="2026-10-23T09:48:18.233" v="18" actId="34807"/>
          <ac:spMkLst>
            <pc:docMk/>
            <pc:sldMk cId="2014497201" sldId="2947"/>
            <ac:spMk id="18012" creationId="{C8C91344-1AE7-02A4-7DF8-C0BE4F06126E}"/>
          </ac:spMkLst>
        </pc:spChg>
        <pc:spChg chg="add mod">
          <ac:chgData name="" userId="" providerId="" clId="Web-{6E8403B9-C474-4B99-9353-4E0EB3CC5CF0}" dt="2026-10-23T09:48:17.530" v="17" actId="34807"/>
          <ac:spMkLst>
            <pc:docMk/>
            <pc:sldMk cId="2014497201" sldId="2947"/>
            <ac:spMk id="18033" creationId="{A78946A7-2582-3AA4-0345-CB6EE56EB262}"/>
          </ac:spMkLst>
        </pc:spChg>
      </pc:sldChg>
      <pc:sldChg chg="addSp modSp">
        <pc:chgData name="" userId="" providerId="" clId="Web-{6E8403B9-C474-4B99-9353-4E0EB3CC5CF0}" dt="2026-10-23T09:49:33.812" v="20" actId="34807"/>
        <pc:sldMkLst>
          <pc:docMk/>
          <pc:sldMk cId="2602463977" sldId="3161"/>
        </pc:sldMkLst>
        <pc:spChg chg="add mod">
          <ac:chgData name="" userId="" providerId="" clId="Web-{6E8403B9-C474-4B99-9353-4E0EB3CC5CF0}" dt="2026-10-23T09:49:33.812" v="20" actId="34807"/>
          <ac:spMkLst>
            <pc:docMk/>
            <pc:sldMk cId="2602463977" sldId="3161"/>
            <ac:spMk id="18034" creationId="{B06E4733-149E-7449-7704-7B314EB2F54F}"/>
          </ac:spMkLst>
        </pc:spChg>
        <pc:spChg chg="add mod">
          <ac:chgData name="" userId="" providerId="" clId="Web-{6E8403B9-C474-4B99-9353-4E0EB3CC5CF0}" dt="2026-10-23T09:49:33.125" v="19" actId="34807"/>
          <ac:spMkLst>
            <pc:docMk/>
            <pc:sldMk cId="2602463977" sldId="3161"/>
            <ac:spMk id="18036" creationId="{08144A05-BD12-0C01-61B7-544B8B113A05}"/>
          </ac:spMkLst>
        </pc:spChg>
        <pc:spChg chg="mod">
          <ac:chgData name="" userId="" providerId="" clId="Web-{6E8403B9-C474-4B99-9353-4E0EB3CC5CF0}" dt="2026-10-23T09:49:33.812" v="20" actId="34807"/>
          <ac:spMkLst>
            <pc:docMk/>
            <pc:sldMk cId="2602463977" sldId="3161"/>
            <ac:spMk id="18043" creationId="{5665A472-863E-539B-A311-54BFED40058C}"/>
          </ac:spMkLst>
        </pc:spChg>
        <pc:spChg chg="add mod">
          <ac:chgData name="" userId="" providerId="" clId="Web-{6E8403B9-C474-4B99-9353-4E0EB3CC5CF0}" dt="2026-10-23T09:49:33.125" v="19" actId="34807"/>
          <ac:spMkLst>
            <pc:docMk/>
            <pc:sldMk cId="2602463977" sldId="3161"/>
            <ac:spMk id="18054" creationId="{3574D07D-B6E7-09EE-AAD2-F18A10389939}"/>
          </ac:spMkLst>
        </pc:spChg>
        <pc:spChg chg="add mod">
          <ac:chgData name="" userId="" providerId="" clId="Web-{6E8403B9-C474-4B99-9353-4E0EB3CC5CF0}" dt="2026-10-23T09:49:33.125" v="19" actId="34807"/>
          <ac:spMkLst>
            <pc:docMk/>
            <pc:sldMk cId="2602463977" sldId="3161"/>
            <ac:spMk id="18061" creationId="{20A61287-A499-881A-32D8-889CCAF3BBB8}"/>
          </ac:spMkLst>
        </pc:spChg>
        <pc:spChg chg="add mod">
          <ac:chgData name="" userId="" providerId="" clId="Web-{6E8403B9-C474-4B99-9353-4E0EB3CC5CF0}" dt="2026-10-23T09:49:33.125" v="19" actId="34807"/>
          <ac:spMkLst>
            <pc:docMk/>
            <pc:sldMk cId="2602463977" sldId="3161"/>
            <ac:spMk id="18069" creationId="{57DA7CB3-DAEC-57FE-EB2D-F27BE1F24D9D}"/>
          </ac:spMkLst>
        </pc:spChg>
        <pc:spChg chg="add mod">
          <ac:chgData name="" userId="" providerId="" clId="Web-{6E8403B9-C474-4B99-9353-4E0EB3CC5CF0}" dt="2026-10-23T09:49:33.125" v="19" actId="34807"/>
          <ac:spMkLst>
            <pc:docMk/>
            <pc:sldMk cId="2602463977" sldId="3161"/>
            <ac:spMk id="18078" creationId="{4C0FDE2A-B0EF-DDA9-05AE-5D33530C1388}"/>
          </ac:spMkLst>
        </pc:spChg>
        <pc:spChg chg="add mod">
          <ac:chgData name="" userId="" providerId="" clId="Web-{6E8403B9-C474-4B99-9353-4E0EB3CC5CF0}" dt="2026-10-23T09:49:33.125" v="19" actId="34807"/>
          <ac:spMkLst>
            <pc:docMk/>
            <pc:sldMk cId="2602463977" sldId="3161"/>
            <ac:spMk id="18088" creationId="{15E5B541-7E2D-B9A2-130D-E63CD877464C}"/>
          </ac:spMkLst>
        </pc:spChg>
        <pc:spChg chg="add mod">
          <ac:chgData name="" userId="" providerId="" clId="Web-{6E8403B9-C474-4B99-9353-4E0EB3CC5CF0}" dt="2026-10-23T09:49:33.125" v="19" actId="34807"/>
          <ac:spMkLst>
            <pc:docMk/>
            <pc:sldMk cId="2602463977" sldId="3161"/>
            <ac:spMk id="18099" creationId="{3B045C90-D5B8-4E71-19FA-5C3CFD2000F6}"/>
          </ac:spMkLst>
        </pc:spChg>
        <pc:spChg chg="add mod">
          <ac:chgData name="" userId="" providerId="" clId="Web-{6E8403B9-C474-4B99-9353-4E0EB3CC5CF0}" dt="2026-10-23T09:49:33.812" v="20" actId="34807"/>
          <ac:spMkLst>
            <pc:docMk/>
            <pc:sldMk cId="2602463977" sldId="3161"/>
            <ac:spMk id="18138" creationId="{383B22D8-9D96-8AF0-AC7C-85DEA2A29216}"/>
          </ac:spMkLst>
        </pc:spChg>
        <pc:spChg chg="add mod">
          <ac:chgData name="" userId="" providerId="" clId="Web-{6E8403B9-C474-4B99-9353-4E0EB3CC5CF0}" dt="2026-10-23T09:49:33.125" v="19" actId="34807"/>
          <ac:spMkLst>
            <pc:docMk/>
            <pc:sldMk cId="2602463977" sldId="3161"/>
            <ac:spMk id="18153" creationId="{80010AB0-2A13-BD7E-16EC-A11F0FC8CBB0}"/>
          </ac:spMkLst>
        </pc:spChg>
      </pc:sldChg>
      <pc:sldChg chg="addSp modSp">
        <pc:chgData name="" userId="" providerId="" clId="Web-{6E8403B9-C474-4B99-9353-4E0EB3CC5CF0}" dt="2026-10-23T09:51:04.798" v="27" actId="34807"/>
        <pc:sldMkLst>
          <pc:docMk/>
          <pc:sldMk cId="3469149878" sldId="3376"/>
        </pc:sldMkLst>
        <pc:spChg chg="add mod">
          <ac:chgData name="" userId="" providerId="" clId="Web-{6E8403B9-C474-4B99-9353-4E0EB3CC5CF0}" dt="2026-10-23T09:51:04.064" v="26" actId="34807"/>
          <ac:spMkLst>
            <pc:docMk/>
            <pc:sldMk cId="3469149878" sldId="3376"/>
            <ac:spMk id="18907" creationId="{FC076EF4-A5D3-F0C6-CA53-1DBC14B6E1E3}"/>
          </ac:spMkLst>
        </pc:spChg>
        <pc:spChg chg="mod">
          <ac:chgData name="" userId="" providerId="" clId="Web-{6E8403B9-C474-4B99-9353-4E0EB3CC5CF0}" dt="2026-10-23T09:51:04.798" v="27" actId="34807"/>
          <ac:spMkLst>
            <pc:docMk/>
            <pc:sldMk cId="3469149878" sldId="3376"/>
            <ac:spMk id="18912" creationId="{3AD65923-1AD3-4D8A-4EA1-F2C098458148}"/>
          </ac:spMkLst>
        </pc:spChg>
        <pc:spChg chg="add mod">
          <ac:chgData name="" userId="" providerId="" clId="Web-{6E8403B9-C474-4B99-9353-4E0EB3CC5CF0}" dt="2026-10-23T09:51:04.798" v="27" actId="34807"/>
          <ac:spMkLst>
            <pc:docMk/>
            <pc:sldMk cId="3469149878" sldId="3376"/>
            <ac:spMk id="18916" creationId="{7FC5D0B9-92A6-5642-C2EF-CFF586D68651}"/>
          </ac:spMkLst>
        </pc:spChg>
        <pc:spChg chg="add mod">
          <ac:chgData name="" userId="" providerId="" clId="Web-{6E8403B9-C474-4B99-9353-4E0EB3CC5CF0}" dt="2026-10-23T09:51:04.064" v="26" actId="34807"/>
          <ac:spMkLst>
            <pc:docMk/>
            <pc:sldMk cId="3469149878" sldId="3376"/>
            <ac:spMk id="18921" creationId="{DE9C08F2-8C9C-679A-807A-933F6E32EFCB}"/>
          </ac:spMkLst>
        </pc:spChg>
        <pc:spChg chg="add mod">
          <ac:chgData name="" userId="" providerId="" clId="Web-{6E8403B9-C474-4B99-9353-4E0EB3CC5CF0}" dt="2026-10-23T09:51:04.798" v="27" actId="34807"/>
          <ac:spMkLst>
            <pc:docMk/>
            <pc:sldMk cId="3469149878" sldId="3376"/>
            <ac:spMk id="18927" creationId="{EC03149F-0E82-2893-91B4-31182911D3AD}"/>
          </ac:spMkLst>
        </pc:spChg>
        <pc:spChg chg="mod">
          <ac:chgData name="" userId="" providerId="" clId="Web-{6E8403B9-C474-4B99-9353-4E0EB3CC5CF0}" dt="2026-10-23T09:51:04.798" v="27" actId="34807"/>
          <ac:spMkLst>
            <pc:docMk/>
            <pc:sldMk cId="3469149878" sldId="3376"/>
            <ac:spMk id="18934" creationId="{65E46ADA-72B5-EA7D-FB9C-651DE4AC728E}"/>
          </ac:spMkLst>
        </pc:spChg>
        <pc:spChg chg="add mod">
          <ac:chgData name="" userId="" providerId="" clId="Web-{6E8403B9-C474-4B99-9353-4E0EB3CC5CF0}" dt="2026-10-23T09:51:04.798" v="27" actId="34807"/>
          <ac:spMkLst>
            <pc:docMk/>
            <pc:sldMk cId="3469149878" sldId="3376"/>
            <ac:spMk id="18961" creationId="{4D6BBCC9-1762-88CD-AA88-B46022B8AAF1}"/>
          </ac:spMkLst>
        </pc:spChg>
        <pc:spChg chg="add mod">
          <ac:chgData name="" userId="" providerId="" clId="Web-{6E8403B9-C474-4B99-9353-4E0EB3CC5CF0}" dt="2026-10-23T09:51:04.064" v="26" actId="34807"/>
          <ac:spMkLst>
            <pc:docMk/>
            <pc:sldMk cId="3469149878" sldId="3376"/>
            <ac:spMk id="18972" creationId="{66ADD242-3151-4828-6709-6C4032729589}"/>
          </ac:spMkLst>
        </pc:spChg>
        <pc:spChg chg="add mod">
          <ac:chgData name="" userId="" providerId="" clId="Web-{6E8403B9-C474-4B99-9353-4E0EB3CC5CF0}" dt="2026-10-23T09:51:04.064" v="26" actId="34807"/>
          <ac:spMkLst>
            <pc:docMk/>
            <pc:sldMk cId="3469149878" sldId="3376"/>
            <ac:spMk id="18984" creationId="{322B204E-E1EF-2D55-64A7-E8263E481248}"/>
          </ac:spMkLst>
        </pc:spChg>
        <pc:spChg chg="mod">
          <ac:chgData name="" userId="" providerId="" clId="Web-{6E8403B9-C474-4B99-9353-4E0EB3CC5CF0}" dt="2026-10-23T09:51:04.798" v="27" actId="34807"/>
          <ac:spMkLst>
            <pc:docMk/>
            <pc:sldMk cId="3469149878" sldId="3376"/>
            <ac:spMk id="18997" creationId="{9E3ADB4F-88BA-578C-A907-33C1051AE35D}"/>
          </ac:spMkLst>
        </pc:spChg>
        <pc:spChg chg="add mod">
          <ac:chgData name="" userId="" providerId="" clId="Web-{6E8403B9-C474-4B99-9353-4E0EB3CC5CF0}" dt="2026-10-23T09:51:04.798" v="27" actId="34807"/>
          <ac:spMkLst>
            <pc:docMk/>
            <pc:sldMk cId="3469149878" sldId="3376"/>
            <ac:spMk id="19011" creationId="{82808F14-C084-8D2F-1D34-B0F56D761E99}"/>
          </ac:spMkLst>
        </pc:spChg>
        <pc:spChg chg="add mod">
          <ac:chgData name="" userId="" providerId="" clId="Web-{6E8403B9-C474-4B99-9353-4E0EB3CC5CF0}" dt="2026-10-23T09:51:04.798" v="27" actId="34807"/>
          <ac:spMkLst>
            <pc:docMk/>
            <pc:sldMk cId="3469149878" sldId="3376"/>
            <ac:spMk id="19042" creationId="{0818E01E-8B3D-14AE-7CC0-29B802FC1B2F}"/>
          </ac:spMkLst>
        </pc:spChg>
        <pc:spChg chg="add mod">
          <ac:chgData name="" userId="" providerId="" clId="Web-{6E8403B9-C474-4B99-9353-4E0EB3CC5CF0}" dt="2026-10-23T09:51:04.798" v="27" actId="34807"/>
          <ac:spMkLst>
            <pc:docMk/>
            <pc:sldMk cId="3469149878" sldId="3376"/>
            <ac:spMk id="19059" creationId="{E85F9BEA-66C5-7963-6041-60E35B060E3E}"/>
          </ac:spMkLst>
        </pc:spChg>
      </pc:sldChg>
      <pc:sldChg chg="addSp modSp">
        <pc:chgData name="" userId="" providerId="" clId="Web-{6E8403B9-C474-4B99-9353-4E0EB3CC5CF0}" dt="2026-10-23T09:52:25.255" v="36" actId="34807"/>
        <pc:sldMkLst>
          <pc:docMk/>
          <pc:sldMk cId="414339401" sldId="3592"/>
        </pc:sldMkLst>
        <pc:spChg chg="add mod">
          <ac:chgData name="" userId="" providerId="" clId="Web-{6E8403B9-C474-4B99-9353-4E0EB3CC5CF0}" dt="2026-10-23T09:52:25.255" v="36" actId="34807"/>
          <ac:spMkLst>
            <pc:docMk/>
            <pc:sldMk cId="414339401" sldId="3592"/>
            <ac:spMk id="20671" creationId="{6FD30530-B51B-486D-ACF0-48C7D55337C4}"/>
          </ac:spMkLst>
        </pc:spChg>
        <pc:spChg chg="add mod">
          <ac:chgData name="" userId="" providerId="" clId="Web-{6E8403B9-C474-4B99-9353-4E0EB3CC5CF0}" dt="2026-10-23T09:52:24.505" v="35" actId="34807"/>
          <ac:spMkLst>
            <pc:docMk/>
            <pc:sldMk cId="414339401" sldId="3592"/>
            <ac:spMk id="20680" creationId="{3A0A39F5-B774-95AB-324D-71292643553B}"/>
          </ac:spMkLst>
        </pc:spChg>
        <pc:spChg chg="add mod">
          <ac:chgData name="" userId="" providerId="" clId="Web-{6E8403B9-C474-4B99-9353-4E0EB3CC5CF0}" dt="2026-10-23T09:52:24.505" v="35" actId="34807"/>
          <ac:spMkLst>
            <pc:docMk/>
            <pc:sldMk cId="414339401" sldId="3592"/>
            <ac:spMk id="20686" creationId="{0EFDD053-4BDF-FABF-5DDA-9C3B0E2D40AE}"/>
          </ac:spMkLst>
        </pc:spChg>
        <pc:spChg chg="add mod">
          <ac:chgData name="" userId="" providerId="" clId="Web-{6E8403B9-C474-4B99-9353-4E0EB3CC5CF0}" dt="2026-10-23T09:52:25.255" v="36" actId="34807"/>
          <ac:spMkLst>
            <pc:docMk/>
            <pc:sldMk cId="414339401" sldId="3592"/>
            <ac:spMk id="20693" creationId="{81FEF7EB-A28F-B1C5-4AEC-F950ABE758A8}"/>
          </ac:spMkLst>
        </pc:spChg>
        <pc:spChg chg="add mod">
          <ac:chgData name="" userId="" providerId="" clId="Web-{6E8403B9-C474-4B99-9353-4E0EB3CC5CF0}" dt="2026-10-23T09:52:24.505" v="35" actId="34807"/>
          <ac:spMkLst>
            <pc:docMk/>
            <pc:sldMk cId="414339401" sldId="3592"/>
            <ac:spMk id="20701" creationId="{45FCC90C-6204-B588-CD2B-2118DECBCDCF}"/>
          </ac:spMkLst>
        </pc:spChg>
        <pc:spChg chg="add mod">
          <ac:chgData name="" userId="" providerId="" clId="Web-{6E8403B9-C474-4B99-9353-4E0EB3CC5CF0}" dt="2026-10-23T09:52:24.505" v="35" actId="34807"/>
          <ac:spMkLst>
            <pc:docMk/>
            <pc:sldMk cId="414339401" sldId="3592"/>
            <ac:spMk id="20720" creationId="{A08A20A9-68EF-E178-CEB4-47513AA0980B}"/>
          </ac:spMkLst>
        </pc:spChg>
        <pc:spChg chg="add mod">
          <ac:chgData name="" userId="" providerId="" clId="Web-{6E8403B9-C474-4B99-9353-4E0EB3CC5CF0}" dt="2026-10-23T09:52:25.255" v="36" actId="34807"/>
          <ac:spMkLst>
            <pc:docMk/>
            <pc:sldMk cId="414339401" sldId="3592"/>
            <ac:spMk id="20731" creationId="{24F2FD4A-3931-C551-0879-EDA403229BB6}"/>
          </ac:spMkLst>
        </pc:spChg>
        <pc:spChg chg="add mod">
          <ac:chgData name="" userId="" providerId="" clId="Web-{6E8403B9-C474-4B99-9353-4E0EB3CC5CF0}" dt="2026-10-23T09:52:24.505" v="35" actId="34807"/>
          <ac:spMkLst>
            <pc:docMk/>
            <pc:sldMk cId="414339401" sldId="3592"/>
            <ac:spMk id="20743" creationId="{D0CFC4C4-BAFA-7358-80A1-F0B56A3D6E7B}"/>
          </ac:spMkLst>
        </pc:spChg>
        <pc:spChg chg="mod">
          <ac:chgData name="" userId="" providerId="" clId="Web-{6E8403B9-C474-4B99-9353-4E0EB3CC5CF0}" dt="2026-10-23T09:52:25.255" v="36" actId="34807"/>
          <ac:spMkLst>
            <pc:docMk/>
            <pc:sldMk cId="414339401" sldId="3592"/>
            <ac:spMk id="20770" creationId="{923D548E-36C2-A4A1-1C1B-6B5A4C78E642}"/>
          </ac:spMkLst>
        </pc:spChg>
        <pc:spChg chg="add mod">
          <ac:chgData name="" userId="" providerId="" clId="Web-{6E8403B9-C474-4B99-9353-4E0EB3CC5CF0}" dt="2026-10-23T09:52:24.505" v="35" actId="34807"/>
          <ac:spMkLst>
            <pc:docMk/>
            <pc:sldMk cId="414339401" sldId="3592"/>
            <ac:spMk id="20785" creationId="{459C9EB9-A169-96D4-0377-E7ED48A68ABD}"/>
          </ac:spMkLst>
        </pc:spChg>
        <pc:spChg chg="mod">
          <ac:chgData name="" userId="" providerId="" clId="Web-{6E8403B9-C474-4B99-9353-4E0EB3CC5CF0}" dt="2026-10-23T09:52:25.255" v="36" actId="34807"/>
          <ac:spMkLst>
            <pc:docMk/>
            <pc:sldMk cId="414339401" sldId="3592"/>
            <ac:spMk id="20801" creationId="{0AFE4F5C-35DC-8C74-E28E-F25429558376}"/>
          </ac:spMkLst>
        </pc:spChg>
        <pc:spChg chg="mod">
          <ac:chgData name="" userId="" providerId="" clId="Web-{6E8403B9-C474-4B99-9353-4E0EB3CC5CF0}" dt="2026-10-23T09:52:25.255" v="36" actId="34807"/>
          <ac:spMkLst>
            <pc:docMk/>
            <pc:sldMk cId="414339401" sldId="3592"/>
            <ac:spMk id="20836" creationId="{DFD40209-BFAC-181D-1705-8370C1081392}"/>
          </ac:spMkLst>
        </pc:spChg>
        <pc:spChg chg="mod">
          <ac:chgData name="" userId="" providerId="" clId="Web-{6E8403B9-C474-4B99-9353-4E0EB3CC5CF0}" dt="2026-10-23T09:52:25.255" v="36" actId="34807"/>
          <ac:spMkLst>
            <pc:docMk/>
            <pc:sldMk cId="414339401" sldId="3592"/>
            <ac:spMk id="20875" creationId="{1C7D3170-9F71-9EAA-56CC-63DE1141AFCE}"/>
          </ac:spMkLst>
        </pc:spChg>
        <pc:spChg chg="add mod">
          <ac:chgData name="" userId="" providerId="" clId="Web-{6E8403B9-C474-4B99-9353-4E0EB3CC5CF0}" dt="2026-10-23T09:52:25.255" v="36" actId="34807"/>
          <ac:spMkLst>
            <pc:docMk/>
            <pc:sldMk cId="414339401" sldId="3592"/>
            <ac:spMk id="20896" creationId="{F50DB61D-707F-FFAB-70F4-8D588F4AA10B}"/>
          </ac:spMkLst>
        </pc:spChg>
        <pc:spChg chg="mod">
          <ac:chgData name="" userId="" providerId="" clId="Web-{6E8403B9-C474-4B99-9353-4E0EB3CC5CF0}" dt="2026-10-23T09:52:25.255" v="36" actId="34807"/>
          <ac:spMkLst>
            <pc:docMk/>
            <pc:sldMk cId="414339401" sldId="3592"/>
            <ac:spMk id="20965" creationId="{13510964-3C7B-F349-0E05-4221E817A53B}"/>
          </ac:spMkLst>
        </pc:spChg>
      </pc:sldChg>
      <pc:sldChg chg="addSp modSp">
        <pc:chgData name="" userId="" providerId="" clId="Web-{6E8403B9-C474-4B99-9353-4E0EB3CC5CF0}" dt="2026-10-23T09:53:20.977" v="37" actId="34807"/>
        <pc:sldMkLst>
          <pc:docMk/>
          <pc:sldMk cId="1244041262" sldId="3809"/>
        </pc:sldMkLst>
        <pc:spChg chg="add mod">
          <ac:chgData name="" userId="" providerId="" clId="Web-{6E8403B9-C474-4B99-9353-4E0EB3CC5CF0}" dt="2026-10-23T09:53:20.977" v="37" actId="34807"/>
          <ac:spMkLst>
            <pc:docMk/>
            <pc:sldMk cId="1244041262" sldId="3809"/>
            <ac:spMk id="20966" creationId="{A928A790-10E6-43F9-B8B7-5D45481E1D9A}"/>
          </ac:spMkLst>
        </pc:spChg>
        <pc:spChg chg="add mod">
          <ac:chgData name="" userId="" providerId="" clId="Web-{6E8403B9-C474-4B99-9353-4E0EB3CC5CF0}" dt="2026-10-23T09:53:20.977" v="37" actId="34807"/>
          <ac:spMkLst>
            <pc:docMk/>
            <pc:sldMk cId="1244041262" sldId="3809"/>
            <ac:spMk id="20968" creationId="{5A28494C-149D-D34E-17BD-0C0E20C7E8C0}"/>
          </ac:spMkLst>
        </pc:spChg>
      </pc:sldChg>
      <pc:sldChg chg="addSp modSp">
        <pc:chgData name="" userId="" providerId="" clId="Web-{6E8403B9-C474-4B99-9353-4E0EB3CC5CF0}" dt="2026-10-23T09:53:22.102" v="38" actId="34807"/>
        <pc:sldMkLst>
          <pc:docMk/>
          <pc:sldMk cId="3761642860" sldId="4027"/>
        </pc:sldMkLst>
        <pc:spChg chg="add mod">
          <ac:chgData name="" userId="" providerId="" clId="Web-{6E8403B9-C474-4B99-9353-4E0EB3CC5CF0}" dt="2026-10-23T09:53:20.977" v="37" actId="34807"/>
          <ac:spMkLst>
            <pc:docMk/>
            <pc:sldMk cId="3761642860" sldId="4027"/>
            <ac:spMk id="20975" creationId="{143C841B-3344-721A-7FE2-874158B23689}"/>
          </ac:spMkLst>
        </pc:spChg>
        <pc:spChg chg="add mod">
          <ac:chgData name="" userId="" providerId="" clId="Web-{6E8403B9-C474-4B99-9353-4E0EB3CC5CF0}" dt="2026-10-23T09:53:20.977" v="37" actId="34807"/>
          <ac:spMkLst>
            <pc:docMk/>
            <pc:sldMk cId="3761642860" sldId="4027"/>
            <ac:spMk id="20980" creationId="{42A29B48-44E5-BDA3-EEDD-5366AE1EC0C0}"/>
          </ac:spMkLst>
        </pc:spChg>
        <pc:spChg chg="add mod">
          <ac:chgData name="" userId="" providerId="" clId="Web-{6E8403B9-C474-4B99-9353-4E0EB3CC5CF0}" dt="2026-10-23T09:53:20.977" v="37" actId="34807"/>
          <ac:spMkLst>
            <pc:docMk/>
            <pc:sldMk cId="3761642860" sldId="4027"/>
            <ac:spMk id="20986" creationId="{5A2A7CC7-9AE6-6E6C-8806-51E82321FA41}"/>
          </ac:spMkLst>
        </pc:spChg>
        <pc:spChg chg="mod">
          <ac:chgData name="" userId="" providerId="" clId="Web-{6E8403B9-C474-4B99-9353-4E0EB3CC5CF0}" dt="2026-10-23T09:53:22.102" v="38" actId="34807"/>
          <ac:spMkLst>
            <pc:docMk/>
            <pc:sldMk cId="3761642860" sldId="4027"/>
            <ac:spMk id="21001" creationId="{7B6D216C-F948-9AD3-7271-0F4CB561FE6B}"/>
          </ac:spMkLst>
        </pc:spChg>
        <pc:spChg chg="mod">
          <ac:chgData name="" userId="" providerId="" clId="Web-{6E8403B9-C474-4B99-9353-4E0EB3CC5CF0}" dt="2026-10-23T09:53:22.102" v="38" actId="34807"/>
          <ac:spMkLst>
            <pc:docMk/>
            <pc:sldMk cId="3761642860" sldId="4027"/>
            <ac:spMk id="21043" creationId="{315AEF98-9DF3-8E6E-D8ED-92B833460F08}"/>
          </ac:spMkLst>
        </pc:spChg>
        <pc:spChg chg="mod">
          <ac:chgData name="" userId="" providerId="" clId="Web-{6E8403B9-C474-4B99-9353-4E0EB3CC5CF0}" dt="2026-10-23T09:53:22.102" v="38" actId="34807"/>
          <ac:spMkLst>
            <pc:docMk/>
            <pc:sldMk cId="3761642860" sldId="4027"/>
            <ac:spMk id="21056" creationId="{438024D9-5FB5-FAD6-9C0E-2FEC8A7D4F44}"/>
          </ac:spMkLst>
        </pc:spChg>
        <pc:spChg chg="add mod">
          <ac:chgData name="" userId="" providerId="" clId="Web-{6E8403B9-C474-4B99-9353-4E0EB3CC5CF0}" dt="2026-10-23T09:53:20.977" v="37" actId="34807"/>
          <ac:spMkLst>
            <pc:docMk/>
            <pc:sldMk cId="3761642860" sldId="4027"/>
            <ac:spMk id="21085" creationId="{D45A2A06-5BD7-5C28-66E1-CB324B32F396}"/>
          </ac:spMkLst>
        </pc:spChg>
        <pc:spChg chg="add mod">
          <ac:chgData name="" userId="" providerId="" clId="Web-{6E8403B9-C474-4B99-9353-4E0EB3CC5CF0}" dt="2026-10-23T09:53:20.977" v="37" actId="34807"/>
          <ac:spMkLst>
            <pc:docMk/>
            <pc:sldMk cId="3761642860" sldId="4027"/>
            <ac:spMk id="21101" creationId="{EAA47BB5-81F4-A599-C746-02DF3D607D4C}"/>
          </ac:spMkLst>
        </pc:spChg>
        <pc:spChg chg="add mod">
          <ac:chgData name="" userId="" providerId="" clId="Web-{6E8403B9-C474-4B99-9353-4E0EB3CC5CF0}" dt="2026-10-23T09:53:22.102" v="38" actId="34807"/>
          <ac:spMkLst>
            <pc:docMk/>
            <pc:sldMk cId="3761642860" sldId="4027"/>
            <ac:spMk id="21136" creationId="{1E10E3BB-934C-CC49-035C-60237243FBD6}"/>
          </ac:spMkLst>
        </pc:spChg>
        <pc:spChg chg="mod">
          <ac:chgData name="" userId="" providerId="" clId="Web-{6E8403B9-C474-4B99-9353-4E0EB3CC5CF0}" dt="2026-10-23T09:53:22.102" v="38" actId="34807"/>
          <ac:spMkLst>
            <pc:docMk/>
            <pc:sldMk cId="3761642860" sldId="4027"/>
            <ac:spMk id="21155" creationId="{3882D2FD-63F0-C6AF-2521-4337E1A604D3}"/>
          </ac:spMkLst>
        </pc:spChg>
        <pc:spChg chg="add mod">
          <ac:chgData name="" userId="" providerId="" clId="Web-{6E8403B9-C474-4B99-9353-4E0EB3CC5CF0}" dt="2026-10-23T09:53:20.977" v="37" actId="34807"/>
          <ac:spMkLst>
            <pc:docMk/>
            <pc:sldMk cId="3761642860" sldId="4027"/>
            <ac:spMk id="21218" creationId="{A76FF755-71B5-1BEF-7F37-3C9FA860ECD7}"/>
          </ac:spMkLst>
        </pc:spChg>
        <pc:spChg chg="add mod">
          <ac:chgData name="" userId="" providerId="" clId="Web-{6E8403B9-C474-4B99-9353-4E0EB3CC5CF0}" dt="2026-10-23T09:53:20.977" v="37" actId="34807"/>
          <ac:spMkLst>
            <pc:docMk/>
            <pc:sldMk cId="3761642860" sldId="4027"/>
            <ac:spMk id="21241" creationId="{A4A0BD5A-A7E2-32D4-1F95-ACD5EAEC10C6}"/>
          </ac:spMkLst>
        </pc:spChg>
        <pc:spChg chg="mod">
          <ac:chgData name="" userId="" providerId="" clId="Web-{6E8403B9-C474-4B99-9353-4E0EB3CC5CF0}" dt="2026-10-23T09:53:22.102" v="38" actId="34807"/>
          <ac:spMkLst>
            <pc:docMk/>
            <pc:sldMk cId="3761642860" sldId="4027"/>
            <ac:spMk id="21265" creationId="{04D8132E-726B-C7B0-2F8D-9234B67A3F29}"/>
          </ac:spMkLst>
        </pc:spChg>
        <pc:spChg chg="mod">
          <ac:chgData name="" userId="" providerId="" clId="Web-{6E8403B9-C474-4B99-9353-4E0EB3CC5CF0}" dt="2026-10-23T09:53:22.102" v="38" actId="34807"/>
          <ac:spMkLst>
            <pc:docMk/>
            <pc:sldMk cId="3761642860" sldId="4027"/>
            <ac:spMk id="21290" creationId="{10CECC5B-75B7-01AA-F736-5BD6CA1D2993}"/>
          </ac:spMkLst>
        </pc:spChg>
        <pc:spChg chg="add mod">
          <ac:chgData name="" userId="" providerId="" clId="Web-{6E8403B9-C474-4B99-9353-4E0EB3CC5CF0}" dt="2026-10-23T09:53:20.977" v="37" actId="34807"/>
          <ac:spMkLst>
            <pc:docMk/>
            <pc:sldMk cId="3761642860" sldId="4027"/>
            <ac:spMk id="21430" creationId="{6D672114-6EA8-9EF0-DE3D-711E03756CC1}"/>
          </ac:spMkLst>
        </pc:spChg>
        <pc:spChg chg="mod">
          <ac:chgData name="" userId="" providerId="" clId="Web-{6E8403B9-C474-4B99-9353-4E0EB3CC5CF0}" dt="2026-10-23T09:53:22.102" v="38" actId="34807"/>
          <ac:spMkLst>
            <pc:docMk/>
            <pc:sldMk cId="3761642860" sldId="4027"/>
            <ac:spMk id="21461" creationId="{1C42ED58-D940-DE9D-9BB2-AE1C4E4D10A3}"/>
          </ac:spMkLst>
        </pc:spChg>
        <pc:spChg chg="mod">
          <ac:chgData name="" userId="" providerId="" clId="Web-{6E8403B9-C474-4B99-9353-4E0EB3CC5CF0}" dt="2026-10-23T09:53:22.102" v="38" actId="34807"/>
          <ac:spMkLst>
            <pc:docMk/>
            <pc:sldMk cId="3761642860" sldId="4027"/>
            <ac:spMk id="21493" creationId="{9F85D5D1-05D4-9248-D001-AF353D876FFA}"/>
          </ac:spMkLst>
        </pc:spChg>
        <pc:spChg chg="add mod">
          <ac:chgData name="" userId="" providerId="" clId="Web-{6E8403B9-C474-4B99-9353-4E0EB3CC5CF0}" dt="2026-10-23T09:53:20.977" v="37" actId="34807"/>
          <ac:spMkLst>
            <pc:docMk/>
            <pc:sldMk cId="3761642860" sldId="4027"/>
            <ac:spMk id="21560" creationId="{C92C8888-DC6F-EBED-C655-FBDA92F20525}"/>
          </ac:spMkLst>
        </pc:spChg>
        <pc:spChg chg="mod">
          <ac:chgData name="" userId="" providerId="" clId="Web-{6E8403B9-C474-4B99-9353-4E0EB3CC5CF0}" dt="2026-10-23T09:53:22.102" v="38" actId="34807"/>
          <ac:spMkLst>
            <pc:docMk/>
            <pc:sldMk cId="3761642860" sldId="4027"/>
            <ac:spMk id="21595" creationId="{646B282A-7364-D81A-3A22-12DCCDFE303B}"/>
          </ac:spMkLst>
        </pc:spChg>
      </pc:sldChg>
      <pc:sldChg chg="addSp delSp modSp">
        <pc:chgData name="" userId="" providerId="" clId="Web-{6E8403B9-C474-4B99-9353-4E0EB3CC5CF0}" dt="2026-10-23T10:00:09.786" v="53" actId="34807"/>
        <pc:sldMkLst>
          <pc:docMk/>
          <pc:sldMk cId="3933574674" sldId="4246"/>
        </pc:sldMkLst>
        <pc:spChg chg="add mod">
          <ac:chgData name="" userId="" providerId="" clId="Web-{6E8403B9-C474-4B99-9353-4E0EB3CC5CF0}" dt="2026-10-23T09:45:23.605" v="9" actId="34807"/>
          <ac:spMkLst>
            <pc:docMk/>
            <pc:sldMk cId="3933574674" sldId="4246"/>
            <ac:spMk id="17075" creationId="{7413231B-0D1A-84DA-910F-5580CAFB766D}"/>
          </ac:spMkLst>
        </pc:spChg>
        <pc:spChg chg="mod">
          <ac:chgData name="" userId="" providerId="" clId="Web-{6E8403B9-C474-4B99-9353-4E0EB3CC5CF0}" dt="2026-10-23T09:45:23.605" v="9" actId="34807"/>
          <ac:spMkLst>
            <pc:docMk/>
            <pc:sldMk cId="3933574674" sldId="4246"/>
            <ac:spMk id="17078" creationId="{530EBFA5-53BB-57A2-80C0-2295AE98DF29}"/>
          </ac:spMkLst>
        </pc:spChg>
        <pc:spChg chg="add mod">
          <ac:chgData name="" userId="" providerId="" clId="Web-{6E8403B9-C474-4B99-9353-4E0EB3CC5CF0}" dt="2026-10-23T09:45:22.652" v="7" actId="34807"/>
          <ac:spMkLst>
            <pc:docMk/>
            <pc:sldMk cId="3933574674" sldId="4246"/>
            <ac:spMk id="17093" creationId="{1EAFD8D7-485F-A66A-0DD6-BB451D7CF5E8}"/>
          </ac:spMkLst>
        </pc:spChg>
        <pc:spChg chg="mod">
          <ac:chgData name="" userId="" providerId="" clId="Web-{6E8403B9-C474-4B99-9353-4E0EB3CC5CF0}" dt="2026-10-23T09:45:23.605" v="9" actId="34807"/>
          <ac:spMkLst>
            <pc:docMk/>
            <pc:sldMk cId="3933574674" sldId="4246"/>
            <ac:spMk id="17117" creationId="{7ACC2920-08EC-150D-6863-4265D7977CF3}"/>
          </ac:spMkLst>
        </pc:spChg>
        <pc:spChg chg="mod">
          <ac:chgData name="" userId="" providerId="" clId="Web-{6E8403B9-C474-4B99-9353-4E0EB3CC5CF0}" dt="2026-10-23T09:45:23.605" v="9" actId="34807"/>
          <ac:spMkLst>
            <pc:docMk/>
            <pc:sldMk cId="3933574674" sldId="4246"/>
            <ac:spMk id="17127" creationId="{E636BACD-B0A5-80C6-7BCB-F6BCAF2B90EF}"/>
          </ac:spMkLst>
        </pc:spChg>
        <pc:spChg chg="add mod">
          <ac:chgData name="" userId="" providerId="" clId="Web-{6E8403B9-C474-4B99-9353-4E0EB3CC5CF0}" dt="2026-10-23T09:45:23.605" v="9" actId="34807"/>
          <ac:spMkLst>
            <pc:docMk/>
            <pc:sldMk cId="3933574674" sldId="4246"/>
            <ac:spMk id="17150" creationId="{509F7E13-E3E6-CAE3-0766-EBF4A331A910}"/>
          </ac:spMkLst>
        </pc:spChg>
        <pc:spChg chg="add mod">
          <ac:chgData name="" userId="" providerId="" clId="Web-{6E8403B9-C474-4B99-9353-4E0EB3CC5CF0}" dt="2026-10-23T09:45:22.652" v="7" actId="34807"/>
          <ac:spMkLst>
            <pc:docMk/>
            <pc:sldMk cId="3933574674" sldId="4246"/>
            <ac:spMk id="17163" creationId="{A6F9A81E-7582-A9D4-1373-41AA90B3D4BF}"/>
          </ac:spMkLst>
        </pc:spChg>
        <pc:spChg chg="add mod">
          <ac:chgData name="" userId="" providerId="" clId="Web-{6E8403B9-C474-4B99-9353-4E0EB3CC5CF0}" dt="2026-10-23T09:45:22.652" v="7" actId="34807"/>
          <ac:spMkLst>
            <pc:docMk/>
            <pc:sldMk cId="3933574674" sldId="4246"/>
            <ac:spMk id="17177" creationId="{6DA12651-E417-CF7C-D120-4F701DD7088F}"/>
          </ac:spMkLst>
        </pc:spChg>
        <pc:spChg chg="add mod">
          <ac:chgData name="" userId="" providerId="" clId="Web-{6E8403B9-C474-4B99-9353-4E0EB3CC5CF0}" dt="2026-10-23T09:45:22.652" v="7" actId="34807"/>
          <ac:spMkLst>
            <pc:docMk/>
            <pc:sldMk cId="3933574674" sldId="4246"/>
            <ac:spMk id="17192" creationId="{DB2165C5-FDEA-8FAF-AC87-0566BDEEC749}"/>
          </ac:spMkLst>
        </pc:spChg>
        <pc:spChg chg="add mod">
          <ac:chgData name="" userId="" providerId="" clId="Web-{6E8403B9-C474-4B99-9353-4E0EB3CC5CF0}" dt="2026-10-23T09:45:23.605" v="9" actId="34807"/>
          <ac:spMkLst>
            <pc:docMk/>
            <pc:sldMk cId="3933574674" sldId="4246"/>
            <ac:spMk id="17208" creationId="{DD331B0E-86B4-F59C-2242-86EB229E31DE}"/>
          </ac:spMkLst>
        </pc:spChg>
        <pc:spChg chg="mod">
          <ac:chgData name="" userId="" providerId="" clId="Web-{6E8403B9-C474-4B99-9353-4E0EB3CC5CF0}" dt="2026-10-23T09:45:23.605" v="9" actId="34807"/>
          <ac:spMkLst>
            <pc:docMk/>
            <pc:sldMk cId="3933574674" sldId="4246"/>
            <ac:spMk id="17225" creationId="{3184E62D-9180-C88F-3DE6-34F2F31BB285}"/>
          </ac:spMkLst>
        </pc:spChg>
        <pc:spChg chg="mod">
          <ac:chgData name="" userId="" providerId="" clId="Web-{6E8403B9-C474-4B99-9353-4E0EB3CC5CF0}" dt="2026-10-23T09:45:23.605" v="9" actId="34807"/>
          <ac:spMkLst>
            <pc:docMk/>
            <pc:sldMk cId="3933574674" sldId="4246"/>
            <ac:spMk id="17262" creationId="{111E61C8-2117-97F6-3507-7CFFC77F0639}"/>
          </ac:spMkLst>
        </pc:spChg>
        <pc:spChg chg="del mod">
          <ac:chgData name="" userId="" providerId="" clId="Web-{6E8403B9-C474-4B99-9353-4E0EB3CC5CF0}" dt="2026-10-23T10:00:09.786" v="53" actId="34807"/>
          <ac:spMkLst>
            <pc:docMk/>
            <pc:sldMk cId="3933574674" sldId="4246"/>
            <ac:spMk id="17282" creationId="{D380AEE4-BED8-ACB8-88B3-8CA2EE8AC478}"/>
          </ac:spMkLst>
        </pc:spChg>
        <pc:spChg chg="add mod">
          <ac:chgData name="" userId="" providerId="" clId="Web-{6E8403B9-C474-4B99-9353-4E0EB3CC5CF0}" dt="2026-10-23T09:45:22.652" v="7" actId="34807"/>
          <ac:spMkLst>
            <pc:docMk/>
            <pc:sldMk cId="3933574674" sldId="4246"/>
            <ac:spMk id="17303" creationId="{5D309B5F-2952-2879-A69D-C7B1F4D79F6A}"/>
          </ac:spMkLst>
        </pc:spChg>
        <pc:spChg chg="add mod">
          <ac:chgData name="" userId="" providerId="" clId="Web-{6E8403B9-C474-4B99-9353-4E0EB3CC5CF0}" dt="2026-10-23T09:45:22.652" v="7" actId="34807"/>
          <ac:spMkLst>
            <pc:docMk/>
            <pc:sldMk cId="3933574674" sldId="4246"/>
            <ac:spMk id="17325" creationId="{2D77328C-31BC-A0C3-2EF8-BE86BB69A169}"/>
          </ac:spMkLst>
        </pc:spChg>
        <pc:spChg chg="del mod">
          <ac:chgData name="" userId="" providerId="" clId="Web-{6E8403B9-C474-4B99-9353-4E0EB3CC5CF0}" dt="2026-10-23T10:00:09.786" v="53" actId="34807"/>
          <ac:spMkLst>
            <pc:docMk/>
            <pc:sldMk cId="3933574674" sldId="4246"/>
            <ac:spMk id="17348" creationId="{9FF5E392-88FA-3955-14D1-6A94BEFC26F6}"/>
          </ac:spMkLst>
        </pc:spChg>
        <pc:spChg chg="add mod">
          <ac:chgData name="" userId="" providerId="" clId="Web-{6E8403B9-C474-4B99-9353-4E0EB3CC5CF0}" dt="2026-10-23T09:45:22.652" v="7" actId="34807"/>
          <ac:spMkLst>
            <pc:docMk/>
            <pc:sldMk cId="3933574674" sldId="4246"/>
            <ac:spMk id="17372" creationId="{C406FDC0-A10A-121E-DD5A-291406E824FF}"/>
          </ac:spMkLst>
        </pc:spChg>
        <pc:spChg chg="add mod">
          <ac:chgData name="" userId="" providerId="" clId="Web-{6E8403B9-C474-4B99-9353-4E0EB3CC5CF0}" dt="2026-10-23T10:00:09.005" v="52" actId="34807"/>
          <ac:spMkLst>
            <pc:docMk/>
            <pc:sldMk cId="3933574674" sldId="4246"/>
            <ac:spMk id="22433" creationId="{166C29DF-42BD-8FED-CC68-A1156FE16099}"/>
          </ac:spMkLst>
        </pc:spChg>
        <pc:spChg chg="add mod">
          <ac:chgData name="" userId="" providerId="" clId="Web-{6E8403B9-C474-4B99-9353-4E0EB3CC5CF0}" dt="2026-10-23T10:00:09.005" v="52" actId="34807"/>
          <ac:spMkLst>
            <pc:docMk/>
            <pc:sldMk cId="3933574674" sldId="4246"/>
            <ac:spMk id="22435" creationId="{594F42FF-841A-4461-4298-D7B4C6DE1789}"/>
          </ac:spMkLst>
        </pc:spChg>
      </pc:sldChg>
      <pc:sldChg chg="addSp delSp modSp">
        <pc:chgData name="" userId="" providerId="" clId="Web-{6E8403B9-C474-4B99-9353-4E0EB3CC5CF0}" dt="2026-10-23T10:00:16.083" v="55" actId="34807"/>
        <pc:sldMkLst>
          <pc:docMk/>
          <pc:sldMk cId="2931206922" sldId="4466"/>
        </pc:sldMkLst>
        <pc:spChg chg="add mod">
          <ac:chgData name="" userId="" providerId="" clId="Web-{6E8403B9-C474-4B99-9353-4E0EB3CC5CF0}" dt="2026-10-23T09:45:21.824" v="6" actId="34807"/>
          <ac:spMkLst>
            <pc:docMk/>
            <pc:sldMk cId="2931206922" sldId="4466"/>
            <ac:spMk id="16920" creationId="{FD78C37D-6DF2-0381-1D64-FF3A3A7845C6}"/>
          </ac:spMkLst>
        </pc:spChg>
        <pc:spChg chg="add mod">
          <ac:chgData name="" userId="" providerId="" clId="Web-{6E8403B9-C474-4B99-9353-4E0EB3CC5CF0}" dt="2026-10-23T09:45:23.605" v="9" actId="34807"/>
          <ac:spMkLst>
            <pc:docMk/>
            <pc:sldMk cId="2931206922" sldId="4466"/>
            <ac:spMk id="16925" creationId="{66566AEF-0154-D4C4-1272-70D39C070C52}"/>
          </ac:spMkLst>
        </pc:spChg>
        <pc:spChg chg="add mod">
          <ac:chgData name="" userId="" providerId="" clId="Web-{6E8403B9-C474-4B99-9353-4E0EB3CC5CF0}" dt="2026-10-23T09:45:23.605" v="9" actId="34807"/>
          <ac:spMkLst>
            <pc:docMk/>
            <pc:sldMk cId="2931206922" sldId="4466"/>
            <ac:spMk id="16934" creationId="{EDB8F4B6-4CBD-4D85-C984-8C6A0347146B}"/>
          </ac:spMkLst>
        </pc:spChg>
        <pc:spChg chg="add mod">
          <ac:chgData name="" userId="" providerId="" clId="Web-{6E8403B9-C474-4B99-9353-4E0EB3CC5CF0}" dt="2026-10-23T09:45:21.824" v="6" actId="34807"/>
          <ac:spMkLst>
            <pc:docMk/>
            <pc:sldMk cId="2931206922" sldId="4466"/>
            <ac:spMk id="16940" creationId="{015C4CA4-7B79-BF41-0CF2-AB10CBFEF30F}"/>
          </ac:spMkLst>
        </pc:spChg>
        <pc:spChg chg="add mod">
          <ac:chgData name="" userId="" providerId="" clId="Web-{6E8403B9-C474-4B99-9353-4E0EB3CC5CF0}" dt="2026-10-23T09:45:21.824" v="6" actId="34807"/>
          <ac:spMkLst>
            <pc:docMk/>
            <pc:sldMk cId="2931206922" sldId="4466"/>
            <ac:spMk id="16947" creationId="{2232715D-6FB0-1F85-8F62-13CA2E5124FD}"/>
          </ac:spMkLst>
        </pc:spChg>
        <pc:spChg chg="add del mod">
          <ac:chgData name="" userId="" providerId="" clId="Web-{6E8403B9-C474-4B99-9353-4E0EB3CC5CF0}" dt="2026-10-23T10:00:16.083" v="55" actId="34807"/>
          <ac:spMkLst>
            <pc:docMk/>
            <pc:sldMk cId="2931206922" sldId="4466"/>
            <ac:spMk id="16955" creationId="{F937ED10-9AD1-2AF6-27E7-704E7D07984B}"/>
          </ac:spMkLst>
        </pc:spChg>
        <pc:spChg chg="del mod">
          <ac:chgData name="" userId="" providerId="" clId="Web-{6E8403B9-C474-4B99-9353-4E0EB3CC5CF0}" dt="2026-10-23T10:00:16.083" v="55" actId="34807"/>
          <ac:spMkLst>
            <pc:docMk/>
            <pc:sldMk cId="2931206922" sldId="4466"/>
            <ac:spMk id="16964" creationId="{80FF1108-4280-F612-D42D-8D0CA78C0287}"/>
          </ac:spMkLst>
        </pc:spChg>
        <pc:spChg chg="del">
          <ac:chgData name="" userId="" providerId="" clId="Web-{6E8403B9-C474-4B99-9353-4E0EB3CC5CF0}" dt="2026-10-23T10:00:16.083" v="55" actId="34807"/>
          <ac:spMkLst>
            <pc:docMk/>
            <pc:sldMk cId="2931206922" sldId="4466"/>
            <ac:spMk id="16974" creationId="{31A2F47F-AD0A-AB42-633C-80CF71176B9E}"/>
          </ac:spMkLst>
        </pc:spChg>
        <pc:spChg chg="add del mod">
          <ac:chgData name="" userId="" providerId="" clId="Web-{6E8403B9-C474-4B99-9353-4E0EB3CC5CF0}" dt="2026-10-23T10:00:16.083" v="55" actId="34807"/>
          <ac:spMkLst>
            <pc:docMk/>
            <pc:sldMk cId="2931206922" sldId="4466"/>
            <ac:spMk id="16985" creationId="{874C031A-83DE-7B17-CB50-1F9806E7276A}"/>
          </ac:spMkLst>
        </pc:spChg>
        <pc:spChg chg="add del mod">
          <ac:chgData name="" userId="" providerId="" clId="Web-{6E8403B9-C474-4B99-9353-4E0EB3CC5CF0}" dt="2026-10-23T10:00:16.083" v="55" actId="34807"/>
          <ac:spMkLst>
            <pc:docMk/>
            <pc:sldMk cId="2931206922" sldId="4466"/>
            <ac:spMk id="16997" creationId="{8EB4EF55-0893-D298-02A9-830D1C04F3A9}"/>
          </ac:spMkLst>
        </pc:spChg>
        <pc:spChg chg="del mod">
          <ac:chgData name="" userId="" providerId="" clId="Web-{6E8403B9-C474-4B99-9353-4E0EB3CC5CF0}" dt="2026-10-23T10:00:16.083" v="55" actId="34807"/>
          <ac:spMkLst>
            <pc:docMk/>
            <pc:sldMk cId="2931206922" sldId="4466"/>
            <ac:spMk id="17010" creationId="{516AA494-6E9D-D628-8D20-B2AD55A9B69C}"/>
          </ac:spMkLst>
        </pc:spChg>
        <pc:spChg chg="add mod">
          <ac:chgData name="" userId="" providerId="" clId="Web-{6E8403B9-C474-4B99-9353-4E0EB3CC5CF0}" dt="2026-10-23T09:45:23.605" v="9" actId="34807"/>
          <ac:spMkLst>
            <pc:docMk/>
            <pc:sldMk cId="2931206922" sldId="4466"/>
            <ac:spMk id="17039" creationId="{6B2037E2-60E3-E482-C655-8F966423E61E}"/>
          </ac:spMkLst>
        </pc:spChg>
        <pc:spChg chg="add mod">
          <ac:chgData name="" userId="" providerId="" clId="Web-{6E8403B9-C474-4B99-9353-4E0EB3CC5CF0}" dt="2026-10-23T09:45:23.605" v="9" actId="34807"/>
          <ac:spMkLst>
            <pc:docMk/>
            <pc:sldMk cId="2931206922" sldId="4466"/>
            <ac:spMk id="17055" creationId="{BE02502F-EE02-9EB0-496A-D4583962E012}"/>
          </ac:spMkLst>
        </pc:spChg>
        <pc:spChg chg="add mod">
          <ac:chgData name="" userId="" providerId="" clId="Web-{6E8403B9-C474-4B99-9353-4E0EB3CC5CF0}" dt="2026-10-23T10:00:15.239" v="54" actId="34807"/>
          <ac:spMkLst>
            <pc:docMk/>
            <pc:sldMk cId="2931206922" sldId="4466"/>
            <ac:spMk id="22436" creationId="{15339C36-BB05-B47F-E1E7-AA3CABD0FAFB}"/>
          </ac:spMkLst>
        </pc:spChg>
        <pc:spChg chg="add mod">
          <ac:chgData name="" userId="" providerId="" clId="Web-{6E8403B9-C474-4B99-9353-4E0EB3CC5CF0}" dt="2026-10-23T10:00:15.239" v="54" actId="34807"/>
          <ac:spMkLst>
            <pc:docMk/>
            <pc:sldMk cId="2931206922" sldId="4466"/>
            <ac:spMk id="22438" creationId="{A206B548-A6E8-6B38-88CA-01F24C02E0BE}"/>
          </ac:spMkLst>
        </pc:spChg>
        <pc:spChg chg="add mod">
          <ac:chgData name="" userId="" providerId="" clId="Web-{6E8403B9-C474-4B99-9353-4E0EB3CC5CF0}" dt="2026-10-23T10:00:15.239" v="54" actId="34807"/>
          <ac:spMkLst>
            <pc:docMk/>
            <pc:sldMk cId="2931206922" sldId="4466"/>
            <ac:spMk id="22441" creationId="{D7A6BD57-66E0-5055-1922-727CA8FDCB12}"/>
          </ac:spMkLst>
        </pc:spChg>
      </pc:sldChg>
      <pc:sldChg chg="addSp delSp modSp">
        <pc:chgData name="" userId="" providerId="" clId="Web-{6E8403B9-C474-4B99-9353-4E0EB3CC5CF0}" dt="2026-10-23T10:00:24.364" v="57" actId="34807"/>
        <pc:sldMkLst>
          <pc:docMk/>
          <pc:sldMk cId="444193156" sldId="4687"/>
        </pc:sldMkLst>
        <pc:spChg chg="add del mod">
          <ac:chgData name="" userId="" providerId="" clId="Web-{6E8403B9-C474-4B99-9353-4E0EB3CC5CF0}" dt="2026-10-23T10:00:24.364" v="57" actId="34807"/>
          <ac:spMkLst>
            <pc:docMk/>
            <pc:sldMk cId="444193156" sldId="4687"/>
            <ac:spMk id="16269" creationId="{7DD70170-7E23-4E41-FD7F-3047D6FA4B1C}"/>
          </ac:spMkLst>
        </pc:spChg>
        <pc:spChg chg="add del mod">
          <ac:chgData name="" userId="" providerId="" clId="Web-{6E8403B9-C474-4B99-9353-4E0EB3CC5CF0}" dt="2026-10-23T10:00:24.364" v="57" actId="34807"/>
          <ac:spMkLst>
            <pc:docMk/>
            <pc:sldMk cId="444193156" sldId="4687"/>
            <ac:spMk id="16271" creationId="{C72CFDD1-C79B-92CF-1CDF-97FE57C1CC30}"/>
          </ac:spMkLst>
        </pc:spChg>
        <pc:spChg chg="add del mod">
          <ac:chgData name="" userId="" providerId="" clId="Web-{6E8403B9-C474-4B99-9353-4E0EB3CC5CF0}" dt="2026-10-23T10:00:24.364" v="57" actId="34807"/>
          <ac:spMkLst>
            <pc:docMk/>
            <pc:sldMk cId="444193156" sldId="4687"/>
            <ac:spMk id="16274" creationId="{00479B3A-A4C2-B045-26B1-72FD8826987A}"/>
          </ac:spMkLst>
        </pc:spChg>
        <pc:spChg chg="add del mod">
          <ac:chgData name="" userId="" providerId="" clId="Web-{6E8403B9-C474-4B99-9353-4E0EB3CC5CF0}" dt="2026-10-23T10:00:24.364" v="57" actId="34807"/>
          <ac:spMkLst>
            <pc:docMk/>
            <pc:sldMk cId="444193156" sldId="4687"/>
            <ac:spMk id="16278" creationId="{C2F5031B-8DDE-A4DD-2254-B6A9654E386F}"/>
          </ac:spMkLst>
        </pc:spChg>
        <pc:spChg chg="add del mod">
          <ac:chgData name="" userId="" providerId="" clId="Web-{6E8403B9-C474-4B99-9353-4E0EB3CC5CF0}" dt="2026-10-23T10:00:24.364" v="57" actId="34807"/>
          <ac:spMkLst>
            <pc:docMk/>
            <pc:sldMk cId="444193156" sldId="4687"/>
            <ac:spMk id="16283" creationId="{7629FBAD-09F1-559A-B072-7CF167AD4B45}"/>
          </ac:spMkLst>
        </pc:spChg>
        <pc:spChg chg="add mod">
          <ac:chgData name="" userId="" providerId="" clId="Web-{6E8403B9-C474-4B99-9353-4E0EB3CC5CF0}" dt="2026-10-23T10:00:23.599" v="56" actId="34807"/>
          <ac:spMkLst>
            <pc:docMk/>
            <pc:sldMk cId="444193156" sldId="4687"/>
            <ac:spMk id="22442" creationId="{36B674EB-6A4A-8970-3CDF-0382A19DF0A3}"/>
          </ac:spMkLst>
        </pc:spChg>
        <pc:spChg chg="add mod">
          <ac:chgData name="" userId="" providerId="" clId="Web-{6E8403B9-C474-4B99-9353-4E0EB3CC5CF0}" dt="2026-10-23T10:00:23.599" v="56" actId="34807"/>
          <ac:spMkLst>
            <pc:docMk/>
            <pc:sldMk cId="444193156" sldId="4687"/>
            <ac:spMk id="22444" creationId="{142CBE3E-5513-D4C9-415A-24CF9E21C853}"/>
          </ac:spMkLst>
        </pc:spChg>
        <pc:spChg chg="add mod">
          <ac:chgData name="" userId="" providerId="" clId="Web-{6E8403B9-C474-4B99-9353-4E0EB3CC5CF0}" dt="2026-10-23T10:00:23.599" v="56" actId="34807"/>
          <ac:spMkLst>
            <pc:docMk/>
            <pc:sldMk cId="444193156" sldId="4687"/>
            <ac:spMk id="22447" creationId="{7C6ECD59-914B-980C-02C3-5C139114260A}"/>
          </ac:spMkLst>
        </pc:spChg>
        <pc:spChg chg="add mod">
          <ac:chgData name="" userId="" providerId="" clId="Web-{6E8403B9-C474-4B99-9353-4E0EB3CC5CF0}" dt="2026-10-23T10:00:23.599" v="56" actId="34807"/>
          <ac:spMkLst>
            <pc:docMk/>
            <pc:sldMk cId="444193156" sldId="4687"/>
            <ac:spMk id="22451" creationId="{BF2D5AA6-234B-E05A-0158-DBB8832EC163}"/>
          </ac:spMkLst>
        </pc:spChg>
        <pc:spChg chg="add mod">
          <ac:chgData name="" userId="" providerId="" clId="Web-{6E8403B9-C474-4B99-9353-4E0EB3CC5CF0}" dt="2026-10-23T10:00:23.599" v="56" actId="34807"/>
          <ac:spMkLst>
            <pc:docMk/>
            <pc:sldMk cId="444193156" sldId="4687"/>
            <ac:spMk id="22456" creationId="{47CDB1E0-AA85-3C81-6DF0-B8DDD5B51995}"/>
          </ac:spMkLst>
        </pc:spChg>
        <pc:spChg chg="add mod">
          <ac:chgData name="" userId="" providerId="" clId="Web-{6E8403B9-C474-4B99-9353-4E0EB3CC5CF0}" dt="2026-10-23T10:00:23.599" v="56" actId="34807"/>
          <ac:spMkLst>
            <pc:docMk/>
            <pc:sldMk cId="444193156" sldId="4687"/>
            <ac:spMk id="22463" creationId="{05674F84-5FAF-5F30-7AE2-8E74B8E2F5C2}"/>
          </ac:spMkLst>
        </pc:spChg>
        <pc:spChg chg="add mod">
          <ac:chgData name="" userId="" providerId="" clId="Web-{6E8403B9-C474-4B99-9353-4E0EB3CC5CF0}" dt="2026-10-23T10:00:23.599" v="56" actId="34807"/>
          <ac:spMkLst>
            <pc:docMk/>
            <pc:sldMk cId="444193156" sldId="4687"/>
            <ac:spMk id="22471" creationId="{4FCE70D2-145D-CFED-3930-99657E911674}"/>
          </ac:spMkLst>
        </pc:spChg>
        <pc:graphicFrameChg chg="add del mod">
          <ac:chgData name="" userId="" providerId="" clId="Web-{6E8403B9-C474-4B99-9353-4E0EB3CC5CF0}" dt="2026-10-23T10:00:24.364" v="57" actId="34807"/>
          <ac:graphicFrameMkLst>
            <pc:docMk/>
            <pc:sldMk cId="444193156" sldId="4687"/>
            <ac:graphicFrameMk id="8" creationId="{2DB63EF5-6E19-4142-83DA-4A8AA15BCB9B}"/>
          </ac:graphicFrameMkLst>
        </pc:graphicFrameChg>
        <pc:graphicFrameChg chg="add mod">
          <ac:chgData name="" userId="" providerId="" clId="Web-{6E8403B9-C474-4B99-9353-4E0EB3CC5CF0}" dt="2026-10-23T10:00:23.599" v="56" actId="34807"/>
          <ac:graphicFrameMkLst>
            <pc:docMk/>
            <pc:sldMk cId="444193156" sldId="4687"/>
            <ac:graphicFrameMk id="11" creationId="{2A44A6ED-F93E-4C88-A3A7-E356AA78279F}"/>
          </ac:graphicFrameMkLst>
        </pc:graphicFrameChg>
      </pc:sldChg>
      <pc:sldChg chg="addSp modSp">
        <pc:chgData name="" userId="" providerId="" clId="Web-{6E8403B9-C474-4B99-9353-4E0EB3CC5CF0}" dt="2026-10-23T10:00:31.974" v="59" actId="34807"/>
        <pc:sldMkLst>
          <pc:docMk/>
          <pc:sldMk cId="18801219" sldId="4909"/>
        </pc:sldMkLst>
        <pc:spChg chg="add mod">
          <ac:chgData name="" userId="" providerId="" clId="Web-{6E8403B9-C474-4B99-9353-4E0EB3CC5CF0}" dt="2026-10-23T10:00:31.239" v="58" actId="34807"/>
          <ac:spMkLst>
            <pc:docMk/>
            <pc:sldMk cId="18801219" sldId="4909"/>
            <ac:spMk id="22472" creationId="{27175658-3919-890A-A660-1F6FA2760E85}"/>
          </ac:spMkLst>
        </pc:spChg>
        <pc:spChg chg="add mod">
          <ac:chgData name="" userId="" providerId="" clId="Web-{6E8403B9-C474-4B99-9353-4E0EB3CC5CF0}" dt="2026-10-23T10:00:31.239" v="58" actId="34807"/>
          <ac:spMkLst>
            <pc:docMk/>
            <pc:sldMk cId="18801219" sldId="4909"/>
            <ac:spMk id="22474" creationId="{212AC7AF-3471-4534-D59B-7FF331F5B6EF}"/>
          </ac:spMkLst>
        </pc:spChg>
        <pc:spChg chg="add mod">
          <ac:chgData name="" userId="" providerId="" clId="Web-{6E8403B9-C474-4B99-9353-4E0EB3CC5CF0}" dt="2026-10-23T10:00:31.239" v="58" actId="34807"/>
          <ac:spMkLst>
            <pc:docMk/>
            <pc:sldMk cId="18801219" sldId="4909"/>
            <ac:spMk id="22477" creationId="{515C7044-5C3E-36C8-7EC8-F0DAD040E061}"/>
          </ac:spMkLst>
        </pc:spChg>
        <pc:spChg chg="add mod">
          <ac:chgData name="" userId="" providerId="" clId="Web-{6E8403B9-C474-4B99-9353-4E0EB3CC5CF0}" dt="2026-10-23T10:00:31.239" v="58" actId="34807"/>
          <ac:spMkLst>
            <pc:docMk/>
            <pc:sldMk cId="18801219" sldId="4909"/>
            <ac:spMk id="22481" creationId="{F552AF7E-E572-48AE-8086-A7D5E04ABC78}"/>
          </ac:spMkLst>
        </pc:spChg>
        <pc:spChg chg="add mod">
          <ac:chgData name="" userId="" providerId="" clId="Web-{6E8403B9-C474-4B99-9353-4E0EB3CC5CF0}" dt="2026-10-23T10:00:31.239" v="58" actId="34807"/>
          <ac:spMkLst>
            <pc:docMk/>
            <pc:sldMk cId="18801219" sldId="4909"/>
            <ac:spMk id="22486" creationId="{74298CC0-8C55-B4D0-84C7-30B29935CF05}"/>
          </ac:spMkLst>
        </pc:spChg>
        <pc:spChg chg="mod">
          <ac:chgData name="" userId="" providerId="" clId="Web-{6E8403B9-C474-4B99-9353-4E0EB3CC5CF0}" dt="2026-10-23T10:00:31.974" v="59" actId="34807"/>
          <ac:spMkLst>
            <pc:docMk/>
            <pc:sldMk cId="18801219" sldId="4909"/>
            <ac:spMk id="22492" creationId="{40262515-DFF9-AEB0-1B21-5835A3950793}"/>
          </ac:spMkLst>
        </pc:spChg>
        <pc:spChg chg="add mod">
          <ac:chgData name="" userId="" providerId="" clId="Web-{6E8403B9-C474-4B99-9353-4E0EB3CC5CF0}" dt="2026-10-23T10:00:31.239" v="58" actId="34807"/>
          <ac:spMkLst>
            <pc:docMk/>
            <pc:sldMk cId="18801219" sldId="4909"/>
            <ac:spMk id="22499" creationId="{856163AE-E434-3CA8-E330-8162834C7CE0}"/>
          </ac:spMkLst>
        </pc:spChg>
        <pc:spChg chg="add mod">
          <ac:chgData name="" userId="" providerId="" clId="Web-{6E8403B9-C474-4B99-9353-4E0EB3CC5CF0}" dt="2026-10-23T10:00:31.974" v="59" actId="34807"/>
          <ac:spMkLst>
            <pc:docMk/>
            <pc:sldMk cId="18801219" sldId="4909"/>
            <ac:spMk id="22507" creationId="{A903BBE9-45B8-9F48-7F74-3F8343999FA2}"/>
          </ac:spMkLst>
        </pc:spChg>
        <pc:spChg chg="add mod">
          <ac:chgData name="" userId="" providerId="" clId="Web-{6E8403B9-C474-4B99-9353-4E0EB3CC5CF0}" dt="2026-10-23T10:00:31.239" v="58" actId="34807"/>
          <ac:spMkLst>
            <pc:docMk/>
            <pc:sldMk cId="18801219" sldId="4909"/>
            <ac:spMk id="22517" creationId="{1EFF6459-9D9F-A53D-ADE7-7F63F13DB4EC}"/>
          </ac:spMkLst>
        </pc:spChg>
        <pc:spChg chg="add mod">
          <ac:chgData name="" userId="" providerId="" clId="Web-{6E8403B9-C474-4B99-9353-4E0EB3CC5CF0}" dt="2026-10-23T10:00:31.239" v="58" actId="34807"/>
          <ac:spMkLst>
            <pc:docMk/>
            <pc:sldMk cId="18801219" sldId="4909"/>
            <ac:spMk id="22528" creationId="{CDD3CB36-CC26-5BBE-1EB8-AF2BFD6964C5}"/>
          </ac:spMkLst>
        </pc:spChg>
        <pc:spChg chg="add mod">
          <ac:chgData name="" userId="" providerId="" clId="Web-{6E8403B9-C474-4B99-9353-4E0EB3CC5CF0}" dt="2026-10-23T10:00:31.239" v="58" actId="34807"/>
          <ac:spMkLst>
            <pc:docMk/>
            <pc:sldMk cId="18801219" sldId="4909"/>
            <ac:spMk id="22540" creationId="{F1249BA4-DF0D-7B43-6E9D-DC013D517344}"/>
          </ac:spMkLst>
        </pc:spChg>
      </pc:sldChg>
      <pc:sldChg chg="addSp modSp">
        <pc:chgData name="" userId="" providerId="" clId="Web-{6E8403B9-C474-4B99-9353-4E0EB3CC5CF0}" dt="2026-10-23T10:00:41.114" v="60" actId="34807"/>
        <pc:sldMkLst>
          <pc:docMk/>
          <pc:sldMk cId="1994120710" sldId="5132"/>
        </pc:sldMkLst>
        <pc:spChg chg="add mod">
          <ac:chgData name="" userId="" providerId="" clId="Web-{6E8403B9-C474-4B99-9353-4E0EB3CC5CF0}" dt="2026-10-23T10:00:41.114" v="60" actId="34807"/>
          <ac:spMkLst>
            <pc:docMk/>
            <pc:sldMk cId="1994120710" sldId="5132"/>
            <ac:spMk id="22541" creationId="{72627532-1161-36DC-D7E4-EA4EC120F428}"/>
          </ac:spMkLst>
        </pc:spChg>
        <pc:spChg chg="add mod">
          <ac:chgData name="" userId="" providerId="" clId="Web-{6E8403B9-C474-4B99-9353-4E0EB3CC5CF0}" dt="2026-10-23T10:00:41.114" v="60" actId="34807"/>
          <ac:spMkLst>
            <pc:docMk/>
            <pc:sldMk cId="1994120710" sldId="5132"/>
            <ac:spMk id="22543" creationId="{16831651-A46C-C4E1-2531-20DC5500CE5A}"/>
          </ac:spMkLst>
        </pc:spChg>
        <pc:spChg chg="add mod">
          <ac:chgData name="" userId="" providerId="" clId="Web-{6E8403B9-C474-4B99-9353-4E0EB3CC5CF0}" dt="2026-10-23T10:00:41.114" v="60" actId="34807"/>
          <ac:spMkLst>
            <pc:docMk/>
            <pc:sldMk cId="1994120710" sldId="5132"/>
            <ac:spMk id="22546" creationId="{DF755256-A8D0-F73B-4478-5D98A71300C6}"/>
          </ac:spMkLst>
        </pc:spChg>
        <pc:spChg chg="add mod">
          <ac:chgData name="" userId="" providerId="" clId="Web-{6E8403B9-C474-4B99-9353-4E0EB3CC5CF0}" dt="2026-10-23T10:00:41.114" v="60" actId="34807"/>
          <ac:spMkLst>
            <pc:docMk/>
            <pc:sldMk cId="1994120710" sldId="5132"/>
            <ac:spMk id="22551" creationId="{27AA305F-4B63-2059-26E5-6E28B0DDBE38}"/>
          </ac:spMkLst>
        </pc:spChg>
        <pc:spChg chg="add mod">
          <ac:chgData name="" userId="" providerId="" clId="Web-{6E8403B9-C474-4B99-9353-4E0EB3CC5CF0}" dt="2026-10-23T10:00:41.114" v="60" actId="34807"/>
          <ac:spMkLst>
            <pc:docMk/>
            <pc:sldMk cId="1994120710" sldId="5132"/>
            <ac:spMk id="22557" creationId="{9752444A-8AAD-892E-F49E-C1878764E508}"/>
          </ac:spMkLst>
        </pc:spChg>
        <pc:graphicFrameChg chg="add mod">
          <ac:chgData name="" userId="" providerId="" clId="Web-{6E8403B9-C474-4B99-9353-4E0EB3CC5CF0}" dt="2026-10-23T10:00:41.114" v="60" actId="34807"/>
          <ac:graphicFrameMkLst>
            <pc:docMk/>
            <pc:sldMk cId="1994120710" sldId="5132"/>
            <ac:graphicFrameMk id="8" creationId="{7F56379E-718D-4E16-8B19-52588F825E24}"/>
          </ac:graphicFrameMkLst>
        </pc:graphicFrameChg>
      </pc:sldChg>
      <pc:sldChg chg="addSp modSp">
        <pc:chgData name="" userId="" providerId="" clId="Web-{6E8403B9-C474-4B99-9353-4E0EB3CC5CF0}" dt="2026-10-23T10:00:50.271" v="67" actId="34807"/>
        <pc:sldMkLst>
          <pc:docMk/>
          <pc:sldMk cId="2759033825" sldId="5356"/>
        </pc:sldMkLst>
        <pc:spChg chg="add mod">
          <ac:chgData name="" userId="" providerId="" clId="Web-{6E8403B9-C474-4B99-9353-4E0EB3CC5CF0}" dt="2026-10-23T10:00:49.474" v="66" actId="34807"/>
          <ac:spMkLst>
            <pc:docMk/>
            <pc:sldMk cId="2759033825" sldId="5356"/>
            <ac:spMk id="22565" creationId="{4A3FDDE7-1A68-9E1F-0090-5F6B7A638E42}"/>
          </ac:spMkLst>
        </pc:spChg>
        <pc:spChg chg="mod">
          <ac:chgData name="" userId="" providerId="" clId="Web-{6E8403B9-C474-4B99-9353-4E0EB3CC5CF0}" dt="2026-10-23T10:00:50.271" v="67" actId="34807"/>
          <ac:spMkLst>
            <pc:docMk/>
            <pc:sldMk cId="2759033825" sldId="5356"/>
            <ac:spMk id="22567" creationId="{36F52C3D-47B1-D3F6-30FF-3D9EFC26727D}"/>
          </ac:spMkLst>
        </pc:spChg>
        <pc:spChg chg="mod">
          <ac:chgData name="" userId="" providerId="" clId="Web-{6E8403B9-C474-4B99-9353-4E0EB3CC5CF0}" dt="2026-10-23T10:00:50.271" v="67" actId="34807"/>
          <ac:spMkLst>
            <pc:docMk/>
            <pc:sldMk cId="2759033825" sldId="5356"/>
            <ac:spMk id="22570" creationId="{2CBF20A9-9DEC-BA93-C8A1-4493B2E88143}"/>
          </ac:spMkLst>
        </pc:spChg>
        <pc:spChg chg="add mod">
          <ac:chgData name="" userId="" providerId="" clId="Web-{6E8403B9-C474-4B99-9353-4E0EB3CC5CF0}" dt="2026-10-23T10:00:49.474" v="66" actId="34807"/>
          <ac:spMkLst>
            <pc:docMk/>
            <pc:sldMk cId="2759033825" sldId="5356"/>
            <ac:spMk id="22574" creationId="{19470EBF-3C56-C17F-2CA6-382A72E29413}"/>
          </ac:spMkLst>
        </pc:spChg>
        <pc:spChg chg="mod">
          <ac:chgData name="" userId="" providerId="" clId="Web-{6E8403B9-C474-4B99-9353-4E0EB3CC5CF0}" dt="2026-10-23T10:00:50.271" v="67" actId="34807"/>
          <ac:spMkLst>
            <pc:docMk/>
            <pc:sldMk cId="2759033825" sldId="5356"/>
            <ac:spMk id="22579" creationId="{BF21CFF6-EC25-8D92-3AE9-7BCA22E0A20C}"/>
          </ac:spMkLst>
        </pc:spChg>
        <pc:spChg chg="mod">
          <ac:chgData name="" userId="" providerId="" clId="Web-{6E8403B9-C474-4B99-9353-4E0EB3CC5CF0}" dt="2026-10-23T10:00:50.271" v="67" actId="34807"/>
          <ac:spMkLst>
            <pc:docMk/>
            <pc:sldMk cId="2759033825" sldId="5356"/>
            <ac:spMk id="22585" creationId="{F9DF2783-BA15-D289-6518-E2BB8DA48F03}"/>
          </ac:spMkLst>
        </pc:spChg>
        <pc:spChg chg="add mod">
          <ac:chgData name="" userId="" providerId="" clId="Web-{6E8403B9-C474-4B99-9353-4E0EB3CC5CF0}" dt="2026-10-23T10:00:50.271" v="67" actId="34807"/>
          <ac:spMkLst>
            <pc:docMk/>
            <pc:sldMk cId="2759033825" sldId="5356"/>
            <ac:spMk id="22600" creationId="{450B94D9-1671-AF71-674D-7F4E3D37F549}"/>
          </ac:spMkLst>
        </pc:spChg>
        <pc:spChg chg="mod">
          <ac:chgData name="" userId="" providerId="" clId="Web-{6E8403B9-C474-4B99-9353-4E0EB3CC5CF0}" dt="2026-10-23T10:00:50.271" v="67" actId="34807"/>
          <ac:spMkLst>
            <pc:docMk/>
            <pc:sldMk cId="2759033825" sldId="5356"/>
            <ac:spMk id="22609" creationId="{AF8A918A-F0D0-2E9D-CD45-42E2D703B620}"/>
          </ac:spMkLst>
        </pc:spChg>
        <pc:spChg chg="add mod">
          <ac:chgData name="" userId="" providerId="" clId="Web-{6E8403B9-C474-4B99-9353-4E0EB3CC5CF0}" dt="2026-10-23T10:00:49.474" v="66" actId="34807"/>
          <ac:spMkLst>
            <pc:docMk/>
            <pc:sldMk cId="2759033825" sldId="5356"/>
            <ac:spMk id="22619" creationId="{511B8EAD-12CD-7373-0344-B915437F1631}"/>
          </ac:spMkLst>
        </pc:spChg>
        <pc:spChg chg="add mod">
          <ac:chgData name="" userId="" providerId="" clId="Web-{6E8403B9-C474-4B99-9353-4E0EB3CC5CF0}" dt="2026-10-23T10:00:50.271" v="67" actId="34807"/>
          <ac:spMkLst>
            <pc:docMk/>
            <pc:sldMk cId="2759033825" sldId="5356"/>
            <ac:spMk id="22630" creationId="{1AD0F606-F0A4-CA83-27C8-229C28F23817}"/>
          </ac:spMkLst>
        </pc:spChg>
        <pc:spChg chg="mod">
          <ac:chgData name="" userId="" providerId="" clId="Web-{6E8403B9-C474-4B99-9353-4E0EB3CC5CF0}" dt="2026-10-23T10:00:50.271" v="67" actId="34807"/>
          <ac:spMkLst>
            <pc:docMk/>
            <pc:sldMk cId="2759033825" sldId="5356"/>
            <ac:spMk id="22642" creationId="{203B336D-FFD8-A3D2-2012-3F93965AC647}"/>
          </ac:spMkLst>
        </pc:spChg>
        <pc:spChg chg="add mod">
          <ac:chgData name="" userId="" providerId="" clId="Web-{6E8403B9-C474-4B99-9353-4E0EB3CC5CF0}" dt="2026-10-23T10:00:49.474" v="66" actId="34807"/>
          <ac:spMkLst>
            <pc:docMk/>
            <pc:sldMk cId="2759033825" sldId="5356"/>
            <ac:spMk id="22655" creationId="{70D42058-8349-A2CA-C996-5AA290AF0AE4}"/>
          </ac:spMkLst>
        </pc:spChg>
        <pc:spChg chg="add mod">
          <ac:chgData name="" userId="" providerId="" clId="Web-{6E8403B9-C474-4B99-9353-4E0EB3CC5CF0}" dt="2026-10-23T10:00:49.474" v="66" actId="34807"/>
          <ac:spMkLst>
            <pc:docMk/>
            <pc:sldMk cId="2759033825" sldId="5356"/>
            <ac:spMk id="22669" creationId="{3EAEFA81-3ADA-478C-ECD3-CCD707EC497B}"/>
          </ac:spMkLst>
        </pc:spChg>
        <pc:spChg chg="add mod">
          <ac:chgData name="" userId="" providerId="" clId="Web-{6E8403B9-C474-4B99-9353-4E0EB3CC5CF0}" dt="2026-10-23T10:00:49.474" v="66" actId="34807"/>
          <ac:spMkLst>
            <pc:docMk/>
            <pc:sldMk cId="2759033825" sldId="5356"/>
            <ac:spMk id="22700" creationId="{F2B362E3-5208-562E-AEFD-EB3D5896CD08}"/>
          </ac:spMkLst>
        </pc:spChg>
        <pc:spChg chg="add mod">
          <ac:chgData name="" userId="" providerId="" clId="Web-{6E8403B9-C474-4B99-9353-4E0EB3CC5CF0}" dt="2026-10-23T10:00:49.474" v="66" actId="34807"/>
          <ac:spMkLst>
            <pc:docMk/>
            <pc:sldMk cId="2759033825" sldId="5356"/>
            <ac:spMk id="22735" creationId="{92FA0C26-AF36-AFC1-C093-B2FC03214F3E}"/>
          </ac:spMkLst>
        </pc:spChg>
        <pc:spChg chg="add mod">
          <ac:chgData name="" userId="" providerId="" clId="Web-{6E8403B9-C474-4B99-9353-4E0EB3CC5CF0}" dt="2026-10-23T10:00:49.474" v="66" actId="34807"/>
          <ac:spMkLst>
            <pc:docMk/>
            <pc:sldMk cId="2759033825" sldId="5356"/>
            <ac:spMk id="22817" creationId="{1A48C602-7F26-ED7D-896E-F692A1106F01}"/>
          </ac:spMkLst>
        </pc:spChg>
      </pc:sldChg>
      <pc:sldChg chg="addSp modSp">
        <pc:chgData name="" userId="" providerId="" clId="Web-{6E8403B9-C474-4B99-9353-4E0EB3CC5CF0}" dt="2026-10-23T10:00:57.255" v="69" actId="34807"/>
        <pc:sldMkLst>
          <pc:docMk/>
          <pc:sldMk cId="3209468076" sldId="5581"/>
        </pc:sldMkLst>
        <pc:spChg chg="add mod">
          <ac:chgData name="" userId="" providerId="" clId="Web-{6E8403B9-C474-4B99-9353-4E0EB3CC5CF0}" dt="2026-10-23T10:00:56.396" v="68" actId="34807"/>
          <ac:spMkLst>
            <pc:docMk/>
            <pc:sldMk cId="3209468076" sldId="5581"/>
            <ac:spMk id="22865" creationId="{383C4F8C-6E59-98EF-633F-AC7A0771B0A7}"/>
          </ac:spMkLst>
        </pc:spChg>
        <pc:spChg chg="add mod">
          <ac:chgData name="" userId="" providerId="" clId="Web-{6E8403B9-C474-4B99-9353-4E0EB3CC5CF0}" dt="2026-10-23T10:00:56.396" v="68" actId="34807"/>
          <ac:spMkLst>
            <pc:docMk/>
            <pc:sldMk cId="3209468076" sldId="5581"/>
            <ac:spMk id="22867" creationId="{5BF529F9-AC04-320B-41F1-B5D3356AF1A7}"/>
          </ac:spMkLst>
        </pc:spChg>
        <pc:spChg chg="mod">
          <ac:chgData name="" userId="" providerId="" clId="Web-{6E8403B9-C474-4B99-9353-4E0EB3CC5CF0}" dt="2026-10-23T10:00:57.255" v="69" actId="34807"/>
          <ac:spMkLst>
            <pc:docMk/>
            <pc:sldMk cId="3209468076" sldId="5581"/>
            <ac:spMk id="22879" creationId="{F3AFC0D5-B241-1500-692A-EB4872E99381}"/>
          </ac:spMkLst>
        </pc:spChg>
        <pc:spChg chg="mod">
          <ac:chgData name="" userId="" providerId="" clId="Web-{6E8403B9-C474-4B99-9353-4E0EB3CC5CF0}" dt="2026-10-23T10:00:57.255" v="69" actId="34807"/>
          <ac:spMkLst>
            <pc:docMk/>
            <pc:sldMk cId="3209468076" sldId="5581"/>
            <ac:spMk id="22900" creationId="{86905FC6-89EC-48AB-ED6E-806CE5426E89}"/>
          </ac:spMkLst>
        </pc:spChg>
        <pc:spChg chg="add mod">
          <ac:chgData name="" userId="" providerId="" clId="Web-{6E8403B9-C474-4B99-9353-4E0EB3CC5CF0}" dt="2026-10-23T10:00:56.396" v="68" actId="34807"/>
          <ac:spMkLst>
            <pc:docMk/>
            <pc:sldMk cId="3209468076" sldId="5581"/>
            <ac:spMk id="22919" creationId="{8C0A9C9E-73A8-C562-071D-E63825728555}"/>
          </ac:spMkLst>
        </pc:spChg>
        <pc:spChg chg="add mod">
          <ac:chgData name="" userId="" providerId="" clId="Web-{6E8403B9-C474-4B99-9353-4E0EB3CC5CF0}" dt="2026-10-23T10:00:57.255" v="69" actId="34807"/>
          <ac:spMkLst>
            <pc:docMk/>
            <pc:sldMk cId="3209468076" sldId="5581"/>
            <ac:spMk id="22930" creationId="{F17FF034-136A-71AE-9E4A-FD4B3C37330C}"/>
          </ac:spMkLst>
        </pc:spChg>
        <pc:spChg chg="add mod">
          <ac:chgData name="" userId="" providerId="" clId="Web-{6E8403B9-C474-4B99-9353-4E0EB3CC5CF0}" dt="2026-10-23T10:00:57.255" v="69" actId="34807"/>
          <ac:spMkLst>
            <pc:docMk/>
            <pc:sldMk cId="3209468076" sldId="5581"/>
            <ac:spMk id="22969" creationId="{A1B0B1F6-2956-3106-156D-65531E5AEA63}"/>
          </ac:spMkLst>
        </pc:spChg>
        <pc:spChg chg="add mod">
          <ac:chgData name="" userId="" providerId="" clId="Web-{6E8403B9-C474-4B99-9353-4E0EB3CC5CF0}" dt="2026-10-23T10:00:56.396" v="68" actId="34807"/>
          <ac:spMkLst>
            <pc:docMk/>
            <pc:sldMk cId="3209468076" sldId="5581"/>
            <ac:spMk id="23000" creationId="{A60B0E65-D9EA-31ED-B4BE-A1469D769DE7}"/>
          </ac:spMkLst>
        </pc:spChg>
        <pc:spChg chg="add mod">
          <ac:chgData name="" userId="" providerId="" clId="Web-{6E8403B9-C474-4B99-9353-4E0EB3CC5CF0}" dt="2026-10-23T10:00:56.396" v="68" actId="34807"/>
          <ac:spMkLst>
            <pc:docMk/>
            <pc:sldMk cId="3209468076" sldId="5581"/>
            <ac:spMk id="23017" creationId="{1B5228D0-642B-CDA7-C787-879003C75F3A}"/>
          </ac:spMkLst>
        </pc:spChg>
        <pc:spChg chg="add mod">
          <ac:chgData name="" userId="" providerId="" clId="Web-{6E8403B9-C474-4B99-9353-4E0EB3CC5CF0}" dt="2026-10-23T10:00:56.396" v="68" actId="34807"/>
          <ac:spMkLst>
            <pc:docMk/>
            <pc:sldMk cId="3209468076" sldId="5581"/>
            <ac:spMk id="23035" creationId="{800F697B-5C43-CE53-534E-FC0AC0648559}"/>
          </ac:spMkLst>
        </pc:spChg>
        <pc:spChg chg="add mod">
          <ac:chgData name="" userId="" providerId="" clId="Web-{6E8403B9-C474-4B99-9353-4E0EB3CC5CF0}" dt="2026-10-23T10:00:56.396" v="68" actId="34807"/>
          <ac:spMkLst>
            <pc:docMk/>
            <pc:sldMk cId="3209468076" sldId="5581"/>
            <ac:spMk id="23054" creationId="{85F969D4-F94A-0BD2-B132-B3A73ACE6F19}"/>
          </ac:spMkLst>
        </pc:spChg>
        <pc:spChg chg="add mod">
          <ac:chgData name="" userId="" providerId="" clId="Web-{6E8403B9-C474-4B99-9353-4E0EB3CC5CF0}" dt="2026-10-23T10:00:56.396" v="68" actId="34807"/>
          <ac:spMkLst>
            <pc:docMk/>
            <pc:sldMk cId="3209468076" sldId="5581"/>
            <ac:spMk id="23117" creationId="{E350CB69-7487-C846-E8AF-F9559090773A}"/>
          </ac:spMkLst>
        </pc:spChg>
        <pc:spChg chg="mod">
          <ac:chgData name="" userId="" providerId="" clId="Web-{6E8403B9-C474-4B99-9353-4E0EB3CC5CF0}" dt="2026-10-23T10:00:57.255" v="69" actId="34807"/>
          <ac:spMkLst>
            <pc:docMk/>
            <pc:sldMk cId="3209468076" sldId="5581"/>
            <ac:spMk id="23140" creationId="{815D384F-4ABD-F897-09FE-43B3C66FF94E}"/>
          </ac:spMkLst>
        </pc:spChg>
        <pc:spChg chg="mod">
          <ac:chgData name="" userId="" providerId="" clId="Web-{6E8403B9-C474-4B99-9353-4E0EB3CC5CF0}" dt="2026-10-23T10:00:57.255" v="69" actId="34807"/>
          <ac:spMkLst>
            <pc:docMk/>
            <pc:sldMk cId="3209468076" sldId="5581"/>
            <ac:spMk id="23164" creationId="{AFA452DB-2F9C-074F-31E9-90CCEAD5936D}"/>
          </ac:spMkLst>
        </pc:spChg>
        <pc:spChg chg="mod">
          <ac:chgData name="" userId="" providerId="" clId="Web-{6E8403B9-C474-4B99-9353-4E0EB3CC5CF0}" dt="2026-10-23T10:00:57.255" v="69" actId="34807"/>
          <ac:spMkLst>
            <pc:docMk/>
            <pc:sldMk cId="3209468076" sldId="5581"/>
            <ac:spMk id="23189" creationId="{2D3A699B-4ABA-2DA4-22A2-FA3DB3B66922}"/>
          </ac:spMkLst>
        </pc:spChg>
      </pc:sldChg>
      <pc:sldChg chg="addSp modSp">
        <pc:chgData name="" userId="" providerId="" clId="Web-{6E8403B9-C474-4B99-9353-4E0EB3CC5CF0}" dt="2026-10-23T10:01:08.740" v="72" actId="34807"/>
        <pc:sldMkLst>
          <pc:docMk/>
          <pc:sldMk cId="2251772608" sldId="5807"/>
        </pc:sldMkLst>
        <pc:spChg chg="mod">
          <ac:chgData name="" userId="" providerId="" clId="Web-{6E8403B9-C474-4B99-9353-4E0EB3CC5CF0}" dt="2026-10-23T10:01:08.740" v="72" actId="34807"/>
          <ac:spMkLst>
            <pc:docMk/>
            <pc:sldMk cId="2251772608" sldId="5807"/>
            <ac:spMk id="23338" creationId="{620F1B70-6E10-EFAA-9160-19E39185232A}"/>
          </ac:spMkLst>
        </pc:spChg>
        <pc:spChg chg="add mod">
          <ac:chgData name="" userId="" providerId="" clId="Web-{6E8403B9-C474-4B99-9353-4E0EB3CC5CF0}" dt="2026-10-23T10:01:07.896" v="71" actId="34807"/>
          <ac:spMkLst>
            <pc:docMk/>
            <pc:sldMk cId="2251772608" sldId="5807"/>
            <ac:spMk id="23341" creationId="{C6E70157-5A81-44E0-044B-71CC60FD4585}"/>
          </ac:spMkLst>
        </pc:spChg>
        <pc:spChg chg="add mod">
          <ac:chgData name="" userId="" providerId="" clId="Web-{6E8403B9-C474-4B99-9353-4E0EB3CC5CF0}" dt="2026-10-23T10:01:07.896" v="71" actId="34807"/>
          <ac:spMkLst>
            <pc:docMk/>
            <pc:sldMk cId="2251772608" sldId="5807"/>
            <ac:spMk id="23345" creationId="{0706ADE4-8D5F-164B-2E02-07BC774CAE74}"/>
          </ac:spMkLst>
        </pc:spChg>
        <pc:spChg chg="add mod">
          <ac:chgData name="" userId="" providerId="" clId="Web-{6E8403B9-C474-4B99-9353-4E0EB3CC5CF0}" dt="2026-10-23T10:01:07.896" v="71" actId="34807"/>
          <ac:spMkLst>
            <pc:docMk/>
            <pc:sldMk cId="2251772608" sldId="5807"/>
            <ac:spMk id="23350" creationId="{0F8D2577-5CA0-6680-5924-BE6D35FD96F4}"/>
          </ac:spMkLst>
        </pc:spChg>
        <pc:spChg chg="add mod">
          <ac:chgData name="" userId="" providerId="" clId="Web-{6E8403B9-C474-4B99-9353-4E0EB3CC5CF0}" dt="2026-10-23T10:01:07.896" v="71" actId="34807"/>
          <ac:spMkLst>
            <pc:docMk/>
            <pc:sldMk cId="2251772608" sldId="5807"/>
            <ac:spMk id="23356" creationId="{68D7271C-77E9-C361-4574-F2A254C0AA39}"/>
          </ac:spMkLst>
        </pc:spChg>
        <pc:spChg chg="mod">
          <ac:chgData name="" userId="" providerId="" clId="Web-{6E8403B9-C474-4B99-9353-4E0EB3CC5CF0}" dt="2026-10-23T10:01:08.740" v="72" actId="34807"/>
          <ac:spMkLst>
            <pc:docMk/>
            <pc:sldMk cId="2251772608" sldId="5807"/>
            <ac:spMk id="23363" creationId="{A27E9473-F0B5-BE96-AB80-C1168331AF8A}"/>
          </ac:spMkLst>
        </pc:spChg>
        <pc:spChg chg="add mod">
          <ac:chgData name="" userId="" providerId="" clId="Web-{6E8403B9-C474-4B99-9353-4E0EB3CC5CF0}" dt="2026-10-23T10:01:07.896" v="71" actId="34807"/>
          <ac:spMkLst>
            <pc:docMk/>
            <pc:sldMk cId="2251772608" sldId="5807"/>
            <ac:spMk id="23390" creationId="{5F201278-3DBA-8CC2-A249-A66775544D68}"/>
          </ac:spMkLst>
        </pc:spChg>
        <pc:spChg chg="add mod">
          <ac:chgData name="" userId="" providerId="" clId="Web-{6E8403B9-C474-4B99-9353-4E0EB3CC5CF0}" dt="2026-10-23T10:01:08.740" v="72" actId="34807"/>
          <ac:spMkLst>
            <pc:docMk/>
            <pc:sldMk cId="2251772608" sldId="5807"/>
            <ac:spMk id="23401" creationId="{6E227374-79ED-576C-884D-3B6BF562234D}"/>
          </ac:spMkLst>
        </pc:spChg>
        <pc:spChg chg="add mod">
          <ac:chgData name="" userId="" providerId="" clId="Web-{6E8403B9-C474-4B99-9353-4E0EB3CC5CF0}" dt="2026-10-23T10:01:07.896" v="71" actId="34807"/>
          <ac:spMkLst>
            <pc:docMk/>
            <pc:sldMk cId="2251772608" sldId="5807"/>
            <ac:spMk id="23413" creationId="{560D753C-460B-643A-3293-1528BD6AB39F}"/>
          </ac:spMkLst>
        </pc:spChg>
        <pc:spChg chg="add mod">
          <ac:chgData name="" userId="" providerId="" clId="Web-{6E8403B9-C474-4B99-9353-4E0EB3CC5CF0}" dt="2026-10-23T10:01:07.896" v="71" actId="34807"/>
          <ac:spMkLst>
            <pc:docMk/>
            <pc:sldMk cId="2251772608" sldId="5807"/>
            <ac:spMk id="23426" creationId="{41478368-3D2E-6D43-E889-3DFD04EB0D78}"/>
          </ac:spMkLst>
        </pc:spChg>
        <pc:spChg chg="add mod">
          <ac:chgData name="" userId="" providerId="" clId="Web-{6E8403B9-C474-4B99-9353-4E0EB3CC5CF0}" dt="2026-10-23T10:01:08.740" v="72" actId="34807"/>
          <ac:spMkLst>
            <pc:docMk/>
            <pc:sldMk cId="2251772608" sldId="5807"/>
            <ac:spMk id="23471" creationId="{C231ACCE-5B86-7617-D9FE-173018DEA795}"/>
          </ac:spMkLst>
        </pc:spChg>
        <pc:spChg chg="add mod">
          <ac:chgData name="" userId="" providerId="" clId="Web-{6E8403B9-C474-4B99-9353-4E0EB3CC5CF0}" dt="2026-10-23T10:01:07.896" v="71" actId="34807"/>
          <ac:spMkLst>
            <pc:docMk/>
            <pc:sldMk cId="2251772608" sldId="5807"/>
            <ac:spMk id="23566" creationId="{9ADF32F7-8B9C-C919-D8AE-BC6C53CD82BB}"/>
          </ac:spMkLst>
        </pc:spChg>
      </pc:sldChg>
      <pc:sldChg chg="addSp modSp">
        <pc:chgData name="" userId="" providerId="" clId="Web-{6E8403B9-C474-4B99-9353-4E0EB3CC5CF0}" dt="2026-10-23T10:01:18.334" v="75" actId="34807"/>
        <pc:sldMkLst>
          <pc:docMk/>
          <pc:sldMk cId="49037429" sldId="6034"/>
        </pc:sldMkLst>
        <pc:spChg chg="add mod">
          <ac:chgData name="" userId="" providerId="" clId="Web-{6E8403B9-C474-4B99-9353-4E0EB3CC5CF0}" dt="2026-10-23T10:01:17.412" v="74" actId="34807"/>
          <ac:spMkLst>
            <pc:docMk/>
            <pc:sldMk cId="49037429" sldId="6034"/>
            <ac:spMk id="23722" creationId="{B124ED34-5466-AAB8-8B1E-75EBEAB68A13}"/>
          </ac:spMkLst>
        </pc:spChg>
        <pc:spChg chg="mod">
          <ac:chgData name="" userId="" providerId="" clId="Web-{6E8403B9-C474-4B99-9353-4E0EB3CC5CF0}" dt="2026-10-23T10:01:18.334" v="75" actId="34807"/>
          <ac:spMkLst>
            <pc:docMk/>
            <pc:sldMk cId="49037429" sldId="6034"/>
            <ac:spMk id="23747" creationId="{2046DA33-B151-276E-DCE0-BB98A38E720E}"/>
          </ac:spMkLst>
        </pc:spChg>
        <pc:spChg chg="mod">
          <ac:chgData name="" userId="" providerId="" clId="Web-{6E8403B9-C474-4B99-9353-4E0EB3CC5CF0}" dt="2026-10-23T10:01:18.334" v="75" actId="34807"/>
          <ac:spMkLst>
            <pc:docMk/>
            <pc:sldMk cId="49037429" sldId="6034"/>
            <ac:spMk id="23764" creationId="{11B2E880-5A02-3CA4-29D0-DC90BC04C17F}"/>
          </ac:spMkLst>
        </pc:spChg>
        <pc:spChg chg="mod">
          <ac:chgData name="" userId="" providerId="" clId="Web-{6E8403B9-C474-4B99-9353-4E0EB3CC5CF0}" dt="2026-10-23T10:01:18.334" v="75" actId="34807"/>
          <ac:spMkLst>
            <pc:docMk/>
            <pc:sldMk cId="49037429" sldId="6034"/>
            <ac:spMk id="23774" creationId="{FF28D68F-4F19-198A-9F3B-B6E2A4B0FB6C}"/>
          </ac:spMkLst>
        </pc:spChg>
        <pc:spChg chg="mod">
          <ac:chgData name="" userId="" providerId="" clId="Web-{6E8403B9-C474-4B99-9353-4E0EB3CC5CF0}" dt="2026-10-23T10:01:18.334" v="75" actId="34807"/>
          <ac:spMkLst>
            <pc:docMk/>
            <pc:sldMk cId="49037429" sldId="6034"/>
            <ac:spMk id="23785" creationId="{11783B65-8979-F120-1C78-C60D9D4236B4}"/>
          </ac:spMkLst>
        </pc:spChg>
        <pc:spChg chg="mod">
          <ac:chgData name="" userId="" providerId="" clId="Web-{6E8403B9-C474-4B99-9353-4E0EB3CC5CF0}" dt="2026-10-23T10:01:18.334" v="75" actId="34807"/>
          <ac:spMkLst>
            <pc:docMk/>
            <pc:sldMk cId="49037429" sldId="6034"/>
            <ac:spMk id="23797" creationId="{C03E743C-42FC-A4A9-4E5A-1C929A2168A4}"/>
          </ac:spMkLst>
        </pc:spChg>
        <pc:spChg chg="add mod">
          <ac:chgData name="" userId="" providerId="" clId="Web-{6E8403B9-C474-4B99-9353-4E0EB3CC5CF0}" dt="2026-10-23T10:01:17.412" v="74" actId="34807"/>
          <ac:spMkLst>
            <pc:docMk/>
            <pc:sldMk cId="49037429" sldId="6034"/>
            <ac:spMk id="23824" creationId="{2438F64C-CAC4-2AD6-F6F7-9609E1B5A86F}"/>
          </ac:spMkLst>
        </pc:spChg>
        <pc:spChg chg="add mod">
          <ac:chgData name="" userId="" providerId="" clId="Web-{6E8403B9-C474-4B99-9353-4E0EB3CC5CF0}" dt="2026-10-23T10:01:17.412" v="74" actId="34807"/>
          <ac:spMkLst>
            <pc:docMk/>
            <pc:sldMk cId="49037429" sldId="6034"/>
            <ac:spMk id="23972" creationId="{7EB5FBD4-8ED9-667D-956B-E9747CFED897}"/>
          </ac:spMkLst>
        </pc:spChg>
        <pc:spChg chg="add mod">
          <ac:chgData name="" userId="" providerId="" clId="Web-{6E8403B9-C474-4B99-9353-4E0EB3CC5CF0}" dt="2026-10-23T10:01:18.334" v="75" actId="34807"/>
          <ac:spMkLst>
            <pc:docMk/>
            <pc:sldMk cId="49037429" sldId="6034"/>
            <ac:spMk id="23995" creationId="{0DA7A44D-D071-4F7C-9512-AF24101973AD}"/>
          </ac:spMkLst>
        </pc:spChg>
        <pc:spChg chg="add mod">
          <ac:chgData name="" userId="" providerId="" clId="Web-{6E8403B9-C474-4B99-9353-4E0EB3CC5CF0}" dt="2026-10-23T10:01:17.412" v="74" actId="34807"/>
          <ac:spMkLst>
            <pc:docMk/>
            <pc:sldMk cId="49037429" sldId="6034"/>
            <ac:spMk id="24019" creationId="{94C84F74-0877-32B6-117F-FCA7FCCF0799}"/>
          </ac:spMkLst>
        </pc:spChg>
        <pc:spChg chg="mod">
          <ac:chgData name="" userId="" providerId="" clId="Web-{6E8403B9-C474-4B99-9353-4E0EB3CC5CF0}" dt="2026-10-23T10:01:18.334" v="75" actId="34807"/>
          <ac:spMkLst>
            <pc:docMk/>
            <pc:sldMk cId="49037429" sldId="6034"/>
            <ac:spMk id="24044" creationId="{57BBE1BD-A8DC-58F1-B281-FF4EF4A2E980}"/>
          </ac:spMkLst>
        </pc:spChg>
        <pc:spChg chg="mod">
          <ac:chgData name="" userId="" providerId="" clId="Web-{6E8403B9-C474-4B99-9353-4E0EB3CC5CF0}" dt="2026-10-23T10:01:18.334" v="75" actId="34807"/>
          <ac:spMkLst>
            <pc:docMk/>
            <pc:sldMk cId="49037429" sldId="6034"/>
            <ac:spMk id="24097" creationId="{E12AE923-D0DC-9492-4DCB-DDDB228F9410}"/>
          </ac:spMkLst>
        </pc:spChg>
        <pc:spChg chg="mod">
          <ac:chgData name="" userId="" providerId="" clId="Web-{6E8403B9-C474-4B99-9353-4E0EB3CC5CF0}" dt="2026-10-23T10:01:18.334" v="75" actId="34807"/>
          <ac:spMkLst>
            <pc:docMk/>
            <pc:sldMk cId="49037429" sldId="6034"/>
            <ac:spMk id="24154" creationId="{A15C32FE-5849-90F1-4DC0-803CB4D7EF9C}"/>
          </ac:spMkLst>
        </pc:spChg>
        <pc:spChg chg="mod">
          <ac:chgData name="" userId="" providerId="" clId="Web-{6E8403B9-C474-4B99-9353-4E0EB3CC5CF0}" dt="2026-10-23T10:01:18.334" v="75" actId="34807"/>
          <ac:spMkLst>
            <pc:docMk/>
            <pc:sldMk cId="49037429" sldId="6034"/>
            <ac:spMk id="24215" creationId="{A33567D4-AD78-C2C7-EE76-E9DE87EDECA3}"/>
          </ac:spMkLst>
        </pc:spChg>
        <pc:spChg chg="add mod">
          <ac:chgData name="" userId="" providerId="" clId="Web-{6E8403B9-C474-4B99-9353-4E0EB3CC5CF0}" dt="2026-10-23T10:01:17.412" v="74" actId="34807"/>
          <ac:spMkLst>
            <pc:docMk/>
            <pc:sldMk cId="49037429" sldId="6034"/>
            <ac:spMk id="24247" creationId="{F40376B6-A249-11D5-CB7F-37F83DBF09DC}"/>
          </ac:spMkLst>
        </pc:spChg>
        <pc:spChg chg="add mod">
          <ac:chgData name="" userId="" providerId="" clId="Web-{6E8403B9-C474-4B99-9353-4E0EB3CC5CF0}" dt="2026-10-23T10:01:17.412" v="74" actId="34807"/>
          <ac:spMkLst>
            <pc:docMk/>
            <pc:sldMk cId="49037429" sldId="6034"/>
            <ac:spMk id="24280" creationId="{022D9964-A999-34E4-E747-9105BE8B8E0E}"/>
          </ac:spMkLst>
        </pc:spChg>
        <pc:spChg chg="add mod">
          <ac:chgData name="" userId="" providerId="" clId="Web-{6E8403B9-C474-4B99-9353-4E0EB3CC5CF0}" dt="2026-10-23T10:01:17.412" v="74" actId="34807"/>
          <ac:spMkLst>
            <pc:docMk/>
            <pc:sldMk cId="49037429" sldId="6034"/>
            <ac:spMk id="24349" creationId="{5C0E969A-4461-75A7-CBE6-141ECFCEC7D9}"/>
          </ac:spMkLst>
        </pc:spChg>
        <pc:spChg chg="add mod">
          <ac:chgData name="" userId="" providerId="" clId="Web-{6E8403B9-C474-4B99-9353-4E0EB3CC5CF0}" dt="2026-10-23T10:01:17.412" v="74" actId="34807"/>
          <ac:spMkLst>
            <pc:docMk/>
            <pc:sldMk cId="49037429" sldId="6034"/>
            <ac:spMk id="24385" creationId="{2C9C6162-085D-E1D1-EB5A-7F066E30D5B9}"/>
          </ac:spMkLst>
        </pc:spChg>
        <pc:spChg chg="add mod">
          <ac:chgData name="" userId="" providerId="" clId="Web-{6E8403B9-C474-4B99-9353-4E0EB3CC5CF0}" dt="2026-10-23T10:01:17.412" v="74" actId="34807"/>
          <ac:spMkLst>
            <pc:docMk/>
            <pc:sldMk cId="49037429" sldId="6034"/>
            <ac:spMk id="24460" creationId="{2F27510F-DB34-266A-A652-0C2777D8901A}"/>
          </ac:spMkLst>
        </pc:spChg>
      </pc:sldChg>
      <pc:sldChg chg="addSp delSp modSp">
        <pc:chgData name="" userId="" providerId="" clId="Web-{6E8403B9-C474-4B99-9353-4E0EB3CC5CF0}" dt="2026-10-23T10:00:45.990" v="62" actId="34807"/>
        <pc:sldMkLst>
          <pc:docMk/>
          <pc:sldMk cId="831072114" sldId="6262"/>
        </pc:sldMkLst>
        <pc:spChg chg="add mod">
          <ac:chgData name="" userId="" providerId="" clId="Web-{6E8403B9-C474-4B99-9353-4E0EB3CC5CF0}" dt="2026-10-23T09:42:21.556" v="1" actId="34807"/>
          <ac:spMkLst>
            <pc:docMk/>
            <pc:sldMk cId="831072114" sldId="6262"/>
            <ac:spMk id="16289" creationId="{D57A45E7-69F5-199D-B0AF-3ED6FDA58402}"/>
          </ac:spMkLst>
        </pc:spChg>
        <pc:spChg chg="add mod">
          <ac:chgData name="" userId="" providerId="" clId="Web-{6E8403B9-C474-4B99-9353-4E0EB3CC5CF0}" dt="2026-10-23T09:42:21.556" v="1" actId="34807"/>
          <ac:spMkLst>
            <pc:docMk/>
            <pc:sldMk cId="831072114" sldId="6262"/>
            <ac:spMk id="16293" creationId="{B9D477AC-31A7-05C9-40A0-95F33B4E8A03}"/>
          </ac:spMkLst>
        </pc:spChg>
        <pc:spChg chg="add mod">
          <ac:chgData name="" userId="" providerId="" clId="Web-{6E8403B9-C474-4B99-9353-4E0EB3CC5CF0}" dt="2026-10-23T09:42:21.556" v="1" actId="34807"/>
          <ac:spMkLst>
            <pc:docMk/>
            <pc:sldMk cId="831072114" sldId="6262"/>
            <ac:spMk id="16338" creationId="{0EB5A743-4A85-55DA-9239-D86E4113B159}"/>
          </ac:spMkLst>
        </pc:spChg>
        <pc:spChg chg="add mod">
          <ac:chgData name="" userId="" providerId="" clId="Web-{6E8403B9-C474-4B99-9353-4E0EB3CC5CF0}" dt="2026-10-23T09:42:21.556" v="1" actId="34807"/>
          <ac:spMkLst>
            <pc:docMk/>
            <pc:sldMk cId="831072114" sldId="6262"/>
            <ac:spMk id="16349" creationId="{AB413196-4547-7629-CBE0-48F991EE0985}"/>
          </ac:spMkLst>
        </pc:spChg>
        <pc:spChg chg="add mod">
          <ac:chgData name="" userId="" providerId="" clId="Web-{6E8403B9-C474-4B99-9353-4E0EB3CC5CF0}" dt="2026-10-23T09:42:21.556" v="1" actId="34807"/>
          <ac:spMkLst>
            <pc:docMk/>
            <pc:sldMk cId="831072114" sldId="6262"/>
            <ac:spMk id="16361" creationId="{F4E2969B-B009-0869-71DC-DAECA7A43FEF}"/>
          </ac:spMkLst>
        </pc:spChg>
        <pc:spChg chg="mod">
          <ac:chgData name="" userId="" providerId="" clId="Web-{6E8403B9-C474-4B99-9353-4E0EB3CC5CF0}" dt="2026-10-23T10:00:45.990" v="62" actId="34807"/>
          <ac:spMkLst>
            <pc:docMk/>
            <pc:sldMk cId="831072114" sldId="6262"/>
            <ac:spMk id="16403" creationId="{D5D7E2EA-859E-A446-FADA-ACF179856AB0}"/>
          </ac:spMkLst>
        </pc:spChg>
        <pc:spChg chg="add mod">
          <ac:chgData name="" userId="" providerId="" clId="Web-{6E8403B9-C474-4B99-9353-4E0EB3CC5CF0}" dt="2026-10-23T09:42:21.556" v="1" actId="34807"/>
          <ac:spMkLst>
            <pc:docMk/>
            <pc:sldMk cId="831072114" sldId="6262"/>
            <ac:spMk id="16514" creationId="{58267E46-8FD9-D01E-AE3F-EEA6EB29AB40}"/>
          </ac:spMkLst>
        </pc:spChg>
        <pc:spChg chg="add del mod">
          <ac:chgData name="" userId="" providerId="" clId="Web-{6E8403B9-C474-4B99-9353-4E0EB3CC5CF0}" dt="2026-10-23T10:00:45.990" v="62" actId="34807"/>
          <ac:spMkLst>
            <pc:docMk/>
            <pc:sldMk cId="831072114" sldId="6262"/>
            <ac:spMk id="16536" creationId="{5D68263B-4C7A-7546-5652-323F185EA0C2}"/>
          </ac:spMkLst>
        </pc:spChg>
        <pc:spChg chg="add del mod">
          <ac:chgData name="" userId="" providerId="" clId="Web-{6E8403B9-C474-4B99-9353-4E0EB3CC5CF0}" dt="2026-10-23T10:00:45.990" v="62" actId="34807"/>
          <ac:spMkLst>
            <pc:docMk/>
            <pc:sldMk cId="831072114" sldId="6262"/>
            <ac:spMk id="16559" creationId="{6C853A40-C4A8-D893-5BEC-C4EB5B002409}"/>
          </ac:spMkLst>
        </pc:spChg>
        <pc:spChg chg="del mod">
          <ac:chgData name="" userId="" providerId="" clId="Web-{6E8403B9-C474-4B99-9353-4E0EB3CC5CF0}" dt="2026-10-23T10:00:45.990" v="62" actId="34807"/>
          <ac:spMkLst>
            <pc:docMk/>
            <pc:sldMk cId="831072114" sldId="6262"/>
            <ac:spMk id="16583" creationId="{2CEF1D75-4F84-64CC-B579-3A80F121391F}"/>
          </ac:spMkLst>
        </pc:spChg>
        <pc:spChg chg="mod">
          <ac:chgData name="" userId="" providerId="" clId="Web-{6E8403B9-C474-4B99-9353-4E0EB3CC5CF0}" dt="2026-10-23T10:00:45.990" v="62" actId="34807"/>
          <ac:spMkLst>
            <pc:docMk/>
            <pc:sldMk cId="831072114" sldId="6262"/>
            <ac:spMk id="16608" creationId="{BFCDCC07-FD13-1093-DD3C-9859C289F977}"/>
          </ac:spMkLst>
        </pc:spChg>
        <pc:spChg chg="add mod">
          <ac:chgData name="" userId="" providerId="" clId="Web-{6E8403B9-C474-4B99-9353-4E0EB3CC5CF0}" dt="2026-10-23T09:42:21.556" v="1" actId="34807"/>
          <ac:spMkLst>
            <pc:docMk/>
            <pc:sldMk cId="831072114" sldId="6262"/>
            <ac:spMk id="16689" creationId="{A16C22D9-103D-6EDC-9FC0-C416ECC81C86}"/>
          </ac:spMkLst>
        </pc:spChg>
        <pc:spChg chg="add mod">
          <ac:chgData name="" userId="" providerId="" clId="Web-{6E8403B9-C474-4B99-9353-4E0EB3CC5CF0}" dt="2026-10-23T09:42:21.556" v="1" actId="34807"/>
          <ac:spMkLst>
            <pc:docMk/>
            <pc:sldMk cId="831072114" sldId="6262"/>
            <ac:spMk id="16718" creationId="{B0EB570E-D459-5F5B-EF87-757567E23C66}"/>
          </ac:spMkLst>
        </pc:spChg>
        <pc:spChg chg="add mod">
          <ac:chgData name="" userId="" providerId="" clId="Web-{6E8403B9-C474-4B99-9353-4E0EB3CC5CF0}" dt="2026-10-23T10:00:45.161" v="61" actId="34807"/>
          <ac:spMkLst>
            <pc:docMk/>
            <pc:sldMk cId="831072114" sldId="6262"/>
            <ac:spMk id="22558" creationId="{39B54147-513D-8DB8-9990-E9BB22DF18A3}"/>
          </ac:spMkLst>
        </pc:spChg>
        <pc:spChg chg="add mod">
          <ac:chgData name="" userId="" providerId="" clId="Web-{6E8403B9-C474-4B99-9353-4E0EB3CC5CF0}" dt="2026-10-23T10:00:45.161" v="61" actId="34807"/>
          <ac:spMkLst>
            <pc:docMk/>
            <pc:sldMk cId="831072114" sldId="6262"/>
            <ac:spMk id="22560" creationId="{E21544C4-8EE7-015A-E9C6-CF1387D1A3C5}"/>
          </ac:spMkLst>
        </pc:spChg>
        <pc:spChg chg="add mod">
          <ac:chgData name="" userId="" providerId="" clId="Web-{6E8403B9-C474-4B99-9353-4E0EB3CC5CF0}" dt="2026-10-23T10:00:45.161" v="61" actId="34807"/>
          <ac:spMkLst>
            <pc:docMk/>
            <pc:sldMk cId="831072114" sldId="6262"/>
            <ac:spMk id="22563" creationId="{4B134D04-6780-2B28-364E-EB83337FACA2}"/>
          </ac:spMkLst>
        </pc:spChg>
      </pc:sldChg>
      <pc:sldChg chg="addSp delSp modSp">
        <pc:chgData name="" userId="" providerId="" clId="Web-{6E8403B9-C474-4B99-9353-4E0EB3CC5CF0}" dt="2026-10-23T10:00:48.583" v="65" actId="34807"/>
        <pc:sldMkLst>
          <pc:docMk/>
          <pc:sldMk cId="811820232" sldId="6491"/>
        </pc:sldMkLst>
        <pc:spChg chg="add mod">
          <ac:chgData name="" userId="" providerId="" clId="Web-{6E8403B9-C474-4B99-9353-4E0EB3CC5CF0}" dt="2026-10-23T09:57:26.579" v="49" actId="34807"/>
          <ac:spMkLst>
            <pc:docMk/>
            <pc:sldMk cId="811820232" sldId="6491"/>
            <ac:spMk id="21966" creationId="{BE5ADF33-A590-18EC-FF6F-C056DA2855A8}"/>
          </ac:spMkLst>
        </pc:spChg>
        <pc:spChg chg="add mod">
          <ac:chgData name="" userId="" providerId="" clId="Web-{6E8403B9-C474-4B99-9353-4E0EB3CC5CF0}" dt="2026-10-23T09:57:26.579" v="49" actId="34807"/>
          <ac:spMkLst>
            <pc:docMk/>
            <pc:sldMk cId="811820232" sldId="6491"/>
            <ac:spMk id="21968" creationId="{0B6DCE7A-3AE3-2DA6-FE5B-4645B1A7F05D}"/>
          </ac:spMkLst>
        </pc:spChg>
        <pc:spChg chg="add mod">
          <ac:chgData name="" userId="" providerId="" clId="Web-{6E8403B9-C474-4B99-9353-4E0EB3CC5CF0}" dt="2026-10-23T09:57:26.579" v="49" actId="34807"/>
          <ac:spMkLst>
            <pc:docMk/>
            <pc:sldMk cId="811820232" sldId="6491"/>
            <ac:spMk id="21975" creationId="{319AA58A-2F42-B7E9-7D68-54F7F0FEBA69}"/>
          </ac:spMkLst>
        </pc:spChg>
        <pc:spChg chg="add mod">
          <ac:chgData name="" userId="" providerId="" clId="Web-{6E8403B9-C474-4B99-9353-4E0EB3CC5CF0}" dt="2026-10-23T09:57:26.579" v="49" actId="34807"/>
          <ac:spMkLst>
            <pc:docMk/>
            <pc:sldMk cId="811820232" sldId="6491"/>
            <ac:spMk id="21993" creationId="{AE95DB18-27F1-CC4D-A5EA-37D9604F0AAA}"/>
          </ac:spMkLst>
        </pc:spChg>
        <pc:spChg chg="add mod">
          <ac:chgData name="" userId="" providerId="" clId="Web-{6E8403B9-C474-4B99-9353-4E0EB3CC5CF0}" dt="2026-10-23T09:57:26.579" v="49" actId="34807"/>
          <ac:spMkLst>
            <pc:docMk/>
            <pc:sldMk cId="811820232" sldId="6491"/>
            <ac:spMk id="22001" creationId="{840B158F-3BEC-2775-319E-5FB42B061227}"/>
          </ac:spMkLst>
        </pc:spChg>
        <pc:spChg chg="add mod">
          <ac:chgData name="" userId="" providerId="" clId="Web-{6E8403B9-C474-4B99-9353-4E0EB3CC5CF0}" dt="2026-10-23T09:57:26.579" v="49" actId="34807"/>
          <ac:spMkLst>
            <pc:docMk/>
            <pc:sldMk cId="811820232" sldId="6491"/>
            <ac:spMk id="22010" creationId="{8137FD1B-3F23-C58D-099F-BE15E3CBC98D}"/>
          </ac:spMkLst>
        </pc:spChg>
        <pc:spChg chg="add mod">
          <ac:chgData name="" userId="" providerId="" clId="Web-{6E8403B9-C474-4B99-9353-4E0EB3CC5CF0}" dt="2026-10-23T09:57:26.579" v="49" actId="34807"/>
          <ac:spMkLst>
            <pc:docMk/>
            <pc:sldMk cId="811820232" sldId="6491"/>
            <ac:spMk id="22020" creationId="{6064A5E9-887C-D397-4092-9D9180CF8B90}"/>
          </ac:spMkLst>
        </pc:spChg>
        <pc:spChg chg="add mod">
          <ac:chgData name="" userId="" providerId="" clId="Web-{6E8403B9-C474-4B99-9353-4E0EB3CC5CF0}" dt="2026-10-23T09:57:26.579" v="49" actId="34807"/>
          <ac:spMkLst>
            <pc:docMk/>
            <pc:sldMk cId="811820232" sldId="6491"/>
            <ac:spMk id="22043" creationId="{3C89BDD8-1B1B-9C94-EDAA-1A9AA0106400}"/>
          </ac:spMkLst>
        </pc:spChg>
        <pc:spChg chg="add mod">
          <ac:chgData name="" userId="" providerId="" clId="Web-{6E8403B9-C474-4B99-9353-4E0EB3CC5CF0}" dt="2026-10-23T09:57:26.579" v="49" actId="34807"/>
          <ac:spMkLst>
            <pc:docMk/>
            <pc:sldMk cId="811820232" sldId="6491"/>
            <ac:spMk id="22056" creationId="{3C7A19E7-6795-F161-E047-E8263CD8C58B}"/>
          </ac:spMkLst>
        </pc:spChg>
        <pc:spChg chg="del">
          <ac:chgData name="" userId="" providerId="" clId="Web-{6E8403B9-C474-4B99-9353-4E0EB3CC5CF0}" dt="2026-10-23T10:00:48.583" v="65" actId="34807"/>
          <ac:spMkLst>
            <pc:docMk/>
            <pc:sldMk cId="811820232" sldId="6491"/>
            <ac:spMk id="22085" creationId="{5924970E-DBDA-5E47-C888-45F5078ECB66}"/>
          </ac:spMkLst>
        </pc:spChg>
        <pc:spChg chg="add mod">
          <ac:chgData name="" userId="" providerId="" clId="Web-{6E8403B9-C474-4B99-9353-4E0EB3CC5CF0}" dt="2026-10-23T09:57:26.579" v="49" actId="34807"/>
          <ac:spMkLst>
            <pc:docMk/>
            <pc:sldMk cId="811820232" sldId="6491"/>
            <ac:spMk id="22101" creationId="{C0B4FE84-9662-516A-464E-3CF74615D1B7}"/>
          </ac:spMkLst>
        </pc:spChg>
        <pc:spChg chg="add mod">
          <ac:chgData name="" userId="" providerId="" clId="Web-{6E8403B9-C474-4B99-9353-4E0EB3CC5CF0}" dt="2026-10-23T10:00:47.833" v="64" actId="34807"/>
          <ac:spMkLst>
            <pc:docMk/>
            <pc:sldMk cId="811820232" sldId="6491"/>
            <ac:spMk id="22564" creationId="{9F972788-5FA6-D335-4647-30A9706E40F6}"/>
          </ac:spMkLst>
        </pc:spChg>
      </pc:sldChg>
      <pc:sldChg chg="addSp modSp">
        <pc:chgData name="" userId="" providerId="" clId="Web-{6E8403B9-C474-4B99-9353-4E0EB3CC5CF0}" dt="2026-10-23T09:57:35.658" v="50" actId="34807"/>
        <pc:sldMkLst>
          <pc:docMk/>
          <pc:sldMk cId="1237582900" sldId="6721"/>
        </pc:sldMkLst>
        <pc:spChg chg="add mod">
          <ac:chgData name="" userId="" providerId="" clId="Web-{6E8403B9-C474-4B99-9353-4E0EB3CC5CF0}" dt="2026-10-23T09:57:35.658" v="50" actId="34807"/>
          <ac:spMkLst>
            <pc:docMk/>
            <pc:sldMk cId="1237582900" sldId="6721"/>
            <ac:spMk id="22102" creationId="{5EE3545D-B285-31BC-1B04-6012EB0A8985}"/>
          </ac:spMkLst>
        </pc:spChg>
        <pc:spChg chg="add mod">
          <ac:chgData name="" userId="" providerId="" clId="Web-{6E8403B9-C474-4B99-9353-4E0EB3CC5CF0}" dt="2026-10-23T09:57:35.658" v="50" actId="34807"/>
          <ac:spMkLst>
            <pc:docMk/>
            <pc:sldMk cId="1237582900" sldId="6721"/>
            <ac:spMk id="22104" creationId="{14846651-7D78-6E39-B9AA-6012E7FF397B}"/>
          </ac:spMkLst>
        </pc:spChg>
        <pc:spChg chg="add mod">
          <ac:chgData name="" userId="" providerId="" clId="Web-{6E8403B9-C474-4B99-9353-4E0EB3CC5CF0}" dt="2026-10-23T09:57:35.658" v="50" actId="34807"/>
          <ac:spMkLst>
            <pc:docMk/>
            <pc:sldMk cId="1237582900" sldId="6721"/>
            <ac:spMk id="22107" creationId="{9BD1ABCF-518B-5873-FA63-883310D86B92}"/>
          </ac:spMkLst>
        </pc:spChg>
        <pc:spChg chg="add mod">
          <ac:chgData name="" userId="" providerId="" clId="Web-{6E8403B9-C474-4B99-9353-4E0EB3CC5CF0}" dt="2026-10-23T09:57:35.658" v="50" actId="34807"/>
          <ac:spMkLst>
            <pc:docMk/>
            <pc:sldMk cId="1237582900" sldId="6721"/>
            <ac:spMk id="22122" creationId="{B8B746D2-49DB-AC1F-E31F-EC54BADCEBBD}"/>
          </ac:spMkLst>
        </pc:spChg>
        <pc:spChg chg="add mod">
          <ac:chgData name="" userId="" providerId="" clId="Web-{6E8403B9-C474-4B99-9353-4E0EB3CC5CF0}" dt="2026-10-23T09:57:35.658" v="50" actId="34807"/>
          <ac:spMkLst>
            <pc:docMk/>
            <pc:sldMk cId="1237582900" sldId="6721"/>
            <ac:spMk id="22129" creationId="{C3D8D303-64A3-489E-A8C1-62827AF3DDB8}"/>
          </ac:spMkLst>
        </pc:spChg>
        <pc:spChg chg="add mod">
          <ac:chgData name="" userId="" providerId="" clId="Web-{6E8403B9-C474-4B99-9353-4E0EB3CC5CF0}" dt="2026-10-23T09:57:35.658" v="50" actId="34807"/>
          <ac:spMkLst>
            <pc:docMk/>
            <pc:sldMk cId="1237582900" sldId="6721"/>
            <ac:spMk id="22137" creationId="{35FA112F-A1DD-C1F4-4920-D1F5DEEFCCD4}"/>
          </ac:spMkLst>
        </pc:spChg>
        <pc:spChg chg="add mod">
          <ac:chgData name="" userId="" providerId="" clId="Web-{6E8403B9-C474-4B99-9353-4E0EB3CC5CF0}" dt="2026-10-23T09:57:35.658" v="50" actId="34807"/>
          <ac:spMkLst>
            <pc:docMk/>
            <pc:sldMk cId="1237582900" sldId="6721"/>
            <ac:spMk id="22146" creationId="{A2F4A2F2-49F9-2A6D-771F-ADCAD226DD86}"/>
          </ac:spMkLst>
        </pc:spChg>
        <pc:spChg chg="add mod">
          <ac:chgData name="" userId="" providerId="" clId="Web-{6E8403B9-C474-4B99-9353-4E0EB3CC5CF0}" dt="2026-10-23T09:57:35.658" v="50" actId="34807"/>
          <ac:spMkLst>
            <pc:docMk/>
            <pc:sldMk cId="1237582900" sldId="6721"/>
            <ac:spMk id="22156" creationId="{340FF022-9A0D-1258-900F-C284816724D3}"/>
          </ac:spMkLst>
        </pc:spChg>
        <pc:spChg chg="add mod">
          <ac:chgData name="" userId="" providerId="" clId="Web-{6E8403B9-C474-4B99-9353-4E0EB3CC5CF0}" dt="2026-10-23T09:57:35.658" v="50" actId="34807"/>
          <ac:spMkLst>
            <pc:docMk/>
            <pc:sldMk cId="1237582900" sldId="6721"/>
            <ac:spMk id="22167" creationId="{CB9A6EB6-8B36-45F5-32BF-1D6703C3DC0F}"/>
          </ac:spMkLst>
        </pc:spChg>
        <pc:spChg chg="add mod">
          <ac:chgData name="" userId="" providerId="" clId="Web-{6E8403B9-C474-4B99-9353-4E0EB3CC5CF0}" dt="2026-10-23T09:57:35.658" v="50" actId="34807"/>
          <ac:spMkLst>
            <pc:docMk/>
            <pc:sldMk cId="1237582900" sldId="6721"/>
            <ac:spMk id="22179" creationId="{3EB721D3-162A-F734-0EB7-345573EFD45A}"/>
          </ac:spMkLst>
        </pc:spChg>
      </pc:sldChg>
      <pc:sldChg chg="addSp modSp">
        <pc:chgData name="" userId="" providerId="" clId="Web-{6E8403B9-C474-4B99-9353-4E0EB3CC5CF0}" dt="2026-10-23T10:00:46.927" v="63" actId="34807"/>
        <pc:sldMkLst>
          <pc:docMk/>
          <pc:sldMk cId="3413220349" sldId="6952"/>
        </pc:sldMkLst>
        <pc:spChg chg="add mod">
          <ac:chgData name="" userId="" providerId="" clId="Web-{6E8403B9-C474-4B99-9353-4E0EB3CC5CF0}" dt="2026-10-23T09:57:45.189" v="51" actId="34807"/>
          <ac:spMkLst>
            <pc:docMk/>
            <pc:sldMk cId="3413220349" sldId="6952"/>
            <ac:spMk id="22182" creationId="{DA266E8C-1135-4A7B-003A-4CAE6008268F}"/>
          </ac:spMkLst>
        </pc:spChg>
        <pc:spChg chg="add mod">
          <ac:chgData name="" userId="" providerId="" clId="Web-{6E8403B9-C474-4B99-9353-4E0EB3CC5CF0}" dt="2026-10-23T09:57:45.189" v="51" actId="34807"/>
          <ac:spMkLst>
            <pc:docMk/>
            <pc:sldMk cId="3413220349" sldId="6952"/>
            <ac:spMk id="22207" creationId="{548C899B-59A8-B31F-9F90-3963CAE636C8}"/>
          </ac:spMkLst>
        </pc:spChg>
        <pc:spChg chg="add mod">
          <ac:chgData name="" userId="" providerId="" clId="Web-{6E8403B9-C474-4B99-9353-4E0EB3CC5CF0}" dt="2026-10-23T09:57:45.189" v="51" actId="34807"/>
          <ac:spMkLst>
            <pc:docMk/>
            <pc:sldMk cId="3413220349" sldId="6952"/>
            <ac:spMk id="22245" creationId="{185A0EF0-12C9-1B36-F616-5F91FBA1EA6A}"/>
          </ac:spMkLst>
        </pc:spChg>
        <pc:spChg chg="add mod">
          <ac:chgData name="" userId="" providerId="" clId="Web-{6E8403B9-C474-4B99-9353-4E0EB3CC5CF0}" dt="2026-10-23T09:57:45.189" v="51" actId="34807"/>
          <ac:spMkLst>
            <pc:docMk/>
            <pc:sldMk cId="3413220349" sldId="6952"/>
            <ac:spMk id="22257" creationId="{DABAF8B4-D00B-ED45-12E9-73486E81A7CC}"/>
          </ac:spMkLst>
        </pc:spChg>
        <pc:spChg chg="add mod">
          <ac:chgData name="" userId="" providerId="" clId="Web-{6E8403B9-C474-4B99-9353-4E0EB3CC5CF0}" dt="2026-10-23T10:00:46.927" v="63" actId="34807"/>
          <ac:spMkLst>
            <pc:docMk/>
            <pc:sldMk cId="3413220349" sldId="6952"/>
            <ac:spMk id="22270" creationId="{A50F50A1-67F5-AA8D-B1F4-FBECFC17D2BC}"/>
          </ac:spMkLst>
        </pc:spChg>
        <pc:spChg chg="mod">
          <ac:chgData name="" userId="" providerId="" clId="Web-{6E8403B9-C474-4B99-9353-4E0EB3CC5CF0}" dt="2026-10-23T10:00:46.927" v="63" actId="34807"/>
          <ac:spMkLst>
            <pc:docMk/>
            <pc:sldMk cId="3413220349" sldId="6952"/>
            <ac:spMk id="22284" creationId="{6634B8E8-EAE8-D231-455C-30377921A82A}"/>
          </ac:spMkLst>
        </pc:spChg>
        <pc:spChg chg="add mod">
          <ac:chgData name="" userId="" providerId="" clId="Web-{6E8403B9-C474-4B99-9353-4E0EB3CC5CF0}" dt="2026-10-23T10:00:46.927" v="63" actId="34807"/>
          <ac:spMkLst>
            <pc:docMk/>
            <pc:sldMk cId="3413220349" sldId="6952"/>
            <ac:spMk id="22299" creationId="{0A39B345-540F-F990-2810-4107B63AB7EC}"/>
          </ac:spMkLst>
        </pc:spChg>
        <pc:spChg chg="mod">
          <ac:chgData name="" userId="" providerId="" clId="Web-{6E8403B9-C474-4B99-9353-4E0EB3CC5CF0}" dt="2026-10-23T10:00:46.927" v="63" actId="34807"/>
          <ac:spMkLst>
            <pc:docMk/>
            <pc:sldMk cId="3413220349" sldId="6952"/>
            <ac:spMk id="22315" creationId="{04615B2A-816E-E712-2353-7C26ADE6BF7E}"/>
          </ac:spMkLst>
        </pc:spChg>
        <pc:spChg chg="add mod">
          <ac:chgData name="" userId="" providerId="" clId="Web-{6E8403B9-C474-4B99-9353-4E0EB3CC5CF0}" dt="2026-10-23T09:57:45.189" v="51" actId="34807"/>
          <ac:spMkLst>
            <pc:docMk/>
            <pc:sldMk cId="3413220349" sldId="6952"/>
            <ac:spMk id="22332" creationId="{EDCA548C-6068-4BE9-02CD-469BABE05C6C}"/>
          </ac:spMkLst>
        </pc:spChg>
        <pc:spChg chg="add mod">
          <ac:chgData name="" userId="" providerId="" clId="Web-{6E8403B9-C474-4B99-9353-4E0EB3CC5CF0}" dt="2026-10-23T09:57:45.189" v="51" actId="34807"/>
          <ac:spMkLst>
            <pc:docMk/>
            <pc:sldMk cId="3413220349" sldId="6952"/>
            <ac:spMk id="22350" creationId="{00CC628B-50A5-C040-0D7F-6CC3A2314C16}"/>
          </ac:spMkLst>
        </pc:spChg>
        <pc:spChg chg="add mod">
          <ac:chgData name="" userId="" providerId="" clId="Web-{6E8403B9-C474-4B99-9353-4E0EB3CC5CF0}" dt="2026-10-23T09:57:45.189" v="51" actId="34807"/>
          <ac:spMkLst>
            <pc:docMk/>
            <pc:sldMk cId="3413220349" sldId="6952"/>
            <ac:spMk id="22369" creationId="{E4C18C6B-F52E-B3E4-F3EF-BA7384186641}"/>
          </ac:spMkLst>
        </pc:spChg>
        <pc:spChg chg="add mod">
          <ac:chgData name="" userId="" providerId="" clId="Web-{6E8403B9-C474-4B99-9353-4E0EB3CC5CF0}" dt="2026-10-23T09:57:45.189" v="51" actId="34807"/>
          <ac:spMkLst>
            <pc:docMk/>
            <pc:sldMk cId="3413220349" sldId="6952"/>
            <ac:spMk id="22389" creationId="{FAD9DCC6-E5AA-ABAE-5946-C85505529FC8}"/>
          </ac:spMkLst>
        </pc:spChg>
      </pc:sldChg>
      <pc:sldChg chg="addSp modSp">
        <pc:chgData name="" userId="" providerId="" clId="Web-{6E8403B9-C474-4B99-9353-4E0EB3CC5CF0}" dt="2026-10-23T10:01:02.334" v="70" actId="34807"/>
        <pc:sldMkLst>
          <pc:docMk/>
          <pc:sldMk cId="1068147822" sldId="7184"/>
        </pc:sldMkLst>
        <pc:spChg chg="add mod">
          <ac:chgData name="" userId="" providerId="" clId="Web-{6E8403B9-C474-4B99-9353-4E0EB3CC5CF0}" dt="2026-10-23T10:01:02.334" v="70" actId="34807"/>
          <ac:spMkLst>
            <pc:docMk/>
            <pc:sldMk cId="1068147822" sldId="7184"/>
            <ac:spMk id="23216" creationId="{1980FE38-4E37-9F49-A2ED-B33219E03A75}"/>
          </ac:spMkLst>
        </pc:spChg>
        <pc:spChg chg="add mod">
          <ac:chgData name="" userId="" providerId="" clId="Web-{6E8403B9-C474-4B99-9353-4E0EB3CC5CF0}" dt="2026-10-23T10:01:02.334" v="70" actId="34807"/>
          <ac:spMkLst>
            <pc:docMk/>
            <pc:sldMk cId="1068147822" sldId="7184"/>
            <ac:spMk id="23218" creationId="{0A275196-45C8-A0DE-16BD-679252A34924}"/>
          </ac:spMkLst>
        </pc:spChg>
        <pc:spChg chg="add mod">
          <ac:chgData name="" userId="" providerId="" clId="Web-{6E8403B9-C474-4B99-9353-4E0EB3CC5CF0}" dt="2026-10-23T10:01:02.334" v="70" actId="34807"/>
          <ac:spMkLst>
            <pc:docMk/>
            <pc:sldMk cId="1068147822" sldId="7184"/>
            <ac:spMk id="23230" creationId="{8A5E63DC-ED7B-9697-3F7A-C4BA5B3646D3}"/>
          </ac:spMkLst>
        </pc:spChg>
        <pc:spChg chg="add mod">
          <ac:chgData name="" userId="" providerId="" clId="Web-{6E8403B9-C474-4B99-9353-4E0EB3CC5CF0}" dt="2026-10-23T10:01:02.334" v="70" actId="34807"/>
          <ac:spMkLst>
            <pc:docMk/>
            <pc:sldMk cId="1068147822" sldId="7184"/>
            <ac:spMk id="23243" creationId="{A7131199-F982-36FE-81F2-6E02D2AEE6BC}"/>
          </ac:spMkLst>
        </pc:spChg>
        <pc:spChg chg="add mod">
          <ac:chgData name="" userId="" providerId="" clId="Web-{6E8403B9-C474-4B99-9353-4E0EB3CC5CF0}" dt="2026-10-23T10:01:02.334" v="70" actId="34807"/>
          <ac:spMkLst>
            <pc:docMk/>
            <pc:sldMk cId="1068147822" sldId="7184"/>
            <ac:spMk id="23251" creationId="{BA499910-BDE3-4465-38B8-2B6322376874}"/>
          </ac:spMkLst>
        </pc:spChg>
        <pc:spChg chg="add mod">
          <ac:chgData name="" userId="" providerId="" clId="Web-{6E8403B9-C474-4B99-9353-4E0EB3CC5CF0}" dt="2026-10-23T10:01:02.334" v="70" actId="34807"/>
          <ac:spMkLst>
            <pc:docMk/>
            <pc:sldMk cId="1068147822" sldId="7184"/>
            <ac:spMk id="23260" creationId="{B25E969C-CE27-F3D7-364C-BF3719FBDAF5}"/>
          </ac:spMkLst>
        </pc:spChg>
        <pc:spChg chg="add mod">
          <ac:chgData name="" userId="" providerId="" clId="Web-{6E8403B9-C474-4B99-9353-4E0EB3CC5CF0}" dt="2026-10-23T10:01:02.334" v="70" actId="34807"/>
          <ac:spMkLst>
            <pc:docMk/>
            <pc:sldMk cId="1068147822" sldId="7184"/>
            <ac:spMk id="23270" creationId="{E496D50D-E2A8-E8BE-DAE7-716FDD9DC726}"/>
          </ac:spMkLst>
        </pc:spChg>
        <pc:spChg chg="add mod">
          <ac:chgData name="" userId="" providerId="" clId="Web-{6E8403B9-C474-4B99-9353-4E0EB3CC5CF0}" dt="2026-10-23T10:01:02.334" v="70" actId="34807"/>
          <ac:spMkLst>
            <pc:docMk/>
            <pc:sldMk cId="1068147822" sldId="7184"/>
            <ac:spMk id="23306" creationId="{FC69042D-0B89-1F33-FCA1-AD0A996804D0}"/>
          </ac:spMkLst>
        </pc:spChg>
        <pc:spChg chg="add mod">
          <ac:chgData name="" userId="" providerId="" clId="Web-{6E8403B9-C474-4B99-9353-4E0EB3CC5CF0}" dt="2026-10-23T10:01:02.334" v="70" actId="34807"/>
          <ac:spMkLst>
            <pc:docMk/>
            <pc:sldMk cId="1068147822" sldId="7184"/>
            <ac:spMk id="23320" creationId="{517E479D-DDAA-0535-85BA-EA0D6F103618}"/>
          </ac:spMkLst>
        </pc:spChg>
        <pc:spChg chg="add mod">
          <ac:chgData name="" userId="" providerId="" clId="Web-{6E8403B9-C474-4B99-9353-4E0EB3CC5CF0}" dt="2026-10-23T10:01:02.334" v="70" actId="34807"/>
          <ac:spMkLst>
            <pc:docMk/>
            <pc:sldMk cId="1068147822" sldId="7184"/>
            <ac:spMk id="23335" creationId="{6F7DE62D-AA5B-BEAD-E6EF-4A4B0E1F0E3A}"/>
          </ac:spMkLst>
        </pc:spChg>
      </pc:sldChg>
      <pc:sldChg chg="addSp modSp">
        <pc:chgData name="" userId="" providerId="" clId="Web-{6E8403B9-C474-4B99-9353-4E0EB3CC5CF0}" dt="2026-10-23T10:01:09.584" v="73" actId="34807"/>
        <pc:sldMkLst>
          <pc:docMk/>
          <pc:sldMk cId="1196239488" sldId="7417"/>
        </pc:sldMkLst>
        <pc:spChg chg="add mod">
          <ac:chgData name="" userId="" providerId="" clId="Web-{6E8403B9-C474-4B99-9353-4E0EB3CC5CF0}" dt="2026-10-23T10:01:09.584" v="73" actId="34807"/>
          <ac:spMkLst>
            <pc:docMk/>
            <pc:sldMk cId="1196239488" sldId="7417"/>
            <ac:spMk id="23576" creationId="{AD409427-0CEB-EC98-AEE3-3D5A1898D04C}"/>
          </ac:spMkLst>
        </pc:spChg>
        <pc:spChg chg="add mod">
          <ac:chgData name="" userId="" providerId="" clId="Web-{6E8403B9-C474-4B99-9353-4E0EB3CC5CF0}" dt="2026-10-23T10:01:09.584" v="73" actId="34807"/>
          <ac:spMkLst>
            <pc:docMk/>
            <pc:sldMk cId="1196239488" sldId="7417"/>
            <ac:spMk id="23581" creationId="{C070DF34-B3D4-3C59-AA28-F1C8D2DBF5BF}"/>
          </ac:spMkLst>
        </pc:spChg>
        <pc:spChg chg="add mod">
          <ac:chgData name="" userId="" providerId="" clId="Web-{6E8403B9-C474-4B99-9353-4E0EB3CC5CF0}" dt="2026-10-23T10:01:09.584" v="73" actId="34807"/>
          <ac:spMkLst>
            <pc:docMk/>
            <pc:sldMk cId="1196239488" sldId="7417"/>
            <ac:spMk id="23594" creationId="{DF3C4E1D-9B50-40D4-42B5-AC1A0BF174FA}"/>
          </ac:spMkLst>
        </pc:spChg>
        <pc:spChg chg="add mod">
          <ac:chgData name="" userId="" providerId="" clId="Web-{6E8403B9-C474-4B99-9353-4E0EB3CC5CF0}" dt="2026-10-23T10:01:09.584" v="73" actId="34807"/>
          <ac:spMkLst>
            <pc:docMk/>
            <pc:sldMk cId="1196239488" sldId="7417"/>
            <ac:spMk id="23602" creationId="{F93F8582-614A-028F-35E4-AD922D74107D}"/>
          </ac:spMkLst>
        </pc:spChg>
        <pc:spChg chg="add mod">
          <ac:chgData name="" userId="" providerId="" clId="Web-{6E8403B9-C474-4B99-9353-4E0EB3CC5CF0}" dt="2026-10-23T10:01:09.584" v="73" actId="34807"/>
          <ac:spMkLst>
            <pc:docMk/>
            <pc:sldMk cId="1196239488" sldId="7417"/>
            <ac:spMk id="23611" creationId="{A1B12AAA-B899-C4E9-B98E-30B705BF63F9}"/>
          </ac:spMkLst>
        </pc:spChg>
        <pc:spChg chg="add mod">
          <ac:chgData name="" userId="" providerId="" clId="Web-{6E8403B9-C474-4B99-9353-4E0EB3CC5CF0}" dt="2026-10-23T10:01:09.584" v="73" actId="34807"/>
          <ac:spMkLst>
            <pc:docMk/>
            <pc:sldMk cId="1196239488" sldId="7417"/>
            <ac:spMk id="23632" creationId="{06220B0B-E8CB-B9D9-0763-9E5C6F580ED2}"/>
          </ac:spMkLst>
        </pc:spChg>
        <pc:spChg chg="add mod">
          <ac:chgData name="" userId="" providerId="" clId="Web-{6E8403B9-C474-4B99-9353-4E0EB3CC5CF0}" dt="2026-10-23T10:01:09.584" v="73" actId="34807"/>
          <ac:spMkLst>
            <pc:docMk/>
            <pc:sldMk cId="1196239488" sldId="7417"/>
            <ac:spMk id="23657" creationId="{C5A4AF96-F385-8510-23D7-4F7B439C6B06}"/>
          </ac:spMkLst>
        </pc:spChg>
        <pc:spChg chg="add mod">
          <ac:chgData name="" userId="" providerId="" clId="Web-{6E8403B9-C474-4B99-9353-4E0EB3CC5CF0}" dt="2026-10-23T10:01:09.584" v="73" actId="34807"/>
          <ac:spMkLst>
            <pc:docMk/>
            <pc:sldMk cId="1196239488" sldId="7417"/>
            <ac:spMk id="23671" creationId="{1858FB9D-2EDB-769E-AAE1-B0C44C8B1DF5}"/>
          </ac:spMkLst>
        </pc:spChg>
        <pc:spChg chg="add mod">
          <ac:chgData name="" userId="" providerId="" clId="Web-{6E8403B9-C474-4B99-9353-4E0EB3CC5CF0}" dt="2026-10-23T10:01:09.584" v="73" actId="34807"/>
          <ac:spMkLst>
            <pc:docMk/>
            <pc:sldMk cId="1196239488" sldId="7417"/>
            <ac:spMk id="23702" creationId="{D5F54292-C645-E913-D126-11645CA1FFA3}"/>
          </ac:spMkLst>
        </pc:spChg>
        <pc:spChg chg="add mod">
          <ac:chgData name="" userId="" providerId="" clId="Web-{6E8403B9-C474-4B99-9353-4E0EB3CC5CF0}" dt="2026-10-23T10:01:09.584" v="73" actId="34807"/>
          <ac:spMkLst>
            <pc:docMk/>
            <pc:sldMk cId="1196239488" sldId="7417"/>
            <ac:spMk id="23719" creationId="{2A8B6746-CFEF-0686-ED88-2FD49D8EB5DE}"/>
          </ac:spMkLst>
        </pc:spChg>
      </pc:sldChg>
      <pc:sldChg chg="addSp modSp">
        <pc:chgData name="" userId="" providerId="" clId="Web-{6E8403B9-C474-4B99-9353-4E0EB3CC5CF0}" dt="2026-10-23T10:01:21.428" v="78" actId="34807"/>
        <pc:sldMkLst>
          <pc:docMk/>
          <pc:sldMk cId="2289242127" sldId="7651"/>
        </pc:sldMkLst>
        <pc:spChg chg="add mod">
          <ac:chgData name="" userId="" providerId="" clId="Web-{6E8403B9-C474-4B99-9353-4E0EB3CC5CF0}" dt="2026-10-23T10:01:19.568" v="76" actId="34807"/>
          <ac:spMkLst>
            <pc:docMk/>
            <pc:sldMk cId="2289242127" sldId="7651"/>
            <ac:spMk id="24461" creationId="{C8A68FE3-88AF-8E43-7A3D-8F61CF0F79AA}"/>
          </ac:spMkLst>
        </pc:spChg>
        <pc:spChg chg="add mod">
          <ac:chgData name="" userId="" providerId="" clId="Web-{6E8403B9-C474-4B99-9353-4E0EB3CC5CF0}" dt="2026-10-23T10:01:19.568" v="76" actId="34807"/>
          <ac:spMkLst>
            <pc:docMk/>
            <pc:sldMk cId="2289242127" sldId="7651"/>
            <ac:spMk id="24470" creationId="{CDE09086-FBFA-13B2-B5DE-8A691D1D241D}"/>
          </ac:spMkLst>
        </pc:spChg>
        <pc:spChg chg="add mod">
          <ac:chgData name="" userId="" providerId="" clId="Web-{6E8403B9-C474-4B99-9353-4E0EB3CC5CF0}" dt="2026-10-23T10:01:19.568" v="76" actId="34807"/>
          <ac:spMkLst>
            <pc:docMk/>
            <pc:sldMk cId="2289242127" sldId="7651"/>
            <ac:spMk id="24475" creationId="{777BF9CB-BADD-D589-C156-65D9B4AF145B}"/>
          </ac:spMkLst>
        </pc:spChg>
        <pc:spChg chg="add mod">
          <ac:chgData name="" userId="" providerId="" clId="Web-{6E8403B9-C474-4B99-9353-4E0EB3CC5CF0}" dt="2026-10-23T10:01:19.568" v="76" actId="34807"/>
          <ac:spMkLst>
            <pc:docMk/>
            <pc:sldMk cId="2289242127" sldId="7651"/>
            <ac:spMk id="24481" creationId="{006FFFE0-5A2B-5A93-C2BA-BFEC0A3E18E3}"/>
          </ac:spMkLst>
        </pc:spChg>
        <pc:spChg chg="add mod">
          <ac:chgData name="" userId="" providerId="" clId="Web-{6E8403B9-C474-4B99-9353-4E0EB3CC5CF0}" dt="2026-10-23T10:01:19.568" v="76" actId="34807"/>
          <ac:spMkLst>
            <pc:docMk/>
            <pc:sldMk cId="2289242127" sldId="7651"/>
            <ac:spMk id="24505" creationId="{C22A7883-17E7-5F68-F7C1-01F7677B4E26}"/>
          </ac:spMkLst>
        </pc:spChg>
        <pc:spChg chg="add mod">
          <ac:chgData name="" userId="" providerId="" clId="Web-{6E8403B9-C474-4B99-9353-4E0EB3CC5CF0}" dt="2026-10-23T10:01:19.568" v="76" actId="34807"/>
          <ac:spMkLst>
            <pc:docMk/>
            <pc:sldMk cId="2289242127" sldId="7651"/>
            <ac:spMk id="24515" creationId="{B7C3F927-B1FA-68A3-B91D-E94BC96916D3}"/>
          </ac:spMkLst>
        </pc:spChg>
        <pc:spChg chg="mod">
          <ac:chgData name="" userId="" providerId="" clId="Web-{6E8403B9-C474-4B99-9353-4E0EB3CC5CF0}" dt="2026-10-23T10:01:21.428" v="78" actId="34807"/>
          <ac:spMkLst>
            <pc:docMk/>
            <pc:sldMk cId="2289242127" sldId="7651"/>
            <ac:spMk id="24580" creationId="{0BEAB4EC-A172-34F9-9AB5-B0181B1522D8}"/>
          </ac:spMkLst>
        </pc:spChg>
        <pc:spChg chg="add mod">
          <ac:chgData name="" userId="" providerId="" clId="Web-{6E8403B9-C474-4B99-9353-4E0EB3CC5CF0}" dt="2026-10-23T10:01:21.428" v="78" actId="34807"/>
          <ac:spMkLst>
            <pc:docMk/>
            <pc:sldMk cId="2289242127" sldId="7651"/>
            <ac:spMk id="24596" creationId="{1E9C7CA6-8145-2307-0DCB-14204F60A022}"/>
          </ac:spMkLst>
        </pc:spChg>
        <pc:spChg chg="add mod">
          <ac:chgData name="" userId="" providerId="" clId="Web-{6E8403B9-C474-4B99-9353-4E0EB3CC5CF0}" dt="2026-10-23T10:01:21.428" v="78" actId="34807"/>
          <ac:spMkLst>
            <pc:docMk/>
            <pc:sldMk cId="2289242127" sldId="7651"/>
            <ac:spMk id="24613" creationId="{FDCE4C2C-1B63-41BD-88C8-C1826C877D0E}"/>
          </ac:spMkLst>
        </pc:spChg>
        <pc:spChg chg="mod">
          <ac:chgData name="" userId="" providerId="" clId="Web-{6E8403B9-C474-4B99-9353-4E0EB3CC5CF0}" dt="2026-10-23T10:01:21.428" v="78" actId="34807"/>
          <ac:spMkLst>
            <pc:docMk/>
            <pc:sldMk cId="2289242127" sldId="7651"/>
            <ac:spMk id="24631" creationId="{3D71E01A-0DA5-50AC-5C25-4B1440BAE354}"/>
          </ac:spMkLst>
        </pc:spChg>
        <pc:spChg chg="mod">
          <ac:chgData name="" userId="" providerId="" clId="Web-{6E8403B9-C474-4B99-9353-4E0EB3CC5CF0}" dt="2026-10-23T10:01:21.428" v="78" actId="34807"/>
          <ac:spMkLst>
            <pc:docMk/>
            <pc:sldMk cId="2289242127" sldId="7651"/>
            <ac:spMk id="24650" creationId="{B10C4E40-265D-12A8-FD2A-A11182BBE821}"/>
          </ac:spMkLst>
        </pc:spChg>
        <pc:spChg chg="add mod">
          <ac:chgData name="" userId="" providerId="" clId="Web-{6E8403B9-C474-4B99-9353-4E0EB3CC5CF0}" dt="2026-10-23T10:01:21.428" v="78" actId="34807"/>
          <ac:spMkLst>
            <pc:docMk/>
            <pc:sldMk cId="2289242127" sldId="7651"/>
            <ac:spMk id="24670" creationId="{F4693400-30C9-E1FC-92E0-57FFB2CE87B7}"/>
          </ac:spMkLst>
        </pc:spChg>
        <pc:spChg chg="add mod">
          <ac:chgData name="" userId="" providerId="" clId="Web-{6E8403B9-C474-4B99-9353-4E0EB3CC5CF0}" dt="2026-10-23T10:01:19.568" v="76" actId="34807"/>
          <ac:spMkLst>
            <pc:docMk/>
            <pc:sldMk cId="2289242127" sldId="7651"/>
            <ac:spMk id="24713" creationId="{7DE0643D-F078-1B68-9853-B7F8D4F31FF1}"/>
          </ac:spMkLst>
        </pc:spChg>
        <pc:picChg chg="add mod">
          <ac:chgData name="" userId="" providerId="" clId="Web-{6E8403B9-C474-4B99-9353-4E0EB3CC5CF0}" dt="2026-10-23T10:01:20.412" v="77" actId="34807"/>
          <ac:picMkLst>
            <pc:docMk/>
            <pc:sldMk cId="2289242127" sldId="7651"/>
            <ac:picMk id="24786" creationId="{42F5E51E-5783-58C2-CC9A-22AB6E9C9803}"/>
          </ac:picMkLst>
        </pc:picChg>
        <pc:picChg chg="add mod">
          <ac:chgData name="" userId="" providerId="" clId="Web-{6E8403B9-C474-4B99-9353-4E0EB3CC5CF0}" dt="2026-10-23T10:01:20.412" v="77" actId="34807"/>
          <ac:picMkLst>
            <pc:docMk/>
            <pc:sldMk cId="2289242127" sldId="7651"/>
            <ac:picMk id="24787" creationId="{B9DA6489-F99F-7EC3-BC27-0F4D4C36ECEA}"/>
          </ac:picMkLst>
        </pc:picChg>
        <pc:picChg chg="add mod">
          <ac:chgData name="" userId="" providerId="" clId="Web-{6E8403B9-C474-4B99-9353-4E0EB3CC5CF0}" dt="2026-10-23T10:01:20.412" v="77" actId="34807"/>
          <ac:picMkLst>
            <pc:docMk/>
            <pc:sldMk cId="2289242127" sldId="7651"/>
            <ac:picMk id="24788" creationId="{F37F9080-641E-201B-812C-9AD5047B6F76}"/>
          </ac:picMkLst>
        </pc:picChg>
      </pc:sldChg>
      <pc:sldChg chg="addSp modSp">
        <pc:chgData name="" userId="" providerId="" clId="Web-{6E8403B9-C474-4B99-9353-4E0EB3CC5CF0}" dt="2026-10-23T10:01:30.459" v="79" actId="34807"/>
        <pc:sldMkLst>
          <pc:docMk/>
          <pc:sldMk cId="323294915" sldId="7886"/>
        </pc:sldMkLst>
        <pc:spChg chg="add mod">
          <ac:chgData name="" userId="" providerId="" clId="Web-{6E8403B9-C474-4B99-9353-4E0EB3CC5CF0}" dt="2026-10-23T10:01:30.459" v="79" actId="34807"/>
          <ac:spMkLst>
            <pc:docMk/>
            <pc:sldMk cId="323294915" sldId="7886"/>
            <ac:spMk id="24789" creationId="{9EA952B9-8B76-4988-321F-BCD44CB6A7C6}"/>
          </ac:spMkLst>
        </pc:spChg>
        <pc:spChg chg="add mod">
          <ac:chgData name="" userId="" providerId="" clId="Web-{6E8403B9-C474-4B99-9353-4E0EB3CC5CF0}" dt="2026-10-23T10:01:30.459" v="79" actId="34807"/>
          <ac:spMkLst>
            <pc:docMk/>
            <pc:sldMk cId="323294915" sldId="7886"/>
            <ac:spMk id="24794" creationId="{C6AA446A-9685-C64F-F51E-B70C95B9815F}"/>
          </ac:spMkLst>
        </pc:spChg>
        <pc:spChg chg="add mod">
          <ac:chgData name="" userId="" providerId="" clId="Web-{6E8403B9-C474-4B99-9353-4E0EB3CC5CF0}" dt="2026-10-23T10:01:30.459" v="79" actId="34807"/>
          <ac:spMkLst>
            <pc:docMk/>
            <pc:sldMk cId="323294915" sldId="7886"/>
            <ac:spMk id="24824" creationId="{3AF0DB07-B4FA-248D-3EC1-BCCAA0E4242B}"/>
          </ac:spMkLst>
        </pc:spChg>
        <pc:spChg chg="add mod">
          <ac:chgData name="" userId="" providerId="" clId="Web-{6E8403B9-C474-4B99-9353-4E0EB3CC5CF0}" dt="2026-10-23T10:01:30.459" v="79" actId="34807"/>
          <ac:spMkLst>
            <pc:docMk/>
            <pc:sldMk cId="323294915" sldId="7886"/>
            <ac:spMk id="24843" creationId="{F3959E92-D63B-0EAF-2712-CAC0198613EF}"/>
          </ac:spMkLst>
        </pc:spChg>
        <pc:spChg chg="add mod">
          <ac:chgData name="" userId="" providerId="" clId="Web-{6E8403B9-C474-4B99-9353-4E0EB3CC5CF0}" dt="2026-10-23T10:01:30.459" v="79" actId="34807"/>
          <ac:spMkLst>
            <pc:docMk/>
            <pc:sldMk cId="323294915" sldId="7886"/>
            <ac:spMk id="24854" creationId="{C880399A-4E4E-5AAE-4F19-14D1CB468CCF}"/>
          </ac:spMkLst>
        </pc:spChg>
        <pc:spChg chg="add mod">
          <ac:chgData name="" userId="" providerId="" clId="Web-{6E8403B9-C474-4B99-9353-4E0EB3CC5CF0}" dt="2026-10-23T10:01:30.459" v="79" actId="34807"/>
          <ac:spMkLst>
            <pc:docMk/>
            <pc:sldMk cId="323294915" sldId="7886"/>
            <ac:spMk id="25041" creationId="{575E853D-1D09-DCC1-76CD-60E6720CAB44}"/>
          </ac:spMkLst>
        </pc:spChg>
        <pc:spChg chg="add mod">
          <ac:chgData name="" userId="" providerId="" clId="Web-{6E8403B9-C474-4B99-9353-4E0EB3CC5CF0}" dt="2026-10-23T10:01:30.459" v="79" actId="34807"/>
          <ac:spMkLst>
            <pc:docMk/>
            <pc:sldMk cId="323294915" sldId="7886"/>
            <ac:spMk id="25088" creationId="{BF84BA00-EC72-D3BF-FE89-650FF6DCB034}"/>
          </ac:spMkLst>
        </pc:spChg>
        <pc:spChg chg="add mod">
          <ac:chgData name="" userId="" providerId="" clId="Web-{6E8403B9-C474-4B99-9353-4E0EB3CC5CF0}" dt="2026-10-23T10:01:30.459" v="79" actId="34807"/>
          <ac:spMkLst>
            <pc:docMk/>
            <pc:sldMk cId="323294915" sldId="7886"/>
            <ac:spMk id="25166" creationId="{A77C95A8-5430-1B34-68BC-B2B8D974E02C}"/>
          </ac:spMkLst>
        </pc:spChg>
        <pc:spChg chg="add mod">
          <ac:chgData name="" userId="" providerId="" clId="Web-{6E8403B9-C474-4B99-9353-4E0EB3CC5CF0}" dt="2026-10-23T10:01:30.459" v="79" actId="34807"/>
          <ac:spMkLst>
            <pc:docMk/>
            <pc:sldMk cId="323294915" sldId="7886"/>
            <ac:spMk id="25194" creationId="{E73C449A-658E-8BC3-BC20-9A10867D3793}"/>
          </ac:spMkLst>
        </pc:spChg>
        <pc:spChg chg="add mod">
          <ac:chgData name="" userId="" providerId="" clId="Web-{6E8403B9-C474-4B99-9353-4E0EB3CC5CF0}" dt="2026-10-23T10:01:30.459" v="79" actId="34807"/>
          <ac:spMkLst>
            <pc:docMk/>
            <pc:sldMk cId="323294915" sldId="7886"/>
            <ac:spMk id="25284" creationId="{A9C48948-A583-AA73-64A3-D39E144479C6}"/>
          </ac:spMkLst>
        </pc:spChg>
      </pc:sldChg>
      <pc:sldChg chg="addSp modSp">
        <pc:chgData name="" userId="" providerId="" clId="Web-{6E8403B9-C474-4B99-9353-4E0EB3CC5CF0}" dt="2026-10-23T10:01:40.647" v="80" actId="34807"/>
        <pc:sldMkLst>
          <pc:docMk/>
          <pc:sldMk cId="1785931516" sldId="8122"/>
        </pc:sldMkLst>
        <pc:spChg chg="add mod">
          <ac:chgData name="" userId="" providerId="" clId="Web-{6E8403B9-C474-4B99-9353-4E0EB3CC5CF0}" dt="2026-10-23T10:01:40.647" v="80" actId="34807"/>
          <ac:spMkLst>
            <pc:docMk/>
            <pc:sldMk cId="1785931516" sldId="8122"/>
            <ac:spMk id="25287" creationId="{2D20FF59-8079-78BF-3007-E22FB1C4DA95}"/>
          </ac:spMkLst>
        </pc:spChg>
        <pc:spChg chg="add mod">
          <ac:chgData name="" userId="" providerId="" clId="Web-{6E8403B9-C474-4B99-9353-4E0EB3CC5CF0}" dt="2026-10-23T10:01:40.647" v="80" actId="34807"/>
          <ac:spMkLst>
            <pc:docMk/>
            <pc:sldMk cId="1785931516" sldId="8122"/>
            <ac:spMk id="25290" creationId="{E62E2CAF-4347-206C-EB3F-4CFC1352B227}"/>
          </ac:spMkLst>
        </pc:spChg>
        <pc:spChg chg="add mod">
          <ac:chgData name="" userId="" providerId="" clId="Web-{6E8403B9-C474-4B99-9353-4E0EB3CC5CF0}" dt="2026-10-23T10:01:40.647" v="80" actId="34807"/>
          <ac:spMkLst>
            <pc:docMk/>
            <pc:sldMk cId="1785931516" sldId="8122"/>
            <ac:spMk id="25299" creationId="{AD4ACF71-924D-AB72-DC1D-52DBA32AF742}"/>
          </ac:spMkLst>
        </pc:spChg>
        <pc:spChg chg="add mod">
          <ac:chgData name="" userId="" providerId="" clId="Web-{6E8403B9-C474-4B99-9353-4E0EB3CC5CF0}" dt="2026-10-23T10:01:40.647" v="80" actId="34807"/>
          <ac:spMkLst>
            <pc:docMk/>
            <pc:sldMk cId="1785931516" sldId="8122"/>
            <ac:spMk id="25305" creationId="{CC864C82-8FE2-CF14-E608-1D7B2B2908CB}"/>
          </ac:spMkLst>
        </pc:spChg>
        <pc:spChg chg="add mod">
          <ac:chgData name="" userId="" providerId="" clId="Web-{6E8403B9-C474-4B99-9353-4E0EB3CC5CF0}" dt="2026-10-23T10:01:40.647" v="80" actId="34807"/>
          <ac:spMkLst>
            <pc:docMk/>
            <pc:sldMk cId="1785931516" sldId="8122"/>
            <ac:spMk id="25312" creationId="{73B1D725-09B8-6A0E-DFA7-A4549BEF2F78}"/>
          </ac:spMkLst>
        </pc:spChg>
        <pc:spChg chg="add mod">
          <ac:chgData name="" userId="" providerId="" clId="Web-{6E8403B9-C474-4B99-9353-4E0EB3CC5CF0}" dt="2026-10-23T10:01:40.647" v="80" actId="34807"/>
          <ac:spMkLst>
            <pc:docMk/>
            <pc:sldMk cId="1785931516" sldId="8122"/>
            <ac:spMk id="25320" creationId="{2EA6B6CB-F2F5-37A9-2634-835D9F046736}"/>
          </ac:spMkLst>
        </pc:spChg>
        <pc:spChg chg="add mod">
          <ac:chgData name="" userId="" providerId="" clId="Web-{6E8403B9-C474-4B99-9353-4E0EB3CC5CF0}" dt="2026-10-23T10:01:40.647" v="80" actId="34807"/>
          <ac:spMkLst>
            <pc:docMk/>
            <pc:sldMk cId="1785931516" sldId="8122"/>
            <ac:spMk id="25339" creationId="{E0DC64F6-F1DD-F4F9-F1F6-C1040B226875}"/>
          </ac:spMkLst>
        </pc:spChg>
        <pc:spChg chg="add mod">
          <ac:chgData name="" userId="" providerId="" clId="Web-{6E8403B9-C474-4B99-9353-4E0EB3CC5CF0}" dt="2026-10-23T10:01:40.647" v="80" actId="34807"/>
          <ac:spMkLst>
            <pc:docMk/>
            <pc:sldMk cId="1785931516" sldId="8122"/>
            <ac:spMk id="25362" creationId="{1DD22ED2-22D8-7121-2343-2960AC4715C9}"/>
          </ac:spMkLst>
        </pc:spChg>
        <pc:spChg chg="add mod">
          <ac:chgData name="" userId="" providerId="" clId="Web-{6E8403B9-C474-4B99-9353-4E0EB3CC5CF0}" dt="2026-10-23T10:01:40.647" v="80" actId="34807"/>
          <ac:spMkLst>
            <pc:docMk/>
            <pc:sldMk cId="1785931516" sldId="8122"/>
            <ac:spMk id="25375" creationId="{5FAED686-CFEC-2AE0-5234-7B0331E2410B}"/>
          </ac:spMkLst>
        </pc:spChg>
        <pc:spChg chg="add mod">
          <ac:chgData name="" userId="" providerId="" clId="Web-{6E8403B9-C474-4B99-9353-4E0EB3CC5CF0}" dt="2026-10-23T10:01:40.647" v="80" actId="34807"/>
          <ac:spMkLst>
            <pc:docMk/>
            <pc:sldMk cId="1785931516" sldId="8122"/>
            <ac:spMk id="25389" creationId="{9CC3AC06-2A0B-34AD-0263-4711F23F3CA4}"/>
          </ac:spMkLst>
        </pc:spChg>
      </pc:sldChg>
      <pc:sldChg chg="addSp modSp">
        <pc:chgData name="" userId="" providerId="" clId="Web-{6E8403B9-C474-4B99-9353-4E0EB3CC5CF0}" dt="2026-10-23T09:47:53.686" v="15" actId="34807"/>
        <pc:sldMkLst>
          <pc:docMk/>
          <pc:sldMk cId="2111836025" sldId="8359"/>
        </pc:sldMkLst>
        <pc:spChg chg="add mod">
          <ac:chgData name="" userId="" providerId="" clId="Web-{6E8403B9-C474-4B99-9353-4E0EB3CC5CF0}" dt="2026-10-23T09:47:52.154" v="13" actId="34807"/>
          <ac:spMkLst>
            <pc:docMk/>
            <pc:sldMk cId="2111836025" sldId="8359"/>
            <ac:spMk id="17467" creationId="{C4893E5F-6F6B-4772-649C-44A5F6FB1E51}"/>
          </ac:spMkLst>
        </pc:spChg>
        <pc:spChg chg="add mod">
          <ac:chgData name="" userId="" providerId="" clId="Web-{6E8403B9-C474-4B99-9353-4E0EB3CC5CF0}" dt="2026-10-23T09:47:52.154" v="13" actId="34807"/>
          <ac:spMkLst>
            <pc:docMk/>
            <pc:sldMk cId="2111836025" sldId="8359"/>
            <ac:spMk id="17470" creationId="{720423DE-EBD1-A453-5AE7-87CDAEDD7AB3}"/>
          </ac:spMkLst>
        </pc:spChg>
        <pc:spChg chg="add mod">
          <ac:chgData name="" userId="" providerId="" clId="Web-{6E8403B9-C474-4B99-9353-4E0EB3CC5CF0}" dt="2026-10-23T09:47:52.154" v="13" actId="34807"/>
          <ac:spMkLst>
            <pc:docMk/>
            <pc:sldMk cId="2111836025" sldId="8359"/>
            <ac:spMk id="17485" creationId="{E96DA572-0C88-AF72-A84E-2C6A33117C3F}"/>
          </ac:spMkLst>
        </pc:spChg>
        <pc:spChg chg="add mod">
          <ac:chgData name="" userId="" providerId="" clId="Web-{6E8403B9-C474-4B99-9353-4E0EB3CC5CF0}" dt="2026-10-23T09:47:53.686" v="15" actId="34807"/>
          <ac:spMkLst>
            <pc:docMk/>
            <pc:sldMk cId="2111836025" sldId="8359"/>
            <ac:spMk id="17492" creationId="{B3C4B488-7629-C432-0F19-8F1CE98C2D34}"/>
          </ac:spMkLst>
        </pc:spChg>
        <pc:spChg chg="mod">
          <ac:chgData name="" userId="" providerId="" clId="Web-{6E8403B9-C474-4B99-9353-4E0EB3CC5CF0}" dt="2026-10-23T09:47:53.686" v="15" actId="34807"/>
          <ac:spMkLst>
            <pc:docMk/>
            <pc:sldMk cId="2111836025" sldId="8359"/>
            <ac:spMk id="17519" creationId="{A05A6B23-BAC7-1230-2410-A5813CA45EB8}"/>
          </ac:spMkLst>
        </pc:spChg>
        <pc:spChg chg="add mod">
          <ac:chgData name="" userId="" providerId="" clId="Web-{6E8403B9-C474-4B99-9353-4E0EB3CC5CF0}" dt="2026-10-23T09:47:53.686" v="15" actId="34807"/>
          <ac:spMkLst>
            <pc:docMk/>
            <pc:sldMk cId="2111836025" sldId="8359"/>
            <ac:spMk id="17555" creationId="{BE236FE7-C957-8DF9-1AC2-04044E2CEE88}"/>
          </ac:spMkLst>
        </pc:spChg>
        <pc:spChg chg="add mod">
          <ac:chgData name="" userId="" providerId="" clId="Web-{6E8403B9-C474-4B99-9353-4E0EB3CC5CF0}" dt="2026-10-23T09:47:52.154" v="13" actId="34807"/>
          <ac:spMkLst>
            <pc:docMk/>
            <pc:sldMk cId="2111836025" sldId="8359"/>
            <ac:spMk id="17569" creationId="{6E8ADBB0-9E3B-7DC7-AE18-E589380CCA63}"/>
          </ac:spMkLst>
        </pc:spChg>
        <pc:spChg chg="add mod">
          <ac:chgData name="" userId="" providerId="" clId="Web-{6E8403B9-C474-4B99-9353-4E0EB3CC5CF0}" dt="2026-10-23T09:47:52.154" v="13" actId="34807"/>
          <ac:spMkLst>
            <pc:docMk/>
            <pc:sldMk cId="2111836025" sldId="8359"/>
            <ac:spMk id="17584" creationId="{0CFBB505-ADA1-124E-B337-32553D462842}"/>
          </ac:spMkLst>
        </pc:spChg>
        <pc:spChg chg="mod">
          <ac:chgData name="" userId="" providerId="" clId="Web-{6E8403B9-C474-4B99-9353-4E0EB3CC5CF0}" dt="2026-10-23T09:47:53.686" v="15" actId="34807"/>
          <ac:spMkLst>
            <pc:docMk/>
            <pc:sldMk cId="2111836025" sldId="8359"/>
            <ac:spMk id="17600" creationId="{8510B21D-C570-CFEA-9521-727C7BA8E14D}"/>
          </ac:spMkLst>
        </pc:spChg>
        <pc:spChg chg="add mod">
          <ac:chgData name="" userId="" providerId="" clId="Web-{6E8403B9-C474-4B99-9353-4E0EB3CC5CF0}" dt="2026-10-23T09:47:52.154" v="13" actId="34807"/>
          <ac:spMkLst>
            <pc:docMk/>
            <pc:sldMk cId="2111836025" sldId="8359"/>
            <ac:spMk id="17674" creationId="{A8C1D350-DF15-4EC6-F37A-E4E906F1753C}"/>
          </ac:spMkLst>
        </pc:spChg>
        <pc:spChg chg="add mod">
          <ac:chgData name="" userId="" providerId="" clId="Web-{6E8403B9-C474-4B99-9353-4E0EB3CC5CF0}" dt="2026-10-23T09:47:52.154" v="13" actId="34807"/>
          <ac:spMkLst>
            <pc:docMk/>
            <pc:sldMk cId="2111836025" sldId="8359"/>
            <ac:spMk id="17695" creationId="{CDBE544E-E01A-3BA0-DF57-0254B4385798}"/>
          </ac:spMkLst>
        </pc:spChg>
        <pc:spChg chg="add mod">
          <ac:chgData name="" userId="" providerId="" clId="Web-{6E8403B9-C474-4B99-9353-4E0EB3CC5CF0}" dt="2026-10-23T09:47:52.154" v="13" actId="34807"/>
          <ac:spMkLst>
            <pc:docMk/>
            <pc:sldMk cId="2111836025" sldId="8359"/>
            <ac:spMk id="17764" creationId="{C13CB2A0-A4B3-4070-DC50-B3BB5E587B80}"/>
          </ac:spMkLst>
        </pc:spChg>
        <pc:picChg chg="add mod">
          <ac:chgData name="" userId="" providerId="" clId="Web-{6E8403B9-C474-4B99-9353-4E0EB3CC5CF0}" dt="2026-10-23T09:47:52.967" v="14" actId="34807"/>
          <ac:picMkLst>
            <pc:docMk/>
            <pc:sldMk cId="2111836025" sldId="8359"/>
            <ac:picMk id="17790" creationId="{13BAD82B-A9ED-85F8-29A9-1A73B8DCFC2A}"/>
          </ac:picMkLst>
        </pc:picChg>
        <pc:picChg chg="add mod">
          <ac:chgData name="" userId="" providerId="" clId="Web-{6E8403B9-C474-4B99-9353-4E0EB3CC5CF0}" dt="2026-10-23T09:47:52.967" v="14" actId="34807"/>
          <ac:picMkLst>
            <pc:docMk/>
            <pc:sldMk cId="2111836025" sldId="8359"/>
            <ac:picMk id="17791" creationId="{1F6EC2C7-7CBC-744D-4F7C-984D6589445C}"/>
          </ac:picMkLst>
        </pc:picChg>
      </pc:sldChg>
      <pc:sldChg chg="addSp delSp modSp">
        <pc:chgData name="" userId="" providerId="" clId="Web-{6E8403B9-C474-4B99-9353-4E0EB3CC5CF0}" dt="2026-10-23T09:50:43.954" v="22" actId="34807"/>
        <pc:sldMkLst>
          <pc:docMk/>
          <pc:sldMk cId="1389944548" sldId="8597"/>
        </pc:sldMkLst>
        <pc:spChg chg="add del mod">
          <ac:chgData name="" userId="" providerId="" clId="Web-{6E8403B9-C474-4B99-9353-4E0EB3CC5CF0}" dt="2026-10-23T09:50:43.954" v="22" actId="34807"/>
          <ac:spMkLst>
            <pc:docMk/>
            <pc:sldMk cId="1389944548" sldId="8597"/>
            <ac:spMk id="17792" creationId="{AFC06537-EE16-95CB-99EE-88D625D7CEDE}"/>
          </ac:spMkLst>
        </pc:spChg>
        <pc:spChg chg="add del mod">
          <ac:chgData name="" userId="" providerId="" clId="Web-{6E8403B9-C474-4B99-9353-4E0EB3CC5CF0}" dt="2026-10-23T09:50:43.954" v="22" actId="34807"/>
          <ac:spMkLst>
            <pc:docMk/>
            <pc:sldMk cId="1389944548" sldId="8597"/>
            <ac:spMk id="17794" creationId="{FBADDD40-F3F7-0F69-7A7B-AB477A96B9F2}"/>
          </ac:spMkLst>
        </pc:spChg>
        <pc:spChg chg="add del mod">
          <ac:chgData name="" userId="" providerId="" clId="Web-{6E8403B9-C474-4B99-9353-4E0EB3CC5CF0}" dt="2026-10-23T09:50:43.954" v="22" actId="34807"/>
          <ac:spMkLst>
            <pc:docMk/>
            <pc:sldMk cId="1389944548" sldId="8597"/>
            <ac:spMk id="17797" creationId="{711B8C17-3984-7022-B2D9-B4AE7070644B}"/>
          </ac:spMkLst>
        </pc:spChg>
        <pc:spChg chg="add del mod">
          <ac:chgData name="" userId="" providerId="" clId="Web-{6E8403B9-C474-4B99-9353-4E0EB3CC5CF0}" dt="2026-10-23T09:50:43.954" v="22" actId="34807"/>
          <ac:spMkLst>
            <pc:docMk/>
            <pc:sldMk cId="1389944548" sldId="8597"/>
            <ac:spMk id="17802" creationId="{205FD2CA-1BDD-C7A9-9F3A-2056D17B6CB9}"/>
          </ac:spMkLst>
        </pc:spChg>
        <pc:spChg chg="add mod">
          <ac:chgData name="" userId="" providerId="" clId="Web-{6E8403B9-C474-4B99-9353-4E0EB3CC5CF0}" dt="2026-10-23T09:50:43.267" v="21" actId="34807"/>
          <ac:spMkLst>
            <pc:docMk/>
            <pc:sldMk cId="1389944548" sldId="8597"/>
            <ac:spMk id="18205" creationId="{E58D1CE2-0A86-8B0C-854E-776F3E2B1ADF}"/>
          </ac:spMkLst>
        </pc:spChg>
        <pc:spChg chg="add mod">
          <ac:chgData name="" userId="" providerId="" clId="Web-{6E8403B9-C474-4B99-9353-4E0EB3CC5CF0}" dt="2026-10-23T09:50:43.267" v="21" actId="34807"/>
          <ac:spMkLst>
            <pc:docMk/>
            <pc:sldMk cId="1389944548" sldId="8597"/>
            <ac:spMk id="18207" creationId="{657E5DDC-4B0D-B637-7221-983982A3337D}"/>
          </ac:spMkLst>
        </pc:spChg>
        <pc:spChg chg="add mod">
          <ac:chgData name="" userId="" providerId="" clId="Web-{6E8403B9-C474-4B99-9353-4E0EB3CC5CF0}" dt="2026-10-23T09:50:43.267" v="21" actId="34807"/>
          <ac:spMkLst>
            <pc:docMk/>
            <pc:sldMk cId="1389944548" sldId="8597"/>
            <ac:spMk id="18210" creationId="{5141A53F-4449-0BCA-F1FE-4EA7D90EA1D2}"/>
          </ac:spMkLst>
        </pc:spChg>
        <pc:spChg chg="add mod">
          <ac:chgData name="" userId="" providerId="" clId="Web-{6E8403B9-C474-4B99-9353-4E0EB3CC5CF0}" dt="2026-10-23T09:50:43.267" v="21" actId="34807"/>
          <ac:spMkLst>
            <pc:docMk/>
            <pc:sldMk cId="1389944548" sldId="8597"/>
            <ac:spMk id="18215" creationId="{2A4F11D3-682F-028C-3E6A-895FF4356CCB}"/>
          </ac:spMkLst>
        </pc:spChg>
        <pc:spChg chg="add mod">
          <ac:chgData name="" userId="" providerId="" clId="Web-{6E8403B9-C474-4B99-9353-4E0EB3CC5CF0}" dt="2026-10-23T09:50:43.267" v="21" actId="34807"/>
          <ac:spMkLst>
            <pc:docMk/>
            <pc:sldMk cId="1389944548" sldId="8597"/>
            <ac:spMk id="18221" creationId="{53AFFE88-4BB7-4646-8A33-F0F2FC0FCB07}"/>
          </ac:spMkLst>
        </pc:spChg>
        <pc:spChg chg="add mod">
          <ac:chgData name="" userId="" providerId="" clId="Web-{6E8403B9-C474-4B99-9353-4E0EB3CC5CF0}" dt="2026-10-23T09:50:43.267" v="21" actId="34807"/>
          <ac:spMkLst>
            <pc:docMk/>
            <pc:sldMk cId="1389944548" sldId="8597"/>
            <ac:spMk id="18228" creationId="{F701667E-0E2D-658D-CDD4-37C9611EAF1F}"/>
          </ac:spMkLst>
        </pc:spChg>
        <pc:graphicFrameChg chg="add del mod">
          <ac:chgData name="" userId="" providerId="" clId="Web-{6E8403B9-C474-4B99-9353-4E0EB3CC5CF0}" dt="2026-10-23T09:50:43.954" v="22" actId="34807"/>
          <ac:graphicFrameMkLst>
            <pc:docMk/>
            <pc:sldMk cId="1389944548" sldId="8597"/>
            <ac:graphicFrameMk id="7" creationId="{72394B0C-70C8-48DA-8D7E-3CBFD9414152}"/>
          </ac:graphicFrameMkLst>
        </pc:graphicFrameChg>
        <pc:graphicFrameChg chg="add mod">
          <ac:chgData name="" userId="" providerId="" clId="Web-{6E8403B9-C474-4B99-9353-4E0EB3CC5CF0}" dt="2026-10-23T09:50:43.267" v="21" actId="34807"/>
          <ac:graphicFrameMkLst>
            <pc:docMk/>
            <pc:sldMk cId="1389944548" sldId="8597"/>
            <ac:graphicFrameMk id="10" creationId="{EC61E8DB-4B5F-4849-941D-47976942E733}"/>
          </ac:graphicFrameMkLst>
        </pc:graphicFrameChg>
      </pc:sldChg>
      <pc:sldChg chg="addSp modSp">
        <pc:chgData name="" userId="" providerId="" clId="Web-{6E8403B9-C474-4B99-9353-4E0EB3CC5CF0}" dt="2026-10-23T09:50:50.345" v="24" actId="34807"/>
        <pc:sldMkLst>
          <pc:docMk/>
          <pc:sldMk cId="441665647" sldId="8836"/>
        </pc:sldMkLst>
        <pc:spChg chg="add mod">
          <ac:chgData name="" userId="" providerId="" clId="Web-{6E8403B9-C474-4B99-9353-4E0EB3CC5CF0}" dt="2026-10-23T09:50:49.595" v="23" actId="34807"/>
          <ac:spMkLst>
            <pc:docMk/>
            <pc:sldMk cId="441665647" sldId="8836"/>
            <ac:spMk id="18231" creationId="{9F45D86F-1B65-CA58-1644-CF45EADC99D2}"/>
          </ac:spMkLst>
        </pc:spChg>
        <pc:spChg chg="mod">
          <ac:chgData name="" userId="" providerId="" clId="Web-{6E8403B9-C474-4B99-9353-4E0EB3CC5CF0}" dt="2026-10-23T09:50:50.345" v="24" actId="34807"/>
          <ac:spMkLst>
            <pc:docMk/>
            <pc:sldMk cId="441665647" sldId="8836"/>
            <ac:spMk id="18243" creationId="{8D1F69DA-C18D-B75E-2C1D-BEF8111398C1}"/>
          </ac:spMkLst>
        </pc:spChg>
        <pc:spChg chg="add mod">
          <ac:chgData name="" userId="" providerId="" clId="Web-{6E8403B9-C474-4B99-9353-4E0EB3CC5CF0}" dt="2026-10-23T09:50:49.595" v="23" actId="34807"/>
          <ac:spMkLst>
            <pc:docMk/>
            <pc:sldMk cId="441665647" sldId="8836"/>
            <ac:spMk id="18256" creationId="{F197848C-E58A-F9AE-8080-E5A573B9A90B}"/>
          </ac:spMkLst>
        </pc:spChg>
        <pc:spChg chg="add mod">
          <ac:chgData name="" userId="" providerId="" clId="Web-{6E8403B9-C474-4B99-9353-4E0EB3CC5CF0}" dt="2026-10-23T09:50:50.345" v="24" actId="34807"/>
          <ac:spMkLst>
            <pc:docMk/>
            <pc:sldMk cId="441665647" sldId="8836"/>
            <ac:spMk id="18264" creationId="{793FBEEE-1FBB-AB00-F0BA-405C6B239BEA}"/>
          </ac:spMkLst>
        </pc:spChg>
        <pc:spChg chg="mod">
          <ac:chgData name="" userId="" providerId="" clId="Web-{6E8403B9-C474-4B99-9353-4E0EB3CC5CF0}" dt="2026-10-23T09:50:50.345" v="24" actId="34807"/>
          <ac:spMkLst>
            <pc:docMk/>
            <pc:sldMk cId="441665647" sldId="8836"/>
            <ac:spMk id="18294" creationId="{EB1A3F21-CCF5-345A-76FB-1F6137404BAC}"/>
          </ac:spMkLst>
        </pc:spChg>
        <pc:spChg chg="add mod">
          <ac:chgData name="" userId="" providerId="" clId="Web-{6E8403B9-C474-4B99-9353-4E0EB3CC5CF0}" dt="2026-10-23T09:50:49.595" v="23" actId="34807"/>
          <ac:spMkLst>
            <pc:docMk/>
            <pc:sldMk cId="441665647" sldId="8836"/>
            <ac:spMk id="18306" creationId="{3869F366-F774-B35A-6E5B-E68C262EBD53}"/>
          </ac:spMkLst>
        </pc:spChg>
        <pc:spChg chg="add mod">
          <ac:chgData name="" userId="" providerId="" clId="Web-{6E8403B9-C474-4B99-9353-4E0EB3CC5CF0}" dt="2026-10-23T09:50:50.345" v="24" actId="34807"/>
          <ac:spMkLst>
            <pc:docMk/>
            <pc:sldMk cId="441665647" sldId="8836"/>
            <ac:spMk id="18333" creationId="{E2AC2B6D-B668-75F3-E532-A5796CB7BED2}"/>
          </ac:spMkLst>
        </pc:spChg>
        <pc:spChg chg="add mod">
          <ac:chgData name="" userId="" providerId="" clId="Web-{6E8403B9-C474-4B99-9353-4E0EB3CC5CF0}" dt="2026-10-23T09:50:49.595" v="23" actId="34807"/>
          <ac:spMkLst>
            <pc:docMk/>
            <pc:sldMk cId="441665647" sldId="8836"/>
            <ac:spMk id="18348" creationId="{FE73680B-1447-590D-149D-A358C9A5E939}"/>
          </ac:spMkLst>
        </pc:spChg>
        <pc:spChg chg="add mod">
          <ac:chgData name="" userId="" providerId="" clId="Web-{6E8403B9-C474-4B99-9353-4E0EB3CC5CF0}" dt="2026-10-23T09:50:49.595" v="23" actId="34807"/>
          <ac:spMkLst>
            <pc:docMk/>
            <pc:sldMk cId="441665647" sldId="8836"/>
            <ac:spMk id="18381" creationId="{1FB83918-5EA5-E03E-351F-431D122FA5A0}"/>
          </ac:spMkLst>
        </pc:spChg>
        <pc:spChg chg="add mod">
          <ac:chgData name="" userId="" providerId="" clId="Web-{6E8403B9-C474-4B99-9353-4E0EB3CC5CF0}" dt="2026-10-23T09:50:49.595" v="23" actId="34807"/>
          <ac:spMkLst>
            <pc:docMk/>
            <pc:sldMk cId="441665647" sldId="8836"/>
            <ac:spMk id="18528" creationId="{F52A4F0E-A5F6-01D2-87B2-B2D7AEA540D4}"/>
          </ac:spMkLst>
        </pc:spChg>
        <pc:spChg chg="add mod">
          <ac:chgData name="" userId="" providerId="" clId="Web-{6E8403B9-C474-4B99-9353-4E0EB3CC5CF0}" dt="2026-10-23T09:50:49.595" v="23" actId="34807"/>
          <ac:spMkLst>
            <pc:docMk/>
            <pc:sldMk cId="441665647" sldId="8836"/>
            <ac:spMk id="18553" creationId="{60229714-7A4E-E45B-AE7E-7DFEFC7F2808}"/>
          </ac:spMkLst>
        </pc:spChg>
        <pc:spChg chg="add mod">
          <ac:chgData name="" userId="" providerId="" clId="Web-{6E8403B9-C474-4B99-9353-4E0EB3CC5CF0}" dt="2026-10-23T09:50:49.595" v="23" actId="34807"/>
          <ac:spMkLst>
            <pc:docMk/>
            <pc:sldMk cId="441665647" sldId="8836"/>
            <ac:spMk id="18606" creationId="{8B3B57AD-D226-4A5E-5767-9286908ADA5E}"/>
          </ac:spMkLst>
        </pc:spChg>
      </pc:sldChg>
      <pc:sldChg chg="addSp modSp">
        <pc:chgData name="" userId="" providerId="" clId="Web-{6E8403B9-C474-4B99-9353-4E0EB3CC5CF0}" dt="2026-10-23T09:51:00.205" v="25" actId="34807"/>
        <pc:sldMkLst>
          <pc:docMk/>
          <pc:sldMk cId="846757930" sldId="9076"/>
        </pc:sldMkLst>
        <pc:spChg chg="add mod">
          <ac:chgData name="" userId="" providerId="" clId="Web-{6E8403B9-C474-4B99-9353-4E0EB3CC5CF0}" dt="2026-10-23T09:51:00.205" v="25" actId="34807"/>
          <ac:spMkLst>
            <pc:docMk/>
            <pc:sldMk cId="846757930" sldId="9076"/>
            <ac:spMk id="18607" creationId="{D2240779-CB1C-5197-3408-803C7D0D3016}"/>
          </ac:spMkLst>
        </pc:spChg>
        <pc:spChg chg="add mod">
          <ac:chgData name="" userId="" providerId="" clId="Web-{6E8403B9-C474-4B99-9353-4E0EB3CC5CF0}" dt="2026-10-23T09:51:00.205" v="25" actId="34807"/>
          <ac:spMkLst>
            <pc:docMk/>
            <pc:sldMk cId="846757930" sldId="9076"/>
            <ac:spMk id="18612" creationId="{D7A64197-E3AD-790A-1147-FE69E38EAF46}"/>
          </ac:spMkLst>
        </pc:spChg>
        <pc:spChg chg="add mod">
          <ac:chgData name="" userId="" providerId="" clId="Web-{6E8403B9-C474-4B99-9353-4E0EB3CC5CF0}" dt="2026-10-23T09:51:00.205" v="25" actId="34807"/>
          <ac:spMkLst>
            <pc:docMk/>
            <pc:sldMk cId="846757930" sldId="9076"/>
            <ac:spMk id="18634" creationId="{ADEE509C-FA68-6BC0-47B5-2CA634AAB5BD}"/>
          </ac:spMkLst>
        </pc:spChg>
        <pc:spChg chg="add mod">
          <ac:chgData name="" userId="" providerId="" clId="Web-{6E8403B9-C474-4B99-9353-4E0EB3CC5CF0}" dt="2026-10-23T09:51:00.205" v="25" actId="34807"/>
          <ac:spMkLst>
            <pc:docMk/>
            <pc:sldMk cId="846757930" sldId="9076"/>
            <ac:spMk id="18684" creationId="{242AE9A8-384E-4715-3371-08F896A78CBA}"/>
          </ac:spMkLst>
        </pc:spChg>
        <pc:spChg chg="add mod">
          <ac:chgData name="" userId="" providerId="" clId="Web-{6E8403B9-C474-4B99-9353-4E0EB3CC5CF0}" dt="2026-10-23T09:51:00.205" v="25" actId="34807"/>
          <ac:spMkLst>
            <pc:docMk/>
            <pc:sldMk cId="846757930" sldId="9076"/>
            <ac:spMk id="18697" creationId="{107724DE-F577-C91F-97B5-F86B0EBEEB59}"/>
          </ac:spMkLst>
        </pc:spChg>
        <pc:spChg chg="add mod">
          <ac:chgData name="" userId="" providerId="" clId="Web-{6E8403B9-C474-4B99-9353-4E0EB3CC5CF0}" dt="2026-10-23T09:51:00.205" v="25" actId="34807"/>
          <ac:spMkLst>
            <pc:docMk/>
            <pc:sldMk cId="846757930" sldId="9076"/>
            <ac:spMk id="18726" creationId="{383900EA-05BF-D19B-8C31-9C583420601F}"/>
          </ac:spMkLst>
        </pc:spChg>
        <pc:spChg chg="add mod">
          <ac:chgData name="" userId="" providerId="" clId="Web-{6E8403B9-C474-4B99-9353-4E0EB3CC5CF0}" dt="2026-10-23T09:51:00.205" v="25" actId="34807"/>
          <ac:spMkLst>
            <pc:docMk/>
            <pc:sldMk cId="846757930" sldId="9076"/>
            <ac:spMk id="18759" creationId="{10C4A10A-443F-A3ED-F5D4-E4EB635FDDC1}"/>
          </ac:spMkLst>
        </pc:spChg>
        <pc:spChg chg="add mod">
          <ac:chgData name="" userId="" providerId="" clId="Web-{6E8403B9-C474-4B99-9353-4E0EB3CC5CF0}" dt="2026-10-23T09:51:00.205" v="25" actId="34807"/>
          <ac:spMkLst>
            <pc:docMk/>
            <pc:sldMk cId="846757930" sldId="9076"/>
            <ac:spMk id="18777" creationId="{2503EE2B-7A2B-4F1E-E358-E760D290771C}"/>
          </ac:spMkLst>
        </pc:spChg>
        <pc:spChg chg="add mod">
          <ac:chgData name="" userId="" providerId="" clId="Web-{6E8403B9-C474-4B99-9353-4E0EB3CC5CF0}" dt="2026-10-23T09:51:00.205" v="25" actId="34807"/>
          <ac:spMkLst>
            <pc:docMk/>
            <pc:sldMk cId="846757930" sldId="9076"/>
            <ac:spMk id="18859" creationId="{30CA1A04-608A-889A-255D-A05D810C7C1C}"/>
          </ac:spMkLst>
        </pc:spChg>
        <pc:spChg chg="add mod">
          <ac:chgData name="" userId="" providerId="" clId="Web-{6E8403B9-C474-4B99-9353-4E0EB3CC5CF0}" dt="2026-10-23T09:51:00.205" v="25" actId="34807"/>
          <ac:spMkLst>
            <pc:docMk/>
            <pc:sldMk cId="846757930" sldId="9076"/>
            <ac:spMk id="18882" creationId="{D8C5A995-4601-4A27-33E2-1D5DEBC72DC0}"/>
          </ac:spMkLst>
        </pc:spChg>
      </pc:sldChg>
      <pc:sldChg chg="addSp modSp">
        <pc:chgData name="" userId="" providerId="" clId="Web-{6E8403B9-C474-4B99-9353-4E0EB3CC5CF0}" dt="2026-10-23T09:51:08.298" v="28" actId="34807"/>
        <pc:sldMkLst>
          <pc:docMk/>
          <pc:sldMk cId="3458264873" sldId="9317"/>
        </pc:sldMkLst>
        <pc:spChg chg="add mod">
          <ac:chgData name="" userId="" providerId="" clId="Web-{6E8403B9-C474-4B99-9353-4E0EB3CC5CF0}" dt="2026-10-23T09:51:08.298" v="28" actId="34807"/>
          <ac:spMkLst>
            <pc:docMk/>
            <pc:sldMk cId="3458264873" sldId="9317"/>
            <ac:spMk id="19060" creationId="{AA70C03B-104B-F9AB-51BA-244567993836}"/>
          </ac:spMkLst>
        </pc:spChg>
        <pc:spChg chg="add mod">
          <ac:chgData name="" userId="" providerId="" clId="Web-{6E8403B9-C474-4B99-9353-4E0EB3CC5CF0}" dt="2026-10-23T09:51:08.298" v="28" actId="34807"/>
          <ac:spMkLst>
            <pc:docMk/>
            <pc:sldMk cId="3458264873" sldId="9317"/>
            <ac:spMk id="19062" creationId="{221CFE4D-0569-6088-1AF2-C581E32097C5}"/>
          </ac:spMkLst>
        </pc:spChg>
        <pc:spChg chg="add mod">
          <ac:chgData name="" userId="" providerId="" clId="Web-{6E8403B9-C474-4B99-9353-4E0EB3CC5CF0}" dt="2026-10-23T09:51:08.298" v="28" actId="34807"/>
          <ac:spMkLst>
            <pc:docMk/>
            <pc:sldMk cId="3458264873" sldId="9317"/>
            <ac:spMk id="19065" creationId="{1771B771-3FB3-D387-47E7-9941F5E3C842}"/>
          </ac:spMkLst>
        </pc:spChg>
        <pc:spChg chg="add mod">
          <ac:chgData name="" userId="" providerId="" clId="Web-{6E8403B9-C474-4B99-9353-4E0EB3CC5CF0}" dt="2026-10-23T09:51:08.298" v="28" actId="34807"/>
          <ac:spMkLst>
            <pc:docMk/>
            <pc:sldMk cId="3458264873" sldId="9317"/>
            <ac:spMk id="19114" creationId="{E8A92738-0F0F-F7E0-647C-2EF1A29D7842}"/>
          </ac:spMkLst>
        </pc:spChg>
        <pc:spChg chg="add mod">
          <ac:chgData name="" userId="" providerId="" clId="Web-{6E8403B9-C474-4B99-9353-4E0EB3CC5CF0}" dt="2026-10-23T09:51:08.298" v="28" actId="34807"/>
          <ac:spMkLst>
            <pc:docMk/>
            <pc:sldMk cId="3458264873" sldId="9317"/>
            <ac:spMk id="19137" creationId="{12FA20AE-9098-7529-8216-460215209768}"/>
          </ac:spMkLst>
        </pc:spChg>
        <pc:spChg chg="add mod">
          <ac:chgData name="" userId="" providerId="" clId="Web-{6E8403B9-C474-4B99-9353-4E0EB3CC5CF0}" dt="2026-10-23T09:51:08.298" v="28" actId="34807"/>
          <ac:spMkLst>
            <pc:docMk/>
            <pc:sldMk cId="3458264873" sldId="9317"/>
            <ac:spMk id="19150" creationId="{0CAB42F5-C63A-30D1-121D-9370F24D9E45}"/>
          </ac:spMkLst>
        </pc:spChg>
        <pc:spChg chg="add mod">
          <ac:chgData name="" userId="" providerId="" clId="Web-{6E8403B9-C474-4B99-9353-4E0EB3CC5CF0}" dt="2026-10-23T09:51:08.298" v="28" actId="34807"/>
          <ac:spMkLst>
            <pc:docMk/>
            <pc:sldMk cId="3458264873" sldId="9317"/>
            <ac:spMk id="19164" creationId="{F8C1A587-FED3-D985-645C-69B48107A1E1}"/>
          </ac:spMkLst>
        </pc:spChg>
        <pc:spChg chg="add mod">
          <ac:chgData name="" userId="" providerId="" clId="Web-{6E8403B9-C474-4B99-9353-4E0EB3CC5CF0}" dt="2026-10-23T09:51:08.298" v="28" actId="34807"/>
          <ac:spMkLst>
            <pc:docMk/>
            <pc:sldMk cId="3458264873" sldId="9317"/>
            <ac:spMk id="19195" creationId="{302DE0B0-50D2-EEBF-FD3F-1913F9EABC2F}"/>
          </ac:spMkLst>
        </pc:spChg>
        <pc:spChg chg="add mod">
          <ac:chgData name="" userId="" providerId="" clId="Web-{6E8403B9-C474-4B99-9353-4E0EB3CC5CF0}" dt="2026-10-23T09:51:08.298" v="28" actId="34807"/>
          <ac:spMkLst>
            <pc:docMk/>
            <pc:sldMk cId="3458264873" sldId="9317"/>
            <ac:spMk id="19212" creationId="{CB32CA2D-9AA6-2389-90BA-F26E4F3C1F4D}"/>
          </ac:spMkLst>
        </pc:spChg>
        <pc:spChg chg="add mod">
          <ac:chgData name="" userId="" providerId="" clId="Web-{6E8403B9-C474-4B99-9353-4E0EB3CC5CF0}" dt="2026-10-23T09:51:08.298" v="28" actId="34807"/>
          <ac:spMkLst>
            <pc:docMk/>
            <pc:sldMk cId="3458264873" sldId="9317"/>
            <ac:spMk id="19249" creationId="{5D81B813-BC0D-2722-1CFF-2144D50DA2BF}"/>
          </ac:spMkLst>
        </pc:spChg>
      </pc:sldChg>
      <pc:sldChg chg="addSp modSp">
        <pc:chgData name="" userId="" providerId="" clId="Web-{6E8403B9-C474-4B99-9353-4E0EB3CC5CF0}" dt="2026-10-23T09:51:19.314" v="29" actId="34807"/>
        <pc:sldMkLst>
          <pc:docMk/>
          <pc:sldMk cId="3232808632" sldId="9559"/>
        </pc:sldMkLst>
        <pc:spChg chg="add mod">
          <ac:chgData name="" userId="" providerId="" clId="Web-{6E8403B9-C474-4B99-9353-4E0EB3CC5CF0}" dt="2026-10-23T09:51:19.314" v="29" actId="34807"/>
          <ac:spMkLst>
            <pc:docMk/>
            <pc:sldMk cId="3232808632" sldId="9559"/>
            <ac:spMk id="19259" creationId="{6B872645-6C91-72F8-B246-0D8DA409FC73}"/>
          </ac:spMkLst>
        </pc:spChg>
        <pc:spChg chg="add mod">
          <ac:chgData name="" userId="" providerId="" clId="Web-{6E8403B9-C474-4B99-9353-4E0EB3CC5CF0}" dt="2026-10-23T09:51:19.314" v="29" actId="34807"/>
          <ac:spMkLst>
            <pc:docMk/>
            <pc:sldMk cId="3232808632" sldId="9559"/>
            <ac:spMk id="19270" creationId="{2F09A3A1-8B67-75C4-14E2-D0D2B9EC39A8}"/>
          </ac:spMkLst>
        </pc:spChg>
        <pc:spChg chg="add mod">
          <ac:chgData name="" userId="" providerId="" clId="Web-{6E8403B9-C474-4B99-9353-4E0EB3CC5CF0}" dt="2026-10-23T09:51:19.314" v="29" actId="34807"/>
          <ac:spMkLst>
            <pc:docMk/>
            <pc:sldMk cId="3232808632" sldId="9559"/>
            <ac:spMk id="19285" creationId="{55B42BCA-1C1C-6B77-BDCC-BD1FB9EFF795}"/>
          </ac:spMkLst>
        </pc:spChg>
        <pc:spChg chg="add mod">
          <ac:chgData name="" userId="" providerId="" clId="Web-{6E8403B9-C474-4B99-9353-4E0EB3CC5CF0}" dt="2026-10-23T09:51:19.314" v="29" actId="34807"/>
          <ac:spMkLst>
            <pc:docMk/>
            <pc:sldMk cId="3232808632" sldId="9559"/>
            <ac:spMk id="19304" creationId="{B18E7AA6-5036-951E-FD08-26FCD908BB5E}"/>
          </ac:spMkLst>
        </pc:spChg>
        <pc:spChg chg="add mod">
          <ac:chgData name="" userId="" providerId="" clId="Web-{6E8403B9-C474-4B99-9353-4E0EB3CC5CF0}" dt="2026-10-23T09:51:19.314" v="29" actId="34807"/>
          <ac:spMkLst>
            <pc:docMk/>
            <pc:sldMk cId="3232808632" sldId="9559"/>
            <ac:spMk id="19354" creationId="{9C94702A-89A8-EBE4-4B3B-80F9BC5A963C}"/>
          </ac:spMkLst>
        </pc:spChg>
        <pc:spChg chg="add mod">
          <ac:chgData name="" userId="" providerId="" clId="Web-{6E8403B9-C474-4B99-9353-4E0EB3CC5CF0}" dt="2026-10-23T09:51:19.314" v="29" actId="34807"/>
          <ac:spMkLst>
            <pc:docMk/>
            <pc:sldMk cId="3232808632" sldId="9559"/>
            <ac:spMk id="19385" creationId="{5DB94842-3743-003E-5B05-5C73BF7CAA0F}"/>
          </ac:spMkLst>
        </pc:spChg>
        <pc:spChg chg="add mod">
          <ac:chgData name="" userId="" providerId="" clId="Web-{6E8403B9-C474-4B99-9353-4E0EB3CC5CF0}" dt="2026-10-23T09:51:19.314" v="29" actId="34807"/>
          <ac:spMkLst>
            <pc:docMk/>
            <pc:sldMk cId="3232808632" sldId="9559"/>
            <ac:spMk id="19420" creationId="{ADA35AF3-AA79-C6DD-BFBC-2400066EAB91}"/>
          </ac:spMkLst>
        </pc:spChg>
        <pc:spChg chg="add mod">
          <ac:chgData name="" userId="" providerId="" clId="Web-{6E8403B9-C474-4B99-9353-4E0EB3CC5CF0}" dt="2026-10-23T09:51:19.314" v="29" actId="34807"/>
          <ac:spMkLst>
            <pc:docMk/>
            <pc:sldMk cId="3232808632" sldId="9559"/>
            <ac:spMk id="19480" creationId="{40B4C6F2-1BDF-1E97-E669-A882ACF9FA54}"/>
          </ac:spMkLst>
        </pc:spChg>
        <pc:spChg chg="add mod">
          <ac:chgData name="" userId="" providerId="" clId="Web-{6E8403B9-C474-4B99-9353-4E0EB3CC5CF0}" dt="2026-10-23T09:51:19.314" v="29" actId="34807"/>
          <ac:spMkLst>
            <pc:docMk/>
            <pc:sldMk cId="3232808632" sldId="9559"/>
            <ac:spMk id="19502" creationId="{F90A37CE-69D1-699A-5E95-64BD2492FF6B}"/>
          </ac:spMkLst>
        </pc:spChg>
        <pc:spChg chg="add mod">
          <ac:chgData name="" userId="" providerId="" clId="Web-{6E8403B9-C474-4B99-9353-4E0EB3CC5CF0}" dt="2026-10-23T09:51:19.314" v="29" actId="34807"/>
          <ac:spMkLst>
            <pc:docMk/>
            <pc:sldMk cId="3232808632" sldId="9559"/>
            <ac:spMk id="19549" creationId="{E05AAE92-A82E-A06B-0D11-A06454BEFC1B}"/>
          </ac:spMkLst>
        </pc:spChg>
      </pc:sldChg>
      <pc:sldChg chg="addSp delSp modSp">
        <pc:chgData name="" userId="" providerId="" clId="Web-{6E8403B9-C474-4B99-9353-4E0EB3CC5CF0}" dt="2026-10-23T09:54:57.434" v="45" actId="34807"/>
        <pc:sldMkLst>
          <pc:docMk/>
          <pc:sldMk cId="3812960141" sldId="9802"/>
        </pc:sldMkLst>
        <pc:spChg chg="add del mod">
          <ac:chgData name="" userId="" providerId="" clId="Web-{6E8403B9-C474-4B99-9353-4E0EB3CC5CF0}" dt="2026-10-23T09:54:57.434" v="45" actId="34807"/>
          <ac:spMkLst>
            <pc:docMk/>
            <pc:sldMk cId="3812960141" sldId="9802"/>
            <ac:spMk id="19628" creationId="{A2ECEAF1-25BA-7B23-60B0-C83F0A6AA5F3}"/>
          </ac:spMkLst>
        </pc:spChg>
        <pc:spChg chg="add del mod">
          <ac:chgData name="" userId="" providerId="" clId="Web-{6E8403B9-C474-4B99-9353-4E0EB3CC5CF0}" dt="2026-10-23T09:54:57.434" v="45" actId="34807"/>
          <ac:spMkLst>
            <pc:docMk/>
            <pc:sldMk cId="3812960141" sldId="9802"/>
            <ac:spMk id="19642" creationId="{EC988E9F-FC06-D5BD-E675-0B16D4510C00}"/>
          </ac:spMkLst>
        </pc:spChg>
        <pc:spChg chg="add del mod">
          <ac:chgData name="" userId="" providerId="" clId="Web-{6E8403B9-C474-4B99-9353-4E0EB3CC5CF0}" dt="2026-10-23T09:54:57.434" v="45" actId="34807"/>
          <ac:spMkLst>
            <pc:docMk/>
            <pc:sldMk cId="3812960141" sldId="9802"/>
            <ac:spMk id="19648" creationId="{D2789F94-6759-134D-9CEA-F8A21F3CDE2F}"/>
          </ac:spMkLst>
        </pc:spChg>
        <pc:spChg chg="add del mod">
          <ac:chgData name="" userId="" providerId="" clId="Web-{6E8403B9-C474-4B99-9353-4E0EB3CC5CF0}" dt="2026-10-23T09:54:57.434" v="45" actId="34807"/>
          <ac:spMkLst>
            <pc:docMk/>
            <pc:sldMk cId="3812960141" sldId="9802"/>
            <ac:spMk id="19655" creationId="{38852982-3D6E-74CC-E4FC-56C5065861C6}"/>
          </ac:spMkLst>
        </pc:spChg>
        <pc:spChg chg="add del mod">
          <ac:chgData name="" userId="" providerId="" clId="Web-{6E8403B9-C474-4B99-9353-4E0EB3CC5CF0}" dt="2026-10-23T09:54:57.434" v="45" actId="34807"/>
          <ac:spMkLst>
            <pc:docMk/>
            <pc:sldMk cId="3812960141" sldId="9802"/>
            <ac:spMk id="19693" creationId="{5CE2596D-6F4D-3293-B933-330EA6AAB54C}"/>
          </ac:spMkLst>
        </pc:spChg>
        <pc:spChg chg="add del mod">
          <ac:chgData name="" userId="" providerId="" clId="Web-{6E8403B9-C474-4B99-9353-4E0EB3CC5CF0}" dt="2026-10-23T09:54:57.434" v="45" actId="34807"/>
          <ac:spMkLst>
            <pc:docMk/>
            <pc:sldMk cId="3812960141" sldId="9802"/>
            <ac:spMk id="19705" creationId="{4D573208-A547-0DB9-E75E-711ECCD13C56}"/>
          </ac:spMkLst>
        </pc:spChg>
        <pc:spChg chg="add del mod">
          <ac:chgData name="" userId="" providerId="" clId="Web-{6E8403B9-C474-4B99-9353-4E0EB3CC5CF0}" dt="2026-10-23T09:54:57.434" v="45" actId="34807"/>
          <ac:spMkLst>
            <pc:docMk/>
            <pc:sldMk cId="3812960141" sldId="9802"/>
            <ac:spMk id="19718" creationId="{9BEF9BCD-81EE-D589-D771-37C951F9FF60}"/>
          </ac:spMkLst>
        </pc:spChg>
        <pc:spChg chg="add del mod">
          <ac:chgData name="" userId="" providerId="" clId="Web-{6E8403B9-C474-4B99-9353-4E0EB3CC5CF0}" dt="2026-10-23T09:54:57.434" v="45" actId="34807"/>
          <ac:spMkLst>
            <pc:docMk/>
            <pc:sldMk cId="3812960141" sldId="9802"/>
            <ac:spMk id="19747" creationId="{CA0C27E9-D046-2737-B7AC-C7A0CAB7DFED}"/>
          </ac:spMkLst>
        </pc:spChg>
        <pc:spChg chg="add del mod">
          <ac:chgData name="" userId="" providerId="" clId="Web-{6E8403B9-C474-4B99-9353-4E0EB3CC5CF0}" dt="2026-10-23T09:54:57.434" v="45" actId="34807"/>
          <ac:spMkLst>
            <pc:docMk/>
            <pc:sldMk cId="3812960141" sldId="9802"/>
            <ac:spMk id="19780" creationId="{3957B3B8-5A03-58E5-82B2-DE6D74989C51}"/>
          </ac:spMkLst>
        </pc:spChg>
        <pc:spChg chg="add del mod">
          <ac:chgData name="" userId="" providerId="" clId="Web-{6E8403B9-C474-4B99-9353-4E0EB3CC5CF0}" dt="2026-10-23T09:54:57.434" v="45" actId="34807"/>
          <ac:spMkLst>
            <pc:docMk/>
            <pc:sldMk cId="3812960141" sldId="9802"/>
            <ac:spMk id="19858" creationId="{5F298D50-2306-4B18-EDBE-AA6C4B92BF34}"/>
          </ac:spMkLst>
        </pc:spChg>
        <pc:spChg chg="add mod">
          <ac:chgData name="" userId="" providerId="" clId="Web-{6E8403B9-C474-4B99-9353-4E0EB3CC5CF0}" dt="2026-10-23T09:54:55.324" v="43" actId="34807"/>
          <ac:spMkLst>
            <pc:docMk/>
            <pc:sldMk cId="3812960141" sldId="9802"/>
            <ac:spMk id="21688" creationId="{2C084A3A-9E43-4D98-ABC8-6552068750A7}"/>
          </ac:spMkLst>
        </pc:spChg>
        <pc:spChg chg="add mod">
          <ac:chgData name="" userId="" providerId="" clId="Web-{6E8403B9-C474-4B99-9353-4E0EB3CC5CF0}" dt="2026-10-23T09:54:55.324" v="43" actId="34807"/>
          <ac:spMkLst>
            <pc:docMk/>
            <pc:sldMk cId="3812960141" sldId="9802"/>
            <ac:spMk id="21690" creationId="{071A4D8B-EAE9-EEEB-33E3-FEAECC88DB08}"/>
          </ac:spMkLst>
        </pc:spChg>
        <pc:spChg chg="add mod">
          <ac:chgData name="" userId="" providerId="" clId="Web-{6E8403B9-C474-4B99-9353-4E0EB3CC5CF0}" dt="2026-10-23T09:54:55.324" v="43" actId="34807"/>
          <ac:spMkLst>
            <pc:docMk/>
            <pc:sldMk cId="3812960141" sldId="9802"/>
            <ac:spMk id="21693" creationId="{5BA3F96C-159F-3170-3EC7-EA9AA2C39B4B}"/>
          </ac:spMkLst>
        </pc:spChg>
        <pc:spChg chg="add mod">
          <ac:chgData name="" userId="" providerId="" clId="Web-{6E8403B9-C474-4B99-9353-4E0EB3CC5CF0}" dt="2026-10-23T09:54:55.324" v="43" actId="34807"/>
          <ac:spMkLst>
            <pc:docMk/>
            <pc:sldMk cId="3812960141" sldId="9802"/>
            <ac:spMk id="21702" creationId="{00CA75E1-9763-3308-6D53-298FBEE48945}"/>
          </ac:spMkLst>
        </pc:spChg>
        <pc:spChg chg="add mod">
          <ac:chgData name="" userId="" providerId="" clId="Web-{6E8403B9-C474-4B99-9353-4E0EB3CC5CF0}" dt="2026-10-23T09:54:55.324" v="43" actId="34807"/>
          <ac:spMkLst>
            <pc:docMk/>
            <pc:sldMk cId="3812960141" sldId="9802"/>
            <ac:spMk id="21742" creationId="{4E5A6B40-B424-C31D-31AE-0A4AE0A60E18}"/>
          </ac:spMkLst>
        </pc:spChg>
        <pc:spChg chg="add mod">
          <ac:chgData name="" userId="" providerId="" clId="Web-{6E8403B9-C474-4B99-9353-4E0EB3CC5CF0}" dt="2026-10-23T09:54:55.324" v="43" actId="34807"/>
          <ac:spMkLst>
            <pc:docMk/>
            <pc:sldMk cId="3812960141" sldId="9802"/>
            <ac:spMk id="21807" creationId="{46D834C5-63B4-1D2D-C25A-05DAC101E8AD}"/>
          </ac:spMkLst>
        </pc:spChg>
        <pc:spChg chg="add mod">
          <ac:chgData name="" userId="" providerId="" clId="Web-{6E8403B9-C474-4B99-9353-4E0EB3CC5CF0}" dt="2026-10-23T09:54:55.324" v="43" actId="34807"/>
          <ac:spMkLst>
            <pc:docMk/>
            <pc:sldMk cId="3812960141" sldId="9802"/>
            <ac:spMk id="21840" creationId="{78A760AB-53DC-93EB-2162-0DEA02DCD8B8}"/>
          </ac:spMkLst>
        </pc:spChg>
        <pc:spChg chg="add mod">
          <ac:chgData name="" userId="" providerId="" clId="Web-{6E8403B9-C474-4B99-9353-4E0EB3CC5CF0}" dt="2026-10-23T09:54:55.324" v="43" actId="34807"/>
          <ac:spMkLst>
            <pc:docMk/>
            <pc:sldMk cId="3812960141" sldId="9802"/>
            <ac:spMk id="21858" creationId="{B309E6E4-A01A-A1B4-3CB1-3FCCCA011A5E}"/>
          </ac:spMkLst>
        </pc:spChg>
        <pc:spChg chg="add mod">
          <ac:chgData name="" userId="" providerId="" clId="Web-{6E8403B9-C474-4B99-9353-4E0EB3CC5CF0}" dt="2026-10-23T09:54:55.324" v="43" actId="34807"/>
          <ac:spMkLst>
            <pc:docMk/>
            <pc:sldMk cId="3812960141" sldId="9802"/>
            <ac:spMk id="21940" creationId="{EF62D3F8-F42C-DD96-E5A3-817BA2B7FF50}"/>
          </ac:spMkLst>
        </pc:spChg>
        <pc:spChg chg="add mod">
          <ac:chgData name="" userId="" providerId="" clId="Web-{6E8403B9-C474-4B99-9353-4E0EB3CC5CF0}" dt="2026-10-23T09:54:55.324" v="43" actId="34807"/>
          <ac:spMkLst>
            <pc:docMk/>
            <pc:sldMk cId="3812960141" sldId="9802"/>
            <ac:spMk id="21963" creationId="{C1F4DAEF-5DAE-6F36-ACDB-B94C5FE37A14}"/>
          </ac:spMkLst>
        </pc:spChg>
        <pc:picChg chg="add mod">
          <ac:chgData name="" userId="" providerId="" clId="Web-{6E8403B9-C474-4B99-9353-4E0EB3CC5CF0}" dt="2026-10-23T09:51:27.627" v="31" actId="34807"/>
          <ac:picMkLst>
            <pc:docMk/>
            <pc:sldMk cId="3812960141" sldId="9802"/>
            <ac:picMk id="19904" creationId="{CCDDBCD4-1F6E-41C4-AF63-BCD47798F230}"/>
          </ac:picMkLst>
        </pc:picChg>
        <pc:picChg chg="add mod">
          <ac:chgData name="" userId="" providerId="" clId="Web-{6E8403B9-C474-4B99-9353-4E0EB3CC5CF0}" dt="2026-10-23T09:51:27.627" v="31" actId="34807"/>
          <ac:picMkLst>
            <pc:docMk/>
            <pc:sldMk cId="3812960141" sldId="9802"/>
            <ac:picMk id="19905" creationId="{4901C746-36BE-3AEF-0F57-D49B297AF69E}"/>
          </ac:picMkLst>
        </pc:picChg>
        <pc:picChg chg="add mod">
          <ac:chgData name="" userId="" providerId="" clId="Web-{6E8403B9-C474-4B99-9353-4E0EB3CC5CF0}" dt="2026-10-23T09:54:56.356" v="44" actId="34807"/>
          <ac:picMkLst>
            <pc:docMk/>
            <pc:sldMk cId="3812960141" sldId="9802"/>
            <ac:picMk id="21964" creationId="{F9DF6736-E2FD-330B-77C9-BFBFD7F2788D}"/>
          </ac:picMkLst>
        </pc:picChg>
        <pc:picChg chg="add mod">
          <ac:chgData name="" userId="" providerId="" clId="Web-{6E8403B9-C474-4B99-9353-4E0EB3CC5CF0}" dt="2026-10-23T09:54:56.356" v="44" actId="34807"/>
          <ac:picMkLst>
            <pc:docMk/>
            <pc:sldMk cId="3812960141" sldId="9802"/>
            <ac:picMk id="21965" creationId="{1C9E2FF5-BE95-E6B1-72F7-4B662F4746D0}"/>
          </ac:picMkLst>
        </pc:picChg>
      </pc:sldChg>
      <pc:sldChg chg="addSp delSp modSp">
        <pc:chgData name="" userId="" providerId="" clId="Web-{6E8403B9-C474-4B99-9353-4E0EB3CC5CF0}" dt="2026-10-23T09:54:59.278" v="48" actId="34807"/>
        <pc:sldMkLst>
          <pc:docMk/>
          <pc:sldMk cId="1844880558" sldId="10046"/>
        </pc:sldMkLst>
        <pc:spChg chg="add mod">
          <ac:chgData name="" userId="" providerId="" clId="Web-{6E8403B9-C474-4B99-9353-4E0EB3CC5CF0}" dt="2026-10-23T09:51:41.612" v="32" actId="34807"/>
          <ac:spMkLst>
            <pc:docMk/>
            <pc:sldMk cId="1844880558" sldId="10046"/>
            <ac:spMk id="19906" creationId="{737D283F-43BA-DFD0-9343-9673E3D8B403}"/>
          </ac:spMkLst>
        </pc:spChg>
        <pc:spChg chg="add mod">
          <ac:chgData name="" userId="" providerId="" clId="Web-{6E8403B9-C474-4B99-9353-4E0EB3CC5CF0}" dt="2026-10-23T09:51:41.612" v="32" actId="34807"/>
          <ac:spMkLst>
            <pc:docMk/>
            <pc:sldMk cId="1844880558" sldId="10046"/>
            <ac:spMk id="19915" creationId="{40CC12D3-BD9A-5515-84A7-AAFE8D5F982F}"/>
          </ac:spMkLst>
        </pc:spChg>
        <pc:spChg chg="add mod">
          <ac:chgData name="" userId="" providerId="" clId="Web-{6E8403B9-C474-4B99-9353-4E0EB3CC5CF0}" dt="2026-10-23T09:51:41.612" v="32" actId="34807"/>
          <ac:spMkLst>
            <pc:docMk/>
            <pc:sldMk cId="1844880558" sldId="10046"/>
            <ac:spMk id="19926" creationId="{042E9A77-6FDC-6A58-025D-EAE90FA4786B}"/>
          </ac:spMkLst>
        </pc:spChg>
        <pc:spChg chg="add mod">
          <ac:chgData name="" userId="" providerId="" clId="Web-{6E8403B9-C474-4B99-9353-4E0EB3CC5CF0}" dt="2026-10-23T09:51:41.612" v="32" actId="34807"/>
          <ac:spMkLst>
            <pc:docMk/>
            <pc:sldMk cId="1844880558" sldId="10046"/>
            <ac:spMk id="19950" creationId="{D7B04290-3A75-F086-5136-262395D35BF6}"/>
          </ac:spMkLst>
        </pc:spChg>
        <pc:spChg chg="add mod">
          <ac:chgData name="" userId="" providerId="" clId="Web-{6E8403B9-C474-4B99-9353-4E0EB3CC5CF0}" dt="2026-10-23T09:51:41.612" v="32" actId="34807"/>
          <ac:spMkLst>
            <pc:docMk/>
            <pc:sldMk cId="1844880558" sldId="10046"/>
            <ac:spMk id="19960" creationId="{B205AA78-2593-0428-5D1F-B519FD7D59F1}"/>
          </ac:spMkLst>
        </pc:spChg>
        <pc:spChg chg="del mod">
          <ac:chgData name="" userId="" providerId="" clId="Web-{6E8403B9-C474-4B99-9353-4E0EB3CC5CF0}" dt="2026-10-23T09:54:52.371" v="40" actId="34807"/>
          <ac:spMkLst>
            <pc:docMk/>
            <pc:sldMk cId="1844880558" sldId="10046"/>
            <ac:spMk id="19971" creationId="{159496C0-9B8A-9BC0-9A3A-ADDE2C4AF963}"/>
          </ac:spMkLst>
        </pc:spChg>
        <pc:spChg chg="del">
          <ac:chgData name="" userId="" providerId="" clId="Web-{6E8403B9-C474-4B99-9353-4E0EB3CC5CF0}" dt="2026-10-23T09:54:52.371" v="40" actId="34807"/>
          <ac:spMkLst>
            <pc:docMk/>
            <pc:sldMk cId="1844880558" sldId="10046"/>
            <ac:spMk id="19983" creationId="{5E2E50DE-32F1-8F99-2C54-71A93F666C28}"/>
          </ac:spMkLst>
        </pc:spChg>
        <pc:spChg chg="del mod">
          <ac:chgData name="" userId="" providerId="" clId="Web-{6E8403B9-C474-4B99-9353-4E0EB3CC5CF0}" dt="2026-10-23T09:54:52.371" v="40" actId="34807"/>
          <ac:spMkLst>
            <pc:docMk/>
            <pc:sldMk cId="1844880558" sldId="10046"/>
            <ac:spMk id="19996" creationId="{FAB11D6D-FF2C-843F-B19A-E2D9C1CA99BA}"/>
          </ac:spMkLst>
        </pc:spChg>
        <pc:spChg chg="add del mod">
          <ac:chgData name="" userId="" providerId="" clId="Web-{6E8403B9-C474-4B99-9353-4E0EB3CC5CF0}" dt="2026-10-23T09:54:52.371" v="40" actId="34807"/>
          <ac:spMkLst>
            <pc:docMk/>
            <pc:sldMk cId="1844880558" sldId="10046"/>
            <ac:spMk id="20010" creationId="{B6967456-7717-D797-4793-E58D97CB6DA2}"/>
          </ac:spMkLst>
        </pc:spChg>
        <pc:spChg chg="del mod">
          <ac:chgData name="" userId="" providerId="" clId="Web-{6E8403B9-C474-4B99-9353-4E0EB3CC5CF0}" dt="2026-10-23T09:54:52.371" v="40" actId="34807"/>
          <ac:spMkLst>
            <pc:docMk/>
            <pc:sldMk cId="1844880558" sldId="10046"/>
            <ac:spMk id="20025" creationId="{470B9088-064E-709E-7839-F5822DA86FF2}"/>
          </ac:spMkLst>
        </pc:spChg>
        <pc:spChg chg="del mod">
          <ac:chgData name="" userId="" providerId="" clId="Web-{6E8403B9-C474-4B99-9353-4E0EB3CC5CF0}" dt="2026-10-23T09:54:52.371" v="40" actId="34807"/>
          <ac:spMkLst>
            <pc:docMk/>
            <pc:sldMk cId="1844880558" sldId="10046"/>
            <ac:spMk id="20041" creationId="{3A401616-7E5D-B736-45AB-407BF77D8B87}"/>
          </ac:spMkLst>
        </pc:spChg>
        <pc:spChg chg="del">
          <ac:chgData name="" userId="" providerId="" clId="Web-{6E8403B9-C474-4B99-9353-4E0EB3CC5CF0}" dt="2026-10-23T09:54:52.371" v="40" actId="34807"/>
          <ac:spMkLst>
            <pc:docMk/>
            <pc:sldMk cId="1844880558" sldId="10046"/>
            <ac:spMk id="20058" creationId="{5D2C9E71-59EE-B951-D934-2D9F91EF5669}"/>
          </ac:spMkLst>
        </pc:spChg>
        <pc:spChg chg="add del mod">
          <ac:chgData name="" userId="" providerId="" clId="Web-{6E8403B9-C474-4B99-9353-4E0EB3CC5CF0}" dt="2026-10-23T09:54:52.371" v="40" actId="34807"/>
          <ac:spMkLst>
            <pc:docMk/>
            <pc:sldMk cId="1844880558" sldId="10046"/>
            <ac:spMk id="20076" creationId="{C3143DEA-FD03-BF8D-C551-97DE2176C86B}"/>
          </ac:spMkLst>
        </pc:spChg>
        <pc:spChg chg="add mod">
          <ac:chgData name="" userId="" providerId="" clId="Web-{6E8403B9-C474-4B99-9353-4E0EB3CC5CF0}" dt="2026-10-23T09:51:41.612" v="32" actId="34807"/>
          <ac:spMkLst>
            <pc:docMk/>
            <pc:sldMk cId="1844880558" sldId="10046"/>
            <ac:spMk id="20095" creationId="{6351042F-5B5D-E1F2-17EA-7E328EBCC2E5}"/>
          </ac:spMkLst>
        </pc:spChg>
        <pc:spChg chg="add mod">
          <ac:chgData name="" userId="" providerId="" clId="Web-{6E8403B9-C474-4B99-9353-4E0EB3CC5CF0}" dt="2026-10-23T09:51:41.612" v="32" actId="34807"/>
          <ac:spMkLst>
            <pc:docMk/>
            <pc:sldMk cId="1844880558" sldId="10046"/>
            <ac:spMk id="20158" creationId="{80C0E363-C798-8FB1-664F-BC389313DB4F}"/>
          </ac:spMkLst>
        </pc:spChg>
        <pc:spChg chg="add mod">
          <ac:chgData name="" userId="" providerId="" clId="Web-{6E8403B9-C474-4B99-9353-4E0EB3CC5CF0}" dt="2026-10-23T09:51:41.612" v="32" actId="34807"/>
          <ac:spMkLst>
            <pc:docMk/>
            <pc:sldMk cId="1844880558" sldId="10046"/>
            <ac:spMk id="20311" creationId="{F2122C8D-8F7D-5F80-8297-03DD408AC976}"/>
          </ac:spMkLst>
        </pc:spChg>
        <pc:spChg chg="add mod">
          <ac:chgData name="" userId="" providerId="" clId="Web-{6E8403B9-C474-4B99-9353-4E0EB3CC5CF0}" dt="2026-10-23T09:54:59.278" v="48" actId="34807"/>
          <ac:spMkLst>
            <pc:docMk/>
            <pc:sldMk cId="1844880558" sldId="10046"/>
            <ac:spMk id="21596" creationId="{67206E21-A2CE-7A9B-6807-4364620A304C}"/>
          </ac:spMkLst>
        </pc:spChg>
        <pc:spChg chg="add mod">
          <ac:chgData name="" userId="" providerId="" clId="Web-{6E8403B9-C474-4B99-9353-4E0EB3CC5CF0}" dt="2026-10-23T09:54:51.512" v="39" actId="34807"/>
          <ac:spMkLst>
            <pc:docMk/>
            <pc:sldMk cId="1844880558" sldId="10046"/>
            <ac:spMk id="21598" creationId="{9CBB3B99-B2F5-6970-0B7F-9675441FBED3}"/>
          </ac:spMkLst>
        </pc:spChg>
        <pc:spChg chg="mod">
          <ac:chgData name="" userId="" providerId="" clId="Web-{6E8403B9-C474-4B99-9353-4E0EB3CC5CF0}" dt="2026-10-23T09:54:59.278" v="48" actId="34807"/>
          <ac:spMkLst>
            <pc:docMk/>
            <pc:sldMk cId="1844880558" sldId="10046"/>
            <ac:spMk id="21605" creationId="{FFC8B1E8-609C-6DD7-0428-B02C7F603C28}"/>
          </ac:spMkLst>
        </pc:spChg>
        <pc:spChg chg="add mod">
          <ac:chgData name="" userId="" providerId="" clId="Web-{6E8403B9-C474-4B99-9353-4E0EB3CC5CF0}" dt="2026-10-23T09:54:51.512" v="39" actId="34807"/>
          <ac:spMkLst>
            <pc:docMk/>
            <pc:sldMk cId="1844880558" sldId="10046"/>
            <ac:spMk id="21610" creationId="{5432B98F-F52E-E92B-33B5-5758DE217566}"/>
          </ac:spMkLst>
        </pc:spChg>
        <pc:spChg chg="add mod">
          <ac:chgData name="" userId="" providerId="" clId="Web-{6E8403B9-C474-4B99-9353-4E0EB3CC5CF0}" dt="2026-10-23T09:54:51.512" v="39" actId="34807"/>
          <ac:spMkLst>
            <pc:docMk/>
            <pc:sldMk cId="1844880558" sldId="10046"/>
            <ac:spMk id="21616" creationId="{3D768479-833A-B168-9F37-9368570EDD6E}"/>
          </ac:spMkLst>
        </pc:spChg>
        <pc:spChg chg="add mod">
          <ac:chgData name="" userId="" providerId="" clId="Web-{6E8403B9-C474-4B99-9353-4E0EB3CC5CF0}" dt="2026-10-23T09:54:51.512" v="39" actId="34807"/>
          <ac:spMkLst>
            <pc:docMk/>
            <pc:sldMk cId="1844880558" sldId="10046"/>
            <ac:spMk id="21623" creationId="{2AA9606A-535D-AC6B-77C7-5AF177B761F5}"/>
          </ac:spMkLst>
        </pc:spChg>
        <pc:spChg chg="add mod">
          <ac:chgData name="" userId="" providerId="" clId="Web-{6E8403B9-C474-4B99-9353-4E0EB3CC5CF0}" dt="2026-10-23T09:54:51.512" v="39" actId="34807"/>
          <ac:spMkLst>
            <pc:docMk/>
            <pc:sldMk cId="1844880558" sldId="10046"/>
            <ac:spMk id="21631" creationId="{794C5A93-4D89-1E20-6126-337663E2E285}"/>
          </ac:spMkLst>
        </pc:spChg>
        <pc:spChg chg="add mod">
          <ac:chgData name="" userId="" providerId="" clId="Web-{6E8403B9-C474-4B99-9353-4E0EB3CC5CF0}" dt="2026-10-23T09:54:51.512" v="39" actId="34807"/>
          <ac:spMkLst>
            <pc:docMk/>
            <pc:sldMk cId="1844880558" sldId="10046"/>
            <ac:spMk id="21640" creationId="{1AE72652-1F8E-911C-0639-3159FAB7B114}"/>
          </ac:spMkLst>
        </pc:spChg>
        <pc:spChg chg="add mod">
          <ac:chgData name="" userId="" providerId="" clId="Web-{6E8403B9-C474-4B99-9353-4E0EB3CC5CF0}" dt="2026-10-23T09:54:51.512" v="39" actId="34807"/>
          <ac:spMkLst>
            <pc:docMk/>
            <pc:sldMk cId="1844880558" sldId="10046"/>
            <ac:spMk id="21650" creationId="{3A535494-617A-319E-E870-50B4A11CDC05}"/>
          </ac:spMkLst>
        </pc:spChg>
        <pc:spChg chg="add mod">
          <ac:chgData name="" userId="" providerId="" clId="Web-{6E8403B9-C474-4B99-9353-4E0EB3CC5CF0}" dt="2026-10-23T09:54:51.512" v="39" actId="34807"/>
          <ac:spMkLst>
            <pc:docMk/>
            <pc:sldMk cId="1844880558" sldId="10046"/>
            <ac:spMk id="21661" creationId="{E193068C-2C16-88C0-D55E-E009BC8A503A}"/>
          </ac:spMkLst>
        </pc:spChg>
        <pc:spChg chg="add mod">
          <ac:chgData name="" userId="" providerId="" clId="Web-{6E8403B9-C474-4B99-9353-4E0EB3CC5CF0}" dt="2026-10-23T09:54:51.512" v="39" actId="34807"/>
          <ac:spMkLst>
            <pc:docMk/>
            <pc:sldMk cId="1844880558" sldId="10046"/>
            <ac:spMk id="21686" creationId="{719EBD6F-03D9-36EA-AD21-FBF1006ADCF9}"/>
          </ac:spMkLst>
        </pc:spChg>
      </pc:sldChg>
      <pc:sldChg chg="addSp delSp modSp">
        <pc:chgData name="" userId="" providerId="" clId="Web-{6E8403B9-C474-4B99-9353-4E0EB3CC5CF0}" dt="2026-10-23T09:54:54.278" v="42" actId="34807"/>
        <pc:sldMkLst>
          <pc:docMk/>
          <pc:sldMk cId="393294588" sldId="10291"/>
        </pc:sldMkLst>
        <pc:spChg chg="add mod">
          <ac:chgData name="" userId="" providerId="" clId="Web-{6E8403B9-C474-4B99-9353-4E0EB3CC5CF0}" dt="2026-10-23T09:51:48.487" v="34" actId="34807"/>
          <ac:spMkLst>
            <pc:docMk/>
            <pc:sldMk cId="393294588" sldId="10291"/>
            <ac:spMk id="20350" creationId="{BB379BA4-C409-3193-19DD-47D4E1EB30AD}"/>
          </ac:spMkLst>
        </pc:spChg>
        <pc:spChg chg="add mod">
          <ac:chgData name="" userId="" providerId="" clId="Web-{6E8403B9-C474-4B99-9353-4E0EB3CC5CF0}" dt="2026-10-23T09:51:48.487" v="34" actId="34807"/>
          <ac:spMkLst>
            <pc:docMk/>
            <pc:sldMk cId="393294588" sldId="10291"/>
            <ac:spMk id="20355" creationId="{152E1502-A749-8B88-DC07-3C80BE3A749A}"/>
          </ac:spMkLst>
        </pc:spChg>
        <pc:spChg chg="add mod">
          <ac:chgData name="" userId="" providerId="" clId="Web-{6E8403B9-C474-4B99-9353-4E0EB3CC5CF0}" dt="2026-10-23T09:51:48.487" v="34" actId="34807"/>
          <ac:spMkLst>
            <pc:docMk/>
            <pc:sldMk cId="393294588" sldId="10291"/>
            <ac:spMk id="20361" creationId="{C817C2D5-FC6C-CCEE-128A-945BEAD93BB2}"/>
          </ac:spMkLst>
        </pc:spChg>
        <pc:spChg chg="add mod">
          <ac:chgData name="" userId="" providerId="" clId="Web-{6E8403B9-C474-4B99-9353-4E0EB3CC5CF0}" dt="2026-10-23T09:51:48.487" v="34" actId="34807"/>
          <ac:spMkLst>
            <pc:docMk/>
            <pc:sldMk cId="393294588" sldId="10291"/>
            <ac:spMk id="20368" creationId="{FB8C4D8A-CFDC-4487-99EF-90795AE5985D}"/>
          </ac:spMkLst>
        </pc:spChg>
        <pc:spChg chg="add mod">
          <ac:chgData name="" userId="" providerId="" clId="Web-{6E8403B9-C474-4B99-9353-4E0EB3CC5CF0}" dt="2026-10-23T09:51:48.487" v="34" actId="34807"/>
          <ac:spMkLst>
            <pc:docMk/>
            <pc:sldMk cId="393294588" sldId="10291"/>
            <ac:spMk id="20385" creationId="{6D635E4C-1A69-E476-3FB6-563A4A692FF1}"/>
          </ac:spMkLst>
        </pc:spChg>
        <pc:spChg chg="add mod">
          <ac:chgData name="" userId="" providerId="" clId="Web-{6E8403B9-C474-4B99-9353-4E0EB3CC5CF0}" dt="2026-10-23T09:51:48.487" v="34" actId="34807"/>
          <ac:spMkLst>
            <pc:docMk/>
            <pc:sldMk cId="393294588" sldId="10291"/>
            <ac:spMk id="20395" creationId="{0189F84D-86F7-9116-9F00-634E87A02B97}"/>
          </ac:spMkLst>
        </pc:spChg>
        <pc:spChg chg="add mod">
          <ac:chgData name="" userId="" providerId="" clId="Web-{6E8403B9-C474-4B99-9353-4E0EB3CC5CF0}" dt="2026-10-23T09:51:48.487" v="34" actId="34807"/>
          <ac:spMkLst>
            <pc:docMk/>
            <pc:sldMk cId="393294588" sldId="10291"/>
            <ac:spMk id="20511" creationId="{349BC516-00F6-6B22-EE1D-92C023885882}"/>
          </ac:spMkLst>
        </pc:spChg>
        <pc:spChg chg="add mod">
          <ac:chgData name="" userId="" providerId="" clId="Web-{6E8403B9-C474-4B99-9353-4E0EB3CC5CF0}" dt="2026-10-23T09:51:48.487" v="34" actId="34807"/>
          <ac:spMkLst>
            <pc:docMk/>
            <pc:sldMk cId="393294588" sldId="10291"/>
            <ac:spMk id="20530" creationId="{A481AC72-B4FF-9E7E-A112-B1DDD27A13D5}"/>
          </ac:spMkLst>
        </pc:spChg>
        <pc:spChg chg="add del mod">
          <ac:chgData name="" userId="" providerId="" clId="Web-{6E8403B9-C474-4B99-9353-4E0EB3CC5CF0}" dt="2026-10-23T09:54:54.278" v="42" actId="34807"/>
          <ac:spMkLst>
            <pc:docMk/>
            <pc:sldMk cId="393294588" sldId="10291"/>
            <ac:spMk id="20593" creationId="{B9B702CE-6658-A39A-28C5-7451A11F1086}"/>
          </ac:spMkLst>
        </pc:spChg>
        <pc:spChg chg="add mod">
          <ac:chgData name="" userId="" providerId="" clId="Web-{6E8403B9-C474-4B99-9353-4E0EB3CC5CF0}" dt="2026-10-23T09:51:48.487" v="34" actId="34807"/>
          <ac:spMkLst>
            <pc:docMk/>
            <pc:sldMk cId="393294588" sldId="10291"/>
            <ac:spMk id="20616" creationId="{BF534471-1B70-EA3F-7541-9F227EF3F426}"/>
          </ac:spMkLst>
        </pc:spChg>
        <pc:spChg chg="add mod">
          <ac:chgData name="" userId="" providerId="" clId="Web-{6E8403B9-C474-4B99-9353-4E0EB3CC5CF0}" dt="2026-10-23T09:54:53.481" v="41" actId="34807"/>
          <ac:spMkLst>
            <pc:docMk/>
            <pc:sldMk cId="393294588" sldId="10291"/>
            <ac:spMk id="21687" creationId="{11F9F6B1-929E-0AE5-6DA1-D5D5D9618710}"/>
          </ac:spMkLst>
        </pc:spChg>
      </pc:sldChg>
    </pc:docChg>
  </pc:docChgLst>
  <pc:docChgLst>
    <pc:chgData clId="Web-{893967E1-42B7-4834-B38B-621C2FDF2144}"/>
    <pc:docChg chg="modSld">
      <pc:chgData name="" userId="" providerId="" clId="Web-{893967E1-42B7-4834-B38B-621C2FDF2144}" dt="2026-10-23T10:10:10.283" v="21" actId="34807"/>
      <pc:docMkLst>
        <pc:docMk/>
      </pc:docMkLst>
      <pc:sldChg chg="addSp delSp modSp">
        <pc:chgData name="" userId="" providerId="" clId="Web-{893967E1-42B7-4834-B38B-621C2FDF2144}" dt="2026-10-23T10:04:52.915" v="1" actId="34807"/>
        <pc:sldMkLst>
          <pc:docMk/>
          <pc:sldMk cId="2602463977" sldId="3161"/>
        </pc:sldMkLst>
        <pc:spChg chg="del">
          <ac:chgData name="" userId="" providerId="" clId="Web-{893967E1-42B7-4834-B38B-621C2FDF2144}" dt="2026-10-23T10:04:52.915" v="1" actId="34807"/>
          <ac:spMkLst>
            <pc:docMk/>
            <pc:sldMk cId="2602463977" sldId="3161"/>
            <ac:spMk id="18034" creationId="{B06E4733-149E-7449-7704-7B314EB2F54F}"/>
          </ac:spMkLst>
        </pc:spChg>
        <pc:spChg chg="del">
          <ac:chgData name="" userId="" providerId="" clId="Web-{893967E1-42B7-4834-B38B-621C2FDF2144}" dt="2026-10-23T10:04:52.915" v="1" actId="34807"/>
          <ac:spMkLst>
            <pc:docMk/>
            <pc:sldMk cId="2602463977" sldId="3161"/>
            <ac:spMk id="18043" creationId="{5665A472-863E-539B-A311-54BFED40058C}"/>
          </ac:spMkLst>
        </pc:spChg>
        <pc:spChg chg="del">
          <ac:chgData name="" userId="" providerId="" clId="Web-{893967E1-42B7-4834-B38B-621C2FDF2144}" dt="2026-10-23T10:04:52.915" v="1" actId="34807"/>
          <ac:spMkLst>
            <pc:docMk/>
            <pc:sldMk cId="2602463977" sldId="3161"/>
            <ac:spMk id="18078" creationId="{4C0FDE2A-B0EF-DDA9-05AE-5D33530C1388}"/>
          </ac:spMkLst>
        </pc:spChg>
        <pc:spChg chg="del">
          <ac:chgData name="" userId="" providerId="" clId="Web-{893967E1-42B7-4834-B38B-621C2FDF2144}" dt="2026-10-23T10:04:52.915" v="1" actId="34807"/>
          <ac:spMkLst>
            <pc:docMk/>
            <pc:sldMk cId="2602463977" sldId="3161"/>
            <ac:spMk id="18138" creationId="{383B22D8-9D96-8AF0-AC7C-85DEA2A29216}"/>
          </ac:spMkLst>
        </pc:spChg>
        <pc:spChg chg="del">
          <ac:chgData name="" userId="" providerId="" clId="Web-{893967E1-42B7-4834-B38B-621C2FDF2144}" dt="2026-10-23T10:04:52.915" v="1" actId="34807"/>
          <ac:spMkLst>
            <pc:docMk/>
            <pc:sldMk cId="2602463977" sldId="3161"/>
            <ac:spMk id="18186" creationId="{188E400D-9CDE-611F-22E8-AA9418190977}"/>
          </ac:spMkLst>
        </pc:spChg>
        <pc:spChg chg="del">
          <ac:chgData name="" userId="" providerId="" clId="Web-{893967E1-42B7-4834-B38B-621C2FDF2144}" dt="2026-10-23T10:04:52.915" v="1" actId="34807"/>
          <ac:spMkLst>
            <pc:docMk/>
            <pc:sldMk cId="2602463977" sldId="3161"/>
            <ac:spMk id="18204" creationId="{75D07DCC-575A-3231-F9B1-62CCC55DF7C5}"/>
          </ac:spMkLst>
        </pc:spChg>
        <pc:spChg chg="add mod">
          <ac:chgData name="" userId="" providerId="" clId="Web-{893967E1-42B7-4834-B38B-621C2FDF2144}" dt="2026-10-23T10:04:51.118" v="0" actId="34807"/>
          <ac:spMkLst>
            <pc:docMk/>
            <pc:sldMk cId="2602463977" sldId="3161"/>
            <ac:spMk id="25390" creationId="{E930D700-A229-0D10-E42D-B3D3E5B9ADA0}"/>
          </ac:spMkLst>
        </pc:spChg>
        <pc:spChg chg="add mod">
          <ac:chgData name="" userId="" providerId="" clId="Web-{893967E1-42B7-4834-B38B-621C2FDF2144}" dt="2026-10-23T10:04:51.118" v="0" actId="34807"/>
          <ac:spMkLst>
            <pc:docMk/>
            <pc:sldMk cId="2602463977" sldId="3161"/>
            <ac:spMk id="25392" creationId="{75DC5AB2-0757-ECF0-CE82-81BF86FF509D}"/>
          </ac:spMkLst>
        </pc:spChg>
        <pc:spChg chg="add mod">
          <ac:chgData name="" userId="" providerId="" clId="Web-{893967E1-42B7-4834-B38B-621C2FDF2144}" dt="2026-10-23T10:04:51.118" v="0" actId="34807"/>
          <ac:spMkLst>
            <pc:docMk/>
            <pc:sldMk cId="2602463977" sldId="3161"/>
            <ac:spMk id="25395" creationId="{0E826F86-8492-34F9-835B-F2C23DB6A12E}"/>
          </ac:spMkLst>
        </pc:spChg>
        <pc:spChg chg="add mod">
          <ac:chgData name="" userId="" providerId="" clId="Web-{893967E1-42B7-4834-B38B-621C2FDF2144}" dt="2026-10-23T10:04:51.118" v="0" actId="34807"/>
          <ac:spMkLst>
            <pc:docMk/>
            <pc:sldMk cId="2602463977" sldId="3161"/>
            <ac:spMk id="25399" creationId="{C2CE8382-2E85-E8F6-AA37-F578544FE67B}"/>
          </ac:spMkLst>
        </pc:spChg>
        <pc:spChg chg="add mod">
          <ac:chgData name="" userId="" providerId="" clId="Web-{893967E1-42B7-4834-B38B-621C2FDF2144}" dt="2026-10-23T10:04:51.118" v="0" actId="34807"/>
          <ac:spMkLst>
            <pc:docMk/>
            <pc:sldMk cId="2602463977" sldId="3161"/>
            <ac:spMk id="25404" creationId="{BA8B1ED2-31C1-651C-2027-F403A5775583}"/>
          </ac:spMkLst>
        </pc:spChg>
        <pc:spChg chg="add mod">
          <ac:chgData name="" userId="" providerId="" clId="Web-{893967E1-42B7-4834-B38B-621C2FDF2144}" dt="2026-10-23T10:04:51.118" v="0" actId="34807"/>
          <ac:spMkLst>
            <pc:docMk/>
            <pc:sldMk cId="2602463977" sldId="3161"/>
            <ac:spMk id="25410" creationId="{4673B67C-91CB-A694-D816-9F1725083B77}"/>
          </ac:spMkLst>
        </pc:spChg>
      </pc:sldChg>
      <pc:sldChg chg="addSp delSp modSp">
        <pc:chgData name="" userId="" providerId="" clId="Web-{893967E1-42B7-4834-B38B-621C2FDF2144}" dt="2026-10-23T10:04:52.915" v="1" actId="34807"/>
        <pc:sldMkLst>
          <pc:docMk/>
          <pc:sldMk cId="3469149878" sldId="3376"/>
        </pc:sldMkLst>
        <pc:spChg chg="del">
          <ac:chgData name="" userId="" providerId="" clId="Web-{893967E1-42B7-4834-B38B-621C2FDF2144}" dt="2026-10-23T10:04:52.915" v="1" actId="34807"/>
          <ac:spMkLst>
            <pc:docMk/>
            <pc:sldMk cId="3469149878" sldId="3376"/>
            <ac:spMk id="18912" creationId="{3AD65923-1AD3-4D8A-4EA1-F2C098458148}"/>
          </ac:spMkLst>
        </pc:spChg>
        <pc:spChg chg="del">
          <ac:chgData name="" userId="" providerId="" clId="Web-{893967E1-42B7-4834-B38B-621C2FDF2144}" dt="2026-10-23T10:04:52.915" v="1" actId="34807"/>
          <ac:spMkLst>
            <pc:docMk/>
            <pc:sldMk cId="3469149878" sldId="3376"/>
            <ac:spMk id="18916" creationId="{7FC5D0B9-92A6-5642-C2EF-CFF586D68651}"/>
          </ac:spMkLst>
        </pc:spChg>
        <pc:spChg chg="del">
          <ac:chgData name="" userId="" providerId="" clId="Web-{893967E1-42B7-4834-B38B-621C2FDF2144}" dt="2026-10-23T10:04:52.915" v="1" actId="34807"/>
          <ac:spMkLst>
            <pc:docMk/>
            <pc:sldMk cId="3469149878" sldId="3376"/>
            <ac:spMk id="18927" creationId="{EC03149F-0E82-2893-91B4-31182911D3AD}"/>
          </ac:spMkLst>
        </pc:spChg>
        <pc:spChg chg="del">
          <ac:chgData name="" userId="" providerId="" clId="Web-{893967E1-42B7-4834-B38B-621C2FDF2144}" dt="2026-10-23T10:04:52.915" v="1" actId="34807"/>
          <ac:spMkLst>
            <pc:docMk/>
            <pc:sldMk cId="3469149878" sldId="3376"/>
            <ac:spMk id="18934" creationId="{65E46ADA-72B5-EA7D-FB9C-651DE4AC728E}"/>
          </ac:spMkLst>
        </pc:spChg>
        <pc:spChg chg="del">
          <ac:chgData name="" userId="" providerId="" clId="Web-{893967E1-42B7-4834-B38B-621C2FDF2144}" dt="2026-10-23T10:04:52.915" v="1" actId="34807"/>
          <ac:spMkLst>
            <pc:docMk/>
            <pc:sldMk cId="3469149878" sldId="3376"/>
            <ac:spMk id="18942" creationId="{AD08D00A-DA1C-E9F0-6C76-EF7A0837312C}"/>
          </ac:spMkLst>
        </pc:spChg>
        <pc:spChg chg="del">
          <ac:chgData name="" userId="" providerId="" clId="Web-{893967E1-42B7-4834-B38B-621C2FDF2144}" dt="2026-10-23T10:04:52.915" v="1" actId="34807"/>
          <ac:spMkLst>
            <pc:docMk/>
            <pc:sldMk cId="3469149878" sldId="3376"/>
            <ac:spMk id="18961" creationId="{4D6BBCC9-1762-88CD-AA88-B46022B8AAF1}"/>
          </ac:spMkLst>
        </pc:spChg>
        <pc:spChg chg="del">
          <ac:chgData name="" userId="" providerId="" clId="Web-{893967E1-42B7-4834-B38B-621C2FDF2144}" dt="2026-10-23T10:04:52.915" v="1" actId="34807"/>
          <ac:spMkLst>
            <pc:docMk/>
            <pc:sldMk cId="3469149878" sldId="3376"/>
            <ac:spMk id="18997" creationId="{9E3ADB4F-88BA-578C-A907-33C1051AE35D}"/>
          </ac:spMkLst>
        </pc:spChg>
        <pc:spChg chg="del">
          <ac:chgData name="" userId="" providerId="" clId="Web-{893967E1-42B7-4834-B38B-621C2FDF2144}" dt="2026-10-23T10:04:52.915" v="1" actId="34807"/>
          <ac:spMkLst>
            <pc:docMk/>
            <pc:sldMk cId="3469149878" sldId="3376"/>
            <ac:spMk id="19011" creationId="{82808F14-C084-8D2F-1D34-B0F56D761E99}"/>
          </ac:spMkLst>
        </pc:spChg>
        <pc:spChg chg="del">
          <ac:chgData name="" userId="" providerId="" clId="Web-{893967E1-42B7-4834-B38B-621C2FDF2144}" dt="2026-10-23T10:04:52.915" v="1" actId="34807"/>
          <ac:spMkLst>
            <pc:docMk/>
            <pc:sldMk cId="3469149878" sldId="3376"/>
            <ac:spMk id="19042" creationId="{0818E01E-8B3D-14AE-7CC0-29B802FC1B2F}"/>
          </ac:spMkLst>
        </pc:spChg>
        <pc:spChg chg="del">
          <ac:chgData name="" userId="" providerId="" clId="Web-{893967E1-42B7-4834-B38B-621C2FDF2144}" dt="2026-10-23T10:04:52.915" v="1" actId="34807"/>
          <ac:spMkLst>
            <pc:docMk/>
            <pc:sldMk cId="3469149878" sldId="3376"/>
            <ac:spMk id="19059" creationId="{E85F9BEA-66C5-7963-6041-60E35B060E3E}"/>
          </ac:spMkLst>
        </pc:spChg>
        <pc:spChg chg="add mod">
          <ac:chgData name="" userId="" providerId="" clId="Web-{893967E1-42B7-4834-B38B-621C2FDF2144}" dt="2026-10-23T10:04:51.118" v="0" actId="34807"/>
          <ac:spMkLst>
            <pc:docMk/>
            <pc:sldMk cId="3469149878" sldId="3376"/>
            <ac:spMk id="25417" creationId="{601CA562-A553-C66E-70E8-88DD45313AC1}"/>
          </ac:spMkLst>
        </pc:spChg>
        <pc:spChg chg="add mod">
          <ac:chgData name="" userId="" providerId="" clId="Web-{893967E1-42B7-4834-B38B-621C2FDF2144}" dt="2026-10-23T10:04:51.118" v="0" actId="34807"/>
          <ac:spMkLst>
            <pc:docMk/>
            <pc:sldMk cId="3469149878" sldId="3376"/>
            <ac:spMk id="25425" creationId="{6E1C45AA-4FEF-20C1-3FB2-49B4835B8453}"/>
          </ac:spMkLst>
        </pc:spChg>
        <pc:spChg chg="add mod">
          <ac:chgData name="" userId="" providerId="" clId="Web-{893967E1-42B7-4834-B38B-621C2FDF2144}" dt="2026-10-23T10:04:51.118" v="0" actId="34807"/>
          <ac:spMkLst>
            <pc:docMk/>
            <pc:sldMk cId="3469149878" sldId="3376"/>
            <ac:spMk id="25434" creationId="{CD85E11B-5CDF-DEA8-8099-0048083E4F5E}"/>
          </ac:spMkLst>
        </pc:spChg>
        <pc:spChg chg="add mod">
          <ac:chgData name="" userId="" providerId="" clId="Web-{893967E1-42B7-4834-B38B-621C2FDF2144}" dt="2026-10-23T10:04:51.118" v="0" actId="34807"/>
          <ac:spMkLst>
            <pc:docMk/>
            <pc:sldMk cId="3469149878" sldId="3376"/>
            <ac:spMk id="25444" creationId="{E9F6C9BC-6E6E-7F05-C422-C4D2A18079CC}"/>
          </ac:spMkLst>
        </pc:spChg>
        <pc:spChg chg="add mod">
          <ac:chgData name="" userId="" providerId="" clId="Web-{893967E1-42B7-4834-B38B-621C2FDF2144}" dt="2026-10-23T10:04:51.118" v="0" actId="34807"/>
          <ac:spMkLst>
            <pc:docMk/>
            <pc:sldMk cId="3469149878" sldId="3376"/>
            <ac:spMk id="25455" creationId="{4F60BC2E-3978-8F24-38AF-48ABE82692AD}"/>
          </ac:spMkLst>
        </pc:spChg>
        <pc:spChg chg="add mod">
          <ac:chgData name="" userId="" providerId="" clId="Web-{893967E1-42B7-4834-B38B-621C2FDF2144}" dt="2026-10-23T10:04:51.118" v="0" actId="34807"/>
          <ac:spMkLst>
            <pc:docMk/>
            <pc:sldMk cId="3469149878" sldId="3376"/>
            <ac:spMk id="25467" creationId="{2C97E0D6-71D6-B7CE-E2A1-0C3A6278106B}"/>
          </ac:spMkLst>
        </pc:spChg>
        <pc:spChg chg="add mod">
          <ac:chgData name="" userId="" providerId="" clId="Web-{893967E1-42B7-4834-B38B-621C2FDF2144}" dt="2026-10-23T10:04:51.118" v="0" actId="34807"/>
          <ac:spMkLst>
            <pc:docMk/>
            <pc:sldMk cId="3469149878" sldId="3376"/>
            <ac:spMk id="25480" creationId="{6094E148-A82E-957A-8BBF-3B7980EBC028}"/>
          </ac:spMkLst>
        </pc:spChg>
        <pc:spChg chg="add mod">
          <ac:chgData name="" userId="" providerId="" clId="Web-{893967E1-42B7-4834-B38B-621C2FDF2144}" dt="2026-10-23T10:04:51.118" v="0" actId="34807"/>
          <ac:spMkLst>
            <pc:docMk/>
            <pc:sldMk cId="3469149878" sldId="3376"/>
            <ac:spMk id="25494" creationId="{0DACD1B5-5C42-2A03-0CB3-9BB0F7DE48BF}"/>
          </ac:spMkLst>
        </pc:spChg>
        <pc:spChg chg="add mod">
          <ac:chgData name="" userId="" providerId="" clId="Web-{893967E1-42B7-4834-B38B-621C2FDF2144}" dt="2026-10-23T10:04:51.118" v="0" actId="34807"/>
          <ac:spMkLst>
            <pc:docMk/>
            <pc:sldMk cId="3469149878" sldId="3376"/>
            <ac:spMk id="25509" creationId="{43042EFD-5A1A-81E3-C703-487BB5A1B618}"/>
          </ac:spMkLst>
        </pc:spChg>
        <pc:spChg chg="add mod">
          <ac:chgData name="" userId="" providerId="" clId="Web-{893967E1-42B7-4834-B38B-621C2FDF2144}" dt="2026-10-23T10:04:51.118" v="0" actId="34807"/>
          <ac:spMkLst>
            <pc:docMk/>
            <pc:sldMk cId="3469149878" sldId="3376"/>
            <ac:spMk id="25525" creationId="{63646E1A-3D3A-88CE-9FA7-1A6CE3F9E004}"/>
          </ac:spMkLst>
        </pc:spChg>
      </pc:sldChg>
      <pc:sldChg chg="addSp delSp modSp">
        <pc:chgData name="" userId="" providerId="" clId="Web-{893967E1-42B7-4834-B38B-621C2FDF2144}" dt="2026-10-23T10:04:52.915" v="1" actId="34807"/>
        <pc:sldMkLst>
          <pc:docMk/>
          <pc:sldMk cId="414339401" sldId="3592"/>
        </pc:sldMkLst>
        <pc:spChg chg="del">
          <ac:chgData name="" userId="" providerId="" clId="Web-{893967E1-42B7-4834-B38B-621C2FDF2144}" dt="2026-10-23T10:04:52.915" v="1" actId="34807"/>
          <ac:spMkLst>
            <pc:docMk/>
            <pc:sldMk cId="414339401" sldId="3592"/>
            <ac:spMk id="20671" creationId="{6FD30530-B51B-486D-ACF0-48C7D55337C4}"/>
          </ac:spMkLst>
        </pc:spChg>
        <pc:spChg chg="del">
          <ac:chgData name="" userId="" providerId="" clId="Web-{893967E1-42B7-4834-B38B-621C2FDF2144}" dt="2026-10-23T10:04:52.915" v="1" actId="34807"/>
          <ac:spMkLst>
            <pc:docMk/>
            <pc:sldMk cId="414339401" sldId="3592"/>
            <ac:spMk id="20693" creationId="{81FEF7EB-A28F-B1C5-4AEC-F950ABE758A8}"/>
          </ac:spMkLst>
        </pc:spChg>
        <pc:spChg chg="del">
          <ac:chgData name="" userId="" providerId="" clId="Web-{893967E1-42B7-4834-B38B-621C2FDF2144}" dt="2026-10-23T10:04:52.915" v="1" actId="34807"/>
          <ac:spMkLst>
            <pc:docMk/>
            <pc:sldMk cId="414339401" sldId="3592"/>
            <ac:spMk id="20731" creationId="{24F2FD4A-3931-C551-0879-EDA403229BB6}"/>
          </ac:spMkLst>
        </pc:spChg>
        <pc:spChg chg="del">
          <ac:chgData name="" userId="" providerId="" clId="Web-{893967E1-42B7-4834-B38B-621C2FDF2144}" dt="2026-10-23T10:04:52.915" v="1" actId="34807"/>
          <ac:spMkLst>
            <pc:docMk/>
            <pc:sldMk cId="414339401" sldId="3592"/>
            <ac:spMk id="20785" creationId="{459C9EB9-A169-96D4-0377-E7ED48A68ABD}"/>
          </ac:spMkLst>
        </pc:spChg>
        <pc:spChg chg="del">
          <ac:chgData name="" userId="" providerId="" clId="Web-{893967E1-42B7-4834-B38B-621C2FDF2144}" dt="2026-10-23T10:04:52.915" v="1" actId="34807"/>
          <ac:spMkLst>
            <pc:docMk/>
            <pc:sldMk cId="414339401" sldId="3592"/>
            <ac:spMk id="20801" creationId="{0AFE4F5C-35DC-8C74-E28E-F25429558376}"/>
          </ac:spMkLst>
        </pc:spChg>
        <pc:spChg chg="del">
          <ac:chgData name="" userId="" providerId="" clId="Web-{893967E1-42B7-4834-B38B-621C2FDF2144}" dt="2026-10-23T10:04:52.915" v="1" actId="34807"/>
          <ac:spMkLst>
            <pc:docMk/>
            <pc:sldMk cId="414339401" sldId="3592"/>
            <ac:spMk id="20836" creationId="{DFD40209-BFAC-181D-1705-8370C1081392}"/>
          </ac:spMkLst>
        </pc:spChg>
        <pc:spChg chg="del">
          <ac:chgData name="" userId="" providerId="" clId="Web-{893967E1-42B7-4834-B38B-621C2FDF2144}" dt="2026-10-23T10:04:52.915" v="1" actId="34807"/>
          <ac:spMkLst>
            <pc:docMk/>
            <pc:sldMk cId="414339401" sldId="3592"/>
            <ac:spMk id="20855" creationId="{A5751FD6-C3C1-168A-D56F-F383FB2F1A05}"/>
          </ac:spMkLst>
        </pc:spChg>
        <pc:spChg chg="del">
          <ac:chgData name="" userId="" providerId="" clId="Web-{893967E1-42B7-4834-B38B-621C2FDF2144}" dt="2026-10-23T10:04:52.915" v="1" actId="34807"/>
          <ac:spMkLst>
            <pc:docMk/>
            <pc:sldMk cId="414339401" sldId="3592"/>
            <ac:spMk id="20875" creationId="{1C7D3170-9F71-9EAA-56CC-63DE1141AFCE}"/>
          </ac:spMkLst>
        </pc:spChg>
        <pc:spChg chg="del">
          <ac:chgData name="" userId="" providerId="" clId="Web-{893967E1-42B7-4834-B38B-621C2FDF2144}" dt="2026-10-23T10:04:52.915" v="1" actId="34807"/>
          <ac:spMkLst>
            <pc:docMk/>
            <pc:sldMk cId="414339401" sldId="3592"/>
            <ac:spMk id="20896" creationId="{F50DB61D-707F-FFAB-70F4-8D588F4AA10B}"/>
          </ac:spMkLst>
        </pc:spChg>
        <pc:spChg chg="del">
          <ac:chgData name="" userId="" providerId="" clId="Web-{893967E1-42B7-4834-B38B-621C2FDF2144}" dt="2026-10-23T10:04:52.915" v="1" actId="34807"/>
          <ac:spMkLst>
            <pc:docMk/>
            <pc:sldMk cId="414339401" sldId="3592"/>
            <ac:spMk id="20941" creationId="{00346697-E03B-BBB7-C8C3-0B1E4F75AF7E}"/>
          </ac:spMkLst>
        </pc:spChg>
        <pc:spChg chg="add mod">
          <ac:chgData name="" userId="" providerId="" clId="Web-{893967E1-42B7-4834-B38B-621C2FDF2144}" dt="2026-10-23T10:04:51.118" v="0" actId="34807"/>
          <ac:spMkLst>
            <pc:docMk/>
            <pc:sldMk cId="414339401" sldId="3592"/>
            <ac:spMk id="25542" creationId="{C98D48D1-5999-F995-407D-BA43933FD371}"/>
          </ac:spMkLst>
        </pc:spChg>
        <pc:spChg chg="add mod">
          <ac:chgData name="" userId="" providerId="" clId="Web-{893967E1-42B7-4834-B38B-621C2FDF2144}" dt="2026-10-23T10:04:51.118" v="0" actId="34807"/>
          <ac:spMkLst>
            <pc:docMk/>
            <pc:sldMk cId="414339401" sldId="3592"/>
            <ac:spMk id="25560" creationId="{1DE47B9E-4F30-2FDD-E03D-BD103A0C89C6}"/>
          </ac:spMkLst>
        </pc:spChg>
        <pc:spChg chg="add mod">
          <ac:chgData name="" userId="" providerId="" clId="Web-{893967E1-42B7-4834-B38B-621C2FDF2144}" dt="2026-10-23T10:04:51.118" v="0" actId="34807"/>
          <ac:spMkLst>
            <pc:docMk/>
            <pc:sldMk cId="414339401" sldId="3592"/>
            <ac:spMk id="25579" creationId="{2328EDE8-959B-8D12-53AF-F4428DAF390A}"/>
          </ac:spMkLst>
        </pc:spChg>
        <pc:spChg chg="add mod">
          <ac:chgData name="" userId="" providerId="" clId="Web-{893967E1-42B7-4834-B38B-621C2FDF2144}" dt="2026-10-23T10:04:51.118" v="0" actId="34807"/>
          <ac:spMkLst>
            <pc:docMk/>
            <pc:sldMk cId="414339401" sldId="3592"/>
            <ac:spMk id="25599" creationId="{9D6C8D83-D001-3C2D-8F24-62A5345B81D2}"/>
          </ac:spMkLst>
        </pc:spChg>
        <pc:spChg chg="add mod">
          <ac:chgData name="" userId="" providerId="" clId="Web-{893967E1-42B7-4834-B38B-621C2FDF2144}" dt="2026-10-23T10:04:51.118" v="0" actId="34807"/>
          <ac:spMkLst>
            <pc:docMk/>
            <pc:sldMk cId="414339401" sldId="3592"/>
            <ac:spMk id="25620" creationId="{8516AFC4-CA94-98DE-E930-2C81188CFC07}"/>
          </ac:spMkLst>
        </pc:spChg>
        <pc:spChg chg="add mod">
          <ac:chgData name="" userId="" providerId="" clId="Web-{893967E1-42B7-4834-B38B-621C2FDF2144}" dt="2026-10-23T10:04:51.118" v="0" actId="34807"/>
          <ac:spMkLst>
            <pc:docMk/>
            <pc:sldMk cId="414339401" sldId="3592"/>
            <ac:spMk id="25642" creationId="{7ACB7863-294A-BB8B-0910-A9304120AB0D}"/>
          </ac:spMkLst>
        </pc:spChg>
        <pc:spChg chg="add mod">
          <ac:chgData name="" userId="" providerId="" clId="Web-{893967E1-42B7-4834-B38B-621C2FDF2144}" dt="2026-10-23T10:04:51.118" v="0" actId="34807"/>
          <ac:spMkLst>
            <pc:docMk/>
            <pc:sldMk cId="414339401" sldId="3592"/>
            <ac:spMk id="25665" creationId="{CEA51FF6-F655-211E-C2AC-0069C3A23CFA}"/>
          </ac:spMkLst>
        </pc:spChg>
        <pc:spChg chg="add mod">
          <ac:chgData name="" userId="" providerId="" clId="Web-{893967E1-42B7-4834-B38B-621C2FDF2144}" dt="2026-10-23T10:04:51.118" v="0" actId="34807"/>
          <ac:spMkLst>
            <pc:docMk/>
            <pc:sldMk cId="414339401" sldId="3592"/>
            <ac:spMk id="25689" creationId="{CAAD43D2-43DC-E79F-F00A-2ACCBF7E64A2}"/>
          </ac:spMkLst>
        </pc:spChg>
        <pc:spChg chg="add mod">
          <ac:chgData name="" userId="" providerId="" clId="Web-{893967E1-42B7-4834-B38B-621C2FDF2144}" dt="2026-10-23T10:04:51.118" v="0" actId="34807"/>
          <ac:spMkLst>
            <pc:docMk/>
            <pc:sldMk cId="414339401" sldId="3592"/>
            <ac:spMk id="25714" creationId="{BC666DEE-4D61-6FE3-69AB-A68344BEC4AF}"/>
          </ac:spMkLst>
        </pc:spChg>
      </pc:sldChg>
      <pc:sldChg chg="addSp delSp modSp">
        <pc:chgData name="" userId="" providerId="" clId="Web-{893967E1-42B7-4834-B38B-621C2FDF2144}" dt="2026-10-23T10:04:52.915" v="1" actId="34807"/>
        <pc:sldMkLst>
          <pc:docMk/>
          <pc:sldMk cId="3761642860" sldId="4027"/>
        </pc:sldMkLst>
        <pc:spChg chg="del">
          <ac:chgData name="" userId="" providerId="" clId="Web-{893967E1-42B7-4834-B38B-621C2FDF2144}" dt="2026-10-23T10:04:52.915" v="1" actId="34807"/>
          <ac:spMkLst>
            <pc:docMk/>
            <pc:sldMk cId="3761642860" sldId="4027"/>
            <ac:spMk id="21001" creationId="{7B6D216C-F948-9AD3-7271-0F4CB561FE6B}"/>
          </ac:spMkLst>
        </pc:spChg>
        <pc:spChg chg="del">
          <ac:chgData name="" userId="" providerId="" clId="Web-{893967E1-42B7-4834-B38B-621C2FDF2144}" dt="2026-10-23T10:04:52.915" v="1" actId="34807"/>
          <ac:spMkLst>
            <pc:docMk/>
            <pc:sldMk cId="3761642860" sldId="4027"/>
            <ac:spMk id="21043" creationId="{315AEF98-9DF3-8E6E-D8ED-92B833460F08}"/>
          </ac:spMkLst>
        </pc:spChg>
        <pc:spChg chg="del">
          <ac:chgData name="" userId="" providerId="" clId="Web-{893967E1-42B7-4834-B38B-621C2FDF2144}" dt="2026-10-23T10:04:52.915" v="1" actId="34807"/>
          <ac:spMkLst>
            <pc:docMk/>
            <pc:sldMk cId="3761642860" sldId="4027"/>
            <ac:spMk id="21136" creationId="{1E10E3BB-934C-CC49-035C-60237243FBD6}"/>
          </ac:spMkLst>
        </pc:spChg>
        <pc:spChg chg="del">
          <ac:chgData name="" userId="" providerId="" clId="Web-{893967E1-42B7-4834-B38B-621C2FDF2144}" dt="2026-10-23T10:04:52.915" v="1" actId="34807"/>
          <ac:spMkLst>
            <pc:docMk/>
            <pc:sldMk cId="3761642860" sldId="4027"/>
            <ac:spMk id="21265" creationId="{04D8132E-726B-C7B0-2F8D-9234B67A3F29}"/>
          </ac:spMkLst>
        </pc:spChg>
        <pc:spChg chg="del">
          <ac:chgData name="" userId="" providerId="" clId="Web-{893967E1-42B7-4834-B38B-621C2FDF2144}" dt="2026-10-23T10:04:52.915" v="1" actId="34807"/>
          <ac:spMkLst>
            <pc:docMk/>
            <pc:sldMk cId="3761642860" sldId="4027"/>
            <ac:spMk id="21461" creationId="{1C42ED58-D940-DE9D-9BB2-AE1C4E4D10A3}"/>
          </ac:spMkLst>
        </pc:spChg>
        <pc:spChg chg="del">
          <ac:chgData name="" userId="" providerId="" clId="Web-{893967E1-42B7-4834-B38B-621C2FDF2144}" dt="2026-10-23T10:04:52.915" v="1" actId="34807"/>
          <ac:spMkLst>
            <pc:docMk/>
            <pc:sldMk cId="3761642860" sldId="4027"/>
            <ac:spMk id="21595" creationId="{646B282A-7364-D81A-3A22-12DCCDFE303B}"/>
          </ac:spMkLst>
        </pc:spChg>
        <pc:spChg chg="add mod">
          <ac:chgData name="" userId="" providerId="" clId="Web-{893967E1-42B7-4834-B38B-621C2FDF2144}" dt="2026-10-23T10:04:51.118" v="0" actId="34807"/>
          <ac:spMkLst>
            <pc:docMk/>
            <pc:sldMk cId="3761642860" sldId="4027"/>
            <ac:spMk id="25767" creationId="{AB73053C-9D85-E892-AACC-16259DE03E98}"/>
          </ac:spMkLst>
        </pc:spChg>
        <pc:spChg chg="add mod">
          <ac:chgData name="" userId="" providerId="" clId="Web-{893967E1-42B7-4834-B38B-621C2FDF2144}" dt="2026-10-23T10:04:51.118" v="0" actId="34807"/>
          <ac:spMkLst>
            <pc:docMk/>
            <pc:sldMk cId="3761642860" sldId="4027"/>
            <ac:spMk id="25795" creationId="{D09C3E20-9D87-4F16-5C4C-D03E83174036}"/>
          </ac:spMkLst>
        </pc:spChg>
        <pc:spChg chg="add mod">
          <ac:chgData name="" userId="" providerId="" clId="Web-{893967E1-42B7-4834-B38B-621C2FDF2144}" dt="2026-10-23T10:04:51.118" v="0" actId="34807"/>
          <ac:spMkLst>
            <pc:docMk/>
            <pc:sldMk cId="3761642860" sldId="4027"/>
            <ac:spMk id="25824" creationId="{BE48334D-429D-BEF4-188F-DA8D46A926A6}"/>
          </ac:spMkLst>
        </pc:spChg>
        <pc:spChg chg="add mod">
          <ac:chgData name="" userId="" providerId="" clId="Web-{893967E1-42B7-4834-B38B-621C2FDF2144}" dt="2026-10-23T10:04:51.118" v="0" actId="34807"/>
          <ac:spMkLst>
            <pc:docMk/>
            <pc:sldMk cId="3761642860" sldId="4027"/>
            <ac:spMk id="25854" creationId="{3D2EF8F5-BB6D-F69B-9AF4-B5A524C23EDB}"/>
          </ac:spMkLst>
        </pc:spChg>
        <pc:spChg chg="add mod">
          <ac:chgData name="" userId="" providerId="" clId="Web-{893967E1-42B7-4834-B38B-621C2FDF2144}" dt="2026-10-23T10:04:51.118" v="0" actId="34807"/>
          <ac:spMkLst>
            <pc:docMk/>
            <pc:sldMk cId="3761642860" sldId="4027"/>
            <ac:spMk id="25917" creationId="{FF9B3F91-ECA6-D549-7134-7E6889761BB2}"/>
          </ac:spMkLst>
        </pc:spChg>
        <pc:spChg chg="add mod">
          <ac:chgData name="" userId="" providerId="" clId="Web-{893967E1-42B7-4834-B38B-621C2FDF2144}" dt="2026-10-23T10:04:51.118" v="0" actId="34807"/>
          <ac:spMkLst>
            <pc:docMk/>
            <pc:sldMk cId="3761642860" sldId="4027"/>
            <ac:spMk id="25950" creationId="{98503180-371B-D537-6DC9-A196C76F048E}"/>
          </ac:spMkLst>
        </pc:spChg>
        <pc:spChg chg="add mod">
          <ac:chgData name="" userId="" providerId="" clId="Web-{893967E1-42B7-4834-B38B-621C2FDF2144}" dt="2026-10-23T10:04:51.118" v="0" actId="34807"/>
          <ac:spMkLst>
            <pc:docMk/>
            <pc:sldMk cId="3761642860" sldId="4027"/>
            <ac:spMk id="25984" creationId="{347A2310-8E90-DC4F-8BCA-C35951ED615A}"/>
          </ac:spMkLst>
        </pc:spChg>
        <pc:spChg chg="add mod">
          <ac:chgData name="" userId="" providerId="" clId="Web-{893967E1-42B7-4834-B38B-621C2FDF2144}" dt="2026-10-23T10:04:51.118" v="0" actId="34807"/>
          <ac:spMkLst>
            <pc:docMk/>
            <pc:sldMk cId="3761642860" sldId="4027"/>
            <ac:spMk id="26019" creationId="{529EA319-4AFC-70D3-70E9-E13961FAD092}"/>
          </ac:spMkLst>
        </pc:spChg>
        <pc:spChg chg="add mod">
          <ac:chgData name="" userId="" providerId="" clId="Web-{893967E1-42B7-4834-B38B-621C2FDF2144}" dt="2026-10-23T10:04:51.118" v="0" actId="34807"/>
          <ac:spMkLst>
            <pc:docMk/>
            <pc:sldMk cId="3761642860" sldId="4027"/>
            <ac:spMk id="26055" creationId="{84ACD896-7CFF-B980-CF59-864AA05D0EBF}"/>
          </ac:spMkLst>
        </pc:spChg>
        <pc:spChg chg="add mod">
          <ac:chgData name="" userId="" providerId="" clId="Web-{893967E1-42B7-4834-B38B-621C2FDF2144}" dt="2026-10-23T10:04:51.118" v="0" actId="34807"/>
          <ac:spMkLst>
            <pc:docMk/>
            <pc:sldMk cId="3761642860" sldId="4027"/>
            <ac:spMk id="26092" creationId="{4428FDF0-9C71-026B-7F1B-E8C88F3E159C}"/>
          </ac:spMkLst>
        </pc:spChg>
      </pc:sldChg>
      <pc:sldChg chg="addSp delSp modSp">
        <pc:chgData name="" userId="" providerId="" clId="Web-{893967E1-42B7-4834-B38B-621C2FDF2144}" dt="2026-10-23T10:10:10.283" v="21" actId="34807"/>
        <pc:sldMkLst>
          <pc:docMk/>
          <pc:sldMk cId="18801219" sldId="4909"/>
        </pc:sldMkLst>
        <pc:spChg chg="del">
          <ac:chgData name="" userId="" providerId="" clId="Web-{893967E1-42B7-4834-B38B-621C2FDF2144}" dt="2026-10-23T10:07:19.464" v="9" actId="34807"/>
          <ac:spMkLst>
            <pc:docMk/>
            <pc:sldMk cId="18801219" sldId="4909"/>
            <ac:spMk id="22492" creationId="{40262515-DFF9-AEB0-1B21-5835A3950793}"/>
          </ac:spMkLst>
        </pc:spChg>
        <pc:spChg chg="del">
          <ac:chgData name="" userId="" providerId="" clId="Web-{893967E1-42B7-4834-B38B-621C2FDF2144}" dt="2026-10-23T10:10:10.283" v="21" actId="34807"/>
          <ac:spMkLst>
            <pc:docMk/>
            <pc:sldMk cId="18801219" sldId="4909"/>
            <ac:spMk id="22499" creationId="{856163AE-E434-3CA8-E330-8162834C7CE0}"/>
          </ac:spMkLst>
        </pc:spChg>
        <pc:spChg chg="del">
          <ac:chgData name="" userId="" providerId="" clId="Web-{893967E1-42B7-4834-B38B-621C2FDF2144}" dt="2026-10-23T10:07:19.464" v="9" actId="34807"/>
          <ac:spMkLst>
            <pc:docMk/>
            <pc:sldMk cId="18801219" sldId="4909"/>
            <ac:spMk id="22507" creationId="{A903BBE9-45B8-9F48-7F74-3F8343999FA2}"/>
          </ac:spMkLst>
        </pc:spChg>
        <pc:spChg chg="add mod">
          <ac:chgData name="" userId="" providerId="" clId="Web-{893967E1-42B7-4834-B38B-621C2FDF2144}" dt="2026-10-23T10:07:18.777" v="8" actId="34807"/>
          <ac:spMkLst>
            <pc:docMk/>
            <pc:sldMk cId="18801219" sldId="4909"/>
            <ac:spMk id="26172" creationId="{5C6DBC50-33E4-7421-AA37-92B3B104DD6A}"/>
          </ac:spMkLst>
        </pc:spChg>
        <pc:spChg chg="add mod">
          <ac:chgData name="" userId="" providerId="" clId="Web-{893967E1-42B7-4834-B38B-621C2FDF2144}" dt="2026-10-23T10:07:18.777" v="8" actId="34807"/>
          <ac:spMkLst>
            <pc:docMk/>
            <pc:sldMk cId="18801219" sldId="4909"/>
            <ac:spMk id="26174" creationId="{59727461-3573-0F48-EB01-3FB164C68562}"/>
          </ac:spMkLst>
        </pc:spChg>
        <pc:spChg chg="add mod">
          <ac:chgData name="" userId="" providerId="" clId="Web-{893967E1-42B7-4834-B38B-621C2FDF2144}" dt="2026-10-23T10:10:09.658" v="20" actId="34807"/>
          <ac:spMkLst>
            <pc:docMk/>
            <pc:sldMk cId="18801219" sldId="4909"/>
            <ac:spMk id="26325" creationId="{623215EB-9DF9-12F4-2977-4E55B34E21FB}"/>
          </ac:spMkLst>
        </pc:spChg>
      </pc:sldChg>
      <pc:sldChg chg="addSp delSp modSp">
        <pc:chgData name="" userId="" providerId="" clId="Web-{893967E1-42B7-4834-B38B-621C2FDF2144}" dt="2026-10-23T10:07:30.808" v="11" actId="34807"/>
        <pc:sldMkLst>
          <pc:docMk/>
          <pc:sldMk cId="1994120710" sldId="5132"/>
        </pc:sldMkLst>
        <pc:spChg chg="mod">
          <ac:chgData name="" userId="" providerId="" clId="Web-{893967E1-42B7-4834-B38B-621C2FDF2144}" dt="2026-10-23T10:07:30.808" v="11" actId="34807"/>
          <ac:spMkLst>
            <pc:docMk/>
            <pc:sldMk cId="1994120710" sldId="5132"/>
            <ac:spMk id="22541" creationId="{72627532-1161-36DC-D7E4-EA4EC120F428}"/>
          </ac:spMkLst>
        </pc:spChg>
        <pc:spChg chg="mod">
          <ac:chgData name="" userId="" providerId="" clId="Web-{893967E1-42B7-4834-B38B-621C2FDF2144}" dt="2026-10-23T10:07:30.808" v="11" actId="34807"/>
          <ac:spMkLst>
            <pc:docMk/>
            <pc:sldMk cId="1994120710" sldId="5132"/>
            <ac:spMk id="22546" creationId="{DF755256-A8D0-F73B-4478-5D98A71300C6}"/>
          </ac:spMkLst>
        </pc:spChg>
        <pc:spChg chg="del">
          <ac:chgData name="" userId="" providerId="" clId="Web-{893967E1-42B7-4834-B38B-621C2FDF2144}" dt="2026-10-23T10:07:30.808" v="11" actId="34807"/>
          <ac:spMkLst>
            <pc:docMk/>
            <pc:sldMk cId="1994120710" sldId="5132"/>
            <ac:spMk id="22557" creationId="{9752444A-8AAD-892E-F49E-C1878764E508}"/>
          </ac:spMkLst>
        </pc:spChg>
        <pc:spChg chg="add mod">
          <ac:chgData name="" userId="" providerId="" clId="Web-{893967E1-42B7-4834-B38B-621C2FDF2144}" dt="2026-10-23T10:07:30.199" v="10" actId="34807"/>
          <ac:spMkLst>
            <pc:docMk/>
            <pc:sldMk cId="1994120710" sldId="5132"/>
            <ac:spMk id="26175" creationId="{3D883013-6BA3-C92E-73B5-4643229FFA63}"/>
          </ac:spMkLst>
        </pc:spChg>
      </pc:sldChg>
      <pc:sldChg chg="addSp delSp modSp">
        <pc:chgData name="" userId="" providerId="" clId="Web-{893967E1-42B7-4834-B38B-621C2FDF2144}" dt="2026-10-23T10:07:40.934" v="13" actId="34807"/>
        <pc:sldMkLst>
          <pc:docMk/>
          <pc:sldMk cId="2759033825" sldId="5356"/>
        </pc:sldMkLst>
        <pc:spChg chg="del">
          <ac:chgData name="" userId="" providerId="" clId="Web-{893967E1-42B7-4834-B38B-621C2FDF2144}" dt="2026-10-23T10:07:40.934" v="13" actId="34807"/>
          <ac:spMkLst>
            <pc:docMk/>
            <pc:sldMk cId="2759033825" sldId="5356"/>
            <ac:spMk id="22795" creationId="{8805C3F7-ECAE-7520-2D8B-56B07707D5C3}"/>
          </ac:spMkLst>
        </pc:spChg>
        <pc:spChg chg="add mod">
          <ac:chgData name="" userId="" providerId="" clId="Web-{893967E1-42B7-4834-B38B-621C2FDF2144}" dt="2026-10-23T10:07:40.262" v="12" actId="34807"/>
          <ac:spMkLst>
            <pc:docMk/>
            <pc:sldMk cId="2759033825" sldId="5356"/>
            <ac:spMk id="26176" creationId="{96EE6C9C-DB01-A7B1-0DF7-057183156E46}"/>
          </ac:spMkLst>
        </pc:spChg>
      </pc:sldChg>
      <pc:sldChg chg="modSp">
        <pc:chgData name="" userId="" providerId="" clId="Web-{893967E1-42B7-4834-B38B-621C2FDF2144}" dt="2026-10-23T10:07:49.481" v="14" actId="34807"/>
        <pc:sldMkLst>
          <pc:docMk/>
          <pc:sldMk cId="3209468076" sldId="5581"/>
        </pc:sldMkLst>
        <pc:spChg chg="mod">
          <ac:chgData name="" userId="" providerId="" clId="Web-{893967E1-42B7-4834-B38B-621C2FDF2144}" dt="2026-10-23T10:07:49.481" v="14" actId="34807"/>
          <ac:spMkLst>
            <pc:docMk/>
            <pc:sldMk cId="3209468076" sldId="5581"/>
            <ac:spMk id="23140" creationId="{815D384F-4ABD-F897-09FE-43B3C66FF94E}"/>
          </ac:spMkLst>
        </pc:spChg>
        <pc:spChg chg="mod">
          <ac:chgData name="" userId="" providerId="" clId="Web-{893967E1-42B7-4834-B38B-621C2FDF2144}" dt="2026-10-23T10:07:49.481" v="14" actId="34807"/>
          <ac:spMkLst>
            <pc:docMk/>
            <pc:sldMk cId="3209468076" sldId="5581"/>
            <ac:spMk id="23164" creationId="{AFA452DB-2F9C-074F-31E9-90CCEAD5936D}"/>
          </ac:spMkLst>
        </pc:spChg>
      </pc:sldChg>
      <pc:sldChg chg="addSp delSp modSp">
        <pc:chgData name="" userId="" providerId="" clId="Web-{893967E1-42B7-4834-B38B-621C2FDF2144}" dt="2026-10-23T10:08:01.106" v="17" actId="34807"/>
        <pc:sldMkLst>
          <pc:docMk/>
          <pc:sldMk cId="2251772608" sldId="5807"/>
        </pc:sldMkLst>
        <pc:spChg chg="del">
          <ac:chgData name="" userId="" providerId="" clId="Web-{893967E1-42B7-4834-B38B-621C2FDF2144}" dt="2026-10-23T10:08:00.387" v="16" actId="34807"/>
          <ac:spMkLst>
            <pc:docMk/>
            <pc:sldMk cId="2251772608" sldId="5807"/>
            <ac:spMk id="23345" creationId="{0706ADE4-8D5F-164B-2E02-07BC774CAE74}"/>
          </ac:spMkLst>
        </pc:spChg>
        <pc:spChg chg="del">
          <ac:chgData name="" userId="" providerId="" clId="Web-{893967E1-42B7-4834-B38B-621C2FDF2144}" dt="2026-10-23T10:08:00.387" v="16" actId="34807"/>
          <ac:spMkLst>
            <pc:docMk/>
            <pc:sldMk cId="2251772608" sldId="5807"/>
            <ac:spMk id="23380" creationId="{CB759348-0F86-6A03-304F-4B2A4A70B112}"/>
          </ac:spMkLst>
        </pc:spChg>
        <pc:spChg chg="del">
          <ac:chgData name="" userId="" providerId="" clId="Web-{893967E1-42B7-4834-B38B-621C2FDF2144}" dt="2026-10-23T10:08:00.387" v="16" actId="34807"/>
          <ac:spMkLst>
            <pc:docMk/>
            <pc:sldMk cId="2251772608" sldId="5807"/>
            <ac:spMk id="23426" creationId="{41478368-3D2E-6D43-E889-3DFD04EB0D78}"/>
          </ac:spMkLst>
        </pc:spChg>
        <pc:spChg chg="del">
          <ac:chgData name="" userId="" providerId="" clId="Web-{893967E1-42B7-4834-B38B-621C2FDF2144}" dt="2026-10-23T10:08:00.387" v="16" actId="34807"/>
          <ac:spMkLst>
            <pc:docMk/>
            <pc:sldMk cId="2251772608" sldId="5807"/>
            <ac:spMk id="23506" creationId="{1461CDBE-24FB-DB5F-18A2-8B9367D54D75}"/>
          </ac:spMkLst>
        </pc:spChg>
        <pc:spChg chg="add mod">
          <ac:chgData name="" userId="" providerId="" clId="Web-{893967E1-42B7-4834-B38B-621C2FDF2144}" dt="2026-10-23T10:08:01.106" v="17" actId="34807"/>
          <ac:spMkLst>
            <pc:docMk/>
            <pc:sldMk cId="2251772608" sldId="5807"/>
            <ac:spMk id="26177" creationId="{6F53A603-FA3F-AAE1-3C1C-014B517EA398}"/>
          </ac:spMkLst>
        </pc:spChg>
        <pc:spChg chg="add mod">
          <ac:chgData name="" userId="" providerId="" clId="Web-{893967E1-42B7-4834-B38B-621C2FDF2144}" dt="2026-10-23T10:08:01.106" v="17" actId="34807"/>
          <ac:spMkLst>
            <pc:docMk/>
            <pc:sldMk cId="2251772608" sldId="5807"/>
            <ac:spMk id="26179" creationId="{4F3D6315-3170-1E30-2282-7253729DA6A3}"/>
          </ac:spMkLst>
        </pc:spChg>
        <pc:spChg chg="add mod">
          <ac:chgData name="" userId="" providerId="" clId="Web-{893967E1-42B7-4834-B38B-621C2FDF2144}" dt="2026-10-23T10:07:59.684" v="15" actId="34807"/>
          <ac:spMkLst>
            <pc:docMk/>
            <pc:sldMk cId="2251772608" sldId="5807"/>
            <ac:spMk id="26182" creationId="{5DAA91F3-9B39-8E84-6561-BAFFD7B107D0}"/>
          </ac:spMkLst>
        </pc:spChg>
        <pc:spChg chg="add mod">
          <ac:chgData name="" userId="" providerId="" clId="Web-{893967E1-42B7-4834-B38B-621C2FDF2144}" dt="2026-10-23T10:07:59.684" v="15" actId="34807"/>
          <ac:spMkLst>
            <pc:docMk/>
            <pc:sldMk cId="2251772608" sldId="5807"/>
            <ac:spMk id="26186" creationId="{F060D5DE-CCDA-5BFF-0B23-EB86FF0516D1}"/>
          </ac:spMkLst>
        </pc:spChg>
        <pc:spChg chg="add mod">
          <ac:chgData name="" userId="" providerId="" clId="Web-{893967E1-42B7-4834-B38B-621C2FDF2144}" dt="2026-10-23T10:07:59.684" v="15" actId="34807"/>
          <ac:spMkLst>
            <pc:docMk/>
            <pc:sldMk cId="2251772608" sldId="5807"/>
            <ac:spMk id="26191" creationId="{D0334F60-E631-7215-1A49-E2487AF048EC}"/>
          </ac:spMkLst>
        </pc:spChg>
        <pc:spChg chg="add mod">
          <ac:chgData name="" userId="" providerId="" clId="Web-{893967E1-42B7-4834-B38B-621C2FDF2144}" dt="2026-10-23T10:07:59.684" v="15" actId="34807"/>
          <ac:spMkLst>
            <pc:docMk/>
            <pc:sldMk cId="2251772608" sldId="5807"/>
            <ac:spMk id="26197" creationId="{4FDD08C5-95DB-0759-F3E7-9B2D6A0DA85B}"/>
          </ac:spMkLst>
        </pc:spChg>
        <pc:spChg chg="add mod">
          <ac:chgData name="" userId="" providerId="" clId="Web-{893967E1-42B7-4834-B38B-621C2FDF2144}" dt="2026-10-23T10:07:59.684" v="15" actId="34807"/>
          <ac:spMkLst>
            <pc:docMk/>
            <pc:sldMk cId="2251772608" sldId="5807"/>
            <ac:spMk id="26204" creationId="{B8C6B48C-3BFB-A264-4B94-649ACF7060D4}"/>
          </ac:spMkLst>
        </pc:spChg>
      </pc:sldChg>
      <pc:sldChg chg="addSp delSp modSp">
        <pc:chgData name="" userId="" providerId="" clId="Web-{893967E1-42B7-4834-B38B-621C2FDF2144}" dt="2026-10-23T10:08:07.418" v="19" actId="34807"/>
        <pc:sldMkLst>
          <pc:docMk/>
          <pc:sldMk cId="49037429" sldId="6034"/>
        </pc:sldMkLst>
        <pc:spChg chg="del">
          <ac:chgData name="" userId="" providerId="" clId="Web-{893967E1-42B7-4834-B38B-621C2FDF2144}" dt="2026-10-23T10:08:07.418" v="19" actId="34807"/>
          <ac:spMkLst>
            <pc:docMk/>
            <pc:sldMk cId="49037429" sldId="6034"/>
            <ac:spMk id="23720" creationId="{39B8F553-7DBB-10D3-AC7B-FE6BDC53DB03}"/>
          </ac:spMkLst>
        </pc:spChg>
        <pc:spChg chg="del">
          <ac:chgData name="" userId="" providerId="" clId="Web-{893967E1-42B7-4834-B38B-621C2FDF2144}" dt="2026-10-23T10:08:07.418" v="19" actId="34807"/>
          <ac:spMkLst>
            <pc:docMk/>
            <pc:sldMk cId="49037429" sldId="6034"/>
            <ac:spMk id="23747" creationId="{2046DA33-B151-276E-DCE0-BB98A38E720E}"/>
          </ac:spMkLst>
        </pc:spChg>
        <pc:spChg chg="del">
          <ac:chgData name="" userId="" providerId="" clId="Web-{893967E1-42B7-4834-B38B-621C2FDF2144}" dt="2026-10-23T10:08:07.418" v="19" actId="34807"/>
          <ac:spMkLst>
            <pc:docMk/>
            <pc:sldMk cId="49037429" sldId="6034"/>
            <ac:spMk id="23764" creationId="{11B2E880-5A02-3CA4-29D0-DC90BC04C17F}"/>
          </ac:spMkLst>
        </pc:spChg>
        <pc:spChg chg="del">
          <ac:chgData name="" userId="" providerId="" clId="Web-{893967E1-42B7-4834-B38B-621C2FDF2144}" dt="2026-10-23T10:08:07.418" v="19" actId="34807"/>
          <ac:spMkLst>
            <pc:docMk/>
            <pc:sldMk cId="49037429" sldId="6034"/>
            <ac:spMk id="23774" creationId="{FF28D68F-4F19-198A-9F3B-B6E2A4B0FB6C}"/>
          </ac:spMkLst>
        </pc:spChg>
        <pc:spChg chg="del">
          <ac:chgData name="" userId="" providerId="" clId="Web-{893967E1-42B7-4834-B38B-621C2FDF2144}" dt="2026-10-23T10:08:07.418" v="19" actId="34807"/>
          <ac:spMkLst>
            <pc:docMk/>
            <pc:sldMk cId="49037429" sldId="6034"/>
            <ac:spMk id="23785" creationId="{11783B65-8979-F120-1C78-C60D9D4236B4}"/>
          </ac:spMkLst>
        </pc:spChg>
        <pc:spChg chg="del">
          <ac:chgData name="" userId="" providerId="" clId="Web-{893967E1-42B7-4834-B38B-621C2FDF2144}" dt="2026-10-23T10:08:07.418" v="19" actId="34807"/>
          <ac:spMkLst>
            <pc:docMk/>
            <pc:sldMk cId="49037429" sldId="6034"/>
            <ac:spMk id="23797" creationId="{C03E743C-42FC-A4A9-4E5A-1C929A2168A4}"/>
          </ac:spMkLst>
        </pc:spChg>
        <pc:spChg chg="del">
          <ac:chgData name="" userId="" providerId="" clId="Web-{893967E1-42B7-4834-B38B-621C2FDF2144}" dt="2026-10-23T10:08:07.418" v="19" actId="34807"/>
          <ac:spMkLst>
            <pc:docMk/>
            <pc:sldMk cId="49037429" sldId="6034"/>
            <ac:spMk id="24097" creationId="{E12AE923-D0DC-9492-4DCB-DDDB228F9410}"/>
          </ac:spMkLst>
        </pc:spChg>
        <pc:spChg chg="del">
          <ac:chgData name="" userId="" providerId="" clId="Web-{893967E1-42B7-4834-B38B-621C2FDF2144}" dt="2026-10-23T10:08:07.418" v="19" actId="34807"/>
          <ac:spMkLst>
            <pc:docMk/>
            <pc:sldMk cId="49037429" sldId="6034"/>
            <ac:spMk id="24154" creationId="{A15C32FE-5849-90F1-4DC0-803CB4D7EF9C}"/>
          </ac:spMkLst>
        </pc:spChg>
        <pc:spChg chg="del">
          <ac:chgData name="" userId="" providerId="" clId="Web-{893967E1-42B7-4834-B38B-621C2FDF2144}" dt="2026-10-23T10:08:07.418" v="19" actId="34807"/>
          <ac:spMkLst>
            <pc:docMk/>
            <pc:sldMk cId="49037429" sldId="6034"/>
            <ac:spMk id="24215" creationId="{A33567D4-AD78-C2C7-EE76-E9DE87EDECA3}"/>
          </ac:spMkLst>
        </pc:spChg>
        <pc:spChg chg="del">
          <ac:chgData name="" userId="" providerId="" clId="Web-{893967E1-42B7-4834-B38B-621C2FDF2144}" dt="2026-10-23T10:08:07.418" v="19" actId="34807"/>
          <ac:spMkLst>
            <pc:docMk/>
            <pc:sldMk cId="49037429" sldId="6034"/>
            <ac:spMk id="24460" creationId="{2F27510F-DB34-266A-A652-0C2777D8901A}"/>
          </ac:spMkLst>
        </pc:spChg>
        <pc:spChg chg="add mod">
          <ac:chgData name="" userId="" providerId="" clId="Web-{893967E1-42B7-4834-B38B-621C2FDF2144}" dt="2026-10-23T10:08:06.575" v="18" actId="34807"/>
          <ac:spMkLst>
            <pc:docMk/>
            <pc:sldMk cId="49037429" sldId="6034"/>
            <ac:spMk id="26207" creationId="{DDC65803-69D8-53AE-4697-12BA499258B4}"/>
          </ac:spMkLst>
        </pc:spChg>
        <pc:spChg chg="add mod">
          <ac:chgData name="" userId="" providerId="" clId="Web-{893967E1-42B7-4834-B38B-621C2FDF2144}" dt="2026-10-23T10:08:06.575" v="18" actId="34807"/>
          <ac:spMkLst>
            <pc:docMk/>
            <pc:sldMk cId="49037429" sldId="6034"/>
            <ac:spMk id="26214" creationId="{966DE892-D912-9A86-288C-F7E33167BEAF}"/>
          </ac:spMkLst>
        </pc:spChg>
        <pc:spChg chg="add mod">
          <ac:chgData name="" userId="" providerId="" clId="Web-{893967E1-42B7-4834-B38B-621C2FDF2144}" dt="2026-10-23T10:08:06.575" v="18" actId="34807"/>
          <ac:spMkLst>
            <pc:docMk/>
            <pc:sldMk cId="49037429" sldId="6034"/>
            <ac:spMk id="26219" creationId="{FEBB66A2-1668-D593-467E-601E1540DA62}"/>
          </ac:spMkLst>
        </pc:spChg>
        <pc:spChg chg="add mod">
          <ac:chgData name="" userId="" providerId="" clId="Web-{893967E1-42B7-4834-B38B-621C2FDF2144}" dt="2026-10-23T10:08:06.575" v="18" actId="34807"/>
          <ac:spMkLst>
            <pc:docMk/>
            <pc:sldMk cId="49037429" sldId="6034"/>
            <ac:spMk id="26225" creationId="{2C120C81-0A38-95D6-63FA-AB638107B2DC}"/>
          </ac:spMkLst>
        </pc:spChg>
        <pc:spChg chg="add mod">
          <ac:chgData name="" userId="" providerId="" clId="Web-{893967E1-42B7-4834-B38B-621C2FDF2144}" dt="2026-10-23T10:08:06.575" v="18" actId="34807"/>
          <ac:spMkLst>
            <pc:docMk/>
            <pc:sldMk cId="49037429" sldId="6034"/>
            <ac:spMk id="26240" creationId="{C54D5CCC-8CC1-7348-C9E1-7EE763FA8D5D}"/>
          </ac:spMkLst>
        </pc:spChg>
        <pc:spChg chg="add mod">
          <ac:chgData name="" userId="" providerId="" clId="Web-{893967E1-42B7-4834-B38B-621C2FDF2144}" dt="2026-10-23T10:08:06.575" v="18" actId="34807"/>
          <ac:spMkLst>
            <pc:docMk/>
            <pc:sldMk cId="49037429" sldId="6034"/>
            <ac:spMk id="26249" creationId="{72FBB3B8-C4B0-C941-7D2B-5CBB7F2313CA}"/>
          </ac:spMkLst>
        </pc:spChg>
        <pc:spChg chg="add mod">
          <ac:chgData name="" userId="" providerId="" clId="Web-{893967E1-42B7-4834-B38B-621C2FDF2144}" dt="2026-10-23T10:08:06.575" v="18" actId="34807"/>
          <ac:spMkLst>
            <pc:docMk/>
            <pc:sldMk cId="49037429" sldId="6034"/>
            <ac:spMk id="26259" creationId="{B4E22140-B1BA-CB4F-A125-AC7ACF1479EA}"/>
          </ac:spMkLst>
        </pc:spChg>
        <pc:spChg chg="add mod">
          <ac:chgData name="" userId="" providerId="" clId="Web-{893967E1-42B7-4834-B38B-621C2FDF2144}" dt="2026-10-23T10:08:06.575" v="18" actId="34807"/>
          <ac:spMkLst>
            <pc:docMk/>
            <pc:sldMk cId="49037429" sldId="6034"/>
            <ac:spMk id="26270" creationId="{0D9E3B20-255C-5987-A193-83C8CA4D6A35}"/>
          </ac:spMkLst>
        </pc:spChg>
        <pc:spChg chg="add mod">
          <ac:chgData name="" userId="" providerId="" clId="Web-{893967E1-42B7-4834-B38B-621C2FDF2144}" dt="2026-10-23T10:08:06.575" v="18" actId="34807"/>
          <ac:spMkLst>
            <pc:docMk/>
            <pc:sldMk cId="49037429" sldId="6034"/>
            <ac:spMk id="26309" creationId="{7B19CEE9-57F0-2418-3D19-A99523B2835B}"/>
          </ac:spMkLst>
        </pc:spChg>
        <pc:spChg chg="add mod">
          <ac:chgData name="" userId="" providerId="" clId="Web-{893967E1-42B7-4834-B38B-621C2FDF2144}" dt="2026-10-23T10:08:06.575" v="18" actId="34807"/>
          <ac:spMkLst>
            <pc:docMk/>
            <pc:sldMk cId="49037429" sldId="6034"/>
            <ac:spMk id="26324" creationId="{8829D330-1583-5DBF-1C0D-A4602353BDC5}"/>
          </ac:spMkLst>
        </pc:spChg>
      </pc:sldChg>
      <pc:sldChg chg="addSp delSp modSp">
        <pc:chgData name="" userId="" providerId="" clId="Web-{893967E1-42B7-4834-B38B-621C2FDF2144}" dt="2026-10-23T10:05:40.759" v="4" actId="34807"/>
        <pc:sldMkLst>
          <pc:docMk/>
          <pc:sldMk cId="1196239488" sldId="7417"/>
        </pc:sldMkLst>
        <pc:spChg chg="del">
          <ac:chgData name="" userId="" providerId="" clId="Web-{893967E1-42B7-4834-B38B-621C2FDF2144}" dt="2026-10-23T10:05:40.009" v="3" actId="34807"/>
          <ac:spMkLst>
            <pc:docMk/>
            <pc:sldMk cId="1196239488" sldId="7417"/>
            <ac:spMk id="23576" creationId="{AD409427-0CEB-EC98-AEE3-3D5A1898D04C}"/>
          </ac:spMkLst>
        </pc:spChg>
        <pc:spChg chg="del">
          <ac:chgData name="" userId="" providerId="" clId="Web-{893967E1-42B7-4834-B38B-621C2FDF2144}" dt="2026-10-23T10:05:40.009" v="3" actId="34807"/>
          <ac:spMkLst>
            <pc:docMk/>
            <pc:sldMk cId="1196239488" sldId="7417"/>
            <ac:spMk id="23581" creationId="{C070DF34-B3D4-3C59-AA28-F1C8D2DBF5BF}"/>
          </ac:spMkLst>
        </pc:spChg>
        <pc:spChg chg="del">
          <ac:chgData name="" userId="" providerId="" clId="Web-{893967E1-42B7-4834-B38B-621C2FDF2144}" dt="2026-10-23T10:05:40.009" v="3" actId="34807"/>
          <ac:spMkLst>
            <pc:docMk/>
            <pc:sldMk cId="1196239488" sldId="7417"/>
            <ac:spMk id="23587" creationId="{30B524D0-B867-5644-4282-29E66907F81C}"/>
          </ac:spMkLst>
        </pc:spChg>
        <pc:spChg chg="del">
          <ac:chgData name="" userId="" providerId="" clId="Web-{893967E1-42B7-4834-B38B-621C2FDF2144}" dt="2026-10-23T10:05:40.009" v="3" actId="34807"/>
          <ac:spMkLst>
            <pc:docMk/>
            <pc:sldMk cId="1196239488" sldId="7417"/>
            <ac:spMk id="23594" creationId="{DF3C4E1D-9B50-40D4-42B5-AC1A0BF174FA}"/>
          </ac:spMkLst>
        </pc:spChg>
        <pc:spChg chg="del">
          <ac:chgData name="" userId="" providerId="" clId="Web-{893967E1-42B7-4834-B38B-621C2FDF2144}" dt="2026-10-23T10:05:40.009" v="3" actId="34807"/>
          <ac:spMkLst>
            <pc:docMk/>
            <pc:sldMk cId="1196239488" sldId="7417"/>
            <ac:spMk id="23602" creationId="{F93F8582-614A-028F-35E4-AD922D74107D}"/>
          </ac:spMkLst>
        </pc:spChg>
        <pc:spChg chg="del">
          <ac:chgData name="" userId="" providerId="" clId="Web-{893967E1-42B7-4834-B38B-621C2FDF2144}" dt="2026-10-23T10:05:40.009" v="3" actId="34807"/>
          <ac:spMkLst>
            <pc:docMk/>
            <pc:sldMk cId="1196239488" sldId="7417"/>
            <ac:spMk id="23611" creationId="{A1B12AAA-B899-C4E9-B98E-30B705BF63F9}"/>
          </ac:spMkLst>
        </pc:spChg>
        <pc:spChg chg="del">
          <ac:chgData name="" userId="" providerId="" clId="Web-{893967E1-42B7-4834-B38B-621C2FDF2144}" dt="2026-10-23T10:05:40.009" v="3" actId="34807"/>
          <ac:spMkLst>
            <pc:docMk/>
            <pc:sldMk cId="1196239488" sldId="7417"/>
            <ac:spMk id="23621" creationId="{9BA9D083-0DA1-9EC1-5D94-E9163C0CAC99}"/>
          </ac:spMkLst>
        </pc:spChg>
        <pc:spChg chg="del">
          <ac:chgData name="" userId="" providerId="" clId="Web-{893967E1-42B7-4834-B38B-621C2FDF2144}" dt="2026-10-23T10:05:40.009" v="3" actId="34807"/>
          <ac:spMkLst>
            <pc:docMk/>
            <pc:sldMk cId="1196239488" sldId="7417"/>
            <ac:spMk id="23632" creationId="{06220B0B-E8CB-B9D9-0763-9E5C6F580ED2}"/>
          </ac:spMkLst>
        </pc:spChg>
        <pc:spChg chg="del">
          <ac:chgData name="" userId="" providerId="" clId="Web-{893967E1-42B7-4834-B38B-621C2FDF2144}" dt="2026-10-23T10:05:40.009" v="3" actId="34807"/>
          <ac:spMkLst>
            <pc:docMk/>
            <pc:sldMk cId="1196239488" sldId="7417"/>
            <ac:spMk id="23644" creationId="{73AC94A7-6C03-BF60-3A36-FA9ACE96A551}"/>
          </ac:spMkLst>
        </pc:spChg>
        <pc:spChg chg="add mod">
          <ac:chgData name="" userId="" providerId="" clId="Web-{893967E1-42B7-4834-B38B-621C2FDF2144}" dt="2026-10-23T10:05:39.056" v="2" actId="34807"/>
          <ac:spMkLst>
            <pc:docMk/>
            <pc:sldMk cId="1196239488" sldId="7417"/>
            <ac:spMk id="26093" creationId="{C61BA8CD-D90D-CC13-34BD-E6D332328B8E}"/>
          </ac:spMkLst>
        </pc:spChg>
        <pc:spChg chg="add mod">
          <ac:chgData name="" userId="" providerId="" clId="Web-{893967E1-42B7-4834-B38B-621C2FDF2144}" dt="2026-10-23T10:05:39.056" v="2" actId="34807"/>
          <ac:spMkLst>
            <pc:docMk/>
            <pc:sldMk cId="1196239488" sldId="7417"/>
            <ac:spMk id="26095" creationId="{161B6788-8390-42CC-9D90-D10CA5145762}"/>
          </ac:spMkLst>
        </pc:spChg>
        <pc:spChg chg="add mod">
          <ac:chgData name="" userId="" providerId="" clId="Web-{893967E1-42B7-4834-B38B-621C2FDF2144}" dt="2026-10-23T10:05:39.056" v="2" actId="34807"/>
          <ac:spMkLst>
            <pc:docMk/>
            <pc:sldMk cId="1196239488" sldId="7417"/>
            <ac:spMk id="26098" creationId="{CE1CB896-A690-146C-7B03-556E4A54E0DF}"/>
          </ac:spMkLst>
        </pc:spChg>
        <pc:spChg chg="add mod">
          <ac:chgData name="" userId="" providerId="" clId="Web-{893967E1-42B7-4834-B38B-621C2FDF2144}" dt="2026-10-23T10:05:39.056" v="2" actId="34807"/>
          <ac:spMkLst>
            <pc:docMk/>
            <pc:sldMk cId="1196239488" sldId="7417"/>
            <ac:spMk id="26102" creationId="{51FE39AD-7286-6163-FECD-008B35B5687D}"/>
          </ac:spMkLst>
        </pc:spChg>
        <pc:spChg chg="add mod">
          <ac:chgData name="" userId="" providerId="" clId="Web-{893967E1-42B7-4834-B38B-621C2FDF2144}" dt="2026-10-23T10:05:39.056" v="2" actId="34807"/>
          <ac:spMkLst>
            <pc:docMk/>
            <pc:sldMk cId="1196239488" sldId="7417"/>
            <ac:spMk id="26107" creationId="{F802EEC1-07C1-716C-97BF-0F3AFB0BA892}"/>
          </ac:spMkLst>
        </pc:spChg>
        <pc:spChg chg="add mod">
          <ac:chgData name="" userId="" providerId="" clId="Web-{893967E1-42B7-4834-B38B-621C2FDF2144}" dt="2026-10-23T10:05:39.056" v="2" actId="34807"/>
          <ac:spMkLst>
            <pc:docMk/>
            <pc:sldMk cId="1196239488" sldId="7417"/>
            <ac:spMk id="26113" creationId="{BA25BA58-8BA8-7276-0CB5-1076CA31BD82}"/>
          </ac:spMkLst>
        </pc:spChg>
        <pc:spChg chg="add mod">
          <ac:chgData name="" userId="" providerId="" clId="Web-{893967E1-42B7-4834-B38B-621C2FDF2144}" dt="2026-10-23T10:05:39.056" v="2" actId="34807"/>
          <ac:spMkLst>
            <pc:docMk/>
            <pc:sldMk cId="1196239488" sldId="7417"/>
            <ac:spMk id="26120" creationId="{24CAE48F-1AB9-528F-E1F8-EF0059A1982A}"/>
          </ac:spMkLst>
        </pc:spChg>
        <pc:spChg chg="add mod">
          <ac:chgData name="" userId="" providerId="" clId="Web-{893967E1-42B7-4834-B38B-621C2FDF2144}" dt="2026-10-23T10:05:39.056" v="2" actId="34807"/>
          <ac:spMkLst>
            <pc:docMk/>
            <pc:sldMk cId="1196239488" sldId="7417"/>
            <ac:spMk id="26128" creationId="{6758C7BC-2569-1264-1744-24DA2B84AF99}"/>
          </ac:spMkLst>
        </pc:spChg>
        <pc:spChg chg="add mod">
          <ac:chgData name="" userId="" providerId="" clId="Web-{893967E1-42B7-4834-B38B-621C2FDF2144}" dt="2026-10-23T10:05:40.759" v="4" actId="34807"/>
          <ac:spMkLst>
            <pc:docMk/>
            <pc:sldMk cId="1196239488" sldId="7417"/>
            <ac:spMk id="26137" creationId="{1EC3B07F-B9A2-2BB3-DCA5-5AE65F8F3704}"/>
          </ac:spMkLst>
        </pc:spChg>
        <pc:spChg chg="add mod">
          <ac:chgData name="" userId="" providerId="" clId="Web-{893967E1-42B7-4834-B38B-621C2FDF2144}" dt="2026-10-23T10:05:39.056" v="2" actId="34807"/>
          <ac:spMkLst>
            <pc:docMk/>
            <pc:sldMk cId="1196239488" sldId="7417"/>
            <ac:spMk id="26158" creationId="{A193C884-6AC9-F0CA-B3A8-D0CBF57E0716}"/>
          </ac:spMkLst>
        </pc:spChg>
      </pc:sldChg>
      <pc:sldChg chg="modSp">
        <pc:chgData name="" userId="" providerId="" clId="Web-{893967E1-42B7-4834-B38B-621C2FDF2144}" dt="2026-10-23T10:05:49.291" v="5" actId="34807"/>
        <pc:sldMkLst>
          <pc:docMk/>
          <pc:sldMk cId="2289242127" sldId="7651"/>
        </pc:sldMkLst>
        <pc:spChg chg="mod">
          <ac:chgData name="" userId="" providerId="" clId="Web-{893967E1-42B7-4834-B38B-621C2FDF2144}" dt="2026-10-23T10:05:49.291" v="5" actId="34807"/>
          <ac:spMkLst>
            <pc:docMk/>
            <pc:sldMk cId="2289242127" sldId="7651"/>
            <ac:spMk id="24713" creationId="{7DE0643D-F078-1B68-9853-B7F8D4F31FF1}"/>
          </ac:spMkLst>
        </pc:spChg>
        <pc:spChg chg="mod">
          <ac:chgData name="" userId="" providerId="" clId="Web-{893967E1-42B7-4834-B38B-621C2FDF2144}" dt="2026-10-23T10:05:49.291" v="5" actId="34807"/>
          <ac:spMkLst>
            <pc:docMk/>
            <pc:sldMk cId="2289242127" sldId="7651"/>
            <ac:spMk id="24736" creationId="{A10FD64A-2586-6021-1225-50F46302DAD8}"/>
          </ac:spMkLst>
        </pc:spChg>
      </pc:sldChg>
      <pc:sldChg chg="addSp delSp modSp">
        <pc:chgData name="" userId="" providerId="" clId="Web-{893967E1-42B7-4834-B38B-621C2FDF2144}" dt="2026-10-23T10:05:59.166" v="7" actId="34807"/>
        <pc:sldMkLst>
          <pc:docMk/>
          <pc:sldMk cId="1785931516" sldId="8122"/>
        </pc:sldMkLst>
        <pc:spChg chg="del">
          <ac:chgData name="" userId="" providerId="" clId="Web-{893967E1-42B7-4834-B38B-621C2FDF2144}" dt="2026-10-23T10:05:59.166" v="7" actId="34807"/>
          <ac:spMkLst>
            <pc:docMk/>
            <pc:sldMk cId="1785931516" sldId="8122"/>
            <ac:spMk id="25305" creationId="{CC864C82-8FE2-CF14-E608-1D7B2B2908CB}"/>
          </ac:spMkLst>
        </pc:spChg>
        <pc:spChg chg="add mod">
          <ac:chgData name="" userId="" providerId="" clId="Web-{893967E1-42B7-4834-B38B-621C2FDF2144}" dt="2026-10-23T10:05:58.509" v="6" actId="34807"/>
          <ac:spMkLst>
            <pc:docMk/>
            <pc:sldMk cId="1785931516" sldId="8122"/>
            <ac:spMk id="26171" creationId="{AAA1387A-ABE6-A700-EE06-6B8D3C6B9D1E}"/>
          </ac:spMkLst>
        </pc:spChg>
      </pc:sldChg>
    </pc:docChg>
  </pc:docChgLst>
  <pc:docChgLst>
    <pc:chgData clId="Web-{F214C2A1-A5A2-4CF4-98D2-8389168FE22F}"/>
    <pc:docChg chg="modSld">
      <pc:chgData name="" userId="" providerId="" clId="Web-{F214C2A1-A5A2-4CF4-98D2-8389168FE22F}" dt="2026-10-23T13:48:14.541" v="46" actId="34807"/>
      <pc:docMkLst>
        <pc:docMk/>
      </pc:docMkLst>
      <pc:sldChg chg="modSp modNotesTx">
        <pc:chgData name="" userId="" providerId="" clId="Web-{F214C2A1-A5A2-4CF4-98D2-8389168FE22F}" dt="2026-10-23T13:48:14.541" v="46" actId="34807"/>
        <pc:sldMkLst>
          <pc:docMk/>
          <pc:sldMk cId="2931206922" sldId="4466"/>
        </pc:sldMkLst>
        <pc:spChg chg="mod">
          <ac:chgData name="" userId="" providerId="" clId="Web-{F214C2A1-A5A2-4CF4-98D2-8389168FE22F}" dt="2026-10-23T13:48:14.541" v="46" actId="34807"/>
          <ac:spMkLst>
            <pc:docMk/>
            <pc:sldMk cId="2931206922" sldId="4466"/>
            <ac:spMk id="22441" creationId="{D7A6BD57-66E0-5055-1922-727CA8FDCB12}"/>
          </ac:spMkLst>
        </pc:spChg>
      </pc:sldChg>
      <pc:sldChg chg="addSp delSp modSp modNotesTx">
        <pc:chgData name="" userId="" providerId="" clId="Web-{F214C2A1-A5A2-4CF4-98D2-8389168FE22F}" dt="2026-10-23T13:48:14.541" v="46" actId="34807"/>
        <pc:sldMkLst>
          <pc:docMk/>
          <pc:sldMk cId="1237582900" sldId="6721"/>
        </pc:sldMkLst>
        <pc:spChg chg="del">
          <ac:chgData name="" userId="" providerId="" clId="Web-{F214C2A1-A5A2-4CF4-98D2-8389168FE22F}" dt="2026-10-23T13:48:14.541" v="46" actId="34807"/>
          <ac:spMkLst>
            <pc:docMk/>
            <pc:sldMk cId="1237582900" sldId="6721"/>
            <ac:spMk id="22156" creationId="{340FF022-9A0D-1258-900F-C284816724D3}"/>
          </ac:spMkLst>
        </pc:spChg>
        <pc:spChg chg="add mod">
          <ac:chgData name="" userId="" providerId="" clId="Web-{F214C2A1-A5A2-4CF4-98D2-8389168FE22F}" dt="2026-10-23T13:48:13.650" v="45" actId="34807"/>
          <ac:spMkLst>
            <pc:docMk/>
            <pc:sldMk cId="1237582900" sldId="6721"/>
            <ac:spMk id="67282" creationId="{133EAB88-24CC-FD99-9214-0B5EF6A5886C}"/>
          </ac:spMkLst>
        </pc:spChg>
      </pc:sldChg>
      <pc:sldChg chg="addSp delSp modSp modNotesTx">
        <pc:chgData name="" userId="" providerId="" clId="Web-{F214C2A1-A5A2-4CF4-98D2-8389168FE22F}" dt="2026-10-23T13:35:42.149" v="38" actId="34807"/>
        <pc:sldMkLst>
          <pc:docMk/>
          <pc:sldMk cId="2978975748" sldId="13844"/>
        </pc:sldMkLst>
        <pc:spChg chg="del">
          <ac:chgData name="" userId="" providerId="" clId="Web-{F214C2A1-A5A2-4CF4-98D2-8389168FE22F}" dt="2026-10-23T13:18:33.420" v="9" actId="34807"/>
          <ac:spMkLst>
            <pc:docMk/>
            <pc:sldMk cId="2978975748" sldId="13844"/>
            <ac:spMk id="62894" creationId="{A8D84EA3-B792-38B6-60DB-D070BEF3A89A}"/>
          </ac:spMkLst>
        </pc:spChg>
        <pc:spChg chg="del">
          <ac:chgData name="" userId="" providerId="" clId="Web-{F214C2A1-A5A2-4CF4-98D2-8389168FE22F}" dt="2026-10-23T13:18:33.420" v="9" actId="34807"/>
          <ac:spMkLst>
            <pc:docMk/>
            <pc:sldMk cId="2978975748" sldId="13844"/>
            <ac:spMk id="62896" creationId="{AEF61EE8-919B-DB40-A73C-8F5818DADA7F}"/>
          </ac:spMkLst>
        </pc:spChg>
        <pc:spChg chg="del">
          <ac:chgData name="" userId="" providerId="" clId="Web-{F214C2A1-A5A2-4CF4-98D2-8389168FE22F}" dt="2026-10-23T13:18:33.420" v="9" actId="34807"/>
          <ac:spMkLst>
            <pc:docMk/>
            <pc:sldMk cId="2978975748" sldId="13844"/>
            <ac:spMk id="62903" creationId="{B8498612-2FB2-CB09-1A7C-1C3F851D73C6}"/>
          </ac:spMkLst>
        </pc:spChg>
        <pc:spChg chg="del">
          <ac:chgData name="" userId="" providerId="" clId="Web-{F214C2A1-A5A2-4CF4-98D2-8389168FE22F}" dt="2026-10-23T13:18:33.420" v="9" actId="34807"/>
          <ac:spMkLst>
            <pc:docMk/>
            <pc:sldMk cId="2978975748" sldId="13844"/>
            <ac:spMk id="62921" creationId="{159B69BE-2DEB-CD6A-072D-03E7946DDD66}"/>
          </ac:spMkLst>
        </pc:spChg>
        <pc:spChg chg="del">
          <ac:chgData name="" userId="" providerId="" clId="Web-{F214C2A1-A5A2-4CF4-98D2-8389168FE22F}" dt="2026-10-23T13:18:33.420" v="9" actId="34807"/>
          <ac:spMkLst>
            <pc:docMk/>
            <pc:sldMk cId="2978975748" sldId="13844"/>
            <ac:spMk id="62929" creationId="{7F2557C3-E173-8BFE-C4B5-737443254797}"/>
          </ac:spMkLst>
        </pc:spChg>
        <pc:spChg chg="del">
          <ac:chgData name="" userId="" providerId="" clId="Web-{F214C2A1-A5A2-4CF4-98D2-8389168FE22F}" dt="2026-10-23T13:18:33.420" v="9" actId="34807"/>
          <ac:spMkLst>
            <pc:docMk/>
            <pc:sldMk cId="2978975748" sldId="13844"/>
            <ac:spMk id="62938" creationId="{3F6B8155-B5DF-89F4-2D96-AFC9773D8277}"/>
          </ac:spMkLst>
        </pc:spChg>
        <pc:spChg chg="del">
          <ac:chgData name="" userId="" providerId="" clId="Web-{F214C2A1-A5A2-4CF4-98D2-8389168FE22F}" dt="2026-10-23T13:18:33.420" v="9" actId="34807"/>
          <ac:spMkLst>
            <pc:docMk/>
            <pc:sldMk cId="2978975748" sldId="13844"/>
            <ac:spMk id="62984" creationId="{D9567DCD-FE16-6980-9127-4F5B257ADBCB}"/>
          </ac:spMkLst>
        </pc:spChg>
        <pc:spChg chg="del">
          <ac:chgData name="" userId="" providerId="" clId="Web-{F214C2A1-A5A2-4CF4-98D2-8389168FE22F}" dt="2026-10-23T13:18:33.420" v="9" actId="34807"/>
          <ac:spMkLst>
            <pc:docMk/>
            <pc:sldMk cId="2978975748" sldId="13844"/>
            <ac:spMk id="63013" creationId="{00EC1EA4-0706-A1BF-3866-B4C17390880C}"/>
          </ac:spMkLst>
        </pc:spChg>
        <pc:spChg chg="del">
          <ac:chgData name="" userId="" providerId="" clId="Web-{F214C2A1-A5A2-4CF4-98D2-8389168FE22F}" dt="2026-10-23T13:18:33.420" v="9" actId="34807"/>
          <ac:spMkLst>
            <pc:docMk/>
            <pc:sldMk cId="2978975748" sldId="13844"/>
            <ac:spMk id="63103" creationId="{4A367537-138F-6E31-B063-2529AA234D78}"/>
          </ac:spMkLst>
        </pc:spChg>
        <pc:spChg chg="del">
          <ac:chgData name="" userId="" providerId="" clId="Web-{F214C2A1-A5A2-4CF4-98D2-8389168FE22F}" dt="2026-10-23T13:18:33.420" v="9" actId="34807"/>
          <ac:spMkLst>
            <pc:docMk/>
            <pc:sldMk cId="2978975748" sldId="13844"/>
            <ac:spMk id="63146" creationId="{67036FF6-C996-8318-A8F0-F3BFF267B9AC}"/>
          </ac:spMkLst>
        </pc:spChg>
        <pc:spChg chg="add mod">
          <ac:chgData name="" userId="" providerId="" clId="Web-{F214C2A1-A5A2-4CF4-98D2-8389168FE22F}" dt="2026-10-23T13:18:40.498" v="12" actId="34807"/>
          <ac:spMkLst>
            <pc:docMk/>
            <pc:sldMk cId="2978975748" sldId="13844"/>
            <ac:spMk id="65975" creationId="{A5235A33-B091-8688-3BD4-B923343F6065}"/>
          </ac:spMkLst>
        </pc:spChg>
        <pc:spChg chg="add mod">
          <ac:chgData name="" userId="" providerId="" clId="Web-{F214C2A1-A5A2-4CF4-98D2-8389168FE22F}" dt="2026-10-23T13:18:40.498" v="12" actId="34807"/>
          <ac:spMkLst>
            <pc:docMk/>
            <pc:sldMk cId="2978975748" sldId="13844"/>
            <ac:spMk id="65980" creationId="{DC979B01-2E17-BC07-5213-E292E71294D2}"/>
          </ac:spMkLst>
        </pc:spChg>
        <pc:spChg chg="add mod">
          <ac:chgData name="" userId="" providerId="" clId="Web-{F214C2A1-A5A2-4CF4-98D2-8389168FE22F}" dt="2026-10-23T13:18:40.498" v="12" actId="34807"/>
          <ac:spMkLst>
            <pc:docMk/>
            <pc:sldMk cId="2978975748" sldId="13844"/>
            <ac:spMk id="66001" creationId="{D20081C8-7AC4-9A34-F7DD-E482AD672205}"/>
          </ac:spMkLst>
        </pc:spChg>
        <pc:spChg chg="add mod">
          <ac:chgData name="" userId="" providerId="" clId="Web-{F214C2A1-A5A2-4CF4-98D2-8389168FE22F}" dt="2026-10-23T13:18:40.498" v="12" actId="34807"/>
          <ac:spMkLst>
            <pc:docMk/>
            <pc:sldMk cId="2978975748" sldId="13844"/>
            <ac:spMk id="66031" creationId="{19A3F976-8CE9-AF43-1D87-6BA7990E0420}"/>
          </ac:spMkLst>
        </pc:spChg>
        <pc:spChg chg="add mod">
          <ac:chgData name="" userId="" providerId="" clId="Web-{F214C2A1-A5A2-4CF4-98D2-8389168FE22F}" dt="2026-10-23T13:18:40.498" v="12" actId="34807"/>
          <ac:spMkLst>
            <pc:docMk/>
            <pc:sldMk cId="2978975748" sldId="13844"/>
            <ac:spMk id="66043" creationId="{57FA41BA-5EC8-A6A4-D071-708CF2624D6E}"/>
          </ac:spMkLst>
        </pc:spChg>
        <pc:spChg chg="add mod">
          <ac:chgData name="" userId="" providerId="" clId="Web-{F214C2A1-A5A2-4CF4-98D2-8389168FE22F}" dt="2026-10-23T13:18:40.498" v="12" actId="34807"/>
          <ac:spMkLst>
            <pc:docMk/>
            <pc:sldMk cId="2978975748" sldId="13844"/>
            <ac:spMk id="66056" creationId="{7BC58E2E-7F79-7D9F-A166-BD49643F7A4C}"/>
          </ac:spMkLst>
        </pc:spChg>
        <pc:spChg chg="add mod">
          <ac:chgData name="" userId="" providerId="" clId="Web-{F214C2A1-A5A2-4CF4-98D2-8389168FE22F}" dt="2026-10-23T13:18:40.498" v="12" actId="34807"/>
          <ac:spMkLst>
            <pc:docMk/>
            <pc:sldMk cId="2978975748" sldId="13844"/>
            <ac:spMk id="66070" creationId="{C7F40F72-C9CA-E3C0-1FF9-0E71353569A6}"/>
          </ac:spMkLst>
        </pc:spChg>
        <pc:spChg chg="add mod">
          <ac:chgData name="" userId="" providerId="" clId="Web-{F214C2A1-A5A2-4CF4-98D2-8389168FE22F}" dt="2026-10-23T13:18:40.498" v="12" actId="34807"/>
          <ac:spMkLst>
            <pc:docMk/>
            <pc:sldMk cId="2978975748" sldId="13844"/>
            <ac:spMk id="66085" creationId="{687CECAB-D171-73D8-8B3C-538AEE8F5D6A}"/>
          </ac:spMkLst>
        </pc:spChg>
        <pc:spChg chg="del mod">
          <ac:chgData name="" userId="" providerId="" clId="Web-{F214C2A1-A5A2-4CF4-98D2-8389168FE22F}" dt="2026-10-23T13:35:42.149" v="38" actId="34807"/>
          <ac:spMkLst>
            <pc:docMk/>
            <pc:sldMk cId="2978975748" sldId="13844"/>
            <ac:spMk id="66136" creationId="{3640C9DD-9D0D-8C03-1200-DD31B7D26727}"/>
          </ac:spMkLst>
        </pc:spChg>
        <pc:spChg chg="del">
          <ac:chgData name="" userId="" providerId="" clId="Web-{F214C2A1-A5A2-4CF4-98D2-8389168FE22F}" dt="2026-10-23T13:35:42.149" v="38" actId="34807"/>
          <ac:spMkLst>
            <pc:docMk/>
            <pc:sldMk cId="2978975748" sldId="13844"/>
            <ac:spMk id="66155" creationId="{A45B79C1-9B5B-54D1-D617-6369956C86F7}"/>
          </ac:spMkLst>
        </pc:spChg>
        <pc:spChg chg="del mod">
          <ac:chgData name="" userId="" providerId="" clId="Web-{F214C2A1-A5A2-4CF4-98D2-8389168FE22F}" dt="2026-10-23T13:35:42.149" v="38" actId="34807"/>
          <ac:spMkLst>
            <pc:docMk/>
            <pc:sldMk cId="2978975748" sldId="13844"/>
            <ac:spMk id="66175" creationId="{E5CBB6FE-F304-B146-1F3D-BB89E5D3C9C4}"/>
          </ac:spMkLst>
        </pc:spChg>
        <pc:spChg chg="del">
          <ac:chgData name="" userId="" providerId="" clId="Web-{F214C2A1-A5A2-4CF4-98D2-8389168FE22F}" dt="2026-10-23T13:35:42.149" v="38" actId="34807"/>
          <ac:spMkLst>
            <pc:docMk/>
            <pc:sldMk cId="2978975748" sldId="13844"/>
            <ac:spMk id="66196" creationId="{7EAD2D3E-FC9D-6DB7-09B3-25DCF773CA38}"/>
          </ac:spMkLst>
        </pc:spChg>
        <pc:spChg chg="add mod">
          <ac:chgData name="" userId="" providerId="" clId="Web-{F214C2A1-A5A2-4CF4-98D2-8389168FE22F}" dt="2026-10-23T13:18:40.498" v="12" actId="34807"/>
          <ac:spMkLst>
            <pc:docMk/>
            <pc:sldMk cId="2978975748" sldId="13844"/>
            <ac:spMk id="66218" creationId="{D6FC0720-828B-88EA-BEB8-56D35113439F}"/>
          </ac:spMkLst>
        </pc:spChg>
        <pc:spChg chg="add mod">
          <ac:chgData name="" userId="" providerId="" clId="Web-{F214C2A1-A5A2-4CF4-98D2-8389168FE22F}" dt="2026-10-23T13:18:40.498" v="12" actId="34807"/>
          <ac:spMkLst>
            <pc:docMk/>
            <pc:sldMk cId="2978975748" sldId="13844"/>
            <ac:spMk id="66241" creationId="{65305AD2-3B41-8196-B798-8072ABA1F9D5}"/>
          </ac:spMkLst>
        </pc:spChg>
        <pc:spChg chg="add mod">
          <ac:chgData name="" userId="" providerId="" clId="Web-{F214C2A1-A5A2-4CF4-98D2-8389168FE22F}" dt="2026-10-23T13:35:39.946" v="37" actId="34807"/>
          <ac:spMkLst>
            <pc:docMk/>
            <pc:sldMk cId="2978975748" sldId="13844"/>
            <ac:spMk id="67267" creationId="{B1CA1FFB-1C5A-F35B-8873-010DF4ADE6A6}"/>
          </ac:spMkLst>
        </pc:spChg>
        <pc:spChg chg="add mod">
          <ac:chgData name="" userId="" providerId="" clId="Web-{F214C2A1-A5A2-4CF4-98D2-8389168FE22F}" dt="2026-10-23T13:35:39.946" v="37" actId="34807"/>
          <ac:spMkLst>
            <pc:docMk/>
            <pc:sldMk cId="2978975748" sldId="13844"/>
            <ac:spMk id="67269" creationId="{D8DC6089-6347-8A03-CEE9-A64DB74168EE}"/>
          </ac:spMkLst>
        </pc:spChg>
        <pc:picChg chg="add mod">
          <ac:chgData name="" userId="" providerId="" clId="Web-{F214C2A1-A5A2-4CF4-98D2-8389168FE22F}" dt="2026-10-23T13:18:42.639" v="13" actId="34807"/>
          <ac:picMkLst>
            <pc:docMk/>
            <pc:sldMk cId="2978975748" sldId="13844"/>
            <ac:picMk id="66266" creationId="{B542BDA5-2AC3-3010-819C-4B7ED5506A83}"/>
          </ac:picMkLst>
        </pc:picChg>
        <pc:picChg chg="add mod">
          <ac:chgData name="" userId="" providerId="" clId="Web-{F214C2A1-A5A2-4CF4-98D2-8389168FE22F}" dt="2026-10-23T13:35:42.149" v="38" actId="34807"/>
          <ac:picMkLst>
            <pc:docMk/>
            <pc:sldMk cId="2978975748" sldId="13844"/>
            <ac:picMk id="66267" creationId="{8508ECC8-3C6D-DFE5-42C0-3B9D46303A5F}"/>
          </ac:picMkLst>
        </pc:picChg>
        <pc:picChg chg="add mod">
          <ac:chgData name="" userId="" providerId="" clId="Web-{F214C2A1-A5A2-4CF4-98D2-8389168FE22F}" dt="2026-10-23T13:35:42.149" v="38" actId="34807"/>
          <ac:picMkLst>
            <pc:docMk/>
            <pc:sldMk cId="2978975748" sldId="13844"/>
            <ac:picMk id="66268" creationId="{41652622-A693-BCC9-2E67-7E20D0FFE61A}"/>
          </ac:picMkLst>
        </pc:picChg>
        <pc:picChg chg="add mod">
          <ac:chgData name="" userId="" providerId="" clId="Web-{F214C2A1-A5A2-4CF4-98D2-8389168FE22F}" dt="2026-10-23T13:18:42.639" v="13" actId="34807"/>
          <ac:picMkLst>
            <pc:docMk/>
            <pc:sldMk cId="2978975748" sldId="13844"/>
            <ac:picMk id="66269" creationId="{02E0B182-F372-A6D2-6FC8-48B885587052}"/>
          </ac:picMkLst>
        </pc:picChg>
      </pc:sldChg>
      <pc:sldChg chg="addSp delSp modSp modNotesTx">
        <pc:chgData name="" userId="" providerId="" clId="Web-{F214C2A1-A5A2-4CF4-98D2-8389168FE22F}" dt="2026-10-23T13:36:08.526" v="41" actId="34807"/>
        <pc:sldMkLst>
          <pc:docMk/>
          <pc:sldMk cId="1448202493" sldId="14062"/>
        </pc:sldMkLst>
        <pc:spChg chg="del">
          <ac:chgData name="" userId="" providerId="" clId="Web-{F214C2A1-A5A2-4CF4-98D2-8389168FE22F}" dt="2026-10-23T13:18:31.513" v="8" actId="34807"/>
          <ac:spMkLst>
            <pc:docMk/>
            <pc:sldMk cId="1448202493" sldId="14062"/>
            <ac:spMk id="61902" creationId="{4735CACC-A70A-4DE3-6230-C857086848F7}"/>
          </ac:spMkLst>
        </pc:spChg>
        <pc:spChg chg="del">
          <ac:chgData name="" userId="" providerId="" clId="Web-{F214C2A1-A5A2-4CF4-98D2-8389168FE22F}" dt="2026-10-23T13:18:31.513" v="8" actId="34807"/>
          <ac:spMkLst>
            <pc:docMk/>
            <pc:sldMk cId="1448202493" sldId="14062"/>
            <ac:spMk id="61987" creationId="{FAF54CA9-3C2D-CC88-FC13-88FDA32035B8}"/>
          </ac:spMkLst>
        </pc:spChg>
        <pc:spChg chg="del">
          <ac:chgData name="" userId="" providerId="" clId="Web-{F214C2A1-A5A2-4CF4-98D2-8389168FE22F}" dt="2026-10-23T13:18:31.513" v="8" actId="34807"/>
          <ac:spMkLst>
            <pc:docMk/>
            <pc:sldMk cId="1448202493" sldId="14062"/>
            <ac:spMk id="62016" creationId="{98519120-FD7F-9AA3-3055-CE2ED2B66E25}"/>
          </ac:spMkLst>
        </pc:spChg>
        <pc:spChg chg="del">
          <ac:chgData name="" userId="" providerId="" clId="Web-{F214C2A1-A5A2-4CF4-98D2-8389168FE22F}" dt="2026-10-23T13:18:31.513" v="8" actId="34807"/>
          <ac:spMkLst>
            <pc:docMk/>
            <pc:sldMk cId="1448202493" sldId="14062"/>
            <ac:spMk id="62032" creationId="{E2E3ED46-D3A1-1063-FBEF-44CB76AB9E7C}"/>
          </ac:spMkLst>
        </pc:spChg>
        <pc:spChg chg="del">
          <ac:chgData name="" userId="" providerId="" clId="Web-{F214C2A1-A5A2-4CF4-98D2-8389168FE22F}" dt="2026-10-23T13:18:31.513" v="8" actId="34807"/>
          <ac:spMkLst>
            <pc:docMk/>
            <pc:sldMk cId="1448202493" sldId="14062"/>
            <ac:spMk id="62196" creationId="{74D31010-12DD-BD48-6BF5-B6D3BC370095}"/>
          </ac:spMkLst>
        </pc:spChg>
        <pc:spChg chg="del">
          <ac:chgData name="" userId="" providerId="" clId="Web-{F214C2A1-A5A2-4CF4-98D2-8389168FE22F}" dt="2026-10-23T13:18:31.513" v="8" actId="34807"/>
          <ac:spMkLst>
            <pc:docMk/>
            <pc:sldMk cId="1448202493" sldId="14062"/>
            <ac:spMk id="62302" creationId="{40139959-0B0E-158B-C87B-63E641CCEBC8}"/>
          </ac:spMkLst>
        </pc:spChg>
        <pc:spChg chg="del">
          <ac:chgData name="" userId="" providerId="" clId="Web-{F214C2A1-A5A2-4CF4-98D2-8389168FE22F}" dt="2026-10-23T13:18:31.513" v="8" actId="34807"/>
          <ac:spMkLst>
            <pc:docMk/>
            <pc:sldMk cId="1448202493" sldId="14062"/>
            <ac:spMk id="62392" creationId="{9D13CB4F-1DEA-AF29-41C7-C5E24BDEA136}"/>
          </ac:spMkLst>
        </pc:spChg>
        <pc:spChg chg="del">
          <ac:chgData name="" userId="" providerId="" clId="Web-{F214C2A1-A5A2-4CF4-98D2-8389168FE22F}" dt="2026-10-23T13:18:31.513" v="8" actId="34807"/>
          <ac:spMkLst>
            <pc:docMk/>
            <pc:sldMk cId="1448202493" sldId="14062"/>
            <ac:spMk id="62424" creationId="{7423F2AC-2B80-F8C9-A0F3-24E575BA05F7}"/>
          </ac:spMkLst>
        </pc:spChg>
        <pc:spChg chg="del">
          <ac:chgData name="" userId="" providerId="" clId="Web-{F214C2A1-A5A2-4CF4-98D2-8389168FE22F}" dt="2026-10-23T13:18:31.513" v="8" actId="34807"/>
          <ac:spMkLst>
            <pc:docMk/>
            <pc:sldMk cId="1448202493" sldId="14062"/>
            <ac:spMk id="62457" creationId="{4C31DA0D-5FEC-29C8-250A-0BD72568B95D}"/>
          </ac:spMkLst>
        </pc:spChg>
        <pc:spChg chg="del">
          <ac:chgData name="" userId="" providerId="" clId="Web-{F214C2A1-A5A2-4CF4-98D2-8389168FE22F}" dt="2026-10-23T13:18:31.513" v="8" actId="34807"/>
          <ac:spMkLst>
            <pc:docMk/>
            <pc:sldMk cId="1448202493" sldId="14062"/>
            <ac:spMk id="62757" creationId="{1F483986-AA0B-53D3-7E49-FCEBF076C3D1}"/>
          </ac:spMkLst>
        </pc:spChg>
        <pc:spChg chg="add mod">
          <ac:chgData name="" userId="" providerId="" clId="Web-{F214C2A1-A5A2-4CF4-98D2-8389168FE22F}" dt="2026-10-23T13:18:47.295" v="15" actId="34807"/>
          <ac:spMkLst>
            <pc:docMk/>
            <pc:sldMk cId="1448202493" sldId="14062"/>
            <ac:spMk id="66270" creationId="{405288C7-2035-BD9F-5736-7ECEDB00B251}"/>
          </ac:spMkLst>
        </pc:spChg>
        <pc:spChg chg="add mod">
          <ac:chgData name="" userId="" providerId="" clId="Web-{F214C2A1-A5A2-4CF4-98D2-8389168FE22F}" dt="2026-10-23T13:18:47.295" v="15" actId="34807"/>
          <ac:spMkLst>
            <pc:docMk/>
            <pc:sldMk cId="1448202493" sldId="14062"/>
            <ac:spMk id="66272" creationId="{FF7EC53C-EC6A-2801-5E8A-8D5AFB3E461C}"/>
          </ac:spMkLst>
        </pc:spChg>
        <pc:spChg chg="add mod">
          <ac:chgData name="" userId="" providerId="" clId="Web-{F214C2A1-A5A2-4CF4-98D2-8389168FE22F}" dt="2026-10-23T13:18:47.295" v="15" actId="34807"/>
          <ac:spMkLst>
            <pc:docMk/>
            <pc:sldMk cId="1448202493" sldId="14062"/>
            <ac:spMk id="66360" creationId="{A5EE0BB3-1A82-568D-4F01-0667E92D0021}"/>
          </ac:spMkLst>
        </pc:spChg>
        <pc:spChg chg="add mod">
          <ac:chgData name="" userId="" providerId="" clId="Web-{F214C2A1-A5A2-4CF4-98D2-8389168FE22F}" dt="2026-10-23T13:18:47.295" v="15" actId="34807"/>
          <ac:spMkLst>
            <pc:docMk/>
            <pc:sldMk cId="1448202493" sldId="14062"/>
            <ac:spMk id="66389" creationId="{E391B81F-049A-09CE-160A-F5A71785E7DE}"/>
          </ac:spMkLst>
        </pc:spChg>
        <pc:spChg chg="add mod">
          <ac:chgData name="" userId="" providerId="" clId="Web-{F214C2A1-A5A2-4CF4-98D2-8389168FE22F}" dt="2026-10-23T13:18:47.295" v="15" actId="34807"/>
          <ac:spMkLst>
            <pc:docMk/>
            <pc:sldMk cId="1448202493" sldId="14062"/>
            <ac:spMk id="66405" creationId="{31980D45-0BC8-5CFA-F76B-B991FE10F14D}"/>
          </ac:spMkLst>
        </pc:spChg>
        <pc:spChg chg="add mod">
          <ac:chgData name="" userId="" providerId="" clId="Web-{F214C2A1-A5A2-4CF4-98D2-8389168FE22F}" dt="2026-10-23T13:18:47.295" v="15" actId="34807"/>
          <ac:spMkLst>
            <pc:docMk/>
            <pc:sldMk cId="1448202493" sldId="14062"/>
            <ac:spMk id="66545" creationId="{CBCBA464-773E-5863-AF5C-E9C2A07DD712}"/>
          </ac:spMkLst>
        </pc:spChg>
        <pc:spChg chg="del">
          <ac:chgData name="" userId="" providerId="" clId="Web-{F214C2A1-A5A2-4CF4-98D2-8389168FE22F}" dt="2026-10-23T13:36:08.526" v="41" actId="34807"/>
          <ac:spMkLst>
            <pc:docMk/>
            <pc:sldMk cId="1448202493" sldId="14062"/>
            <ac:spMk id="66830" creationId="{218FBBB9-7C27-682E-E932-9619CFA0824F}"/>
          </ac:spMkLst>
        </pc:spChg>
        <pc:spChg chg="del">
          <ac:chgData name="" userId="" providerId="" clId="Web-{F214C2A1-A5A2-4CF4-98D2-8389168FE22F}" dt="2026-10-23T13:36:08.526" v="41" actId="34807"/>
          <ac:spMkLst>
            <pc:docMk/>
            <pc:sldMk cId="1448202493" sldId="14062"/>
            <ac:spMk id="66864" creationId="{7CE0FB9B-B582-852A-DDE9-499A800FFA71}"/>
          </ac:spMkLst>
        </pc:spChg>
        <pc:spChg chg="add del mod">
          <ac:chgData name="" userId="" providerId="" clId="Web-{F214C2A1-A5A2-4CF4-98D2-8389168FE22F}" dt="2026-10-23T13:36:08.526" v="41" actId="34807"/>
          <ac:spMkLst>
            <pc:docMk/>
            <pc:sldMk cId="1448202493" sldId="14062"/>
            <ac:spMk id="66899" creationId="{67A20071-3AD8-C5AC-2FF3-70062DECD0D2}"/>
          </ac:spMkLst>
        </pc:spChg>
        <pc:spChg chg="del">
          <ac:chgData name="" userId="" providerId="" clId="Web-{F214C2A1-A5A2-4CF4-98D2-8389168FE22F}" dt="2026-10-23T13:36:08.526" v="41" actId="34807"/>
          <ac:spMkLst>
            <pc:docMk/>
            <pc:sldMk cId="1448202493" sldId="14062"/>
            <ac:spMk id="66935" creationId="{9CF5995D-9978-0E37-A66C-9DFBBAA4D841}"/>
          </ac:spMkLst>
        </pc:spChg>
        <pc:spChg chg="del">
          <ac:chgData name="" userId="" providerId="" clId="Web-{F214C2A1-A5A2-4CF4-98D2-8389168FE22F}" dt="2026-10-23T13:36:08.526" v="41" actId="34807"/>
          <ac:spMkLst>
            <pc:docMk/>
            <pc:sldMk cId="1448202493" sldId="14062"/>
            <ac:spMk id="66972" creationId="{D0E4D2A2-7689-4246-47EB-5888CFCAA572}"/>
          </ac:spMkLst>
        </pc:spChg>
        <pc:spChg chg="del">
          <ac:chgData name="" userId="" providerId="" clId="Web-{F214C2A1-A5A2-4CF4-98D2-8389168FE22F}" dt="2026-10-23T13:36:08.526" v="41" actId="34807"/>
          <ac:spMkLst>
            <pc:docMk/>
            <pc:sldMk cId="1448202493" sldId="14062"/>
            <ac:spMk id="67010" creationId="{E6804EC7-127F-3ED0-3934-08E91A2BCB42}"/>
          </ac:spMkLst>
        </pc:spChg>
        <pc:spChg chg="add mod">
          <ac:chgData name="" userId="" providerId="" clId="Web-{F214C2A1-A5A2-4CF4-98D2-8389168FE22F}" dt="2026-10-23T13:18:47.295" v="15" actId="34807"/>
          <ac:spMkLst>
            <pc:docMk/>
            <pc:sldMk cId="1448202493" sldId="14062"/>
            <ac:spMk id="67089" creationId="{CDE96196-E9E3-E5DC-543B-ECBF3C0B15A2}"/>
          </ac:spMkLst>
        </pc:spChg>
        <pc:spChg chg="add mod">
          <ac:chgData name="" userId="" providerId="" clId="Web-{F214C2A1-A5A2-4CF4-98D2-8389168FE22F}" dt="2026-10-23T13:18:47.295" v="15" actId="34807"/>
          <ac:spMkLst>
            <pc:docMk/>
            <pc:sldMk cId="1448202493" sldId="14062"/>
            <ac:spMk id="67130" creationId="{998D5ACD-DB97-E90A-EA15-8C67BD516648}"/>
          </ac:spMkLst>
        </pc:spChg>
        <pc:spChg chg="add mod">
          <ac:chgData name="" userId="" providerId="" clId="Web-{F214C2A1-A5A2-4CF4-98D2-8389168FE22F}" dt="2026-10-23T13:18:47.295" v="15" actId="34807"/>
          <ac:spMkLst>
            <pc:docMk/>
            <pc:sldMk cId="1448202493" sldId="14062"/>
            <ac:spMk id="67172" creationId="{6E834BCB-EF1E-746D-E743-720DA8FAE5D2}"/>
          </ac:spMkLst>
        </pc:spChg>
        <pc:spChg chg="add mod">
          <ac:chgData name="" userId="" providerId="" clId="Web-{F214C2A1-A5A2-4CF4-98D2-8389168FE22F}" dt="2026-10-23T13:36:05.947" v="40" actId="34807"/>
          <ac:spMkLst>
            <pc:docMk/>
            <pc:sldMk cId="1448202493" sldId="14062"/>
            <ac:spMk id="67270" creationId="{BEF058B0-B6D3-AC57-00BF-F8354CCF43DF}"/>
          </ac:spMkLst>
        </pc:spChg>
        <pc:spChg chg="add mod">
          <ac:chgData name="" userId="" providerId="" clId="Web-{F214C2A1-A5A2-4CF4-98D2-8389168FE22F}" dt="2026-10-23T13:36:05.947" v="40" actId="34807"/>
          <ac:spMkLst>
            <pc:docMk/>
            <pc:sldMk cId="1448202493" sldId="14062"/>
            <ac:spMk id="67272" creationId="{0663453D-79C0-3D42-992B-958195CA84A0}"/>
          </ac:spMkLst>
        </pc:spChg>
        <pc:spChg chg="add mod">
          <ac:chgData name="" userId="" providerId="" clId="Web-{F214C2A1-A5A2-4CF4-98D2-8389168FE22F}" dt="2026-10-23T13:36:05.947" v="40" actId="34807"/>
          <ac:spMkLst>
            <pc:docMk/>
            <pc:sldMk cId="1448202493" sldId="14062"/>
            <ac:spMk id="67275" creationId="{08BB5101-402C-3300-6812-B6C8C0CE2082}"/>
          </ac:spMkLst>
        </pc:spChg>
        <pc:picChg chg="mod">
          <ac:chgData name="" userId="" providerId="" clId="Web-{F214C2A1-A5A2-4CF4-98D2-8389168FE22F}" dt="2026-10-23T13:18:15.341" v="5" actId="34807"/>
          <ac:picMkLst>
            <pc:docMk/>
            <pc:sldMk cId="1448202493" sldId="14062"/>
            <ac:picMk id="62889" creationId="{E98A204D-E8E5-74FE-0026-3D4F801B7B9F}"/>
          </ac:picMkLst>
        </pc:picChg>
        <pc:picChg chg="mod">
          <ac:chgData name="" userId="" providerId="" clId="Web-{F214C2A1-A5A2-4CF4-98D2-8389168FE22F}" dt="2026-10-23T13:18:15.341" v="5" actId="34807"/>
          <ac:picMkLst>
            <pc:docMk/>
            <pc:sldMk cId="1448202493" sldId="14062"/>
            <ac:picMk id="62890" creationId="{BBBBBB76-24D1-9545-FA39-CCDD45AAF11D}"/>
          </ac:picMkLst>
        </pc:picChg>
        <pc:picChg chg="mod">
          <ac:chgData name="" userId="" providerId="" clId="Web-{F214C2A1-A5A2-4CF4-98D2-8389168FE22F}" dt="2026-10-23T13:18:15.341" v="5" actId="34807"/>
          <ac:picMkLst>
            <pc:docMk/>
            <pc:sldMk cId="1448202493" sldId="14062"/>
            <ac:picMk id="62891" creationId="{BC3B752F-A14A-E08E-D6D2-107CD74C5D34}"/>
          </ac:picMkLst>
        </pc:picChg>
        <pc:picChg chg="add mod">
          <ac:chgData name="" userId="" providerId="" clId="Web-{F214C2A1-A5A2-4CF4-98D2-8389168FE22F}" dt="2026-10-23T13:18:49.592" v="16" actId="34807"/>
          <ac:picMkLst>
            <pc:docMk/>
            <pc:sldMk cId="1448202493" sldId="14062"/>
            <ac:picMk id="67260" creationId="{7863C26F-80C7-F4F4-7B40-B0A2B1D88344}"/>
          </ac:picMkLst>
        </pc:picChg>
        <pc:picChg chg="add mod">
          <ac:chgData name="" userId="" providerId="" clId="Web-{F214C2A1-A5A2-4CF4-98D2-8389168FE22F}" dt="2026-10-23T13:18:49.592" v="16" actId="34807"/>
          <ac:picMkLst>
            <pc:docMk/>
            <pc:sldMk cId="1448202493" sldId="14062"/>
            <ac:picMk id="67261" creationId="{F07F0F1E-3BD1-AAF9-8B1B-3136B8DA3796}"/>
          </ac:picMkLst>
        </pc:picChg>
        <pc:picChg chg="add mod">
          <ac:chgData name="" userId="" providerId="" clId="Web-{F214C2A1-A5A2-4CF4-98D2-8389168FE22F}" dt="2026-10-23T13:36:08.526" v="41" actId="34807"/>
          <ac:picMkLst>
            <pc:docMk/>
            <pc:sldMk cId="1448202493" sldId="14062"/>
            <ac:picMk id="67262" creationId="{46B2A522-DCF4-A1F6-D7ED-DD172A056040}"/>
          </ac:picMkLst>
        </pc:picChg>
        <pc:picChg chg="add mod">
          <ac:chgData name="" userId="" providerId="" clId="Web-{F214C2A1-A5A2-4CF4-98D2-8389168FE22F}" dt="2026-10-23T13:36:08.526" v="41" actId="34807"/>
          <ac:picMkLst>
            <pc:docMk/>
            <pc:sldMk cId="1448202493" sldId="14062"/>
            <ac:picMk id="67263" creationId="{07F04C6E-5573-6445-5A12-3EAD41F190FA}"/>
          </ac:picMkLst>
        </pc:picChg>
        <pc:picChg chg="add mod">
          <ac:chgData name="" userId="" providerId="" clId="Web-{F214C2A1-A5A2-4CF4-98D2-8389168FE22F}" dt="2026-10-23T13:36:08.526" v="41" actId="34807"/>
          <ac:picMkLst>
            <pc:docMk/>
            <pc:sldMk cId="1448202493" sldId="14062"/>
            <ac:picMk id="67264" creationId="{686E7391-EFB9-4569-B3EF-133EE05C0C89}"/>
          </ac:picMkLst>
        </pc:picChg>
        <pc:picChg chg="add mod">
          <ac:chgData name="" userId="" providerId="" clId="Web-{F214C2A1-A5A2-4CF4-98D2-8389168FE22F}" dt="2026-10-23T13:18:49.592" v="16" actId="34807"/>
          <ac:picMkLst>
            <pc:docMk/>
            <pc:sldMk cId="1448202493" sldId="14062"/>
            <ac:picMk id="67265" creationId="{338EFB03-8D75-8CDB-C62F-8039FB6BF38A}"/>
          </ac:picMkLst>
        </pc:picChg>
        <pc:picChg chg="add mod">
          <ac:chgData name="" userId="" providerId="" clId="Web-{F214C2A1-A5A2-4CF4-98D2-8389168FE22F}" dt="2026-10-23T13:18:49.592" v="16" actId="34807"/>
          <ac:picMkLst>
            <pc:docMk/>
            <pc:sldMk cId="1448202493" sldId="14062"/>
            <ac:picMk id="67266" creationId="{46BC22AC-E4B2-A0CC-846F-45ABF757354E}"/>
          </ac:picMkLst>
        </pc:picChg>
      </pc:sldChg>
      <pc:sldChg chg="addSp delSp modSp modNotesTx">
        <pc:chgData name="" userId="" providerId="" clId="Web-{F214C2A1-A5A2-4CF4-98D2-8389168FE22F}" dt="2026-10-23T13:36:22.479" v="44" actId="34807"/>
        <pc:sldMkLst>
          <pc:docMk/>
          <pc:sldMk cId="302110903" sldId="14281"/>
        </pc:sldMkLst>
        <pc:spChg chg="del">
          <ac:chgData name="" userId="" providerId="" clId="Web-{F214C2A1-A5A2-4CF4-98D2-8389168FE22F}" dt="2026-10-23T13:17:57.230" v="0" actId="34807"/>
          <ac:spMkLst>
            <pc:docMk/>
            <pc:sldMk cId="302110903" sldId="14281"/>
            <ac:spMk id="60000" creationId="{8835A6BB-432D-C439-DA13-E89C74CCEA49}"/>
          </ac:spMkLst>
        </pc:spChg>
        <pc:spChg chg="del">
          <ac:chgData name="" userId="" providerId="" clId="Web-{F214C2A1-A5A2-4CF4-98D2-8389168FE22F}" dt="2026-10-23T13:17:57.230" v="0" actId="34807"/>
          <ac:spMkLst>
            <pc:docMk/>
            <pc:sldMk cId="302110903" sldId="14281"/>
            <ac:spMk id="60063" creationId="{8BE51542-DB5E-BE9D-6B94-A35B1386331C}"/>
          </ac:spMkLst>
        </pc:spChg>
        <pc:spChg chg="del">
          <ac:chgData name="" userId="" providerId="" clId="Web-{F214C2A1-A5A2-4CF4-98D2-8389168FE22F}" dt="2026-10-23T13:17:57.230" v="0" actId="34807"/>
          <ac:spMkLst>
            <pc:docMk/>
            <pc:sldMk cId="302110903" sldId="14281"/>
            <ac:spMk id="60187" creationId="{ABFF5AF4-C4ED-59B8-FDCC-D65D63A272A7}"/>
          </ac:spMkLst>
        </pc:spChg>
        <pc:spChg chg="del">
          <ac:chgData name="" userId="" providerId="" clId="Web-{F214C2A1-A5A2-4CF4-98D2-8389168FE22F}" dt="2026-10-23T13:17:57.230" v="0" actId="34807"/>
          <ac:spMkLst>
            <pc:docMk/>
            <pc:sldMk cId="302110903" sldId="14281"/>
            <ac:spMk id="60273" creationId="{73301BEC-6204-3CF7-1292-D5A906881352}"/>
          </ac:spMkLst>
        </pc:spChg>
        <pc:spChg chg="del">
          <ac:chgData name="" userId="" providerId="" clId="Web-{F214C2A1-A5A2-4CF4-98D2-8389168FE22F}" dt="2026-10-23T13:17:57.230" v="0" actId="34807"/>
          <ac:spMkLst>
            <pc:docMk/>
            <pc:sldMk cId="302110903" sldId="14281"/>
            <ac:spMk id="60558" creationId="{DCF0A1B0-CFB7-3C34-7DCC-073223FA0A1E}"/>
          </ac:spMkLst>
        </pc:spChg>
        <pc:spChg chg="del">
          <ac:chgData name="" userId="" providerId="" clId="Web-{F214C2A1-A5A2-4CF4-98D2-8389168FE22F}" dt="2026-10-23T13:17:57.230" v="0" actId="34807"/>
          <ac:spMkLst>
            <pc:docMk/>
            <pc:sldMk cId="302110903" sldId="14281"/>
            <ac:spMk id="60627" creationId="{273368F5-4A1E-F47F-6A7F-F4F4DE556947}"/>
          </ac:spMkLst>
        </pc:spChg>
        <pc:spChg chg="del">
          <ac:chgData name="" userId="" providerId="" clId="Web-{F214C2A1-A5A2-4CF4-98D2-8389168FE22F}" dt="2026-10-23T13:17:57.230" v="0" actId="34807"/>
          <ac:spMkLst>
            <pc:docMk/>
            <pc:sldMk cId="302110903" sldId="14281"/>
            <ac:spMk id="60663" creationId="{9EA99202-EA77-EC46-2FEF-69AF7C97DA36}"/>
          </ac:spMkLst>
        </pc:spChg>
        <pc:spChg chg="del">
          <ac:chgData name="" userId="" providerId="" clId="Web-{F214C2A1-A5A2-4CF4-98D2-8389168FE22F}" dt="2026-10-23T13:17:57.230" v="0" actId="34807"/>
          <ac:spMkLst>
            <pc:docMk/>
            <pc:sldMk cId="302110903" sldId="14281"/>
            <ac:spMk id="60987" creationId="{1FA02666-9ADF-D0A9-84F8-68E6B3CCDE24}"/>
          </ac:spMkLst>
        </pc:spChg>
        <pc:spChg chg="del">
          <ac:chgData name="" userId="" providerId="" clId="Web-{F214C2A1-A5A2-4CF4-98D2-8389168FE22F}" dt="2026-10-23T13:17:57.230" v="0" actId="34807"/>
          <ac:spMkLst>
            <pc:docMk/>
            <pc:sldMk cId="302110903" sldId="14281"/>
            <ac:spMk id="61032" creationId="{7DFC4A0C-0E0A-60AE-E59F-710D0483C8F3}"/>
          </ac:spMkLst>
        </pc:spChg>
        <pc:spChg chg="del">
          <ac:chgData name="" userId="" providerId="" clId="Web-{F214C2A1-A5A2-4CF4-98D2-8389168FE22F}" dt="2026-10-23T13:17:57.230" v="0" actId="34807"/>
          <ac:spMkLst>
            <pc:docMk/>
            <pc:sldMk cId="302110903" sldId="14281"/>
            <ac:spMk id="61323" creationId="{BBA209DB-7B83-D83D-7BFB-E8ACECFF3DD8}"/>
          </ac:spMkLst>
        </pc:spChg>
        <pc:spChg chg="add mod">
          <ac:chgData name="" userId="" providerId="" clId="Web-{F214C2A1-A5A2-4CF4-98D2-8389168FE22F}" dt="2026-10-23T13:18:07.731" v="2" actId="34807"/>
          <ac:spMkLst>
            <pc:docMk/>
            <pc:sldMk cId="302110903" sldId="14281"/>
            <ac:spMk id="64065" creationId="{14C624DB-6073-DE37-6844-6CD8309C33E0}"/>
          </ac:spMkLst>
        </pc:spChg>
        <pc:spChg chg="add mod">
          <ac:chgData name="" userId="" providerId="" clId="Web-{F214C2A1-A5A2-4CF4-98D2-8389168FE22F}" dt="2026-10-23T13:18:07.731" v="2" actId="34807"/>
          <ac:spMkLst>
            <pc:docMk/>
            <pc:sldMk cId="302110903" sldId="14281"/>
            <ac:spMk id="64092" creationId="{7C265752-78D2-59C5-E615-05506FD9C0B2}"/>
          </ac:spMkLst>
        </pc:spChg>
        <pc:spChg chg="add mod">
          <ac:chgData name="" userId="" providerId="" clId="Web-{F214C2A1-A5A2-4CF4-98D2-8389168FE22F}" dt="2026-10-23T13:18:07.731" v="2" actId="34807"/>
          <ac:spMkLst>
            <pc:docMk/>
            <pc:sldMk cId="302110903" sldId="14281"/>
            <ac:spMk id="64130" creationId="{E0EF79D5-56A4-D6AA-9144-AD78D612393A}"/>
          </ac:spMkLst>
        </pc:spChg>
        <pc:spChg chg="add mod">
          <ac:chgData name="" userId="" providerId="" clId="Web-{F214C2A1-A5A2-4CF4-98D2-8389168FE22F}" dt="2026-10-23T13:18:07.731" v="2" actId="34807"/>
          <ac:spMkLst>
            <pc:docMk/>
            <pc:sldMk cId="302110903" sldId="14281"/>
            <ac:spMk id="64169" creationId="{1AADF71C-BF9C-78BC-2E24-1F8120D3BC16}"/>
          </ac:spMkLst>
        </pc:spChg>
        <pc:spChg chg="add mod">
          <ac:chgData name="" userId="" providerId="" clId="Web-{F214C2A1-A5A2-4CF4-98D2-8389168FE22F}" dt="2026-10-23T13:18:07.731" v="2" actId="34807"/>
          <ac:spMkLst>
            <pc:docMk/>
            <pc:sldMk cId="302110903" sldId="14281"/>
            <ac:spMk id="64274" creationId="{7AB4337E-94FB-FC9A-4718-32D3AC62D19D}"/>
          </ac:spMkLst>
        </pc:spChg>
        <pc:spChg chg="add mod">
          <ac:chgData name="" userId="" providerId="" clId="Web-{F214C2A1-A5A2-4CF4-98D2-8389168FE22F}" dt="2026-10-23T13:18:07.731" v="2" actId="34807"/>
          <ac:spMkLst>
            <pc:docMk/>
            <pc:sldMk cId="302110903" sldId="14281"/>
            <ac:spMk id="64317" creationId="{70ED7AF7-A4EE-3ACF-B01C-3DFF32216A1B}"/>
          </ac:spMkLst>
        </pc:spChg>
        <pc:spChg chg="add mod">
          <ac:chgData name="" userId="" providerId="" clId="Web-{F214C2A1-A5A2-4CF4-98D2-8389168FE22F}" dt="2026-10-23T13:18:07.731" v="2" actId="34807"/>
          <ac:spMkLst>
            <pc:docMk/>
            <pc:sldMk cId="302110903" sldId="14281"/>
            <ac:spMk id="64470" creationId="{F40DF30E-368D-9AF1-53FC-FB39F33F21F5}"/>
          </ac:spMkLst>
        </pc:spChg>
        <pc:spChg chg="del">
          <ac:chgData name="" userId="" providerId="" clId="Web-{F214C2A1-A5A2-4CF4-98D2-8389168FE22F}" dt="2026-10-23T13:36:22.479" v="44" actId="34807"/>
          <ac:spMkLst>
            <pc:docMk/>
            <pc:sldMk cId="302110903" sldId="14281"/>
            <ac:spMk id="64805" creationId="{64F0217D-D891-FE32-0355-CA48FDDEA4F5}"/>
          </ac:spMkLst>
        </pc:spChg>
        <pc:spChg chg="del">
          <ac:chgData name="" userId="" providerId="" clId="Web-{F214C2A1-A5A2-4CF4-98D2-8389168FE22F}" dt="2026-10-23T13:36:22.479" v="44" actId="34807"/>
          <ac:spMkLst>
            <pc:docMk/>
            <pc:sldMk cId="302110903" sldId="14281"/>
            <ac:spMk id="64844" creationId="{BAAA1028-0CC0-51B7-6A18-EDF02B761871}"/>
          </ac:spMkLst>
        </pc:spChg>
        <pc:spChg chg="del">
          <ac:chgData name="" userId="" providerId="" clId="Web-{F214C2A1-A5A2-4CF4-98D2-8389168FE22F}" dt="2026-10-23T13:36:22.479" v="44" actId="34807"/>
          <ac:spMkLst>
            <pc:docMk/>
            <pc:sldMk cId="302110903" sldId="14281"/>
            <ac:spMk id="64884" creationId="{31D15296-522C-5685-0F57-115D69DB7FA6}"/>
          </ac:spMkLst>
        </pc:spChg>
        <pc:spChg chg="del">
          <ac:chgData name="" userId="" providerId="" clId="Web-{F214C2A1-A5A2-4CF4-98D2-8389168FE22F}" dt="2026-10-23T13:36:22.479" v="44" actId="34807"/>
          <ac:spMkLst>
            <pc:docMk/>
            <pc:sldMk cId="302110903" sldId="14281"/>
            <ac:spMk id="64925" creationId="{BB34DB22-749B-9BFD-3571-102091951106}"/>
          </ac:spMkLst>
        </pc:spChg>
        <pc:spChg chg="del">
          <ac:chgData name="" userId="" providerId="" clId="Web-{F214C2A1-A5A2-4CF4-98D2-8389168FE22F}" dt="2026-10-23T13:36:22.479" v="44" actId="34807"/>
          <ac:spMkLst>
            <pc:docMk/>
            <pc:sldMk cId="302110903" sldId="14281"/>
            <ac:spMk id="64967" creationId="{419D3316-43F1-3EFB-B97F-3404FEEA262C}"/>
          </ac:spMkLst>
        </pc:spChg>
        <pc:spChg chg="del">
          <ac:chgData name="" userId="" providerId="" clId="Web-{F214C2A1-A5A2-4CF4-98D2-8389168FE22F}" dt="2026-10-23T13:36:22.479" v="44" actId="34807"/>
          <ac:spMkLst>
            <pc:docMk/>
            <pc:sldMk cId="302110903" sldId="14281"/>
            <ac:spMk id="65010" creationId="{FFFD8B3B-24F8-FDB2-2DAE-9C0BA50995B7}"/>
          </ac:spMkLst>
        </pc:spChg>
        <pc:spChg chg="add mod">
          <ac:chgData name="" userId="" providerId="" clId="Web-{F214C2A1-A5A2-4CF4-98D2-8389168FE22F}" dt="2026-10-23T13:18:07.731" v="2" actId="34807"/>
          <ac:spMkLst>
            <pc:docMk/>
            <pc:sldMk cId="302110903" sldId="14281"/>
            <ac:spMk id="65145" creationId="{552DF66D-B786-1EFF-FA38-7F4AF11615D9}"/>
          </ac:spMkLst>
        </pc:spChg>
        <pc:spChg chg="add mod">
          <ac:chgData name="" userId="" providerId="" clId="Web-{F214C2A1-A5A2-4CF4-98D2-8389168FE22F}" dt="2026-10-23T13:18:07.731" v="2" actId="34807"/>
          <ac:spMkLst>
            <pc:docMk/>
            <pc:sldMk cId="302110903" sldId="14281"/>
            <ac:spMk id="65192" creationId="{05CAA288-729F-9C10-D880-55CB1AD8B7E2}"/>
          </ac:spMkLst>
        </pc:spChg>
        <pc:spChg chg="add mod">
          <ac:chgData name="" userId="" providerId="" clId="Web-{F214C2A1-A5A2-4CF4-98D2-8389168FE22F}" dt="2026-10-23T13:18:07.731" v="2" actId="34807"/>
          <ac:spMkLst>
            <pc:docMk/>
            <pc:sldMk cId="302110903" sldId="14281"/>
            <ac:spMk id="65604" creationId="{E5C9A7D4-A6CB-7ED3-A1FF-EC31EDA0FFE6}"/>
          </ac:spMkLst>
        </pc:spChg>
        <pc:spChg chg="add mod">
          <ac:chgData name="" userId="" providerId="" clId="Web-{F214C2A1-A5A2-4CF4-98D2-8389168FE22F}" dt="2026-10-23T13:36:19.807" v="43" actId="34807"/>
          <ac:spMkLst>
            <pc:docMk/>
            <pc:sldMk cId="302110903" sldId="14281"/>
            <ac:spMk id="67276" creationId="{1E4A0400-E3C0-DC1B-5F65-752F28C07D42}"/>
          </ac:spMkLst>
        </pc:spChg>
        <pc:spChg chg="add mod">
          <ac:chgData name="" userId="" providerId="" clId="Web-{F214C2A1-A5A2-4CF4-98D2-8389168FE22F}" dt="2026-10-23T13:36:19.807" v="43" actId="34807"/>
          <ac:spMkLst>
            <pc:docMk/>
            <pc:sldMk cId="302110903" sldId="14281"/>
            <ac:spMk id="67278" creationId="{28471B4D-26DC-5874-4267-614A0F7EEE26}"/>
          </ac:spMkLst>
        </pc:spChg>
        <pc:spChg chg="add mod">
          <ac:chgData name="" userId="" providerId="" clId="Web-{F214C2A1-A5A2-4CF4-98D2-8389168FE22F}" dt="2026-10-23T13:36:19.807" v="43" actId="34807"/>
          <ac:spMkLst>
            <pc:docMk/>
            <pc:sldMk cId="302110903" sldId="14281"/>
            <ac:spMk id="67281" creationId="{5C2FAF6C-1C77-70DE-1C3D-AF6C8E6B0B25}"/>
          </ac:spMkLst>
        </pc:spChg>
        <pc:picChg chg="add mod">
          <ac:chgData name="" userId="" providerId="" clId="Web-{F214C2A1-A5A2-4CF4-98D2-8389168FE22F}" dt="2026-10-23T13:18:10.231" v="3" actId="34807"/>
          <ac:picMkLst>
            <pc:docMk/>
            <pc:sldMk cId="302110903" sldId="14281"/>
            <ac:picMk id="65956" creationId="{3FAFCB9B-AA04-D6B3-8692-0DAD64AC9DDA}"/>
          </ac:picMkLst>
        </pc:picChg>
        <pc:picChg chg="add mod">
          <ac:chgData name="" userId="" providerId="" clId="Web-{F214C2A1-A5A2-4CF4-98D2-8389168FE22F}" dt="2026-10-23T13:18:10.231" v="3" actId="34807"/>
          <ac:picMkLst>
            <pc:docMk/>
            <pc:sldMk cId="302110903" sldId="14281"/>
            <ac:picMk id="65957" creationId="{4476BCE4-B260-6BD6-374D-252862AB4C22}"/>
          </ac:picMkLst>
        </pc:picChg>
        <pc:picChg chg="add mod">
          <ac:chgData name="" userId="" providerId="" clId="Web-{F214C2A1-A5A2-4CF4-98D2-8389168FE22F}" dt="2026-10-23T13:36:22.479" v="44" actId="34807"/>
          <ac:picMkLst>
            <pc:docMk/>
            <pc:sldMk cId="302110903" sldId="14281"/>
            <ac:picMk id="65958" creationId="{071A5864-9191-BDD7-3D6A-3478BDDF28C3}"/>
          </ac:picMkLst>
        </pc:picChg>
        <pc:picChg chg="add mod">
          <ac:chgData name="" userId="" providerId="" clId="Web-{F214C2A1-A5A2-4CF4-98D2-8389168FE22F}" dt="2026-10-23T13:36:22.479" v="44" actId="34807"/>
          <ac:picMkLst>
            <pc:docMk/>
            <pc:sldMk cId="302110903" sldId="14281"/>
            <ac:picMk id="65959" creationId="{A42F8925-4EF4-90A5-5B52-9A409F2EDD76}"/>
          </ac:picMkLst>
        </pc:picChg>
        <pc:picChg chg="add mod">
          <ac:chgData name="" userId="" providerId="" clId="Web-{F214C2A1-A5A2-4CF4-98D2-8389168FE22F}" dt="2026-10-23T13:36:22.479" v="44" actId="34807"/>
          <ac:picMkLst>
            <pc:docMk/>
            <pc:sldMk cId="302110903" sldId="14281"/>
            <ac:picMk id="65960" creationId="{EE1B7B3A-F7B6-BE80-CB7E-82A1771DF49A}"/>
          </ac:picMkLst>
        </pc:picChg>
        <pc:picChg chg="add mod">
          <ac:chgData name="" userId="" providerId="" clId="Web-{F214C2A1-A5A2-4CF4-98D2-8389168FE22F}" dt="2026-10-23T13:18:10.231" v="3" actId="34807"/>
          <ac:picMkLst>
            <pc:docMk/>
            <pc:sldMk cId="302110903" sldId="14281"/>
            <ac:picMk id="65961" creationId="{247B6AA6-32CB-0FF4-DD57-2BC800701005}"/>
          </ac:picMkLst>
        </pc:picChg>
        <pc:picChg chg="add mod">
          <ac:chgData name="" userId="" providerId="" clId="Web-{F214C2A1-A5A2-4CF4-98D2-8389168FE22F}" dt="2026-10-23T13:18:10.231" v="3" actId="34807"/>
          <ac:picMkLst>
            <pc:docMk/>
            <pc:sldMk cId="302110903" sldId="14281"/>
            <ac:picMk id="65962" creationId="{10F2D02F-2D0B-2CDC-A1D2-52980C9B231D}"/>
          </ac:picMkLst>
        </pc:picChg>
        <pc:picChg chg="add mod">
          <ac:chgData name="" userId="" providerId="" clId="Web-{F214C2A1-A5A2-4CF4-98D2-8389168FE22F}" dt="2026-10-23T13:18:10.231" v="3" actId="34807"/>
          <ac:picMkLst>
            <pc:docMk/>
            <pc:sldMk cId="302110903" sldId="14281"/>
            <ac:picMk id="65963" creationId="{2094F1BE-2647-2C83-8531-0E9872777BB4}"/>
          </ac:picMkLst>
        </pc:picChg>
      </pc:sldChg>
      <pc:sldChg chg="addSp delSp modSp">
        <pc:chgData name="" userId="" providerId="" clId="Web-{F214C2A1-A5A2-4CF4-98D2-8389168FE22F}" dt="2026-10-23T13:18:37.810" v="11" actId="34807"/>
        <pc:sldMkLst>
          <pc:docMk/>
          <pc:sldMk cId="3855353037" sldId="14501"/>
        </pc:sldMkLst>
        <pc:picChg chg="del">
          <ac:chgData name="" userId="" providerId="" clId="Web-{F214C2A1-A5A2-4CF4-98D2-8389168FE22F}" dt="2026-10-23T13:18:37.810" v="11" actId="34807"/>
          <ac:picMkLst>
            <pc:docMk/>
            <pc:sldMk cId="3855353037" sldId="14501"/>
            <ac:picMk id="63198" creationId="{297042CC-5707-1312-3472-7A463B54EFC5}"/>
          </ac:picMkLst>
        </pc:picChg>
        <pc:picChg chg="add mod">
          <ac:chgData name="" userId="" providerId="" clId="Web-{F214C2A1-A5A2-4CF4-98D2-8389168FE22F}" dt="2026-10-23T13:18:35.545" v="10" actId="34807"/>
          <ac:picMkLst>
            <pc:docMk/>
            <pc:sldMk cId="3855353037" sldId="14501"/>
            <ac:picMk id="65965" creationId="{2A9277EF-7144-1E70-3465-06DA68D2FBA8}"/>
          </ac:picMkLst>
        </pc:picChg>
      </pc:sldChg>
      <pc:sldChg chg="addSp delSp modSp">
        <pc:chgData name="" userId="" providerId="" clId="Web-{F214C2A1-A5A2-4CF4-98D2-8389168FE22F}" dt="2026-10-23T13:18:29.044" v="7" actId="34807"/>
        <pc:sldMkLst>
          <pc:docMk/>
          <pc:sldMk cId="75272732" sldId="14722"/>
        </pc:sldMkLst>
        <pc:spChg chg="del">
          <ac:chgData name="" userId="" providerId="" clId="Web-{F214C2A1-A5A2-4CF4-98D2-8389168FE22F}" dt="2026-10-23T13:18:29.044" v="7" actId="34807"/>
          <ac:spMkLst>
            <pc:docMk/>
            <pc:sldMk cId="75272732" sldId="14722"/>
            <ac:spMk id="63926" creationId="{CCB1FD02-88C0-FAA7-5526-FFE72743EBE7}"/>
          </ac:spMkLst>
        </pc:spChg>
        <pc:spChg chg="add mod">
          <ac:chgData name="" userId="" providerId="" clId="Web-{F214C2A1-A5A2-4CF4-98D2-8389168FE22F}" dt="2026-10-23T13:18:26.732" v="6" actId="34807"/>
          <ac:spMkLst>
            <pc:docMk/>
            <pc:sldMk cId="75272732" sldId="14722"/>
            <ac:spMk id="65964" creationId="{5542318A-6D65-75CB-56B0-54C423948A89}"/>
          </ac:spMkLst>
        </pc:spChg>
        <pc:picChg chg="mod">
          <ac:chgData name="" userId="" providerId="" clId="Web-{F214C2A1-A5A2-4CF4-98D2-8389168FE22F}" dt="2026-10-23T13:18:29.044" v="7" actId="34807"/>
          <ac:picMkLst>
            <pc:docMk/>
            <pc:sldMk cId="75272732" sldId="14722"/>
            <ac:picMk id="64063" creationId="{257FFCB3-B763-32E5-460D-48C4EF54D4CC}"/>
          </ac:picMkLst>
        </pc:picChg>
      </pc:sldChg>
    </pc:docChg>
  </pc:docChgLst>
  <pc:docChgLst>
    <pc:chgData clId="Web-{38CB355D-D7EB-414A-93F3-BD679034D68A}"/>
    <pc:docChg chg="modSld">
      <pc:chgData name="" userId="" providerId="" clId="Web-{38CB355D-D7EB-414A-93F3-BD679034D68A}" dt="2026-10-23T10:23:26.822" v="5" actId="34807"/>
      <pc:docMkLst>
        <pc:docMk/>
      </pc:docMkLst>
      <pc:sldChg chg="modSp">
        <pc:chgData name="" userId="" providerId="" clId="Web-{38CB355D-D7EB-414A-93F3-BD679034D68A}" dt="2026-10-23T10:23:26.822" v="5" actId="34807"/>
        <pc:sldMkLst>
          <pc:docMk/>
          <pc:sldMk cId="1196239488" sldId="7417"/>
        </pc:sldMkLst>
        <pc:spChg chg="mod">
          <ac:chgData name="" userId="" providerId="" clId="Web-{38CB355D-D7EB-414A-93F3-BD679034D68A}" dt="2026-10-23T10:20:11.865" v="2" actId="34807"/>
          <ac:spMkLst>
            <pc:docMk/>
            <pc:sldMk cId="1196239488" sldId="7417"/>
            <ac:spMk id="26120" creationId="{24CAE48F-1AB9-528F-E1F8-EF0059A1982A}"/>
          </ac:spMkLst>
        </pc:spChg>
        <pc:spChg chg="mod">
          <ac:chgData name="" userId="" providerId="" clId="Web-{38CB355D-D7EB-414A-93F3-BD679034D68A}" dt="2026-10-23T10:23:26.822" v="5" actId="34807"/>
          <ac:spMkLst>
            <pc:docMk/>
            <pc:sldMk cId="1196239488" sldId="7417"/>
            <ac:spMk id="26137" creationId="{1EC3B07F-B9A2-2BB3-DCA5-5AE65F8F3704}"/>
          </ac:spMkLst>
        </pc:spChg>
      </pc:sldChg>
      <pc:sldChg chg="modSp">
        <pc:chgData name="" userId="" providerId="" clId="Web-{38CB355D-D7EB-414A-93F3-BD679034D68A}" dt="2026-10-23T10:23:26.822" v="5" actId="34807"/>
        <pc:sldMkLst>
          <pc:docMk/>
          <pc:sldMk cId="323294915" sldId="7886"/>
        </pc:sldMkLst>
        <pc:spChg chg="mod">
          <ac:chgData name="" userId="" providerId="" clId="Web-{38CB355D-D7EB-414A-93F3-BD679034D68A}" dt="2026-10-23T10:23:26.822" v="5" actId="34807"/>
          <ac:spMkLst>
            <pc:docMk/>
            <pc:sldMk cId="323294915" sldId="7886"/>
            <ac:spMk id="24816" creationId="{3424E8F1-A7A3-18B3-8C37-9CCB9E82C861}"/>
          </ac:spMkLst>
        </pc:spChg>
        <pc:spChg chg="mod">
          <ac:chgData name="" userId="" providerId="" clId="Web-{38CB355D-D7EB-414A-93F3-BD679034D68A}" dt="2026-10-23T10:23:26.822" v="5" actId="34807"/>
          <ac:spMkLst>
            <pc:docMk/>
            <pc:sldMk cId="323294915" sldId="7886"/>
            <ac:spMk id="24854" creationId="{C880399A-4E4E-5AAE-4F19-14D1CB468CCF}"/>
          </ac:spMkLst>
        </pc:spChg>
        <pc:spChg chg="mod">
          <ac:chgData name="" userId="" providerId="" clId="Web-{38CB355D-D7EB-414A-93F3-BD679034D68A}" dt="2026-10-23T10:23:26.822" v="5" actId="34807"/>
          <ac:spMkLst>
            <pc:docMk/>
            <pc:sldMk cId="323294915" sldId="7886"/>
            <ac:spMk id="24908" creationId="{59CA2ACC-383A-20B8-D648-6242B5203EB8}"/>
          </ac:spMkLst>
        </pc:spChg>
        <pc:spChg chg="mod">
          <ac:chgData name="" userId="" providerId="" clId="Web-{38CB355D-D7EB-414A-93F3-BD679034D68A}" dt="2026-10-23T10:23:26.822" v="5" actId="34807"/>
          <ac:spMkLst>
            <pc:docMk/>
            <pc:sldMk cId="323294915" sldId="7886"/>
            <ac:spMk id="24978" creationId="{12B692A6-1866-C593-601C-00C0676D9C4A}"/>
          </ac:spMkLst>
        </pc:spChg>
      </pc:sldChg>
      <pc:sldChg chg="modSp">
        <pc:chgData name="" userId="" providerId="" clId="Web-{38CB355D-D7EB-414A-93F3-BD679034D68A}" dt="2026-10-23T10:22:26.524" v="4" actId="34807"/>
        <pc:sldMkLst>
          <pc:docMk/>
          <pc:sldMk cId="1844880558" sldId="10046"/>
        </pc:sldMkLst>
        <pc:spChg chg="mod">
          <ac:chgData name="" userId="" providerId="" clId="Web-{38CB355D-D7EB-414A-93F3-BD679034D68A}" dt="2026-10-23T10:18:31.519" v="1" actId="34807"/>
          <ac:spMkLst>
            <pc:docMk/>
            <pc:sldMk cId="1844880558" sldId="10046"/>
            <ac:spMk id="21596" creationId="{67206E21-A2CE-7A9B-6807-4364620A304C}"/>
          </ac:spMkLst>
        </pc:spChg>
        <pc:spChg chg="mod">
          <ac:chgData name="" userId="" providerId="" clId="Web-{38CB355D-D7EB-414A-93F3-BD679034D68A}" dt="2026-10-23T10:18:31.519" v="1" actId="34807"/>
          <ac:spMkLst>
            <pc:docMk/>
            <pc:sldMk cId="1844880558" sldId="10046"/>
            <ac:spMk id="21605" creationId="{FFC8B1E8-609C-6DD7-0428-B02C7F603C28}"/>
          </ac:spMkLst>
        </pc:spChg>
        <pc:spChg chg="mod">
          <ac:chgData name="" userId="" providerId="" clId="Web-{38CB355D-D7EB-414A-93F3-BD679034D68A}" dt="2026-10-23T10:22:26.524" v="4" actId="34807"/>
          <ac:spMkLst>
            <pc:docMk/>
            <pc:sldMk cId="1844880558" sldId="10046"/>
            <ac:spMk id="21616" creationId="{3D768479-833A-B168-9F37-9368570EDD6E}"/>
          </ac:spMkLst>
        </pc:spChg>
        <pc:spChg chg="mod">
          <ac:chgData name="" userId="" providerId="" clId="Web-{38CB355D-D7EB-414A-93F3-BD679034D68A}" dt="2026-10-23T10:22:26.524" v="4" actId="34807"/>
          <ac:spMkLst>
            <pc:docMk/>
            <pc:sldMk cId="1844880558" sldId="10046"/>
            <ac:spMk id="21623" creationId="{2AA9606A-535D-AC6B-77C7-5AF177B761F5}"/>
          </ac:spMkLst>
        </pc:spChg>
        <pc:spChg chg="mod">
          <ac:chgData name="" userId="" providerId="" clId="Web-{38CB355D-D7EB-414A-93F3-BD679034D68A}" dt="2026-10-23T10:22:26.524" v="4" actId="34807"/>
          <ac:spMkLst>
            <pc:docMk/>
            <pc:sldMk cId="1844880558" sldId="10046"/>
            <ac:spMk id="21661" creationId="{E193068C-2C16-88C0-D55E-E009BC8A503A}"/>
          </ac:spMkLst>
        </pc:spChg>
        <pc:spChg chg="mod">
          <ac:chgData name="" userId="" providerId="" clId="Web-{38CB355D-D7EB-414A-93F3-BD679034D68A}" dt="2026-10-23T10:22:26.524" v="4" actId="34807"/>
          <ac:spMkLst>
            <pc:docMk/>
            <pc:sldMk cId="1844880558" sldId="10046"/>
            <ac:spMk id="21673" creationId="{E5DEC31E-055C-56D2-701C-AC3E36EB2ECE}"/>
          </ac:spMkLst>
        </pc:spChg>
      </pc:sldChg>
    </pc:docChg>
  </pc:docChgLst>
  <pc:docChgLst>
    <pc:chgData clId="Web-{57FA6384-6D64-4017-8C8D-103F9B22F9B7}"/>
    <pc:docChg chg="modSld">
      <pc:chgData name="" userId="" providerId="" clId="Web-{57FA6384-6D64-4017-8C8D-103F9B22F9B7}" dt="2026-10-23T13:01:01.345" v="74" actId="34807"/>
      <pc:docMkLst>
        <pc:docMk/>
      </pc:docMkLst>
      <pc:sldChg chg="modSp modNotesTx">
        <pc:chgData name="" userId="" providerId="" clId="Web-{57FA6384-6D64-4017-8C8D-103F9B22F9B7}" dt="2026-10-23T12:16:23.889" v="4" actId="34807"/>
        <pc:sldMkLst>
          <pc:docMk/>
          <pc:sldMk cId="3761642860" sldId="4027"/>
        </pc:sldMkLst>
        <pc:spChg chg="mod">
          <ac:chgData name="" userId="" providerId="" clId="Web-{57FA6384-6D64-4017-8C8D-103F9B22F9B7}" dt="2026-10-23T12:15:54.450" v="1" actId="34807"/>
          <ac:spMkLst>
            <pc:docMk/>
            <pc:sldMk cId="3761642860" sldId="4027"/>
            <ac:spMk id="2444" creationId="{06E62B1A-030D-48D8-060F-5FE951649DDA}"/>
          </ac:spMkLst>
        </pc:spChg>
        <pc:spChg chg="mod">
          <ac:chgData name="" userId="" providerId="" clId="Web-{57FA6384-6D64-4017-8C8D-103F9B22F9B7}" dt="2026-10-23T12:15:20.199" v="0" actId="34807"/>
          <ac:spMkLst>
            <pc:docMk/>
            <pc:sldMk cId="3761642860" sldId="4027"/>
            <ac:spMk id="20980" creationId="{42A29B48-44E5-BDA3-EEDD-5366AE1EC0C0}"/>
          </ac:spMkLst>
        </pc:spChg>
        <pc:spChg chg="mod">
          <ac:chgData name="" userId="" providerId="" clId="Web-{57FA6384-6D64-4017-8C8D-103F9B22F9B7}" dt="2026-10-23T12:15:20.199" v="0" actId="34807"/>
          <ac:spMkLst>
            <pc:docMk/>
            <pc:sldMk cId="3761642860" sldId="4027"/>
            <ac:spMk id="21070" creationId="{31731A9F-7F73-E736-9FCC-0F231B06D97D}"/>
          </ac:spMkLst>
        </pc:spChg>
        <pc:spChg chg="mod">
          <ac:chgData name="" userId="" providerId="" clId="Web-{57FA6384-6D64-4017-8C8D-103F9B22F9B7}" dt="2026-10-23T12:15:20.199" v="0" actId="34807"/>
          <ac:spMkLst>
            <pc:docMk/>
            <pc:sldMk cId="3761642860" sldId="4027"/>
            <ac:spMk id="21101" creationId="{EAA47BB5-81F4-A599-C746-02DF3D607D4C}"/>
          </ac:spMkLst>
        </pc:spChg>
        <pc:spChg chg="mod">
          <ac:chgData name="" userId="" providerId="" clId="Web-{57FA6384-6D64-4017-8C8D-103F9B22F9B7}" dt="2026-10-23T12:15:20.199" v="0" actId="34807"/>
          <ac:spMkLst>
            <pc:docMk/>
            <pc:sldMk cId="3761642860" sldId="4027"/>
            <ac:spMk id="21196" creationId="{2A98BE3B-6027-AF1C-D1B5-D679ECF84D69}"/>
          </ac:spMkLst>
        </pc:spChg>
        <pc:spChg chg="mod">
          <ac:chgData name="" userId="" providerId="" clId="Web-{57FA6384-6D64-4017-8C8D-103F9B22F9B7}" dt="2026-10-23T12:15:20.199" v="0" actId="34807"/>
          <ac:spMkLst>
            <pc:docMk/>
            <pc:sldMk cId="3761642860" sldId="4027"/>
            <ac:spMk id="21241" creationId="{A4A0BD5A-A7E2-32D4-1F95-ACD5EAEC10C6}"/>
          </ac:spMkLst>
        </pc:spChg>
        <pc:spChg chg="mod">
          <ac:chgData name="" userId="" providerId="" clId="Web-{57FA6384-6D64-4017-8C8D-103F9B22F9B7}" dt="2026-10-23T12:15:20.199" v="0" actId="34807"/>
          <ac:spMkLst>
            <pc:docMk/>
            <pc:sldMk cId="3761642860" sldId="4027"/>
            <ac:spMk id="21316" creationId="{7BEACC76-FBE3-33D1-C9D7-6F69BBA9DB2C}"/>
          </ac:spMkLst>
        </pc:spChg>
        <pc:spChg chg="mod">
          <ac:chgData name="" userId="" providerId="" clId="Web-{57FA6384-6D64-4017-8C8D-103F9B22F9B7}" dt="2026-10-23T12:15:20.199" v="0" actId="34807"/>
          <ac:spMkLst>
            <pc:docMk/>
            <pc:sldMk cId="3761642860" sldId="4027"/>
            <ac:spMk id="21430" creationId="{6D672114-6EA8-9EF0-DE3D-711E03756CC1}"/>
          </ac:spMkLst>
        </pc:spChg>
        <pc:spChg chg="mod">
          <ac:chgData name="" userId="" providerId="" clId="Web-{57FA6384-6D64-4017-8C8D-103F9B22F9B7}" dt="2026-10-23T12:15:20.199" v="0" actId="34807"/>
          <ac:spMkLst>
            <pc:docMk/>
            <pc:sldMk cId="3761642860" sldId="4027"/>
            <ac:spMk id="21526" creationId="{8F6916B4-5C94-F345-3F11-E6DC9601BE0D}"/>
          </ac:spMkLst>
        </pc:spChg>
        <pc:spChg chg="mod">
          <ac:chgData name="" userId="" providerId="" clId="Web-{57FA6384-6D64-4017-8C8D-103F9B22F9B7}" dt="2026-10-23T12:15:20.199" v="0" actId="34807"/>
          <ac:spMkLst>
            <pc:docMk/>
            <pc:sldMk cId="3761642860" sldId="4027"/>
            <ac:spMk id="25767" creationId="{AB73053C-9D85-E892-AACC-16259DE03E98}"/>
          </ac:spMkLst>
        </pc:spChg>
        <pc:spChg chg="mod">
          <ac:chgData name="" userId="" providerId="" clId="Web-{57FA6384-6D64-4017-8C8D-103F9B22F9B7}" dt="2026-10-23T12:15:20.199" v="0" actId="34807"/>
          <ac:spMkLst>
            <pc:docMk/>
            <pc:sldMk cId="3761642860" sldId="4027"/>
            <ac:spMk id="26019" creationId="{529EA319-4AFC-70D3-70E9-E13961FAD092}"/>
          </ac:spMkLst>
        </pc:spChg>
      </pc:sldChg>
      <pc:sldChg chg="modSp modNotesTx">
        <pc:chgData name="" userId="" providerId="" clId="Web-{57FA6384-6D64-4017-8C8D-103F9B22F9B7}" dt="2026-10-23T12:16:23.889" v="4" actId="34807"/>
        <pc:sldMkLst>
          <pc:docMk/>
          <pc:sldMk cId="3933574674" sldId="4246"/>
        </pc:sldMkLst>
        <pc:spChg chg="mod">
          <ac:chgData name="" userId="" providerId="" clId="Web-{57FA6384-6D64-4017-8C8D-103F9B22F9B7}" dt="2026-10-23T12:15:20.199" v="0" actId="34807"/>
          <ac:spMkLst>
            <pc:docMk/>
            <pc:sldMk cId="3933574674" sldId="4246"/>
            <ac:spMk id="2667" creationId="{ABDFCC38-6450-5C59-7B14-24AA480793E3}"/>
          </ac:spMkLst>
        </pc:spChg>
        <pc:spChg chg="mod">
          <ac:chgData name="" userId="" providerId="" clId="Web-{57FA6384-6D64-4017-8C8D-103F9B22F9B7}" dt="2026-10-23T12:15:20.199" v="0" actId="34807"/>
          <ac:spMkLst>
            <pc:docMk/>
            <pc:sldMk cId="3933574674" sldId="4246"/>
            <ac:spMk id="2672" creationId="{D80FB324-E76C-D307-BC13-EC584ADAB0BE}"/>
          </ac:spMkLst>
        </pc:spChg>
        <pc:spChg chg="mod">
          <ac:chgData name="" userId="" providerId="" clId="Web-{57FA6384-6D64-4017-8C8D-103F9B22F9B7}" dt="2026-10-23T12:15:20.199" v="0" actId="34807"/>
          <ac:spMkLst>
            <pc:docMk/>
            <pc:sldMk cId="3933574674" sldId="4246"/>
            <ac:spMk id="17100" creationId="{2EBCA733-D62F-A2EA-7BAA-D9BDB9DB4F36}"/>
          </ac:spMkLst>
        </pc:spChg>
        <pc:spChg chg="mod">
          <ac:chgData name="" userId="" providerId="" clId="Web-{57FA6384-6D64-4017-8C8D-103F9B22F9B7}" dt="2026-10-23T12:15:20.199" v="0" actId="34807"/>
          <ac:spMkLst>
            <pc:docMk/>
            <pc:sldMk cId="3933574674" sldId="4246"/>
            <ac:spMk id="17177" creationId="{6DA12651-E417-CF7C-D120-4F701DD7088F}"/>
          </ac:spMkLst>
        </pc:spChg>
        <pc:spChg chg="mod">
          <ac:chgData name="" userId="" providerId="" clId="Web-{57FA6384-6D64-4017-8C8D-103F9B22F9B7}" dt="2026-10-23T12:15:20.199" v="0" actId="34807"/>
          <ac:spMkLst>
            <pc:docMk/>
            <pc:sldMk cId="3933574674" sldId="4246"/>
            <ac:spMk id="17303" creationId="{5D309B5F-2952-2879-A69D-C7B1F4D79F6A}"/>
          </ac:spMkLst>
        </pc:spChg>
      </pc:sldChg>
      <pc:sldChg chg="modSp modNotesTx">
        <pc:chgData name="" userId="" providerId="" clId="Web-{57FA6384-6D64-4017-8C8D-103F9B22F9B7}" dt="2026-10-23T12:16:23.889" v="4" actId="34807"/>
        <pc:sldMkLst>
          <pc:docMk/>
          <pc:sldMk cId="2931206922" sldId="4466"/>
        </pc:sldMkLst>
        <pc:spChg chg="mod">
          <ac:chgData name="" userId="" providerId="" clId="Web-{57FA6384-6D64-4017-8C8D-103F9B22F9B7}" dt="2026-10-23T12:15:20.199" v="0" actId="34807"/>
          <ac:spMkLst>
            <pc:docMk/>
            <pc:sldMk cId="2931206922" sldId="4466"/>
            <ac:spMk id="2702" creationId="{E3300248-F60E-28F4-CFC0-ABFC405A15D4}"/>
          </ac:spMkLst>
        </pc:spChg>
        <pc:spChg chg="mod">
          <ac:chgData name="" userId="" providerId="" clId="Web-{57FA6384-6D64-4017-8C8D-103F9B22F9B7}" dt="2026-10-23T12:15:20.199" v="0" actId="34807"/>
          <ac:spMkLst>
            <pc:docMk/>
            <pc:sldMk cId="2931206922" sldId="4466"/>
            <ac:spMk id="2712" creationId="{3BB8E06B-831B-F939-254A-D497FFDD80F9}"/>
          </ac:spMkLst>
        </pc:spChg>
        <pc:spChg chg="mod">
          <ac:chgData name="" userId="" providerId="" clId="Web-{57FA6384-6D64-4017-8C8D-103F9B22F9B7}" dt="2026-10-23T12:15:20.199" v="0" actId="34807"/>
          <ac:spMkLst>
            <pc:docMk/>
            <pc:sldMk cId="2931206922" sldId="4466"/>
            <ac:spMk id="16940" creationId="{015C4CA4-7B79-BF41-0CF2-AB10CBFEF30F}"/>
          </ac:spMkLst>
        </pc:spChg>
        <pc:spChg chg="mod">
          <ac:chgData name="" userId="" providerId="" clId="Web-{57FA6384-6D64-4017-8C8D-103F9B22F9B7}" dt="2026-10-23T12:15:54.450" v="1" actId="34807"/>
          <ac:spMkLst>
            <pc:docMk/>
            <pc:sldMk cId="2931206922" sldId="4466"/>
            <ac:spMk id="16947" creationId="{2232715D-6FB0-1F85-8F62-13CA2E5124FD}"/>
          </ac:spMkLst>
        </pc:spChg>
      </pc:sldChg>
      <pc:sldChg chg="modSp modNotesTx">
        <pc:chgData name="" userId="" providerId="" clId="Web-{57FA6384-6D64-4017-8C8D-103F9B22F9B7}" dt="2026-10-23T12:16:23.889" v="4" actId="34807"/>
        <pc:sldMkLst>
          <pc:docMk/>
          <pc:sldMk cId="444193156" sldId="4687"/>
        </pc:sldMkLst>
        <pc:spChg chg="mod">
          <ac:chgData name="" userId="" providerId="" clId="Web-{57FA6384-6D64-4017-8C8D-103F9B22F9B7}" dt="2026-10-23T12:15:20.199" v="0" actId="34807"/>
          <ac:spMkLst>
            <pc:docMk/>
            <pc:sldMk cId="444193156" sldId="4687"/>
            <ac:spMk id="2762" creationId="{6602EBA9-C8A8-5C38-0299-A698F125B55A}"/>
          </ac:spMkLst>
        </pc:spChg>
        <pc:spChg chg="mod">
          <ac:chgData name="" userId="" providerId="" clId="Web-{57FA6384-6D64-4017-8C8D-103F9B22F9B7}" dt="2026-10-23T12:15:20.199" v="0" actId="34807"/>
          <ac:spMkLst>
            <pc:docMk/>
            <pc:sldMk cId="444193156" sldId="4687"/>
            <ac:spMk id="2777" creationId="{323180EB-56D0-1D00-A1B7-C54F40138E11}"/>
          </ac:spMkLst>
        </pc:spChg>
        <pc:spChg chg="mod">
          <ac:chgData name="" userId="" providerId="" clId="Web-{57FA6384-6D64-4017-8C8D-103F9B22F9B7}" dt="2026-10-23T12:15:20.199" v="0" actId="34807"/>
          <ac:spMkLst>
            <pc:docMk/>
            <pc:sldMk cId="444193156" sldId="4687"/>
            <ac:spMk id="22463" creationId="{05674F84-5FAF-5F30-7AE2-8E74B8E2F5C2}"/>
          </ac:spMkLst>
        </pc:spChg>
      </pc:sldChg>
      <pc:sldChg chg="addSp delSp modSp modNotesTx">
        <pc:chgData name="" userId="" providerId="" clId="Web-{57FA6384-6D64-4017-8C8D-103F9B22F9B7}" dt="2026-10-23T13:01:01.345" v="74" actId="34807"/>
        <pc:sldMkLst>
          <pc:docMk/>
          <pc:sldMk cId="18801219" sldId="4909"/>
        </pc:sldMkLst>
        <pc:spChg chg="mod">
          <ac:chgData name="" userId="" providerId="" clId="Web-{57FA6384-6D64-4017-8C8D-103F9B22F9B7}" dt="2026-10-23T12:15:20.199" v="0" actId="34807"/>
          <ac:spMkLst>
            <pc:docMk/>
            <pc:sldMk cId="18801219" sldId="4909"/>
            <ac:spMk id="2847" creationId="{E2449906-97CD-85CE-FFA7-DAE977159027}"/>
          </ac:spMkLst>
        </pc:spChg>
        <pc:spChg chg="mod">
          <ac:chgData name="" userId="" providerId="" clId="Web-{57FA6384-6D64-4017-8C8D-103F9B22F9B7}" dt="2026-10-23T12:15:20.199" v="0" actId="34807"/>
          <ac:spMkLst>
            <pc:docMk/>
            <pc:sldMk cId="18801219" sldId="4909"/>
            <ac:spMk id="2867" creationId="{FC84DB96-8530-D091-9807-DD97D06DD870}"/>
          </ac:spMkLst>
        </pc:spChg>
        <pc:spChg chg="mod">
          <ac:chgData name="" userId="" providerId="" clId="Web-{57FA6384-6D64-4017-8C8D-103F9B22F9B7}" dt="2026-10-23T13:01:01.345" v="74" actId="34807"/>
          <ac:spMkLst>
            <pc:docMk/>
            <pc:sldMk cId="18801219" sldId="4909"/>
            <ac:spMk id="22477" creationId="{515C7044-5C3E-36C8-7EC8-F0DAD040E061}"/>
          </ac:spMkLst>
        </pc:spChg>
        <pc:spChg chg="mod">
          <ac:chgData name="" userId="" providerId="" clId="Web-{57FA6384-6D64-4017-8C8D-103F9B22F9B7}" dt="2026-10-23T12:15:54.450" v="1" actId="34807"/>
          <ac:spMkLst>
            <pc:docMk/>
            <pc:sldMk cId="18801219" sldId="4909"/>
            <ac:spMk id="22517" creationId="{1EFF6459-9D9F-A53D-ADE7-7F63F13DB4EC}"/>
          </ac:spMkLst>
        </pc:spChg>
        <pc:spChg chg="mod">
          <ac:chgData name="" userId="" providerId="" clId="Web-{57FA6384-6D64-4017-8C8D-103F9B22F9B7}" dt="2026-10-23T13:01:01.345" v="74" actId="34807"/>
          <ac:spMkLst>
            <pc:docMk/>
            <pc:sldMk cId="18801219" sldId="4909"/>
            <ac:spMk id="22540" creationId="{F1249BA4-DF0D-7B43-6E9D-DC013D517344}"/>
          </ac:spMkLst>
        </pc:spChg>
        <pc:graphicFrameChg chg="add mod">
          <ac:chgData name="" userId="" providerId="" clId="Web-{57FA6384-6D64-4017-8C8D-103F9B22F9B7}" dt="2026-10-23T12:21:58.054" v="5" actId="34807"/>
          <ac:graphicFrameMkLst>
            <pc:docMk/>
            <pc:sldMk cId="18801219" sldId="4909"/>
            <ac:graphicFrameMk id="3" creationId="{A598C296-3799-4CE0-A0C3-B8AE570CC62D}"/>
          </ac:graphicFrameMkLst>
        </pc:graphicFrameChg>
        <pc:graphicFrameChg chg="del">
          <ac:chgData name="" userId="" providerId="" clId="Web-{57FA6384-6D64-4017-8C8D-103F9B22F9B7}" dt="2026-10-23T12:21:59.742" v="6" actId="34807"/>
          <ac:graphicFrameMkLst>
            <pc:docMk/>
            <pc:sldMk cId="18801219" sldId="4909"/>
            <ac:graphicFrameMk id="14" creationId="{61CD4A47-2531-4D02-A480-6D2BC3B29915}"/>
          </ac:graphicFrameMkLst>
        </pc:graphicFrameChg>
      </pc:sldChg>
      <pc:sldChg chg="modSp modNotesTx">
        <pc:chgData name="" userId="" providerId="" clId="Web-{57FA6384-6D64-4017-8C8D-103F9B22F9B7}" dt="2026-10-23T13:01:01.345" v="74" actId="34807"/>
        <pc:sldMkLst>
          <pc:docMk/>
          <pc:sldMk cId="1994120710" sldId="5132"/>
        </pc:sldMkLst>
        <pc:spChg chg="mod">
          <ac:chgData name="" userId="" providerId="" clId="Web-{57FA6384-6D64-4017-8C8D-103F9B22F9B7}" dt="2026-10-23T12:15:20.199" v="0" actId="34807"/>
          <ac:spMkLst>
            <pc:docMk/>
            <pc:sldMk cId="1994120710" sldId="5132"/>
            <ac:spMk id="2957" creationId="{681E4DD6-28C5-1F91-754C-B4F4B26595B6}"/>
          </ac:spMkLst>
        </pc:spChg>
        <pc:spChg chg="mod">
          <ac:chgData name="" userId="" providerId="" clId="Web-{57FA6384-6D64-4017-8C8D-103F9B22F9B7}" dt="2026-10-23T12:15:20.199" v="0" actId="34807"/>
          <ac:spMkLst>
            <pc:docMk/>
            <pc:sldMk cId="1994120710" sldId="5132"/>
            <ac:spMk id="2982" creationId="{EA6164CF-B22D-C5C5-C29C-A599213D85C7}"/>
          </ac:spMkLst>
        </pc:spChg>
        <pc:spChg chg="mod">
          <ac:chgData name="" userId="" providerId="" clId="Web-{57FA6384-6D64-4017-8C8D-103F9B22F9B7}" dt="2026-10-23T13:01:01.345" v="74" actId="34807"/>
          <ac:spMkLst>
            <pc:docMk/>
            <pc:sldMk cId="1994120710" sldId="5132"/>
            <ac:spMk id="22546" creationId="{DF755256-A8D0-F73B-4478-5D98A71300C6}"/>
          </ac:spMkLst>
        </pc:spChg>
        <pc:spChg chg="mod">
          <ac:chgData name="" userId="" providerId="" clId="Web-{57FA6384-6D64-4017-8C8D-103F9B22F9B7}" dt="2026-10-23T12:15:20.199" v="0" actId="34807"/>
          <ac:spMkLst>
            <pc:docMk/>
            <pc:sldMk cId="1994120710" sldId="5132"/>
            <ac:spMk id="22551" creationId="{27AA305F-4B63-2059-26E5-6E28B0DDBE38}"/>
          </ac:spMkLst>
        </pc:spChg>
        <pc:spChg chg="mod">
          <ac:chgData name="" userId="" providerId="" clId="Web-{57FA6384-6D64-4017-8C8D-103F9B22F9B7}" dt="2026-10-23T13:01:01.345" v="74" actId="34807"/>
          <ac:spMkLst>
            <pc:docMk/>
            <pc:sldMk cId="1994120710" sldId="5132"/>
            <ac:spMk id="26175" creationId="{3D883013-6BA3-C92E-73B5-4643229FFA63}"/>
          </ac:spMkLst>
        </pc:spChg>
      </pc:sldChg>
      <pc:sldChg chg="modSp modNotesTx">
        <pc:chgData name="" userId="" providerId="" clId="Web-{57FA6384-6D64-4017-8C8D-103F9B22F9B7}" dt="2026-10-23T12:16:23.889" v="4" actId="34807"/>
        <pc:sldMkLst>
          <pc:docMk/>
          <pc:sldMk cId="2759033825" sldId="5356"/>
        </pc:sldMkLst>
        <pc:spChg chg="mod">
          <ac:chgData name="" userId="" providerId="" clId="Web-{57FA6384-6D64-4017-8C8D-103F9B22F9B7}" dt="2026-10-23T12:15:20.199" v="0" actId="34807"/>
          <ac:spMkLst>
            <pc:docMk/>
            <pc:sldMk cId="2759033825" sldId="5356"/>
            <ac:spMk id="3092" creationId="{9B550FD5-E5C3-F23D-4B81-93BCD94D54D2}"/>
          </ac:spMkLst>
        </pc:spChg>
        <pc:spChg chg="mod">
          <ac:chgData name="" userId="" providerId="" clId="Web-{57FA6384-6D64-4017-8C8D-103F9B22F9B7}" dt="2026-10-23T12:15:20.199" v="0" actId="34807"/>
          <ac:spMkLst>
            <pc:docMk/>
            <pc:sldMk cId="2759033825" sldId="5356"/>
            <ac:spMk id="3122" creationId="{123D2F73-977B-A837-442F-C0F37A1E03E8}"/>
          </ac:spMkLst>
        </pc:spChg>
        <pc:spChg chg="mod">
          <ac:chgData name="" userId="" providerId="" clId="Web-{57FA6384-6D64-4017-8C8D-103F9B22F9B7}" dt="2026-10-23T12:15:54.450" v="1" actId="34807"/>
          <ac:spMkLst>
            <pc:docMk/>
            <pc:sldMk cId="2759033825" sldId="5356"/>
            <ac:spMk id="22840" creationId="{67C17E09-497E-7DE0-4191-DD9AF2C96891}"/>
          </ac:spMkLst>
        </pc:spChg>
        <pc:spChg chg="mod">
          <ac:chgData name="" userId="" providerId="" clId="Web-{57FA6384-6D64-4017-8C8D-103F9B22F9B7}" dt="2026-10-23T12:15:54.450" v="1" actId="34807"/>
          <ac:spMkLst>
            <pc:docMk/>
            <pc:sldMk cId="2759033825" sldId="5356"/>
            <ac:spMk id="22864" creationId="{C675E540-D443-62BA-55D5-B2E953681B22}"/>
          </ac:spMkLst>
        </pc:spChg>
      </pc:sldChg>
      <pc:sldChg chg="modSp modNotesTx">
        <pc:chgData name="" userId="" providerId="" clId="Web-{57FA6384-6D64-4017-8C8D-103F9B22F9B7}" dt="2026-10-23T12:16:23.889" v="4" actId="34807"/>
        <pc:sldMkLst>
          <pc:docMk/>
          <pc:sldMk cId="3209468076" sldId="5581"/>
        </pc:sldMkLst>
        <pc:spChg chg="mod">
          <ac:chgData name="" userId="" providerId="" clId="Web-{57FA6384-6D64-4017-8C8D-103F9B22F9B7}" dt="2026-10-23T12:15:20.199" v="0" actId="34807"/>
          <ac:spMkLst>
            <pc:docMk/>
            <pc:sldMk cId="3209468076" sldId="5581"/>
            <ac:spMk id="3252" creationId="{3A4A5A7B-1FF5-ECE5-FB6B-5D4D2FD6904C}"/>
          </ac:spMkLst>
        </pc:spChg>
        <pc:spChg chg="mod">
          <ac:chgData name="" userId="" providerId="" clId="Web-{57FA6384-6D64-4017-8C8D-103F9B22F9B7}" dt="2026-10-23T12:15:20.199" v="0" actId="34807"/>
          <ac:spMkLst>
            <pc:docMk/>
            <pc:sldMk cId="3209468076" sldId="5581"/>
            <ac:spMk id="3287" creationId="{907E20DA-C02B-43C7-E513-36701A8A67EA}"/>
          </ac:spMkLst>
        </pc:spChg>
        <pc:spChg chg="mod">
          <ac:chgData name="" userId="" providerId="" clId="Web-{57FA6384-6D64-4017-8C8D-103F9B22F9B7}" dt="2026-10-23T12:15:54.450" v="1" actId="34807"/>
          <ac:spMkLst>
            <pc:docMk/>
            <pc:sldMk cId="3209468076" sldId="5581"/>
            <ac:spMk id="23215" creationId="{CA6B7D29-F028-0362-E631-1E517278FC6F}"/>
          </ac:spMkLst>
        </pc:spChg>
      </pc:sldChg>
      <pc:sldChg chg="modSp modNotesTx">
        <pc:chgData name="" userId="" providerId="" clId="Web-{57FA6384-6D64-4017-8C8D-103F9B22F9B7}" dt="2026-10-23T13:01:01.345" v="74" actId="34807"/>
        <pc:sldMkLst>
          <pc:docMk/>
          <pc:sldMk cId="2251772608" sldId="5807"/>
        </pc:sldMkLst>
        <pc:spChg chg="mod">
          <ac:chgData name="" userId="" providerId="" clId="Web-{57FA6384-6D64-4017-8C8D-103F9B22F9B7}" dt="2026-10-23T12:15:20.199" v="0" actId="34807"/>
          <ac:spMkLst>
            <pc:docMk/>
            <pc:sldMk cId="2251772608" sldId="5807"/>
            <ac:spMk id="3437" creationId="{451069EF-6C78-7AA6-7E85-C09B2CF5A451}"/>
          </ac:spMkLst>
        </pc:spChg>
        <pc:spChg chg="mod">
          <ac:chgData name="" userId="" providerId="" clId="Web-{57FA6384-6D64-4017-8C8D-103F9B22F9B7}" dt="2026-10-23T12:15:20.199" v="0" actId="34807"/>
          <ac:spMkLst>
            <pc:docMk/>
            <pc:sldMk cId="2251772608" sldId="5807"/>
            <ac:spMk id="3477" creationId="{1739A02F-36DB-A324-F4EA-387E562B1B54}"/>
          </ac:spMkLst>
        </pc:spChg>
        <pc:spChg chg="mod">
          <ac:chgData name="" userId="" providerId="" clId="Web-{57FA6384-6D64-4017-8C8D-103F9B22F9B7}" dt="2026-10-23T13:01:01.345" v="74" actId="34807"/>
          <ac:spMkLst>
            <pc:docMk/>
            <pc:sldMk cId="2251772608" sldId="5807"/>
            <ac:spMk id="23341" creationId="{C6E70157-5A81-44E0-044B-71CC60FD4585}"/>
          </ac:spMkLst>
        </pc:spChg>
        <pc:spChg chg="mod">
          <ac:chgData name="" userId="" providerId="" clId="Web-{57FA6384-6D64-4017-8C8D-103F9B22F9B7}" dt="2026-10-23T12:15:20.199" v="0" actId="34807"/>
          <ac:spMkLst>
            <pc:docMk/>
            <pc:sldMk cId="2251772608" sldId="5807"/>
            <ac:spMk id="23440" creationId="{462B6C6C-8AA4-7179-4E22-C8BF8AA32932}"/>
          </ac:spMkLst>
        </pc:spChg>
        <pc:spChg chg="mod">
          <ac:chgData name="" userId="" providerId="" clId="Web-{57FA6384-6D64-4017-8C8D-103F9B22F9B7}" dt="2026-10-23T12:15:54.450" v="1" actId="34807"/>
          <ac:spMkLst>
            <pc:docMk/>
            <pc:sldMk cId="2251772608" sldId="5807"/>
            <ac:spMk id="23488" creationId="{7C18D500-584D-6721-91D7-67BE8984BF93}"/>
          </ac:spMkLst>
        </pc:spChg>
        <pc:spChg chg="mod">
          <ac:chgData name="" userId="" providerId="" clId="Web-{57FA6384-6D64-4017-8C8D-103F9B22F9B7}" dt="2026-10-23T13:01:01.345" v="74" actId="34807"/>
          <ac:spMkLst>
            <pc:docMk/>
            <pc:sldMk cId="2251772608" sldId="5807"/>
            <ac:spMk id="26186" creationId="{F060D5DE-CCDA-5BFF-0B23-EB86FF0516D1}"/>
          </ac:spMkLst>
        </pc:spChg>
        <pc:spChg chg="mod">
          <ac:chgData name="" userId="" providerId="" clId="Web-{57FA6384-6D64-4017-8C8D-103F9B22F9B7}" dt="2026-10-23T13:01:01.345" v="74" actId="34807"/>
          <ac:spMkLst>
            <pc:docMk/>
            <pc:sldMk cId="2251772608" sldId="5807"/>
            <ac:spMk id="26197" creationId="{4FDD08C5-95DB-0759-F3E7-9B2D6A0DA85B}"/>
          </ac:spMkLst>
        </pc:spChg>
        <pc:spChg chg="mod">
          <ac:chgData name="" userId="" providerId="" clId="Web-{57FA6384-6D64-4017-8C8D-103F9B22F9B7}" dt="2026-10-23T13:01:01.345" v="74" actId="34807"/>
          <ac:spMkLst>
            <pc:docMk/>
            <pc:sldMk cId="2251772608" sldId="5807"/>
            <ac:spMk id="26204" creationId="{B8C6B48C-3BFB-A264-4B94-649ACF7060D4}"/>
          </ac:spMkLst>
        </pc:spChg>
      </pc:sldChg>
      <pc:sldChg chg="modSp modNotesTx">
        <pc:chgData name="" userId="" providerId="" clId="Web-{57FA6384-6D64-4017-8C8D-103F9B22F9B7}" dt="2026-10-23T12:16:23.889" v="4" actId="34807"/>
        <pc:sldMkLst>
          <pc:docMk/>
          <pc:sldMk cId="49037429" sldId="6034"/>
        </pc:sldMkLst>
        <pc:spChg chg="mod">
          <ac:chgData name="" userId="" providerId="" clId="Web-{57FA6384-6D64-4017-8C8D-103F9B22F9B7}" dt="2026-10-23T12:15:20.199" v="0" actId="34807"/>
          <ac:spMkLst>
            <pc:docMk/>
            <pc:sldMk cId="49037429" sldId="6034"/>
            <ac:spMk id="3647" creationId="{4F7B8D4A-D5D8-6380-DC14-A77BA759B4C9}"/>
          </ac:spMkLst>
        </pc:spChg>
        <pc:spChg chg="mod">
          <ac:chgData name="" userId="" providerId="" clId="Web-{57FA6384-6D64-4017-8C8D-103F9B22F9B7}" dt="2026-10-23T12:15:20.199" v="0" actId="34807"/>
          <ac:spMkLst>
            <pc:docMk/>
            <pc:sldMk cId="49037429" sldId="6034"/>
            <ac:spMk id="3692" creationId="{156D4A59-99D2-28CD-165B-D722B3C19FEA}"/>
          </ac:spMkLst>
        </pc:spChg>
      </pc:sldChg>
      <pc:sldChg chg="modSp modNotesTx">
        <pc:chgData name="" userId="" providerId="" clId="Web-{57FA6384-6D64-4017-8C8D-103F9B22F9B7}" dt="2026-10-23T13:01:01.345" v="74" actId="34807"/>
        <pc:sldMkLst>
          <pc:docMk/>
          <pc:sldMk cId="831072114" sldId="6262"/>
        </pc:sldMkLst>
        <pc:spChg chg="mod">
          <ac:chgData name="" userId="" providerId="" clId="Web-{57FA6384-6D64-4017-8C8D-103F9B22F9B7}" dt="2026-10-23T12:15:20.199" v="0" actId="34807"/>
          <ac:spMkLst>
            <pc:docMk/>
            <pc:sldMk cId="831072114" sldId="6262"/>
            <ac:spMk id="3882" creationId="{F8DEA46F-18DE-E7A5-A1EF-EE09CFD31C51}"/>
          </ac:spMkLst>
        </pc:spChg>
        <pc:spChg chg="mod">
          <ac:chgData name="" userId="" providerId="" clId="Web-{57FA6384-6D64-4017-8C8D-103F9B22F9B7}" dt="2026-10-23T12:15:20.199" v="0" actId="34807"/>
          <ac:spMkLst>
            <pc:docMk/>
            <pc:sldMk cId="831072114" sldId="6262"/>
            <ac:spMk id="3932" creationId="{08DE5AEC-1D27-C3A4-C022-EFEAB0E8885D}"/>
          </ac:spMkLst>
        </pc:spChg>
        <pc:spChg chg="mod">
          <ac:chgData name="" userId="" providerId="" clId="Web-{57FA6384-6D64-4017-8C8D-103F9B22F9B7}" dt="2026-10-23T12:15:20.199" v="0" actId="34807"/>
          <ac:spMkLst>
            <pc:docMk/>
            <pc:sldMk cId="831072114" sldId="6262"/>
            <ac:spMk id="16419" creationId="{CDE6A791-3628-A182-42A0-EDB09AFA5848}"/>
          </ac:spMkLst>
        </pc:spChg>
        <pc:spChg chg="mod">
          <ac:chgData name="" userId="" providerId="" clId="Web-{57FA6384-6D64-4017-8C8D-103F9B22F9B7}" dt="2026-10-23T13:01:01.345" v="74" actId="34807"/>
          <ac:spMkLst>
            <pc:docMk/>
            <pc:sldMk cId="831072114" sldId="6262"/>
            <ac:spMk id="16748" creationId="{25AB6A77-E84B-9E82-CBD3-0B56FC8B89F0}"/>
          </ac:spMkLst>
        </pc:spChg>
      </pc:sldChg>
      <pc:sldChg chg="modSp modNotesTx">
        <pc:chgData name="" userId="" providerId="" clId="Web-{57FA6384-6D64-4017-8C8D-103F9B22F9B7}" dt="2026-10-23T13:01:01.345" v="74" actId="34807"/>
        <pc:sldMkLst>
          <pc:docMk/>
          <pc:sldMk cId="811820232" sldId="6491"/>
        </pc:sldMkLst>
        <pc:spChg chg="mod">
          <ac:chgData name="" userId="" providerId="" clId="Web-{57FA6384-6D64-4017-8C8D-103F9B22F9B7}" dt="2026-10-23T12:15:20.199" v="0" actId="34807"/>
          <ac:spMkLst>
            <pc:docMk/>
            <pc:sldMk cId="811820232" sldId="6491"/>
            <ac:spMk id="4142" creationId="{116F36E7-1EC0-B131-E00C-1567951778AC}"/>
          </ac:spMkLst>
        </pc:spChg>
        <pc:spChg chg="mod">
          <ac:chgData name="" userId="" providerId="" clId="Web-{57FA6384-6D64-4017-8C8D-103F9B22F9B7}" dt="2026-10-23T12:15:20.199" v="0" actId="34807"/>
          <ac:spMkLst>
            <pc:docMk/>
            <pc:sldMk cId="811820232" sldId="6491"/>
            <ac:spMk id="4197" creationId="{05FC7B71-5B7F-414E-9AC2-7F3CBE6E6907}"/>
          </ac:spMkLst>
        </pc:spChg>
        <pc:spChg chg="mod">
          <ac:chgData name="" userId="" providerId="" clId="Web-{57FA6384-6D64-4017-8C8D-103F9B22F9B7}" dt="2026-10-23T12:15:20.199" v="0" actId="34807"/>
          <ac:spMkLst>
            <pc:docMk/>
            <pc:sldMk cId="811820232" sldId="6491"/>
            <ac:spMk id="22001" creationId="{840B158F-3BEC-2775-319E-5FB42B061227}"/>
          </ac:spMkLst>
        </pc:spChg>
        <pc:spChg chg="mod">
          <ac:chgData name="" userId="" providerId="" clId="Web-{57FA6384-6D64-4017-8C8D-103F9B22F9B7}" dt="2026-10-23T12:15:20.199" v="0" actId="34807"/>
          <ac:spMkLst>
            <pc:docMk/>
            <pc:sldMk cId="811820232" sldId="6491"/>
            <ac:spMk id="22010" creationId="{8137FD1B-3F23-C58D-099F-BE15E3CBC98D}"/>
          </ac:spMkLst>
        </pc:spChg>
        <pc:spChg chg="mod">
          <ac:chgData name="" userId="" providerId="" clId="Web-{57FA6384-6D64-4017-8C8D-103F9B22F9B7}" dt="2026-10-23T13:01:01.345" v="74" actId="34807"/>
          <ac:spMkLst>
            <pc:docMk/>
            <pc:sldMk cId="811820232" sldId="6491"/>
            <ac:spMk id="22056" creationId="{3C7A19E7-6795-F161-E047-E8263CD8C58B}"/>
          </ac:spMkLst>
        </pc:spChg>
        <pc:spChg chg="mod">
          <ac:chgData name="" userId="" providerId="" clId="Web-{57FA6384-6D64-4017-8C8D-103F9B22F9B7}" dt="2026-10-23T12:15:20.199" v="0" actId="34807"/>
          <ac:spMkLst>
            <pc:docMk/>
            <pc:sldMk cId="811820232" sldId="6491"/>
            <ac:spMk id="22070" creationId="{A2B56C63-9E99-4279-74C2-A18B03CBD578}"/>
          </ac:spMkLst>
        </pc:spChg>
      </pc:sldChg>
      <pc:sldChg chg="modSp modNotesTx">
        <pc:chgData name="" userId="" providerId="" clId="Web-{57FA6384-6D64-4017-8C8D-103F9B22F9B7}" dt="2026-10-23T13:01:01.345" v="74" actId="34807"/>
        <pc:sldMkLst>
          <pc:docMk/>
          <pc:sldMk cId="1237582900" sldId="6721"/>
        </pc:sldMkLst>
        <pc:spChg chg="mod">
          <ac:chgData name="" userId="" providerId="" clId="Web-{57FA6384-6D64-4017-8C8D-103F9B22F9B7}" dt="2026-10-23T12:15:20.199" v="0" actId="34807"/>
          <ac:spMkLst>
            <pc:docMk/>
            <pc:sldMk cId="1237582900" sldId="6721"/>
            <ac:spMk id="4427" creationId="{D3D159A6-5120-B803-54EC-4564A238A8D4}"/>
          </ac:spMkLst>
        </pc:spChg>
        <pc:spChg chg="mod">
          <ac:chgData name="" userId="" providerId="" clId="Web-{57FA6384-6D64-4017-8C8D-103F9B22F9B7}" dt="2026-10-23T12:15:20.199" v="0" actId="34807"/>
          <ac:spMkLst>
            <pc:docMk/>
            <pc:sldMk cId="1237582900" sldId="6721"/>
            <ac:spMk id="4487" creationId="{4F6A5625-77E3-F720-05DA-E217D97EFAB7}"/>
          </ac:spMkLst>
        </pc:spChg>
        <pc:spChg chg="mod">
          <ac:chgData name="" userId="" providerId="" clId="Web-{57FA6384-6D64-4017-8C8D-103F9B22F9B7}" dt="2026-10-23T13:01:01.345" v="74" actId="34807"/>
          <ac:spMkLst>
            <pc:docMk/>
            <pc:sldMk cId="1237582900" sldId="6721"/>
            <ac:spMk id="22129" creationId="{C3D8D303-64A3-489E-A8C1-62827AF3DDB8}"/>
          </ac:spMkLst>
        </pc:spChg>
        <pc:spChg chg="mod">
          <ac:chgData name="" userId="" providerId="" clId="Web-{57FA6384-6D64-4017-8C8D-103F9B22F9B7}" dt="2026-10-23T12:15:20.199" v="0" actId="34807"/>
          <ac:spMkLst>
            <pc:docMk/>
            <pc:sldMk cId="1237582900" sldId="6721"/>
            <ac:spMk id="22146" creationId="{A2F4A2F2-49F9-2A6D-771F-ADCAD226DD86}"/>
          </ac:spMkLst>
        </pc:spChg>
        <pc:spChg chg="mod">
          <ac:chgData name="" userId="" providerId="" clId="Web-{57FA6384-6D64-4017-8C8D-103F9B22F9B7}" dt="2026-10-23T13:01:01.345" v="74" actId="34807"/>
          <ac:spMkLst>
            <pc:docMk/>
            <pc:sldMk cId="1237582900" sldId="6721"/>
            <ac:spMk id="22167" creationId="{CB9A6EB6-8B36-45F5-32BF-1D6703C3DC0F}"/>
          </ac:spMkLst>
        </pc:spChg>
      </pc:sldChg>
      <pc:sldChg chg="modSp modNotesTx">
        <pc:chgData name="" userId="" providerId="" clId="Web-{57FA6384-6D64-4017-8C8D-103F9B22F9B7}" dt="2026-10-23T12:16:23.889" v="4" actId="34807"/>
        <pc:sldMkLst>
          <pc:docMk/>
          <pc:sldMk cId="3413220349" sldId="6952"/>
        </pc:sldMkLst>
        <pc:spChg chg="mod">
          <ac:chgData name="" userId="" providerId="" clId="Web-{57FA6384-6D64-4017-8C8D-103F9B22F9B7}" dt="2026-10-23T12:15:20.199" v="0" actId="34807"/>
          <ac:spMkLst>
            <pc:docMk/>
            <pc:sldMk cId="3413220349" sldId="6952"/>
            <ac:spMk id="4737" creationId="{84CE1A36-2658-39DF-D368-9D934B684812}"/>
          </ac:spMkLst>
        </pc:spChg>
        <pc:spChg chg="mod">
          <ac:chgData name="" userId="" providerId="" clId="Web-{57FA6384-6D64-4017-8C8D-103F9B22F9B7}" dt="2026-10-23T12:15:20.199" v="0" actId="34807"/>
          <ac:spMkLst>
            <pc:docMk/>
            <pc:sldMk cId="3413220349" sldId="6952"/>
            <ac:spMk id="4802" creationId="{C21CAE6A-545D-B77B-CA2C-EB6E948B3529}"/>
          </ac:spMkLst>
        </pc:spChg>
        <pc:spChg chg="mod">
          <ac:chgData name="" userId="" providerId="" clId="Web-{57FA6384-6D64-4017-8C8D-103F9B22F9B7}" dt="2026-10-23T12:15:20.199" v="0" actId="34807"/>
          <ac:spMkLst>
            <pc:docMk/>
            <pc:sldMk cId="3413220349" sldId="6952"/>
            <ac:spMk id="22270" creationId="{A50F50A1-67F5-AA8D-B1F4-FBECFC17D2BC}"/>
          </ac:spMkLst>
        </pc:spChg>
      </pc:sldChg>
      <pc:sldChg chg="modSp modNotesTx">
        <pc:chgData name="" userId="" providerId="" clId="Web-{57FA6384-6D64-4017-8C8D-103F9B22F9B7}" dt="2026-10-23T12:16:23.889" v="4" actId="34807"/>
        <pc:sldMkLst>
          <pc:docMk/>
          <pc:sldMk cId="1068147822" sldId="7184"/>
        </pc:sldMkLst>
        <pc:spChg chg="mod">
          <ac:chgData name="" userId="" providerId="" clId="Web-{57FA6384-6D64-4017-8C8D-103F9B22F9B7}" dt="2026-10-23T12:15:20.199" v="0" actId="34807"/>
          <ac:spMkLst>
            <pc:docMk/>
            <pc:sldMk cId="1068147822" sldId="7184"/>
            <ac:spMk id="5072" creationId="{4BFFE689-05E4-8AD5-E78D-A12070A9BEA0}"/>
          </ac:spMkLst>
        </pc:spChg>
        <pc:spChg chg="mod">
          <ac:chgData name="" userId="" providerId="" clId="Web-{57FA6384-6D64-4017-8C8D-103F9B22F9B7}" dt="2026-10-23T12:15:20.199" v="0" actId="34807"/>
          <ac:spMkLst>
            <pc:docMk/>
            <pc:sldMk cId="1068147822" sldId="7184"/>
            <ac:spMk id="5142" creationId="{6B97E9DA-8948-F52F-97F2-2F429F541F0F}"/>
          </ac:spMkLst>
        </pc:spChg>
      </pc:sldChg>
      <pc:sldChg chg="modSp modNotesTx">
        <pc:chgData name="" userId="" providerId="" clId="Web-{57FA6384-6D64-4017-8C8D-103F9B22F9B7}" dt="2026-10-23T12:16:23.889" v="4" actId="34807"/>
        <pc:sldMkLst>
          <pc:docMk/>
          <pc:sldMk cId="1196239488" sldId="7417"/>
        </pc:sldMkLst>
        <pc:spChg chg="mod">
          <ac:chgData name="" userId="" providerId="" clId="Web-{57FA6384-6D64-4017-8C8D-103F9B22F9B7}" dt="2026-10-23T12:15:20.199" v="0" actId="34807"/>
          <ac:spMkLst>
            <pc:docMk/>
            <pc:sldMk cId="1196239488" sldId="7417"/>
            <ac:spMk id="5432" creationId="{FFD4D1E3-B889-A833-8B21-8B5A489E57A8}"/>
          </ac:spMkLst>
        </pc:spChg>
        <pc:spChg chg="mod">
          <ac:chgData name="" userId="" providerId="" clId="Web-{57FA6384-6D64-4017-8C8D-103F9B22F9B7}" dt="2026-10-23T12:15:20.199" v="0" actId="34807"/>
          <ac:spMkLst>
            <pc:docMk/>
            <pc:sldMk cId="1196239488" sldId="7417"/>
            <ac:spMk id="5507" creationId="{65586DFF-8C5F-5953-1466-0A9246B1F626}"/>
          </ac:spMkLst>
        </pc:spChg>
        <pc:spChg chg="mod">
          <ac:chgData name="" userId="" providerId="" clId="Web-{57FA6384-6D64-4017-8C8D-103F9B22F9B7}" dt="2026-10-23T12:15:20.199" v="0" actId="34807"/>
          <ac:spMkLst>
            <pc:docMk/>
            <pc:sldMk cId="1196239488" sldId="7417"/>
            <ac:spMk id="23657" creationId="{C5A4AF96-F385-8510-23D7-4F7B439C6B06}"/>
          </ac:spMkLst>
        </pc:spChg>
        <pc:spChg chg="mod">
          <ac:chgData name="" userId="" providerId="" clId="Web-{57FA6384-6D64-4017-8C8D-103F9B22F9B7}" dt="2026-10-23T12:15:20.199" v="0" actId="34807"/>
          <ac:spMkLst>
            <pc:docMk/>
            <pc:sldMk cId="1196239488" sldId="7417"/>
            <ac:spMk id="23671" creationId="{1858FB9D-2EDB-769E-AAE1-B0C44C8B1DF5}"/>
          </ac:spMkLst>
        </pc:spChg>
        <pc:spChg chg="mod">
          <ac:chgData name="" userId="" providerId="" clId="Web-{57FA6384-6D64-4017-8C8D-103F9B22F9B7}" dt="2026-10-23T12:15:20.199" v="0" actId="34807"/>
          <ac:spMkLst>
            <pc:docMk/>
            <pc:sldMk cId="1196239488" sldId="7417"/>
            <ac:spMk id="23686" creationId="{90AF062E-51C0-16EF-3273-5C7358AC68FA}"/>
          </ac:spMkLst>
        </pc:spChg>
      </pc:sldChg>
      <pc:sldChg chg="modSp modNotesTx">
        <pc:chgData name="" userId="" providerId="" clId="Web-{57FA6384-6D64-4017-8C8D-103F9B22F9B7}" dt="2026-10-23T13:01:01.345" v="74" actId="34807"/>
        <pc:sldMkLst>
          <pc:docMk/>
          <pc:sldMk cId="2289242127" sldId="7651"/>
        </pc:sldMkLst>
        <pc:spChg chg="mod">
          <ac:chgData name="" userId="" providerId="" clId="Web-{57FA6384-6D64-4017-8C8D-103F9B22F9B7}" dt="2026-10-23T12:15:20.199" v="0" actId="34807"/>
          <ac:spMkLst>
            <pc:docMk/>
            <pc:sldMk cId="2289242127" sldId="7651"/>
            <ac:spMk id="5817" creationId="{2AABD992-9061-A81E-1698-EF12FCD8432E}"/>
          </ac:spMkLst>
        </pc:spChg>
        <pc:spChg chg="mod">
          <ac:chgData name="" userId="" providerId="" clId="Web-{57FA6384-6D64-4017-8C8D-103F9B22F9B7}" dt="2026-10-23T12:15:20.199" v="0" actId="34807"/>
          <ac:spMkLst>
            <pc:docMk/>
            <pc:sldMk cId="2289242127" sldId="7651"/>
            <ac:spMk id="5897" creationId="{860C7FFF-91A4-9275-EE74-B0404A968B88}"/>
          </ac:spMkLst>
        </pc:spChg>
        <pc:spChg chg="mod">
          <ac:chgData name="" userId="" providerId="" clId="Web-{57FA6384-6D64-4017-8C8D-103F9B22F9B7}" dt="2026-10-23T13:01:01.345" v="74" actId="34807"/>
          <ac:spMkLst>
            <pc:docMk/>
            <pc:sldMk cId="2289242127" sldId="7651"/>
            <ac:spMk id="24461" creationId="{C8A68FE3-88AF-8E43-7A3D-8F61CF0F79AA}"/>
          </ac:spMkLst>
        </pc:spChg>
        <pc:spChg chg="mod">
          <ac:chgData name="" userId="" providerId="" clId="Web-{57FA6384-6D64-4017-8C8D-103F9B22F9B7}" dt="2026-10-23T13:01:01.345" v="74" actId="34807"/>
          <ac:spMkLst>
            <pc:docMk/>
            <pc:sldMk cId="2289242127" sldId="7651"/>
            <ac:spMk id="24515" creationId="{B7C3F927-B1FA-68A3-B91D-E94BC96916D3}"/>
          </ac:spMkLst>
        </pc:spChg>
        <pc:spChg chg="mod">
          <ac:chgData name="" userId="" providerId="" clId="Web-{57FA6384-6D64-4017-8C8D-103F9B22F9B7}" dt="2026-10-23T12:15:20.199" v="0" actId="34807"/>
          <ac:spMkLst>
            <pc:docMk/>
            <pc:sldMk cId="2289242127" sldId="7651"/>
            <ac:spMk id="24565" creationId="{05BF591F-5EFB-45FB-2CEB-A281DC4ECF62}"/>
          </ac:spMkLst>
        </pc:spChg>
        <pc:spChg chg="mod">
          <ac:chgData name="" userId="" providerId="" clId="Web-{57FA6384-6D64-4017-8C8D-103F9B22F9B7}" dt="2026-10-23T13:01:01.345" v="74" actId="34807"/>
          <ac:spMkLst>
            <pc:docMk/>
            <pc:sldMk cId="2289242127" sldId="7651"/>
            <ac:spMk id="24691" creationId="{EDCD9E67-B195-CFEC-AAEA-DB3675FF71EB}"/>
          </ac:spMkLst>
        </pc:spChg>
        <pc:spChg chg="mod">
          <ac:chgData name="" userId="" providerId="" clId="Web-{57FA6384-6D64-4017-8C8D-103F9B22F9B7}" dt="2026-10-23T13:01:01.345" v="74" actId="34807"/>
          <ac:spMkLst>
            <pc:docMk/>
            <pc:sldMk cId="2289242127" sldId="7651"/>
            <ac:spMk id="24760" creationId="{C54E7026-85FE-8DF7-253B-20550A22A39A}"/>
          </ac:spMkLst>
        </pc:spChg>
        <pc:spChg chg="mod">
          <ac:chgData name="" userId="" providerId="" clId="Web-{57FA6384-6D64-4017-8C8D-103F9B22F9B7}" dt="2026-10-23T12:15:54.450" v="1" actId="34807"/>
          <ac:spMkLst>
            <pc:docMk/>
            <pc:sldMk cId="2289242127" sldId="7651"/>
            <ac:spMk id="24785" creationId="{FB9A641D-E388-5AC8-3B9A-4949064BC816}"/>
          </ac:spMkLst>
        </pc:spChg>
      </pc:sldChg>
      <pc:sldChg chg="modSp modNotesTx">
        <pc:chgData name="" userId="" providerId="" clId="Web-{57FA6384-6D64-4017-8C8D-103F9B22F9B7}" dt="2026-10-23T13:01:01.345" v="74" actId="34807"/>
        <pc:sldMkLst>
          <pc:docMk/>
          <pc:sldMk cId="323294915" sldId="7886"/>
        </pc:sldMkLst>
        <pc:spChg chg="mod">
          <ac:chgData name="" userId="" providerId="" clId="Web-{57FA6384-6D64-4017-8C8D-103F9B22F9B7}" dt="2026-10-23T12:15:20.199" v="0" actId="34807"/>
          <ac:spMkLst>
            <pc:docMk/>
            <pc:sldMk cId="323294915" sldId="7886"/>
            <ac:spMk id="6227" creationId="{2D13FC0A-FACE-F7D2-1CB0-D3482495D84E}"/>
          </ac:spMkLst>
        </pc:spChg>
        <pc:spChg chg="mod">
          <ac:chgData name="" userId="" providerId="" clId="Web-{57FA6384-6D64-4017-8C8D-103F9B22F9B7}" dt="2026-10-23T12:15:20.199" v="0" actId="34807"/>
          <ac:spMkLst>
            <pc:docMk/>
            <pc:sldMk cId="323294915" sldId="7886"/>
            <ac:spMk id="6312" creationId="{D1B4D03A-7867-5E10-6B51-05F9FF12D1FA}"/>
          </ac:spMkLst>
        </pc:spChg>
        <pc:spChg chg="mod">
          <ac:chgData name="" userId="" providerId="" clId="Web-{57FA6384-6D64-4017-8C8D-103F9B22F9B7}" dt="2026-10-23T13:01:01.345" v="74" actId="34807"/>
          <ac:spMkLst>
            <pc:docMk/>
            <pc:sldMk cId="323294915" sldId="7886"/>
            <ac:spMk id="24789" creationId="{9EA952B9-8B76-4988-321F-BCD44CB6A7C6}"/>
          </ac:spMkLst>
        </pc:spChg>
        <pc:spChg chg="mod">
          <ac:chgData name="" userId="" providerId="" clId="Web-{57FA6384-6D64-4017-8C8D-103F9B22F9B7}" dt="2026-10-23T12:15:20.199" v="0" actId="34807"/>
          <ac:spMkLst>
            <pc:docMk/>
            <pc:sldMk cId="323294915" sldId="7886"/>
            <ac:spMk id="24791" creationId="{F10D71BF-EFDC-8788-24BD-B02635581D04}"/>
          </ac:spMkLst>
        </pc:spChg>
      </pc:sldChg>
      <pc:sldChg chg="addSp delSp modSp modNotesTx">
        <pc:chgData name="" userId="" providerId="" clId="Web-{57FA6384-6D64-4017-8C8D-103F9B22F9B7}" dt="2026-10-23T12:16:23.889" v="4" actId="34807"/>
        <pc:sldMkLst>
          <pc:docMk/>
          <pc:sldMk cId="1785931516" sldId="8122"/>
        </pc:sldMkLst>
        <pc:spChg chg="mod">
          <ac:chgData name="" userId="" providerId="" clId="Web-{57FA6384-6D64-4017-8C8D-103F9B22F9B7}" dt="2026-10-23T12:15:20.199" v="0" actId="34807"/>
          <ac:spMkLst>
            <pc:docMk/>
            <pc:sldMk cId="1785931516" sldId="8122"/>
            <ac:spMk id="6662" creationId="{E45CC79F-0C35-81A5-380F-8859352951AA}"/>
          </ac:spMkLst>
        </pc:spChg>
        <pc:spChg chg="mod">
          <ac:chgData name="" userId="" providerId="" clId="Web-{57FA6384-6D64-4017-8C8D-103F9B22F9B7}" dt="2026-10-23T12:15:20.199" v="0" actId="34807"/>
          <ac:spMkLst>
            <pc:docMk/>
            <pc:sldMk cId="1785931516" sldId="8122"/>
            <ac:spMk id="6752" creationId="{5CA2E0AF-3EF2-FCCA-6631-4D1D1D374C8B}"/>
          </ac:spMkLst>
        </pc:spChg>
        <pc:spChg chg="del">
          <ac:chgData name="" userId="" providerId="" clId="Web-{57FA6384-6D64-4017-8C8D-103F9B22F9B7}" dt="2026-10-23T12:16:07.295" v="3" actId="34807"/>
          <ac:spMkLst>
            <pc:docMk/>
            <pc:sldMk cId="1785931516" sldId="8122"/>
            <ac:spMk id="26171" creationId="{AAA1387A-ABE6-A700-EE06-6B8D3C6B9D1E}"/>
          </ac:spMkLst>
        </pc:spChg>
        <pc:spChg chg="add mod">
          <ac:chgData name="" userId="" providerId="" clId="Web-{57FA6384-6D64-4017-8C8D-103F9B22F9B7}" dt="2026-10-23T12:16:06.216" v="2" actId="34807"/>
          <ac:spMkLst>
            <pc:docMk/>
            <pc:sldMk cId="1785931516" sldId="8122"/>
            <ac:spMk id="30770" creationId="{0928B0E8-A942-4A0A-A60D-180522E15DB1}"/>
          </ac:spMkLst>
        </pc:spChg>
      </pc:sldChg>
      <pc:sldChg chg="modSp modNotesTx">
        <pc:chgData name="" userId="" providerId="" clId="Web-{57FA6384-6D64-4017-8C8D-103F9B22F9B7}" dt="2026-10-23T13:01:01.345" v="74" actId="34807"/>
        <pc:sldMkLst>
          <pc:docMk/>
          <pc:sldMk cId="2111836025" sldId="8359"/>
        </pc:sldMkLst>
        <pc:spChg chg="mod">
          <ac:chgData name="" userId="" providerId="" clId="Web-{57FA6384-6D64-4017-8C8D-103F9B22F9B7}" dt="2026-10-23T12:15:20.199" v="0" actId="34807"/>
          <ac:spMkLst>
            <pc:docMk/>
            <pc:sldMk cId="2111836025" sldId="8359"/>
            <ac:spMk id="7122" creationId="{EA1BCC6C-65CA-F6E5-07DE-B4673F5EFED3}"/>
          </ac:spMkLst>
        </pc:spChg>
        <pc:spChg chg="mod">
          <ac:chgData name="" userId="" providerId="" clId="Web-{57FA6384-6D64-4017-8C8D-103F9B22F9B7}" dt="2026-10-23T12:15:20.199" v="0" actId="34807"/>
          <ac:spMkLst>
            <pc:docMk/>
            <pc:sldMk cId="2111836025" sldId="8359"/>
            <ac:spMk id="7217" creationId="{D91CC9EF-F956-89DB-A325-EAE1384CD2D6}"/>
          </ac:spMkLst>
        </pc:spChg>
        <pc:spChg chg="mod">
          <ac:chgData name="" userId="" providerId="" clId="Web-{57FA6384-6D64-4017-8C8D-103F9B22F9B7}" dt="2026-10-23T13:01:01.345" v="74" actId="34807"/>
          <ac:spMkLst>
            <pc:docMk/>
            <pc:sldMk cId="2111836025" sldId="8359"/>
            <ac:spMk id="17467" creationId="{C4893E5F-6F6B-4772-649C-44A5F6FB1E51}"/>
          </ac:spMkLst>
        </pc:spChg>
        <pc:spChg chg="mod">
          <ac:chgData name="" userId="" providerId="" clId="Web-{57FA6384-6D64-4017-8C8D-103F9B22F9B7}" dt="2026-10-23T12:15:20.199" v="0" actId="34807"/>
          <ac:spMkLst>
            <pc:docMk/>
            <pc:sldMk cId="2111836025" sldId="8359"/>
            <ac:spMk id="17474" creationId="{D79BC93D-316F-8964-F76C-B1462DCBBE97}"/>
          </ac:spMkLst>
        </pc:spChg>
        <pc:spChg chg="mod">
          <ac:chgData name="" userId="" providerId="" clId="Web-{57FA6384-6D64-4017-8C8D-103F9B22F9B7}" dt="2026-10-23T13:01:01.345" v="74" actId="34807"/>
          <ac:spMkLst>
            <pc:docMk/>
            <pc:sldMk cId="2111836025" sldId="8359"/>
            <ac:spMk id="17479" creationId="{034529E3-28B0-0702-7A79-2CFBE71B2063}"/>
          </ac:spMkLst>
        </pc:spChg>
        <pc:spChg chg="mod">
          <ac:chgData name="" userId="" providerId="" clId="Web-{57FA6384-6D64-4017-8C8D-103F9B22F9B7}" dt="2026-10-23T12:15:20.199" v="0" actId="34807"/>
          <ac:spMkLst>
            <pc:docMk/>
            <pc:sldMk cId="2111836025" sldId="8359"/>
            <ac:spMk id="17764" creationId="{C13CB2A0-A4B3-4070-DC50-B3BB5E587B80}"/>
          </ac:spMkLst>
        </pc:spChg>
        <pc:spChg chg="mod">
          <ac:chgData name="" userId="" providerId="" clId="Web-{57FA6384-6D64-4017-8C8D-103F9B22F9B7}" dt="2026-10-23T12:15:54.450" v="1" actId="34807"/>
          <ac:spMkLst>
            <pc:docMk/>
            <pc:sldMk cId="2111836025" sldId="8359"/>
            <ac:spMk id="17789" creationId="{602241AD-728D-7448-DE95-97ECAD622B83}"/>
          </ac:spMkLst>
        </pc:spChg>
      </pc:sldChg>
      <pc:sldChg chg="modSp modNotesTx">
        <pc:chgData name="" userId="" providerId="" clId="Web-{57FA6384-6D64-4017-8C8D-103F9B22F9B7}" dt="2026-10-23T13:01:01.345" v="74" actId="34807"/>
        <pc:sldMkLst>
          <pc:docMk/>
          <pc:sldMk cId="1389944548" sldId="8597"/>
        </pc:sldMkLst>
        <pc:spChg chg="mod">
          <ac:chgData name="" userId="" providerId="" clId="Web-{57FA6384-6D64-4017-8C8D-103F9B22F9B7}" dt="2026-10-23T12:15:20.199" v="0" actId="34807"/>
          <ac:spMkLst>
            <pc:docMk/>
            <pc:sldMk cId="1389944548" sldId="8597"/>
            <ac:spMk id="7607" creationId="{00D26531-89CB-B78A-27ED-C3166058377E}"/>
          </ac:spMkLst>
        </pc:spChg>
        <pc:spChg chg="mod">
          <ac:chgData name="" userId="" providerId="" clId="Web-{57FA6384-6D64-4017-8C8D-103F9B22F9B7}" dt="2026-10-23T12:15:20.199" v="0" actId="34807"/>
          <ac:spMkLst>
            <pc:docMk/>
            <pc:sldMk cId="1389944548" sldId="8597"/>
            <ac:spMk id="7707" creationId="{881117F4-1472-3EF8-A036-2E4CE497547C}"/>
          </ac:spMkLst>
        </pc:spChg>
        <pc:spChg chg="mod">
          <ac:chgData name="" userId="" providerId="" clId="Web-{57FA6384-6D64-4017-8C8D-103F9B22F9B7}" dt="2026-10-23T13:01:01.345" v="74" actId="34807"/>
          <ac:spMkLst>
            <pc:docMk/>
            <pc:sldMk cId="1389944548" sldId="8597"/>
            <ac:spMk id="18207" creationId="{657E5DDC-4B0D-B637-7221-983982A3337D}"/>
          </ac:spMkLst>
        </pc:spChg>
        <pc:spChg chg="mod">
          <ac:chgData name="" userId="" providerId="" clId="Web-{57FA6384-6D64-4017-8C8D-103F9B22F9B7}" dt="2026-10-23T12:15:20.199" v="0" actId="34807"/>
          <ac:spMkLst>
            <pc:docMk/>
            <pc:sldMk cId="1389944548" sldId="8597"/>
            <ac:spMk id="18215" creationId="{2A4F11D3-682F-028C-3E6A-895FF4356CCB}"/>
          </ac:spMkLst>
        </pc:spChg>
        <pc:spChg chg="mod">
          <ac:chgData name="" userId="" providerId="" clId="Web-{57FA6384-6D64-4017-8C8D-103F9B22F9B7}" dt="2026-10-23T13:01:01.345" v="74" actId="34807"/>
          <ac:spMkLst>
            <pc:docMk/>
            <pc:sldMk cId="1389944548" sldId="8597"/>
            <ac:spMk id="18221" creationId="{53AFFE88-4BB7-4646-8A33-F0F2FC0FCB07}"/>
          </ac:spMkLst>
        </pc:spChg>
        <pc:spChg chg="mod">
          <ac:chgData name="" userId="" providerId="" clId="Web-{57FA6384-6D64-4017-8C8D-103F9B22F9B7}" dt="2026-10-23T13:01:01.345" v="74" actId="34807"/>
          <ac:spMkLst>
            <pc:docMk/>
            <pc:sldMk cId="1389944548" sldId="8597"/>
            <ac:spMk id="18228" creationId="{F701667E-0E2D-658D-CDD4-37C9611EAF1F}"/>
          </ac:spMkLst>
        </pc:spChg>
      </pc:sldChg>
      <pc:sldChg chg="modSp modNotesTx">
        <pc:chgData name="" userId="" providerId="" clId="Web-{57FA6384-6D64-4017-8C8D-103F9B22F9B7}" dt="2026-10-23T13:01:01.345" v="74" actId="34807"/>
        <pc:sldMkLst>
          <pc:docMk/>
          <pc:sldMk cId="441665647" sldId="8836"/>
        </pc:sldMkLst>
        <pc:spChg chg="mod">
          <ac:chgData name="" userId="" providerId="" clId="Web-{57FA6384-6D64-4017-8C8D-103F9B22F9B7}" dt="2026-10-23T12:15:20.199" v="0" actId="34807"/>
          <ac:spMkLst>
            <pc:docMk/>
            <pc:sldMk cId="441665647" sldId="8836"/>
            <ac:spMk id="8117" creationId="{0BFBB1D0-BD60-8452-3F63-3F57C3947838}"/>
          </ac:spMkLst>
        </pc:spChg>
        <pc:spChg chg="mod">
          <ac:chgData name="" userId="" providerId="" clId="Web-{57FA6384-6D64-4017-8C8D-103F9B22F9B7}" dt="2026-10-23T12:15:20.199" v="0" actId="34807"/>
          <ac:spMkLst>
            <pc:docMk/>
            <pc:sldMk cId="441665647" sldId="8836"/>
            <ac:spMk id="8222" creationId="{27FCFD72-3A25-48B2-4F99-A8842F9F66B6}"/>
          </ac:spMkLst>
        </pc:spChg>
        <pc:spChg chg="mod">
          <ac:chgData name="" userId="" providerId="" clId="Web-{57FA6384-6D64-4017-8C8D-103F9B22F9B7}" dt="2026-10-23T13:01:01.345" v="74" actId="34807"/>
          <ac:spMkLst>
            <pc:docMk/>
            <pc:sldMk cId="441665647" sldId="8836"/>
            <ac:spMk id="18234" creationId="{9D12C0F8-7ADB-4C55-EFF1-93C163F9D0F7}"/>
          </ac:spMkLst>
        </pc:spChg>
        <pc:spChg chg="mod">
          <ac:chgData name="" userId="" providerId="" clId="Web-{57FA6384-6D64-4017-8C8D-103F9B22F9B7}" dt="2026-10-23T12:15:54.450" v="1" actId="34807"/>
          <ac:spMkLst>
            <pc:docMk/>
            <pc:sldMk cId="441665647" sldId="8836"/>
            <ac:spMk id="18606" creationId="{8B3B57AD-D226-4A5E-5767-9286908ADA5E}"/>
          </ac:spMkLst>
        </pc:spChg>
      </pc:sldChg>
      <pc:sldChg chg="modSp modNotesTx">
        <pc:chgData name="" userId="" providerId="" clId="Web-{57FA6384-6D64-4017-8C8D-103F9B22F9B7}" dt="2026-10-23T13:01:01.345" v="74" actId="34807"/>
        <pc:sldMkLst>
          <pc:docMk/>
          <pc:sldMk cId="846757930" sldId="9076"/>
        </pc:sldMkLst>
        <pc:spChg chg="mod">
          <ac:chgData name="" userId="" providerId="" clId="Web-{57FA6384-6D64-4017-8C8D-103F9B22F9B7}" dt="2026-10-23T12:15:20.199" v="0" actId="34807"/>
          <ac:spMkLst>
            <pc:docMk/>
            <pc:sldMk cId="846757930" sldId="9076"/>
            <ac:spMk id="8652" creationId="{C300E65F-C14B-725D-0ECA-0229755E559B}"/>
          </ac:spMkLst>
        </pc:spChg>
        <pc:spChg chg="mod">
          <ac:chgData name="" userId="" providerId="" clId="Web-{57FA6384-6D64-4017-8C8D-103F9B22F9B7}" dt="2026-10-23T12:15:20.199" v="0" actId="34807"/>
          <ac:spMkLst>
            <pc:docMk/>
            <pc:sldMk cId="846757930" sldId="9076"/>
            <ac:spMk id="8762" creationId="{DA32A1F5-074C-B59E-7F11-231D61521CDF}"/>
          </ac:spMkLst>
        </pc:spChg>
        <pc:spChg chg="mod">
          <ac:chgData name="" userId="" providerId="" clId="Web-{57FA6384-6D64-4017-8C8D-103F9B22F9B7}" dt="2026-10-23T13:01:01.345" v="74" actId="34807"/>
          <ac:spMkLst>
            <pc:docMk/>
            <pc:sldMk cId="846757930" sldId="9076"/>
            <ac:spMk id="18607" creationId="{D2240779-CB1C-5197-3408-803C7D0D3016}"/>
          </ac:spMkLst>
        </pc:spChg>
        <pc:spChg chg="mod">
          <ac:chgData name="" userId="" providerId="" clId="Web-{57FA6384-6D64-4017-8C8D-103F9B22F9B7}" dt="2026-10-23T13:01:01.345" v="74" actId="34807"/>
          <ac:spMkLst>
            <pc:docMk/>
            <pc:sldMk cId="846757930" sldId="9076"/>
            <ac:spMk id="18609" creationId="{10FE35C8-AE7B-D02F-F40C-949550B3AF78}"/>
          </ac:spMkLst>
        </pc:spChg>
      </pc:sldChg>
      <pc:sldChg chg="modSp modNotesTx">
        <pc:chgData name="" userId="" providerId="" clId="Web-{57FA6384-6D64-4017-8C8D-103F9B22F9B7}" dt="2026-10-23T13:01:01.345" v="74" actId="34807"/>
        <pc:sldMkLst>
          <pc:docMk/>
          <pc:sldMk cId="3458264873" sldId="9317"/>
        </pc:sldMkLst>
        <pc:spChg chg="mod">
          <ac:chgData name="" userId="" providerId="" clId="Web-{57FA6384-6D64-4017-8C8D-103F9B22F9B7}" dt="2026-10-23T12:15:20.199" v="0" actId="34807"/>
          <ac:spMkLst>
            <pc:docMk/>
            <pc:sldMk cId="3458264873" sldId="9317"/>
            <ac:spMk id="9212" creationId="{9917A966-5C88-90A9-1991-61B8EFEC164D}"/>
          </ac:spMkLst>
        </pc:spChg>
        <pc:spChg chg="mod">
          <ac:chgData name="" userId="" providerId="" clId="Web-{57FA6384-6D64-4017-8C8D-103F9B22F9B7}" dt="2026-10-23T12:15:20.199" v="0" actId="34807"/>
          <ac:spMkLst>
            <pc:docMk/>
            <pc:sldMk cId="3458264873" sldId="9317"/>
            <ac:spMk id="9327" creationId="{812A3985-76B1-E1C4-8EC8-B68E88D7FF65}"/>
          </ac:spMkLst>
        </pc:spChg>
        <pc:spChg chg="mod">
          <ac:chgData name="" userId="" providerId="" clId="Web-{57FA6384-6D64-4017-8C8D-103F9B22F9B7}" dt="2026-10-23T12:15:20.199" v="0" actId="34807"/>
          <ac:spMkLst>
            <pc:docMk/>
            <pc:sldMk cId="3458264873" sldId="9317"/>
            <ac:spMk id="19095" creationId="{C19DA5F2-5FCD-0F3A-0620-2D3FAF92A90F}"/>
          </ac:spMkLst>
        </pc:spChg>
        <pc:spChg chg="mod">
          <ac:chgData name="" userId="" providerId="" clId="Web-{57FA6384-6D64-4017-8C8D-103F9B22F9B7}" dt="2026-10-23T12:15:20.199" v="0" actId="34807"/>
          <ac:spMkLst>
            <pc:docMk/>
            <pc:sldMk cId="3458264873" sldId="9317"/>
            <ac:spMk id="19104" creationId="{6B736E6C-626B-34AB-203F-C11A5ADB9B25}"/>
          </ac:spMkLst>
        </pc:spChg>
        <pc:spChg chg="mod">
          <ac:chgData name="" userId="" providerId="" clId="Web-{57FA6384-6D64-4017-8C8D-103F9B22F9B7}" dt="2026-10-23T12:15:20.199" v="0" actId="34807"/>
          <ac:spMkLst>
            <pc:docMk/>
            <pc:sldMk cId="3458264873" sldId="9317"/>
            <ac:spMk id="19114" creationId="{E8A92738-0F0F-F7E0-647C-2EF1A29D7842}"/>
          </ac:spMkLst>
        </pc:spChg>
        <pc:spChg chg="mod">
          <ac:chgData name="" userId="" providerId="" clId="Web-{57FA6384-6D64-4017-8C8D-103F9B22F9B7}" dt="2026-10-23T12:15:20.199" v="0" actId="34807"/>
          <ac:spMkLst>
            <pc:docMk/>
            <pc:sldMk cId="3458264873" sldId="9317"/>
            <ac:spMk id="19137" creationId="{12FA20AE-9098-7529-8216-460215209768}"/>
          </ac:spMkLst>
        </pc:spChg>
        <pc:spChg chg="mod">
          <ac:chgData name="" userId="" providerId="" clId="Web-{57FA6384-6D64-4017-8C8D-103F9B22F9B7}" dt="2026-10-23T12:15:20.199" v="0" actId="34807"/>
          <ac:spMkLst>
            <pc:docMk/>
            <pc:sldMk cId="3458264873" sldId="9317"/>
            <ac:spMk id="19150" creationId="{0CAB42F5-C63A-30D1-121D-9370F24D9E45}"/>
          </ac:spMkLst>
        </pc:spChg>
        <pc:spChg chg="mod">
          <ac:chgData name="" userId="" providerId="" clId="Web-{57FA6384-6D64-4017-8C8D-103F9B22F9B7}" dt="2026-10-23T12:15:20.199" v="0" actId="34807"/>
          <ac:spMkLst>
            <pc:docMk/>
            <pc:sldMk cId="3458264873" sldId="9317"/>
            <ac:spMk id="19164" creationId="{F8C1A587-FED3-D985-645C-69B48107A1E1}"/>
          </ac:spMkLst>
        </pc:spChg>
        <pc:spChg chg="mod">
          <ac:chgData name="" userId="" providerId="" clId="Web-{57FA6384-6D64-4017-8C8D-103F9B22F9B7}" dt="2026-10-23T13:01:01.345" v="74" actId="34807"/>
          <ac:spMkLst>
            <pc:docMk/>
            <pc:sldMk cId="3458264873" sldId="9317"/>
            <ac:spMk id="19249" creationId="{5D81B813-BC0D-2722-1CFF-2144D50DA2BF}"/>
          </ac:spMkLst>
        </pc:spChg>
      </pc:sldChg>
      <pc:sldChg chg="modSp modNotesTx">
        <pc:chgData name="" userId="" providerId="" clId="Web-{57FA6384-6D64-4017-8C8D-103F9B22F9B7}" dt="2026-10-23T13:01:01.345" v="74" actId="34807"/>
        <pc:sldMkLst>
          <pc:docMk/>
          <pc:sldMk cId="3232808632" sldId="9559"/>
        </pc:sldMkLst>
        <pc:spChg chg="mod">
          <ac:chgData name="" userId="" providerId="" clId="Web-{57FA6384-6D64-4017-8C8D-103F9B22F9B7}" dt="2026-10-23T12:15:20.199" v="0" actId="34807"/>
          <ac:spMkLst>
            <pc:docMk/>
            <pc:sldMk cId="3232808632" sldId="9559"/>
            <ac:spMk id="9797" creationId="{6A145055-0724-4938-F063-A72CE7A0FCAC}"/>
          </ac:spMkLst>
        </pc:spChg>
        <pc:spChg chg="mod">
          <ac:chgData name="" userId="" providerId="" clId="Web-{57FA6384-6D64-4017-8C8D-103F9B22F9B7}" dt="2026-10-23T12:15:20.199" v="0" actId="34807"/>
          <ac:spMkLst>
            <pc:docMk/>
            <pc:sldMk cId="3232808632" sldId="9559"/>
            <ac:spMk id="9917" creationId="{2A774DE9-E1B2-DF83-BE18-96D3F56CBFA9}"/>
          </ac:spMkLst>
        </pc:spChg>
        <pc:spChg chg="mod">
          <ac:chgData name="" userId="" providerId="" clId="Web-{57FA6384-6D64-4017-8C8D-103F9B22F9B7}" dt="2026-10-23T12:15:54.450" v="1" actId="34807"/>
          <ac:spMkLst>
            <pc:docMk/>
            <pc:sldMk cId="3232808632" sldId="9559"/>
            <ac:spMk id="19252" creationId="{B6A47C35-1C74-D902-BC8F-091B0EC4453C}"/>
          </ac:spMkLst>
        </pc:spChg>
        <pc:spChg chg="mod">
          <ac:chgData name="" userId="" providerId="" clId="Web-{57FA6384-6D64-4017-8C8D-103F9B22F9B7}" dt="2026-10-23T13:01:01.345" v="74" actId="34807"/>
          <ac:spMkLst>
            <pc:docMk/>
            <pc:sldMk cId="3232808632" sldId="9559"/>
            <ac:spMk id="19627" creationId="{40AC01A9-A1FA-D7F0-295B-373CD7FF32E7}"/>
          </ac:spMkLst>
        </pc:spChg>
      </pc:sldChg>
      <pc:sldChg chg="modSp modNotesTx">
        <pc:chgData name="" userId="" providerId="" clId="Web-{57FA6384-6D64-4017-8C8D-103F9B22F9B7}" dt="2026-10-23T13:01:01.345" v="74" actId="34807"/>
        <pc:sldMkLst>
          <pc:docMk/>
          <pc:sldMk cId="3812960141" sldId="9802"/>
        </pc:sldMkLst>
        <pc:spChg chg="mod">
          <ac:chgData name="" userId="" providerId="" clId="Web-{57FA6384-6D64-4017-8C8D-103F9B22F9B7}" dt="2026-10-23T12:15:20.199" v="0" actId="34807"/>
          <ac:spMkLst>
            <pc:docMk/>
            <pc:sldMk cId="3812960141" sldId="9802"/>
            <ac:spMk id="10407" creationId="{E3622834-BC61-11F8-F6FA-868C3444FA65}"/>
          </ac:spMkLst>
        </pc:spChg>
        <pc:spChg chg="mod">
          <ac:chgData name="" userId="" providerId="" clId="Web-{57FA6384-6D64-4017-8C8D-103F9B22F9B7}" dt="2026-10-23T12:15:20.199" v="0" actId="34807"/>
          <ac:spMkLst>
            <pc:docMk/>
            <pc:sldMk cId="3812960141" sldId="9802"/>
            <ac:spMk id="10532" creationId="{13D3F6C5-AA68-0AF5-B799-336E4E077014}"/>
          </ac:spMkLst>
        </pc:spChg>
        <pc:spChg chg="mod">
          <ac:chgData name="" userId="" providerId="" clId="Web-{57FA6384-6D64-4017-8C8D-103F9B22F9B7}" dt="2026-10-23T13:01:01.345" v="74" actId="34807"/>
          <ac:spMkLst>
            <pc:docMk/>
            <pc:sldMk cId="3812960141" sldId="9802"/>
            <ac:spMk id="21792" creationId="{F127769D-63BA-57B7-DFE3-C4CE0E4D7532}"/>
          </ac:spMkLst>
        </pc:spChg>
        <pc:spChg chg="mod">
          <ac:chgData name="" userId="" providerId="" clId="Web-{57FA6384-6D64-4017-8C8D-103F9B22F9B7}" dt="2026-10-23T12:15:54.450" v="1" actId="34807"/>
          <ac:spMkLst>
            <pc:docMk/>
            <pc:sldMk cId="3812960141" sldId="9802"/>
            <ac:spMk id="21807" creationId="{46D834C5-63B4-1D2D-C25A-05DAC101E8AD}"/>
          </ac:spMkLst>
        </pc:spChg>
        <pc:spChg chg="mod">
          <ac:chgData name="" userId="" providerId="" clId="Web-{57FA6384-6D64-4017-8C8D-103F9B22F9B7}" dt="2026-10-23T13:01:01.345" v="74" actId="34807"/>
          <ac:spMkLst>
            <pc:docMk/>
            <pc:sldMk cId="3812960141" sldId="9802"/>
            <ac:spMk id="21877" creationId="{C917BB38-A0F6-4171-C58E-D77181B70929}"/>
          </ac:spMkLst>
        </pc:spChg>
        <pc:spChg chg="mod">
          <ac:chgData name="" userId="" providerId="" clId="Web-{57FA6384-6D64-4017-8C8D-103F9B22F9B7}" dt="2026-10-23T12:15:20.199" v="0" actId="34807"/>
          <ac:spMkLst>
            <pc:docMk/>
            <pc:sldMk cId="3812960141" sldId="9802"/>
            <ac:spMk id="21897" creationId="{B95AFF75-D9A2-8336-A8E6-5C1EC4789406}"/>
          </ac:spMkLst>
        </pc:spChg>
        <pc:spChg chg="mod">
          <ac:chgData name="" userId="" providerId="" clId="Web-{57FA6384-6D64-4017-8C8D-103F9B22F9B7}" dt="2026-10-23T13:01:01.345" v="74" actId="34807"/>
          <ac:spMkLst>
            <pc:docMk/>
            <pc:sldMk cId="3812960141" sldId="9802"/>
            <ac:spMk id="21940" creationId="{EF62D3F8-F42C-DD96-E5A3-817BA2B7FF50}"/>
          </ac:spMkLst>
        </pc:spChg>
        <pc:spChg chg="mod">
          <ac:chgData name="" userId="" providerId="" clId="Web-{57FA6384-6D64-4017-8C8D-103F9B22F9B7}" dt="2026-10-23T12:15:54.450" v="1" actId="34807"/>
          <ac:spMkLst>
            <pc:docMk/>
            <pc:sldMk cId="3812960141" sldId="9802"/>
            <ac:spMk id="21963" creationId="{C1F4DAEF-5DAE-6F36-ACDB-B94C5FE37A14}"/>
          </ac:spMkLst>
        </pc:spChg>
      </pc:sldChg>
      <pc:sldChg chg="modSp modNotesTx">
        <pc:chgData name="" userId="" providerId="" clId="Web-{57FA6384-6D64-4017-8C8D-103F9B22F9B7}" dt="2026-10-23T12:16:23.889" v="4" actId="34807"/>
        <pc:sldMkLst>
          <pc:docMk/>
          <pc:sldMk cId="1844880558" sldId="10046"/>
        </pc:sldMkLst>
        <pc:spChg chg="mod">
          <ac:chgData name="" userId="" providerId="" clId="Web-{57FA6384-6D64-4017-8C8D-103F9B22F9B7}" dt="2026-10-23T12:15:20.199" v="0" actId="34807"/>
          <ac:spMkLst>
            <pc:docMk/>
            <pc:sldMk cId="1844880558" sldId="10046"/>
            <ac:spMk id="11042" creationId="{11DF9438-18C4-3F33-A335-44A683000E62}"/>
          </ac:spMkLst>
        </pc:spChg>
        <pc:spChg chg="mod">
          <ac:chgData name="" userId="" providerId="" clId="Web-{57FA6384-6D64-4017-8C8D-103F9B22F9B7}" dt="2026-10-23T12:15:20.199" v="0" actId="34807"/>
          <ac:spMkLst>
            <pc:docMk/>
            <pc:sldMk cId="1844880558" sldId="10046"/>
            <ac:spMk id="11172" creationId="{AAC4D1CF-E4D0-C939-9546-3EEDE0E1503A}"/>
          </ac:spMkLst>
        </pc:spChg>
        <pc:spChg chg="mod">
          <ac:chgData name="" userId="" providerId="" clId="Web-{57FA6384-6D64-4017-8C8D-103F9B22F9B7}" dt="2026-10-23T12:15:54.450" v="1" actId="34807"/>
          <ac:spMkLst>
            <pc:docMk/>
            <pc:sldMk cId="1844880558" sldId="10046"/>
            <ac:spMk id="19908" creationId="{AB6678F4-605A-6CAA-ED71-F42CE271DA30}"/>
          </ac:spMkLst>
        </pc:spChg>
      </pc:sldChg>
      <pc:sldChg chg="modSp modNotesTx">
        <pc:chgData name="" userId="" providerId="" clId="Web-{57FA6384-6D64-4017-8C8D-103F9B22F9B7}" dt="2026-10-23T13:01:01.345" v="74" actId="34807"/>
        <pc:sldMkLst>
          <pc:docMk/>
          <pc:sldMk cId="393294588" sldId="10291"/>
        </pc:sldMkLst>
        <pc:spChg chg="mod">
          <ac:chgData name="" userId="" providerId="" clId="Web-{57FA6384-6D64-4017-8C8D-103F9B22F9B7}" dt="2026-10-23T12:15:20.199" v="0" actId="34807"/>
          <ac:spMkLst>
            <pc:docMk/>
            <pc:sldMk cId="393294588" sldId="10291"/>
            <ac:spMk id="11702" creationId="{C12A29C5-2D61-6846-24C5-0B6B527B4C03}"/>
          </ac:spMkLst>
        </pc:spChg>
        <pc:spChg chg="mod">
          <ac:chgData name="" userId="" providerId="" clId="Web-{57FA6384-6D64-4017-8C8D-103F9B22F9B7}" dt="2026-10-23T12:15:20.199" v="0" actId="34807"/>
          <ac:spMkLst>
            <pc:docMk/>
            <pc:sldMk cId="393294588" sldId="10291"/>
            <ac:spMk id="11837" creationId="{441FCFF6-D1AB-978F-7CE4-21315F12D68C}"/>
          </ac:spMkLst>
        </pc:spChg>
        <pc:spChg chg="mod">
          <ac:chgData name="" userId="" providerId="" clId="Web-{57FA6384-6D64-4017-8C8D-103F9B22F9B7}" dt="2026-10-23T12:15:54.450" v="1" actId="34807"/>
          <ac:spMkLst>
            <pc:docMk/>
            <pc:sldMk cId="393294588" sldId="10291"/>
            <ac:spMk id="20476" creationId="{3453274B-E1CC-98E2-F011-E40B86A3AE82}"/>
          </ac:spMkLst>
        </pc:spChg>
        <pc:spChg chg="mod">
          <ac:chgData name="" userId="" providerId="" clId="Web-{57FA6384-6D64-4017-8C8D-103F9B22F9B7}" dt="2026-10-23T12:15:54.450" v="1" actId="34807"/>
          <ac:spMkLst>
            <pc:docMk/>
            <pc:sldMk cId="393294588" sldId="10291"/>
            <ac:spMk id="20493" creationId="{3D8DA844-3DBE-ED5F-42DD-37640EAA59C2}"/>
          </ac:spMkLst>
        </pc:spChg>
        <pc:spChg chg="mod">
          <ac:chgData name="" userId="" providerId="" clId="Web-{57FA6384-6D64-4017-8C8D-103F9B22F9B7}" dt="2026-10-23T13:01:01.345" v="74" actId="34807"/>
          <ac:spMkLst>
            <pc:docMk/>
            <pc:sldMk cId="393294588" sldId="10291"/>
            <ac:spMk id="20511" creationId="{349BC516-00F6-6B22-EE1D-92C023885882}"/>
          </ac:spMkLst>
        </pc:spChg>
        <pc:spChg chg="mod">
          <ac:chgData name="" userId="" providerId="" clId="Web-{57FA6384-6D64-4017-8C8D-103F9B22F9B7}" dt="2026-10-23T12:15:54.450" v="1" actId="34807"/>
          <ac:spMkLst>
            <pc:docMk/>
            <pc:sldMk cId="393294588" sldId="10291"/>
            <ac:spMk id="20616" creationId="{BF534471-1B70-EA3F-7541-9F227EF3F426}"/>
          </ac:spMkLst>
        </pc:spChg>
        <pc:spChg chg="mod">
          <ac:chgData name="" userId="" providerId="" clId="Web-{57FA6384-6D64-4017-8C8D-103F9B22F9B7}" dt="2026-10-23T13:01:01.345" v="74" actId="34807"/>
          <ac:spMkLst>
            <pc:docMk/>
            <pc:sldMk cId="393294588" sldId="10291"/>
            <ac:spMk id="20665" creationId="{5EFAE9E9-2493-E122-D313-DA03A6656261}"/>
          </ac:spMkLst>
        </pc:spChg>
        <pc:spChg chg="mod">
          <ac:chgData name="" userId="" providerId="" clId="Web-{57FA6384-6D64-4017-8C8D-103F9B22F9B7}" dt="2026-10-23T13:01:01.345" v="74" actId="34807"/>
          <ac:spMkLst>
            <pc:docMk/>
            <pc:sldMk cId="393294588" sldId="10291"/>
            <ac:spMk id="21687" creationId="{11F9F6B1-929E-0AE5-6DA1-D5D5D9618710}"/>
          </ac:spMkLst>
        </pc:spChg>
      </pc:sldChg>
      <pc:sldChg chg="addSp delSp modSp">
        <pc:chgData name="" userId="" providerId="" clId="Web-{57FA6384-6D64-4017-8C8D-103F9B22F9B7}" dt="2026-10-23T13:00:51.251" v="73" actId="34807"/>
        <pc:sldMkLst>
          <pc:docMk/>
          <pc:sldMk cId="37000430" sldId="10492"/>
        </pc:sldMkLst>
        <pc:spChg chg="del">
          <ac:chgData name="" userId="" providerId="" clId="Web-{57FA6384-6D64-4017-8C8D-103F9B22F9B7}" dt="2026-10-23T13:00:51.251" v="73" actId="34807"/>
          <ac:spMkLst>
            <pc:docMk/>
            <pc:sldMk cId="37000430" sldId="10492"/>
            <ac:spMk id="26328" creationId="{2CD312DA-E631-B122-1DD9-6A0EBE27A3C3}"/>
          </ac:spMkLst>
        </pc:spChg>
        <pc:spChg chg="del">
          <ac:chgData name="" userId="" providerId="" clId="Web-{57FA6384-6D64-4017-8C8D-103F9B22F9B7}" dt="2026-10-23T13:00:51.251" v="73" actId="34807"/>
          <ac:spMkLst>
            <pc:docMk/>
            <pc:sldMk cId="37000430" sldId="10492"/>
            <ac:spMk id="26337" creationId="{18C9B547-0F21-C584-D246-D8189DACA38D}"/>
          </ac:spMkLst>
        </pc:spChg>
        <pc:spChg chg="del">
          <ac:chgData name="" userId="" providerId="" clId="Web-{57FA6384-6D64-4017-8C8D-103F9B22F9B7}" dt="2026-10-23T13:00:51.251" v="73" actId="34807"/>
          <ac:spMkLst>
            <pc:docMk/>
            <pc:sldMk cId="37000430" sldId="10492"/>
            <ac:spMk id="26363" creationId="{85AE8FDE-EB12-723D-28DE-21ACC111025C}"/>
          </ac:spMkLst>
        </pc:spChg>
        <pc:spChg chg="del">
          <ac:chgData name="" userId="" providerId="" clId="Web-{57FA6384-6D64-4017-8C8D-103F9B22F9B7}" dt="2026-10-23T13:00:51.251" v="73" actId="34807"/>
          <ac:spMkLst>
            <pc:docMk/>
            <pc:sldMk cId="37000430" sldId="10492"/>
            <ac:spMk id="26382" creationId="{64BEC373-8FC9-BB90-AAAE-C686A5AF4389}"/>
          </ac:spMkLst>
        </pc:spChg>
        <pc:spChg chg="del">
          <ac:chgData name="" userId="" providerId="" clId="Web-{57FA6384-6D64-4017-8C8D-103F9B22F9B7}" dt="2026-10-23T13:00:51.251" v="73" actId="34807"/>
          <ac:spMkLst>
            <pc:docMk/>
            <pc:sldMk cId="37000430" sldId="10492"/>
            <ac:spMk id="26393" creationId="{70171F36-82B9-28B0-9B86-92234384B1EA}"/>
          </ac:spMkLst>
        </pc:spChg>
        <pc:spChg chg="del">
          <ac:chgData name="" userId="" providerId="" clId="Web-{57FA6384-6D64-4017-8C8D-103F9B22F9B7}" dt="2026-10-23T13:00:51.251" v="73" actId="34807"/>
          <ac:spMkLst>
            <pc:docMk/>
            <pc:sldMk cId="37000430" sldId="10492"/>
            <ac:spMk id="26405" creationId="{27F614B1-E5A0-EF31-9F30-8EF91B61C288}"/>
          </ac:spMkLst>
        </pc:spChg>
        <pc:spChg chg="del">
          <ac:chgData name="" userId="" providerId="" clId="Web-{57FA6384-6D64-4017-8C8D-103F9B22F9B7}" dt="2026-10-23T13:00:51.251" v="73" actId="34807"/>
          <ac:spMkLst>
            <pc:docMk/>
            <pc:sldMk cId="37000430" sldId="10492"/>
            <ac:spMk id="28147" creationId="{BB261724-A10C-89DE-23F0-F6D39DC89F8F}"/>
          </ac:spMkLst>
        </pc:spChg>
        <pc:spChg chg="del">
          <ac:chgData name="" userId="" providerId="" clId="Web-{57FA6384-6D64-4017-8C8D-103F9B22F9B7}" dt="2026-10-23T13:00:51.251" v="73" actId="34807"/>
          <ac:spMkLst>
            <pc:docMk/>
            <pc:sldMk cId="37000430" sldId="10492"/>
            <ac:spMk id="28150" creationId="{4B7267B9-F59B-4FFF-4FA7-D48CE8C64591}"/>
          </ac:spMkLst>
        </pc:spChg>
        <pc:spChg chg="del">
          <ac:chgData name="" userId="" providerId="" clId="Web-{57FA6384-6D64-4017-8C8D-103F9B22F9B7}" dt="2026-10-23T13:00:51.251" v="73" actId="34807"/>
          <ac:spMkLst>
            <pc:docMk/>
            <pc:sldMk cId="37000430" sldId="10492"/>
            <ac:spMk id="28154" creationId="{A9D76F4B-2356-C4EA-69D2-21D821E3DBC2}"/>
          </ac:spMkLst>
        </pc:spChg>
        <pc:spChg chg="del">
          <ac:chgData name="" userId="" providerId="" clId="Web-{57FA6384-6D64-4017-8C8D-103F9B22F9B7}" dt="2026-10-23T12:21:59.742" v="6" actId="34807"/>
          <ac:spMkLst>
            <pc:docMk/>
            <pc:sldMk cId="37000430" sldId="10492"/>
            <ac:spMk id="28165" creationId="{67E5CBB2-3D38-01CE-2D16-62FFCAF77AB0}"/>
          </ac:spMkLst>
        </pc:spChg>
        <pc:spChg chg="del">
          <ac:chgData name="" userId="" providerId="" clId="Web-{57FA6384-6D64-4017-8C8D-103F9B22F9B7}" dt="2026-10-23T12:21:59.742" v="6" actId="34807"/>
          <ac:spMkLst>
            <pc:docMk/>
            <pc:sldMk cId="37000430" sldId="10492"/>
            <ac:spMk id="28172" creationId="{D1464F25-4BB7-B1F3-7A3B-8F6832F9155B}"/>
          </ac:spMkLst>
        </pc:spChg>
        <pc:spChg chg="add mod">
          <ac:chgData name="" userId="" providerId="" clId="Web-{57FA6384-6D64-4017-8C8D-103F9B22F9B7}" dt="2026-10-23T12:21:58.054" v="5" actId="34807"/>
          <ac:spMkLst>
            <pc:docMk/>
            <pc:sldMk cId="37000430" sldId="10492"/>
            <ac:spMk id="30771" creationId="{5D0610C3-F1A0-7F1E-AD88-0416098A9E16}"/>
          </ac:spMkLst>
        </pc:spChg>
        <pc:spChg chg="add del mod">
          <ac:chgData name="" userId="" providerId="" clId="Web-{57FA6384-6D64-4017-8C8D-103F9B22F9B7}" dt="2026-10-23T13:00:51.251" v="73" actId="34807"/>
          <ac:spMkLst>
            <pc:docMk/>
            <pc:sldMk cId="37000430" sldId="10492"/>
            <ac:spMk id="30773" creationId="{34CE990A-B84B-F5E5-3933-CF120B9E1CDA}"/>
          </ac:spMkLst>
        </pc:spChg>
        <pc:spChg chg="add mod">
          <ac:chgData name="" userId="" providerId="" clId="Web-{57FA6384-6D64-4017-8C8D-103F9B22F9B7}" dt="2026-10-23T13:00:47.657" v="72" actId="34807"/>
          <ac:spMkLst>
            <pc:docMk/>
            <pc:sldMk cId="37000430" sldId="10492"/>
            <ac:spMk id="55954" creationId="{A1BC8B18-EE5C-20F4-418E-4265A14DFBC9}"/>
          </ac:spMkLst>
        </pc:spChg>
        <pc:spChg chg="add mod">
          <ac:chgData name="" userId="" providerId="" clId="Web-{57FA6384-6D64-4017-8C8D-103F9B22F9B7}" dt="2026-10-23T13:00:47.657" v="72" actId="34807"/>
          <ac:spMkLst>
            <pc:docMk/>
            <pc:sldMk cId="37000430" sldId="10492"/>
            <ac:spMk id="56089" creationId="{6B00B373-DE4C-D8F9-14EB-0592670CA482}"/>
          </ac:spMkLst>
        </pc:spChg>
        <pc:spChg chg="add mod">
          <ac:chgData name="" userId="" providerId="" clId="Web-{57FA6384-6D64-4017-8C8D-103F9B22F9B7}" dt="2026-10-23T13:00:47.657" v="72" actId="34807"/>
          <ac:spMkLst>
            <pc:docMk/>
            <pc:sldMk cId="37000430" sldId="10492"/>
            <ac:spMk id="56331" creationId="{15670FB3-0448-30B4-0FAD-F1CEE1D79212}"/>
          </ac:spMkLst>
        </pc:spChg>
        <pc:spChg chg="add mod">
          <ac:chgData name="" userId="" providerId="" clId="Web-{57FA6384-6D64-4017-8C8D-103F9B22F9B7}" dt="2026-10-23T13:00:47.657" v="72" actId="34807"/>
          <ac:spMkLst>
            <pc:docMk/>
            <pc:sldMk cId="37000430" sldId="10492"/>
            <ac:spMk id="56514" creationId="{4A7ABD32-D3EA-303C-7122-A3A62278D4B2}"/>
          </ac:spMkLst>
        </pc:spChg>
        <pc:spChg chg="add mod">
          <ac:chgData name="" userId="" providerId="" clId="Web-{57FA6384-6D64-4017-8C8D-103F9B22F9B7}" dt="2026-10-23T13:00:47.657" v="72" actId="34807"/>
          <ac:spMkLst>
            <pc:docMk/>
            <pc:sldMk cId="37000430" sldId="10492"/>
            <ac:spMk id="56583" creationId="{6D1C6EE0-F174-28FF-6825-DE1D178386ED}"/>
          </ac:spMkLst>
        </pc:spChg>
        <pc:spChg chg="add mod">
          <ac:chgData name="" userId="" providerId="" clId="Web-{57FA6384-6D64-4017-8C8D-103F9B22F9B7}" dt="2026-10-23T13:00:47.657" v="72" actId="34807"/>
          <ac:spMkLst>
            <pc:docMk/>
            <pc:sldMk cId="37000430" sldId="10492"/>
            <ac:spMk id="57493" creationId="{C2C2448A-2131-FC89-AECA-D2A15C7FD84F}"/>
          </ac:spMkLst>
        </pc:spChg>
        <pc:spChg chg="add mod">
          <ac:chgData name="" userId="" providerId="" clId="Web-{57FA6384-6D64-4017-8C8D-103F9B22F9B7}" dt="2026-10-23T13:00:47.657" v="72" actId="34807"/>
          <ac:spMkLst>
            <pc:docMk/>
            <pc:sldMk cId="37000430" sldId="10492"/>
            <ac:spMk id="58098" creationId="{8CA2DE57-A57D-7DCC-DD15-FB5218ACDE5E}"/>
          </ac:spMkLst>
        </pc:spChg>
        <pc:spChg chg="add mod">
          <ac:chgData name="" userId="" providerId="" clId="Web-{57FA6384-6D64-4017-8C8D-103F9B22F9B7}" dt="2026-10-23T13:00:47.657" v="72" actId="34807"/>
          <ac:spMkLst>
            <pc:docMk/>
            <pc:sldMk cId="37000430" sldId="10492"/>
            <ac:spMk id="58231" creationId="{8C7D54F9-CB6F-411E-33F4-A6C2F04009FF}"/>
          </ac:spMkLst>
        </pc:spChg>
        <pc:spChg chg="add mod">
          <ac:chgData name="" userId="" providerId="" clId="Web-{57FA6384-6D64-4017-8C8D-103F9B22F9B7}" dt="2026-10-23T13:00:47.657" v="72" actId="34807"/>
          <ac:spMkLst>
            <pc:docMk/>
            <pc:sldMk cId="37000430" sldId="10492"/>
            <ac:spMk id="58509" creationId="{0C5F958E-0683-2D04-8ED9-5D2D0321F839}"/>
          </ac:spMkLst>
        </pc:spChg>
        <pc:spChg chg="add mod">
          <ac:chgData name="" userId="" providerId="" clId="Web-{57FA6384-6D64-4017-8C8D-103F9B22F9B7}" dt="2026-10-23T13:00:47.657" v="72" actId="34807"/>
          <ac:spMkLst>
            <pc:docMk/>
            <pc:sldMk cId="37000430" sldId="10492"/>
            <ac:spMk id="59869" creationId="{7BAF922C-E212-5B3E-B1EA-FFD16C94A4D5}"/>
          </ac:spMkLst>
        </pc:spChg>
      </pc:sldChg>
      <pc:sldChg chg="modSp">
        <pc:chgData name="" userId="" providerId="" clId="Web-{57FA6384-6D64-4017-8C8D-103F9B22F9B7}" dt="2026-10-23T12:22:11.258" v="7" actId="34807"/>
        <pc:sldMkLst>
          <pc:docMk/>
          <pc:sldMk cId="3436143259" sldId="10694"/>
        </pc:sldMkLst>
        <pc:spChg chg="mod">
          <ac:chgData name="" userId="" providerId="" clId="Web-{57FA6384-6D64-4017-8C8D-103F9B22F9B7}" dt="2026-10-23T12:22:11.258" v="7" actId="34807"/>
          <ac:spMkLst>
            <pc:docMk/>
            <pc:sldMk cId="3436143259" sldId="10694"/>
            <ac:spMk id="29571" creationId="{EBE43A13-3E29-A2B5-EB39-FEA7D82348D1}"/>
          </ac:spMkLst>
        </pc:spChg>
        <pc:spChg chg="mod">
          <ac:chgData name="" userId="" providerId="" clId="Web-{57FA6384-6D64-4017-8C8D-103F9B22F9B7}" dt="2026-10-23T12:22:11.258" v="7" actId="34807"/>
          <ac:spMkLst>
            <pc:docMk/>
            <pc:sldMk cId="3436143259" sldId="10694"/>
            <ac:spMk id="29595" creationId="{92060F2F-76B6-E2FD-8460-5FED3E96A563}"/>
          </ac:spMkLst>
        </pc:spChg>
        <pc:spChg chg="mod">
          <ac:chgData name="" userId="" providerId="" clId="Web-{57FA6384-6D64-4017-8C8D-103F9B22F9B7}" dt="2026-10-23T12:22:11.258" v="7" actId="34807"/>
          <ac:spMkLst>
            <pc:docMk/>
            <pc:sldMk cId="3436143259" sldId="10694"/>
            <ac:spMk id="29628" creationId="{DE06B1F2-C175-8E27-3BC6-6CBDDD83348D}"/>
          </ac:spMkLst>
        </pc:spChg>
        <pc:spChg chg="mod">
          <ac:chgData name="" userId="" providerId="" clId="Web-{57FA6384-6D64-4017-8C8D-103F9B22F9B7}" dt="2026-10-23T12:22:11.258" v="7" actId="34807"/>
          <ac:spMkLst>
            <pc:docMk/>
            <pc:sldMk cId="3436143259" sldId="10694"/>
            <ac:spMk id="29670" creationId="{7E10A2C5-995F-E5E4-F6FA-A582F4CE9D25}"/>
          </ac:spMkLst>
        </pc:spChg>
      </pc:sldChg>
      <pc:sldChg chg="modSp">
        <pc:chgData name="" userId="" providerId="" clId="Web-{57FA6384-6D64-4017-8C8D-103F9B22F9B7}" dt="2026-10-23T12:22:11.258" v="7" actId="34807"/>
        <pc:sldMkLst>
          <pc:docMk/>
          <pc:sldMk cId="3209283780" sldId="11101"/>
        </pc:sldMkLst>
        <pc:spChg chg="mod">
          <ac:chgData name="" userId="" providerId="" clId="Web-{57FA6384-6D64-4017-8C8D-103F9B22F9B7}" dt="2026-10-23T12:22:11.258" v="7" actId="34807"/>
          <ac:spMkLst>
            <pc:docMk/>
            <pc:sldMk cId="3209283780" sldId="11101"/>
            <ac:spMk id="30431" creationId="{DECBF550-1568-A934-698E-9C0807D5096C}"/>
          </ac:spMkLst>
        </pc:spChg>
      </pc:sldChg>
      <pc:sldChg chg="modSp">
        <pc:chgData name="" userId="" providerId="" clId="Web-{57FA6384-6D64-4017-8C8D-103F9B22F9B7}" dt="2026-10-23T12:22:11.258" v="7" actId="34807"/>
        <pc:sldMkLst>
          <pc:docMk/>
          <pc:sldMk cId="726773401" sldId="11306"/>
        </pc:sldMkLst>
        <pc:spChg chg="mod">
          <ac:chgData name="" userId="" providerId="" clId="Web-{57FA6384-6D64-4017-8C8D-103F9B22F9B7}" dt="2026-10-23T12:22:11.258" v="7" actId="34807"/>
          <ac:spMkLst>
            <pc:docMk/>
            <pc:sldMk cId="726773401" sldId="11306"/>
            <ac:spMk id="28200" creationId="{43E9EF19-F2EF-14D1-E67B-48742413E19A}"/>
          </ac:spMkLst>
        </pc:spChg>
        <pc:spChg chg="mod">
          <ac:chgData name="" userId="" providerId="" clId="Web-{57FA6384-6D64-4017-8C8D-103F9B22F9B7}" dt="2026-10-23T12:22:11.258" v="7" actId="34807"/>
          <ac:spMkLst>
            <pc:docMk/>
            <pc:sldMk cId="726773401" sldId="11306"/>
            <ac:spMk id="28217" creationId="{D41DE537-3C00-73D7-19A5-FAA1A60725DE}"/>
          </ac:spMkLst>
        </pc:spChg>
        <pc:spChg chg="mod">
          <ac:chgData name="" userId="" providerId="" clId="Web-{57FA6384-6D64-4017-8C8D-103F9B22F9B7}" dt="2026-10-23T12:22:11.258" v="7" actId="34807"/>
          <ac:spMkLst>
            <pc:docMk/>
            <pc:sldMk cId="726773401" sldId="11306"/>
            <ac:spMk id="28238" creationId="{09D7E340-DE12-3D97-5F4D-0200311D8755}"/>
          </ac:spMkLst>
        </pc:spChg>
        <pc:spChg chg="mod">
          <ac:chgData name="" userId="" providerId="" clId="Web-{57FA6384-6D64-4017-8C8D-103F9B22F9B7}" dt="2026-10-23T12:22:11.258" v="7" actId="34807"/>
          <ac:spMkLst>
            <pc:docMk/>
            <pc:sldMk cId="726773401" sldId="11306"/>
            <ac:spMk id="28263" creationId="{FD785EC6-0097-B623-B7DF-A6D93FFB04FE}"/>
          </ac:spMkLst>
        </pc:spChg>
        <pc:spChg chg="mod">
          <ac:chgData name="" userId="" providerId="" clId="Web-{57FA6384-6D64-4017-8C8D-103F9B22F9B7}" dt="2026-10-23T12:22:11.258" v="7" actId="34807"/>
          <ac:spMkLst>
            <pc:docMk/>
            <pc:sldMk cId="726773401" sldId="11306"/>
            <ac:spMk id="28277" creationId="{E0CC5159-7000-824B-A0BA-B7BDAB416E5E}"/>
          </ac:spMkLst>
        </pc:spChg>
      </pc:sldChg>
      <pc:sldChg chg="modSp">
        <pc:chgData name="" userId="" providerId="" clId="Web-{57FA6384-6D64-4017-8C8D-103F9B22F9B7}" dt="2026-10-23T12:22:11.258" v="7" actId="34807"/>
        <pc:sldMkLst>
          <pc:docMk/>
          <pc:sldMk cId="2139460247" sldId="11512"/>
        </pc:sldMkLst>
        <pc:spChg chg="mod">
          <ac:chgData name="" userId="" providerId="" clId="Web-{57FA6384-6D64-4017-8C8D-103F9B22F9B7}" dt="2026-10-23T12:22:11.258" v="7" actId="34807"/>
          <ac:spMkLst>
            <pc:docMk/>
            <pc:sldMk cId="2139460247" sldId="11512"/>
            <ac:spMk id="26460" creationId="{67CC1A02-C4B2-85D1-48E0-EC4DA019D9B9}"/>
          </ac:spMkLst>
        </pc:spChg>
        <pc:spChg chg="mod">
          <ac:chgData name="" userId="" providerId="" clId="Web-{57FA6384-6D64-4017-8C8D-103F9B22F9B7}" dt="2026-10-23T12:22:11.258" v="7" actId="34807"/>
          <ac:spMkLst>
            <pc:docMk/>
            <pc:sldMk cId="2139460247" sldId="11512"/>
            <ac:spMk id="26477" creationId="{C1E351E2-6F23-653A-DA90-37D625E2CB76}"/>
          </ac:spMkLst>
        </pc:spChg>
        <pc:spChg chg="mod">
          <ac:chgData name="" userId="" providerId="" clId="Web-{57FA6384-6D64-4017-8C8D-103F9B22F9B7}" dt="2026-10-23T12:22:11.258" v="7" actId="34807"/>
          <ac:spMkLst>
            <pc:docMk/>
            <pc:sldMk cId="2139460247" sldId="11512"/>
            <ac:spMk id="26498" creationId="{E589BE57-8CE7-41B7-25A6-8D3AA9C3A6F3}"/>
          </ac:spMkLst>
        </pc:spChg>
        <pc:spChg chg="mod">
          <ac:chgData name="" userId="" providerId="" clId="Web-{57FA6384-6D64-4017-8C8D-103F9B22F9B7}" dt="2026-10-23T12:22:11.258" v="7" actId="34807"/>
          <ac:spMkLst>
            <pc:docMk/>
            <pc:sldMk cId="2139460247" sldId="11512"/>
            <ac:spMk id="26523" creationId="{0B0D5A5E-21C4-896E-34CB-F1FB7C9D40CF}"/>
          </ac:spMkLst>
        </pc:spChg>
        <pc:spChg chg="mod">
          <ac:chgData name="" userId="" providerId="" clId="Web-{57FA6384-6D64-4017-8C8D-103F9B22F9B7}" dt="2026-10-23T12:22:11.258" v="7" actId="34807"/>
          <ac:spMkLst>
            <pc:docMk/>
            <pc:sldMk cId="2139460247" sldId="11512"/>
            <ac:spMk id="26537" creationId="{E990F95E-141E-F3A0-10F5-8396EB23DCB7}"/>
          </ac:spMkLst>
        </pc:spChg>
      </pc:sldChg>
      <pc:sldChg chg="addSp modSp modNotesTx">
        <pc:chgData name="" userId="" providerId="" clId="Web-{57FA6384-6D64-4017-8C8D-103F9B22F9B7}" dt="2026-10-23T12:37:08.718" v="26" actId="34807"/>
        <pc:sldMkLst>
          <pc:docMk/>
          <pc:sldMk cId="3781609771" sldId="11719"/>
        </pc:sldMkLst>
        <pc:spChg chg="add mod">
          <ac:chgData name="" userId="" providerId="" clId="Web-{57FA6384-6D64-4017-8C8D-103F9B22F9B7}" dt="2026-10-23T12:37:07.952" v="25" actId="34807"/>
          <ac:spMkLst>
            <pc:docMk/>
            <pc:sldMk cId="3781609771" sldId="11719"/>
            <ac:spMk id="33469" creationId="{5ED96B17-6DA7-D727-B84E-8755EA0D7B56}"/>
          </ac:spMkLst>
        </pc:spChg>
        <pc:spChg chg="add mod">
          <ac:chgData name="" userId="" providerId="" clId="Web-{57FA6384-6D64-4017-8C8D-103F9B22F9B7}" dt="2026-10-23T12:37:07.952" v="25" actId="34807"/>
          <ac:spMkLst>
            <pc:docMk/>
            <pc:sldMk cId="3781609771" sldId="11719"/>
            <ac:spMk id="33472" creationId="{F3732923-56C7-64F7-7D4A-4231FE72711E}"/>
          </ac:spMkLst>
        </pc:spChg>
        <pc:spChg chg="add mod">
          <ac:chgData name="" userId="" providerId="" clId="Web-{57FA6384-6D64-4017-8C8D-103F9B22F9B7}" dt="2026-10-23T12:37:07.952" v="25" actId="34807"/>
          <ac:spMkLst>
            <pc:docMk/>
            <pc:sldMk cId="3781609771" sldId="11719"/>
            <ac:spMk id="33502" creationId="{958138B2-CD0F-62CF-62A2-0A7475BCE19A}"/>
          </ac:spMkLst>
        </pc:spChg>
        <pc:spChg chg="add mod">
          <ac:chgData name="" userId="" providerId="" clId="Web-{57FA6384-6D64-4017-8C8D-103F9B22F9B7}" dt="2026-10-23T12:37:07.952" v="25" actId="34807"/>
          <ac:spMkLst>
            <pc:docMk/>
            <pc:sldMk cId="3781609771" sldId="11719"/>
            <ac:spMk id="33511" creationId="{BDBA8478-B452-82F8-F402-CAE1FDBFBD34}"/>
          </ac:spMkLst>
        </pc:spChg>
        <pc:spChg chg="add mod">
          <ac:chgData name="" userId="" providerId="" clId="Web-{57FA6384-6D64-4017-8C8D-103F9B22F9B7}" dt="2026-10-23T12:37:07.952" v="25" actId="34807"/>
          <ac:spMkLst>
            <pc:docMk/>
            <pc:sldMk cId="3781609771" sldId="11719"/>
            <ac:spMk id="33532" creationId="{00DED3D4-429B-618D-C986-6DFD87C266B8}"/>
          </ac:spMkLst>
        </pc:spChg>
        <pc:spChg chg="add mod">
          <ac:chgData name="" userId="" providerId="" clId="Web-{57FA6384-6D64-4017-8C8D-103F9B22F9B7}" dt="2026-10-23T12:37:07.952" v="25" actId="34807"/>
          <ac:spMkLst>
            <pc:docMk/>
            <pc:sldMk cId="3781609771" sldId="11719"/>
            <ac:spMk id="33557" creationId="{8625DA5F-C35C-FCBD-BD0C-F838F942376D}"/>
          </ac:spMkLst>
        </pc:spChg>
        <pc:spChg chg="add mod">
          <ac:chgData name="" userId="" providerId="" clId="Web-{57FA6384-6D64-4017-8C8D-103F9B22F9B7}" dt="2026-10-23T12:37:07.952" v="25" actId="34807"/>
          <ac:spMkLst>
            <pc:docMk/>
            <pc:sldMk cId="3781609771" sldId="11719"/>
            <ac:spMk id="33586" creationId="{F81062BA-2E57-10C1-C585-49A65E50898F}"/>
          </ac:spMkLst>
        </pc:spChg>
        <pc:spChg chg="add mod">
          <ac:chgData name="" userId="" providerId="" clId="Web-{57FA6384-6D64-4017-8C8D-103F9B22F9B7}" dt="2026-10-23T12:37:07.952" v="25" actId="34807"/>
          <ac:spMkLst>
            <pc:docMk/>
            <pc:sldMk cId="3781609771" sldId="11719"/>
            <ac:spMk id="33619" creationId="{1D790FDD-679D-8A99-1DD7-F0A56916BE73}"/>
          </ac:spMkLst>
        </pc:spChg>
        <pc:spChg chg="add mod">
          <ac:chgData name="" userId="" providerId="" clId="Web-{57FA6384-6D64-4017-8C8D-103F9B22F9B7}" dt="2026-10-23T12:37:07.952" v="25" actId="34807"/>
          <ac:spMkLst>
            <pc:docMk/>
            <pc:sldMk cId="3781609771" sldId="11719"/>
            <ac:spMk id="33656" creationId="{CB0960BF-71CF-9CE4-4CB4-CB9127E4FA92}"/>
          </ac:spMkLst>
        </pc:spChg>
        <pc:spChg chg="add mod">
          <ac:chgData name="" userId="" providerId="" clId="Web-{57FA6384-6D64-4017-8C8D-103F9B22F9B7}" dt="2026-10-23T12:37:07.952" v="25" actId="34807"/>
          <ac:spMkLst>
            <pc:docMk/>
            <pc:sldMk cId="3781609771" sldId="11719"/>
            <ac:spMk id="33766" creationId="{C9C97154-3EF2-D730-28F6-89B31189621E}"/>
          </ac:spMkLst>
        </pc:spChg>
        <pc:picChg chg="add mod">
          <ac:chgData name="" userId="" providerId="" clId="Web-{57FA6384-6D64-4017-8C8D-103F9B22F9B7}" dt="2026-10-23T12:36:59.467" v="24" actId="34807"/>
          <ac:picMkLst>
            <pc:docMk/>
            <pc:sldMk cId="3781609771" sldId="11719"/>
            <ac:picMk id="33466" creationId="{FCC31DCE-56D6-64E7-3654-5D53B5CCCDEB}"/>
          </ac:picMkLst>
        </pc:picChg>
      </pc:sldChg>
      <pc:sldChg chg="addSp modSp modNotesTx">
        <pc:chgData name="" userId="" providerId="" clId="Web-{57FA6384-6D64-4017-8C8D-103F9B22F9B7}" dt="2026-10-23T12:37:22.812" v="29" actId="34807"/>
        <pc:sldMkLst>
          <pc:docMk/>
          <pc:sldMk cId="917117059" sldId="11927"/>
        </pc:sldMkLst>
        <pc:spChg chg="add mod">
          <ac:chgData name="" userId="" providerId="" clId="Web-{57FA6384-6D64-4017-8C8D-103F9B22F9B7}" dt="2026-10-23T12:37:21.202" v="27" actId="34807"/>
          <ac:spMkLst>
            <pc:docMk/>
            <pc:sldMk cId="917117059" sldId="11927"/>
            <ac:spMk id="33794" creationId="{EE5C6520-8647-A940-478F-BACD7D0B7972}"/>
          </ac:spMkLst>
        </pc:spChg>
        <pc:spChg chg="add mod">
          <ac:chgData name="" userId="" providerId="" clId="Web-{57FA6384-6D64-4017-8C8D-103F9B22F9B7}" dt="2026-10-23T12:37:21.202" v="27" actId="34807"/>
          <ac:spMkLst>
            <pc:docMk/>
            <pc:sldMk cId="917117059" sldId="11927"/>
            <ac:spMk id="33797" creationId="{CDD81867-194D-F8E0-39A9-C33AA9D003B0}"/>
          </ac:spMkLst>
        </pc:spChg>
        <pc:spChg chg="add mod">
          <ac:chgData name="" userId="" providerId="" clId="Web-{57FA6384-6D64-4017-8C8D-103F9B22F9B7}" dt="2026-10-23T12:37:21.202" v="27" actId="34807"/>
          <ac:spMkLst>
            <pc:docMk/>
            <pc:sldMk cId="917117059" sldId="11927"/>
            <ac:spMk id="33869" creationId="{8DE705A7-A914-4079-3C05-E4B991B4DFE4}"/>
          </ac:spMkLst>
        </pc:spChg>
        <pc:spChg chg="add mod">
          <ac:chgData name="" userId="" providerId="" clId="Web-{57FA6384-6D64-4017-8C8D-103F9B22F9B7}" dt="2026-10-23T12:37:21.202" v="27" actId="34807"/>
          <ac:spMkLst>
            <pc:docMk/>
            <pc:sldMk cId="917117059" sldId="11927"/>
            <ac:spMk id="33882" creationId="{41938319-EED0-89C8-D41E-E61D624211BB}"/>
          </ac:spMkLst>
        </pc:spChg>
        <pc:spChg chg="add mod">
          <ac:chgData name="" userId="" providerId="" clId="Web-{57FA6384-6D64-4017-8C8D-103F9B22F9B7}" dt="2026-10-23T12:37:21.202" v="27" actId="34807"/>
          <ac:spMkLst>
            <pc:docMk/>
            <pc:sldMk cId="917117059" sldId="11927"/>
            <ac:spMk id="33896" creationId="{2E31727C-D1A6-FBDE-DAB3-953D96FE6A10}"/>
          </ac:spMkLst>
        </pc:spChg>
        <pc:spChg chg="add mod">
          <ac:chgData name="" userId="" providerId="" clId="Web-{57FA6384-6D64-4017-8C8D-103F9B22F9B7}" dt="2026-10-23T12:37:21.202" v="27" actId="34807"/>
          <ac:spMkLst>
            <pc:docMk/>
            <pc:sldMk cId="917117059" sldId="11927"/>
            <ac:spMk id="33944" creationId="{E90EA6E2-11C9-247B-3D72-51708358E2ED}"/>
          </ac:spMkLst>
        </pc:spChg>
        <pc:spChg chg="add mod">
          <ac:chgData name="" userId="" providerId="" clId="Web-{57FA6384-6D64-4017-8C8D-103F9B22F9B7}" dt="2026-10-23T12:37:21.202" v="27" actId="34807"/>
          <ac:spMkLst>
            <pc:docMk/>
            <pc:sldMk cId="917117059" sldId="11927"/>
            <ac:spMk id="34116" creationId="{D0AB4E46-27F2-44F1-C122-574878B1BA9F}"/>
          </ac:spMkLst>
        </pc:spChg>
        <pc:spChg chg="add mod">
          <ac:chgData name="" userId="" providerId="" clId="Web-{57FA6384-6D64-4017-8C8D-103F9B22F9B7}" dt="2026-10-23T12:37:21.202" v="27" actId="34807"/>
          <ac:spMkLst>
            <pc:docMk/>
            <pc:sldMk cId="917117059" sldId="11927"/>
            <ac:spMk id="34142" creationId="{181584BE-691A-3C70-CA4D-CC49703C1289}"/>
          </ac:spMkLst>
        </pc:spChg>
        <pc:spChg chg="add mod">
          <ac:chgData name="" userId="" providerId="" clId="Web-{57FA6384-6D64-4017-8C8D-103F9B22F9B7}" dt="2026-10-23T12:37:21.202" v="27" actId="34807"/>
          <ac:spMkLst>
            <pc:docMk/>
            <pc:sldMk cId="917117059" sldId="11927"/>
            <ac:spMk id="34197" creationId="{6246DA79-2DF2-5868-3B6E-EEA9CEA2889A}"/>
          </ac:spMkLst>
        </pc:spChg>
        <pc:spChg chg="add mod">
          <ac:chgData name="" userId="" providerId="" clId="Web-{57FA6384-6D64-4017-8C8D-103F9B22F9B7}" dt="2026-10-23T12:37:21.202" v="27" actId="34807"/>
          <ac:spMkLst>
            <pc:docMk/>
            <pc:sldMk cId="917117059" sldId="11927"/>
            <ac:spMk id="34421" creationId="{191C83CA-20AA-B130-DB88-F0C7C765239F}"/>
          </ac:spMkLst>
        </pc:spChg>
        <pc:picChg chg="add mod">
          <ac:chgData name="" userId="" providerId="" clId="Web-{57FA6384-6D64-4017-8C8D-103F9B22F9B7}" dt="2026-10-23T12:37:22.015" v="28" actId="34807"/>
          <ac:picMkLst>
            <pc:docMk/>
            <pc:sldMk cId="917117059" sldId="11927"/>
            <ac:picMk id="34458" creationId="{0630750D-0D92-BCF6-2390-327B1BA10D24}"/>
          </ac:picMkLst>
        </pc:picChg>
        <pc:picChg chg="add mod">
          <ac:chgData name="" userId="" providerId="" clId="Web-{57FA6384-6D64-4017-8C8D-103F9B22F9B7}" dt="2026-10-23T12:37:22.015" v="28" actId="34807"/>
          <ac:picMkLst>
            <pc:docMk/>
            <pc:sldMk cId="917117059" sldId="11927"/>
            <ac:picMk id="34459" creationId="{BB197DA1-803E-712D-E385-3BF8441404D2}"/>
          </ac:picMkLst>
        </pc:picChg>
        <pc:picChg chg="add mod">
          <ac:chgData name="" userId="" providerId="" clId="Web-{57FA6384-6D64-4017-8C8D-103F9B22F9B7}" dt="2026-10-23T12:37:22.015" v="28" actId="34807"/>
          <ac:picMkLst>
            <pc:docMk/>
            <pc:sldMk cId="917117059" sldId="11927"/>
            <ac:picMk id="34460" creationId="{57F599AA-483C-3862-EA4A-C34949178CE8}"/>
          </ac:picMkLst>
        </pc:picChg>
        <pc:picChg chg="add mod">
          <ac:chgData name="" userId="" providerId="" clId="Web-{57FA6384-6D64-4017-8C8D-103F9B22F9B7}" dt="2026-10-23T12:37:22.015" v="28" actId="34807"/>
          <ac:picMkLst>
            <pc:docMk/>
            <pc:sldMk cId="917117059" sldId="11927"/>
            <ac:picMk id="34461" creationId="{E6D4E60D-CC54-5A00-8620-26062CC89C6B}"/>
          </ac:picMkLst>
        </pc:picChg>
        <pc:picChg chg="add mod">
          <ac:chgData name="" userId="" providerId="" clId="Web-{57FA6384-6D64-4017-8C8D-103F9B22F9B7}" dt="2026-10-23T12:37:22.015" v="28" actId="34807"/>
          <ac:picMkLst>
            <pc:docMk/>
            <pc:sldMk cId="917117059" sldId="11927"/>
            <ac:picMk id="34462" creationId="{68C01C32-17A9-C317-B982-CA7F66350533}"/>
          </ac:picMkLst>
        </pc:picChg>
        <pc:picChg chg="add mod">
          <ac:chgData name="" userId="" providerId="" clId="Web-{57FA6384-6D64-4017-8C8D-103F9B22F9B7}" dt="2026-10-23T12:37:22.015" v="28" actId="34807"/>
          <ac:picMkLst>
            <pc:docMk/>
            <pc:sldMk cId="917117059" sldId="11927"/>
            <ac:picMk id="34463" creationId="{7E2899D5-0AAD-5327-FDC4-187161DFAD1C}"/>
          </ac:picMkLst>
        </pc:picChg>
        <pc:picChg chg="add mod">
          <ac:chgData name="" userId="" providerId="" clId="Web-{57FA6384-6D64-4017-8C8D-103F9B22F9B7}" dt="2026-10-23T12:37:22.015" v="28" actId="34807"/>
          <ac:picMkLst>
            <pc:docMk/>
            <pc:sldMk cId="917117059" sldId="11927"/>
            <ac:picMk id="34464" creationId="{EDD7A9BF-41EE-8166-8774-1DE9DEC1E0E7}"/>
          </ac:picMkLst>
        </pc:picChg>
        <pc:picChg chg="add mod">
          <ac:chgData name="" userId="" providerId="" clId="Web-{57FA6384-6D64-4017-8C8D-103F9B22F9B7}" dt="2026-10-23T12:37:22.015" v="28" actId="34807"/>
          <ac:picMkLst>
            <pc:docMk/>
            <pc:sldMk cId="917117059" sldId="11927"/>
            <ac:picMk id="34465" creationId="{B0ECCAC2-E060-5A10-0E68-75D6CEFA5B7B}"/>
          </ac:picMkLst>
        </pc:picChg>
        <pc:picChg chg="add mod">
          <ac:chgData name="" userId="" providerId="" clId="Web-{57FA6384-6D64-4017-8C8D-103F9B22F9B7}" dt="2026-10-23T12:37:22.015" v="28" actId="34807"/>
          <ac:picMkLst>
            <pc:docMk/>
            <pc:sldMk cId="917117059" sldId="11927"/>
            <ac:picMk id="34466" creationId="{5FBDC606-D5EB-10FF-A97C-03877AB9665E}"/>
          </ac:picMkLst>
        </pc:picChg>
      </pc:sldChg>
      <pc:sldChg chg="addSp modSp modNotesTx">
        <pc:chgData name="" userId="" providerId="" clId="Web-{57FA6384-6D64-4017-8C8D-103F9B22F9B7}" dt="2026-10-23T12:37:38.218" v="32" actId="34807"/>
        <pc:sldMkLst>
          <pc:docMk/>
          <pc:sldMk cId="1184318231" sldId="12136"/>
        </pc:sldMkLst>
        <pc:spChg chg="add mod">
          <ac:chgData name="" userId="" providerId="" clId="Web-{57FA6384-6D64-4017-8C8D-103F9B22F9B7}" dt="2026-10-23T12:37:36.484" v="30" actId="34807"/>
          <ac:spMkLst>
            <pc:docMk/>
            <pc:sldMk cId="1184318231" sldId="12136"/>
            <ac:spMk id="34469" creationId="{AA720D46-E02A-71CC-9946-EEB3943C2DFA}"/>
          </ac:spMkLst>
        </pc:spChg>
        <pc:spChg chg="add mod">
          <ac:chgData name="" userId="" providerId="" clId="Web-{57FA6384-6D64-4017-8C8D-103F9B22F9B7}" dt="2026-10-23T12:37:36.484" v="30" actId="34807"/>
          <ac:spMkLst>
            <pc:docMk/>
            <pc:sldMk cId="1184318231" sldId="12136"/>
            <ac:spMk id="34557" creationId="{8114C4C5-A547-E3F7-EFF3-1F62B155DD3A}"/>
          </ac:spMkLst>
        </pc:spChg>
        <pc:spChg chg="add mod">
          <ac:chgData name="" userId="" providerId="" clId="Web-{57FA6384-6D64-4017-8C8D-103F9B22F9B7}" dt="2026-10-23T12:37:36.484" v="30" actId="34807"/>
          <ac:spMkLst>
            <pc:docMk/>
            <pc:sldMk cId="1184318231" sldId="12136"/>
            <ac:spMk id="34742" creationId="{8AA14C8F-9F83-DEA6-6E09-36DB7D843CDA}"/>
          </ac:spMkLst>
        </pc:spChg>
        <pc:spChg chg="add mod">
          <ac:chgData name="" userId="" providerId="" clId="Web-{57FA6384-6D64-4017-8C8D-103F9B22F9B7}" dt="2026-10-23T12:37:36.484" v="30" actId="34807"/>
          <ac:spMkLst>
            <pc:docMk/>
            <pc:sldMk cId="1184318231" sldId="12136"/>
            <ac:spMk id="34766" creationId="{B77AF3CD-D7F9-76DD-10F8-937D706B865E}"/>
          </ac:spMkLst>
        </pc:spChg>
        <pc:spChg chg="add mod">
          <ac:chgData name="" userId="" providerId="" clId="Web-{57FA6384-6D64-4017-8C8D-103F9B22F9B7}" dt="2026-10-23T12:37:36.484" v="30" actId="34807"/>
          <ac:spMkLst>
            <pc:docMk/>
            <pc:sldMk cId="1184318231" sldId="12136"/>
            <ac:spMk id="34791" creationId="{10CFD47A-CC03-27D3-1075-B25684AE02FE}"/>
          </ac:spMkLst>
        </pc:spChg>
        <pc:spChg chg="add mod">
          <ac:chgData name="" userId="" providerId="" clId="Web-{57FA6384-6D64-4017-8C8D-103F9B22F9B7}" dt="2026-10-23T12:37:36.484" v="30" actId="34807"/>
          <ac:spMkLst>
            <pc:docMk/>
            <pc:sldMk cId="1184318231" sldId="12136"/>
            <ac:spMk id="34817" creationId="{9FA7F295-6FD1-7433-6DDC-5F8EA2281CA9}"/>
          </ac:spMkLst>
        </pc:spChg>
        <pc:spChg chg="add mod">
          <ac:chgData name="" userId="" providerId="" clId="Web-{57FA6384-6D64-4017-8C8D-103F9B22F9B7}" dt="2026-10-23T12:37:36.484" v="30" actId="34807"/>
          <ac:spMkLst>
            <pc:docMk/>
            <pc:sldMk cId="1184318231" sldId="12136"/>
            <ac:spMk id="34872" creationId="{2DC1A4BE-0777-F4A0-BB7E-635B9D83EC71}"/>
          </ac:spMkLst>
        </pc:spChg>
        <pc:spChg chg="add mod">
          <ac:chgData name="" userId="" providerId="" clId="Web-{57FA6384-6D64-4017-8C8D-103F9B22F9B7}" dt="2026-10-23T12:37:36.484" v="30" actId="34807"/>
          <ac:spMkLst>
            <pc:docMk/>
            <pc:sldMk cId="1184318231" sldId="12136"/>
            <ac:spMk id="35061" creationId="{4A57C5EE-8A94-DA03-256C-B55DC64BDF90}"/>
          </ac:spMkLst>
        </pc:spChg>
        <pc:spChg chg="add mod">
          <ac:chgData name="" userId="" providerId="" clId="Web-{57FA6384-6D64-4017-8C8D-103F9B22F9B7}" dt="2026-10-23T12:37:36.484" v="30" actId="34807"/>
          <ac:spMkLst>
            <pc:docMk/>
            <pc:sldMk cId="1184318231" sldId="12136"/>
            <ac:spMk id="35096" creationId="{6107CC56-B50A-85C7-3AED-0D2963B94C9D}"/>
          </ac:spMkLst>
        </pc:spChg>
        <pc:spChg chg="add mod">
          <ac:chgData name="" userId="" providerId="" clId="Web-{57FA6384-6D64-4017-8C8D-103F9B22F9B7}" dt="2026-10-23T12:37:36.484" v="30" actId="34807"/>
          <ac:spMkLst>
            <pc:docMk/>
            <pc:sldMk cId="1184318231" sldId="12136"/>
            <ac:spMk id="35246" creationId="{46E15DE0-DA6F-094E-3A69-D88A957C67D7}"/>
          </ac:spMkLst>
        </pc:spChg>
        <pc:picChg chg="add mod">
          <ac:chgData name="" userId="" providerId="" clId="Web-{57FA6384-6D64-4017-8C8D-103F9B22F9B7}" dt="2026-10-23T12:37:37.312" v="31" actId="34807"/>
          <ac:picMkLst>
            <pc:docMk/>
            <pc:sldMk cId="1184318231" sldId="12136"/>
            <ac:picMk id="35287" creationId="{145386CA-DA80-D70D-783A-07C7C1AF8026}"/>
          </ac:picMkLst>
        </pc:picChg>
        <pc:picChg chg="add mod">
          <ac:chgData name="" userId="" providerId="" clId="Web-{57FA6384-6D64-4017-8C8D-103F9B22F9B7}" dt="2026-10-23T12:37:37.312" v="31" actId="34807"/>
          <ac:picMkLst>
            <pc:docMk/>
            <pc:sldMk cId="1184318231" sldId="12136"/>
            <ac:picMk id="35288" creationId="{2A2CFB0E-A61F-D0F8-8E54-B56FD55E433B}"/>
          </ac:picMkLst>
        </pc:picChg>
        <pc:picChg chg="add mod">
          <ac:chgData name="" userId="" providerId="" clId="Web-{57FA6384-6D64-4017-8C8D-103F9B22F9B7}" dt="2026-10-23T12:37:37.312" v="31" actId="34807"/>
          <ac:picMkLst>
            <pc:docMk/>
            <pc:sldMk cId="1184318231" sldId="12136"/>
            <ac:picMk id="35289" creationId="{3D69DE20-B377-A247-F21E-0B6FE9710CDD}"/>
          </ac:picMkLst>
        </pc:picChg>
        <pc:picChg chg="add mod">
          <ac:chgData name="" userId="" providerId="" clId="Web-{57FA6384-6D64-4017-8C8D-103F9B22F9B7}" dt="2026-10-23T12:37:37.312" v="31" actId="34807"/>
          <ac:picMkLst>
            <pc:docMk/>
            <pc:sldMk cId="1184318231" sldId="12136"/>
            <ac:picMk id="35290" creationId="{B95DA5AE-70D0-0CC6-484A-C2EB422CA563}"/>
          </ac:picMkLst>
        </pc:picChg>
      </pc:sldChg>
      <pc:sldChg chg="addSp modSp modNotesTx">
        <pc:chgData name="" userId="" providerId="" clId="Web-{57FA6384-6D64-4017-8C8D-103F9B22F9B7}" dt="2026-10-23T12:37:47.172" v="35" actId="34807"/>
        <pc:sldMkLst>
          <pc:docMk/>
          <pc:sldMk cId="1302422614" sldId="12346"/>
        </pc:sldMkLst>
        <pc:spChg chg="add mod">
          <ac:chgData name="" userId="" providerId="" clId="Web-{57FA6384-6D64-4017-8C8D-103F9B22F9B7}" dt="2026-10-23T12:37:45.609" v="33" actId="34807"/>
          <ac:spMkLst>
            <pc:docMk/>
            <pc:sldMk cId="1302422614" sldId="12346"/>
            <ac:spMk id="35311" creationId="{156D5F29-F8CD-BB08-307E-44F3CB9A1788}"/>
          </ac:spMkLst>
        </pc:spChg>
        <pc:spChg chg="add mod">
          <ac:chgData name="" userId="" providerId="" clId="Web-{57FA6384-6D64-4017-8C8D-103F9B22F9B7}" dt="2026-10-23T12:37:45.609" v="33" actId="34807"/>
          <ac:spMkLst>
            <pc:docMk/>
            <pc:sldMk cId="1302422614" sldId="12346"/>
            <ac:spMk id="35335" creationId="{1AF9B844-2F0F-417C-F704-BD06E8E63A49}"/>
          </ac:spMkLst>
        </pc:spChg>
        <pc:spChg chg="add mod">
          <ac:chgData name="" userId="" providerId="" clId="Web-{57FA6384-6D64-4017-8C8D-103F9B22F9B7}" dt="2026-10-23T12:37:45.609" v="33" actId="34807"/>
          <ac:spMkLst>
            <pc:docMk/>
            <pc:sldMk cId="1302422614" sldId="12346"/>
            <ac:spMk id="35381" creationId="{E1E3E0E6-2368-93A5-C0C4-B16391ACFC7B}"/>
          </ac:spMkLst>
        </pc:spChg>
        <pc:spChg chg="add mod">
          <ac:chgData name="" userId="" providerId="" clId="Web-{57FA6384-6D64-4017-8C8D-103F9B22F9B7}" dt="2026-10-23T12:37:45.609" v="33" actId="34807"/>
          <ac:spMkLst>
            <pc:docMk/>
            <pc:sldMk cId="1302422614" sldId="12346"/>
            <ac:spMk id="35395" creationId="{80A2DB65-7B21-47D8-B9E2-0D2140411B16}"/>
          </ac:spMkLst>
        </pc:spChg>
        <pc:spChg chg="add mod">
          <ac:chgData name="" userId="" providerId="" clId="Web-{57FA6384-6D64-4017-8C8D-103F9B22F9B7}" dt="2026-10-23T12:37:45.609" v="33" actId="34807"/>
          <ac:spMkLst>
            <pc:docMk/>
            <pc:sldMk cId="1302422614" sldId="12346"/>
            <ac:spMk id="35443" creationId="{C8401D7F-E9A6-080E-591D-FCD2F78C3350}"/>
          </ac:spMkLst>
        </pc:spChg>
        <pc:spChg chg="add mod">
          <ac:chgData name="" userId="" providerId="" clId="Web-{57FA6384-6D64-4017-8C8D-103F9B22F9B7}" dt="2026-10-23T12:37:45.609" v="33" actId="34807"/>
          <ac:spMkLst>
            <pc:docMk/>
            <pc:sldMk cId="1302422614" sldId="12346"/>
            <ac:spMk id="35480" creationId="{DADFFCFE-B2D1-5E78-00FC-41EDBCAE1E6E}"/>
          </ac:spMkLst>
        </pc:spChg>
        <pc:spChg chg="add mod">
          <ac:chgData name="" userId="" providerId="" clId="Web-{57FA6384-6D64-4017-8C8D-103F9B22F9B7}" dt="2026-10-23T12:37:45.609" v="33" actId="34807"/>
          <ac:spMkLst>
            <pc:docMk/>
            <pc:sldMk cId="1302422614" sldId="12346"/>
            <ac:spMk id="35500" creationId="{C94E423B-05AB-9F76-BE65-9AB2AD04E462}"/>
          </ac:spMkLst>
        </pc:spChg>
        <pc:spChg chg="add mod">
          <ac:chgData name="" userId="" providerId="" clId="Web-{57FA6384-6D64-4017-8C8D-103F9B22F9B7}" dt="2026-10-23T12:37:45.609" v="33" actId="34807"/>
          <ac:spMkLst>
            <pc:docMk/>
            <pc:sldMk cId="1302422614" sldId="12346"/>
            <ac:spMk id="35521" creationId="{EC249819-E07A-C23D-6596-30C031C22FD3}"/>
          </ac:spMkLst>
        </pc:spChg>
        <pc:spChg chg="add mod">
          <ac:chgData name="" userId="" providerId="" clId="Web-{57FA6384-6D64-4017-8C8D-103F9B22F9B7}" dt="2026-10-23T12:37:45.609" v="33" actId="34807"/>
          <ac:spMkLst>
            <pc:docMk/>
            <pc:sldMk cId="1302422614" sldId="12346"/>
            <ac:spMk id="35543" creationId="{7E7F7D14-B81C-E7F1-58BD-7C7C8CCA9262}"/>
          </ac:spMkLst>
        </pc:spChg>
        <pc:spChg chg="add mod">
          <ac:chgData name="" userId="" providerId="" clId="Web-{57FA6384-6D64-4017-8C8D-103F9B22F9B7}" dt="2026-10-23T12:37:45.609" v="33" actId="34807"/>
          <ac:spMkLst>
            <pc:docMk/>
            <pc:sldMk cId="1302422614" sldId="12346"/>
            <ac:spMk id="35566" creationId="{49267F8A-09CA-1A1C-C2DB-B14D5ADCA707}"/>
          </ac:spMkLst>
        </pc:spChg>
        <pc:picChg chg="add mod">
          <ac:chgData name="" userId="" providerId="" clId="Web-{57FA6384-6D64-4017-8C8D-103F9B22F9B7}" dt="2026-10-23T12:37:46.406" v="34" actId="34807"/>
          <ac:picMkLst>
            <pc:docMk/>
            <pc:sldMk cId="1302422614" sldId="12346"/>
            <ac:picMk id="35616" creationId="{915E04F5-44A1-72D9-0F54-27A1D37E2943}"/>
          </ac:picMkLst>
        </pc:picChg>
        <pc:picChg chg="add mod">
          <ac:chgData name="" userId="" providerId="" clId="Web-{57FA6384-6D64-4017-8C8D-103F9B22F9B7}" dt="2026-10-23T12:37:46.406" v="34" actId="34807"/>
          <ac:picMkLst>
            <pc:docMk/>
            <pc:sldMk cId="1302422614" sldId="12346"/>
            <ac:picMk id="35617" creationId="{F8E3716F-88A5-415B-59B6-DC47CB186036}"/>
          </ac:picMkLst>
        </pc:picChg>
        <pc:picChg chg="add mod">
          <ac:chgData name="" userId="" providerId="" clId="Web-{57FA6384-6D64-4017-8C8D-103F9B22F9B7}" dt="2026-10-23T12:37:46.406" v="34" actId="34807"/>
          <ac:picMkLst>
            <pc:docMk/>
            <pc:sldMk cId="1302422614" sldId="12346"/>
            <ac:picMk id="35618" creationId="{ECA09EB6-9921-4D86-59BA-9FCF4B7274E4}"/>
          </ac:picMkLst>
        </pc:picChg>
        <pc:picChg chg="add mod">
          <ac:chgData name="" userId="" providerId="" clId="Web-{57FA6384-6D64-4017-8C8D-103F9B22F9B7}" dt="2026-10-23T12:37:46.406" v="34" actId="34807"/>
          <ac:picMkLst>
            <pc:docMk/>
            <pc:sldMk cId="1302422614" sldId="12346"/>
            <ac:picMk id="35619" creationId="{C0E0D7C4-2A42-ED94-8BFA-8B3B6F1A7BE8}"/>
          </ac:picMkLst>
        </pc:picChg>
        <pc:picChg chg="add mod">
          <ac:chgData name="" userId="" providerId="" clId="Web-{57FA6384-6D64-4017-8C8D-103F9B22F9B7}" dt="2026-10-23T12:37:46.406" v="34" actId="34807"/>
          <ac:picMkLst>
            <pc:docMk/>
            <pc:sldMk cId="1302422614" sldId="12346"/>
            <ac:picMk id="35620" creationId="{20C5465A-3C60-3F18-EC7A-187377701806}"/>
          </ac:picMkLst>
        </pc:picChg>
        <pc:picChg chg="add mod">
          <ac:chgData name="" userId="" providerId="" clId="Web-{57FA6384-6D64-4017-8C8D-103F9B22F9B7}" dt="2026-10-23T12:37:46.406" v="34" actId="34807"/>
          <ac:picMkLst>
            <pc:docMk/>
            <pc:sldMk cId="1302422614" sldId="12346"/>
            <ac:picMk id="35621" creationId="{6B9BFA04-8096-ACB9-8A79-076454A30EAB}"/>
          </ac:picMkLst>
        </pc:picChg>
        <pc:picChg chg="add mod">
          <ac:chgData name="" userId="" providerId="" clId="Web-{57FA6384-6D64-4017-8C8D-103F9B22F9B7}" dt="2026-10-23T12:37:46.406" v="34" actId="34807"/>
          <ac:picMkLst>
            <pc:docMk/>
            <pc:sldMk cId="1302422614" sldId="12346"/>
            <ac:picMk id="35622" creationId="{BBFA3FBE-55F2-A951-9491-5551797DD6E2}"/>
          </ac:picMkLst>
        </pc:picChg>
      </pc:sldChg>
      <pc:sldChg chg="addSp modSp modNotesTx">
        <pc:chgData name="" userId="" providerId="" clId="Web-{57FA6384-6D64-4017-8C8D-103F9B22F9B7}" dt="2026-10-23T12:43:30.679" v="64" actId="34807"/>
        <pc:sldMkLst>
          <pc:docMk/>
          <pc:sldMk cId="1283465664" sldId="12557"/>
        </pc:sldMkLst>
        <pc:spChg chg="add mod">
          <ac:chgData name="" userId="" providerId="" clId="Web-{57FA6384-6D64-4017-8C8D-103F9B22F9B7}" dt="2026-10-23T12:37:56.984" v="36" actId="34807"/>
          <ac:spMkLst>
            <pc:docMk/>
            <pc:sldMk cId="1283465664" sldId="12557"/>
            <ac:spMk id="35632" creationId="{5D266012-D388-3DCC-14ED-D7F3E197CEB1}"/>
          </ac:spMkLst>
        </pc:spChg>
        <pc:spChg chg="add mod">
          <ac:chgData name="" userId="" providerId="" clId="Web-{57FA6384-6D64-4017-8C8D-103F9B22F9B7}" dt="2026-10-23T12:37:56.984" v="36" actId="34807"/>
          <ac:spMkLst>
            <pc:docMk/>
            <pc:sldMk cId="1283465664" sldId="12557"/>
            <ac:spMk id="35643" creationId="{922D64ED-AB22-F3F3-8FD6-97CAEEE5CC38}"/>
          </ac:spMkLst>
        </pc:spChg>
        <pc:spChg chg="add mod">
          <ac:chgData name="" userId="" providerId="" clId="Web-{57FA6384-6D64-4017-8C8D-103F9B22F9B7}" dt="2026-10-23T12:37:56.984" v="36" actId="34807"/>
          <ac:spMkLst>
            <pc:docMk/>
            <pc:sldMk cId="1283465664" sldId="12557"/>
            <ac:spMk id="35713" creationId="{583C559A-860A-60FB-28EC-B4F74454FB82}"/>
          </ac:spMkLst>
        </pc:spChg>
        <pc:spChg chg="add mod">
          <ac:chgData name="" userId="" providerId="" clId="Web-{57FA6384-6D64-4017-8C8D-103F9B22F9B7}" dt="2026-10-23T12:37:56.984" v="36" actId="34807"/>
          <ac:spMkLst>
            <pc:docMk/>
            <pc:sldMk cId="1283465664" sldId="12557"/>
            <ac:spMk id="35875" creationId="{1494D342-EDA4-5790-D068-AA162526DBC2}"/>
          </ac:spMkLst>
        </pc:spChg>
        <pc:spChg chg="add mod">
          <ac:chgData name="" userId="" providerId="" clId="Web-{57FA6384-6D64-4017-8C8D-103F9B22F9B7}" dt="2026-10-23T12:37:56.984" v="36" actId="34807"/>
          <ac:spMkLst>
            <pc:docMk/>
            <pc:sldMk cId="1283465664" sldId="12557"/>
            <ac:spMk id="35922" creationId="{BD3B2A69-B8C0-2FA8-6CD2-5020847FAD2C}"/>
          </ac:spMkLst>
        </pc:spChg>
        <pc:spChg chg="mod">
          <ac:chgData name="" userId="" providerId="" clId="Web-{57FA6384-6D64-4017-8C8D-103F9B22F9B7}" dt="2026-10-23T12:37:59.985" v="39" actId="34807"/>
          <ac:spMkLst>
            <pc:docMk/>
            <pc:sldMk cId="1283465664" sldId="12557"/>
            <ac:spMk id="35947" creationId="{D877F4A4-A3A0-CD8E-FD26-1DD68203631C}"/>
          </ac:spMkLst>
        </pc:spChg>
        <pc:spChg chg="mod">
          <ac:chgData name="" userId="" providerId="" clId="Web-{57FA6384-6D64-4017-8C8D-103F9B22F9B7}" dt="2026-10-23T12:37:59.985" v="39" actId="34807"/>
          <ac:spMkLst>
            <pc:docMk/>
            <pc:sldMk cId="1283465664" sldId="12557"/>
            <ac:spMk id="36057" creationId="{157AE2E9-EDA3-C457-8C09-764931AEE68E}"/>
          </ac:spMkLst>
        </pc:spChg>
        <pc:spChg chg="add mod">
          <ac:chgData name="" userId="" providerId="" clId="Web-{57FA6384-6D64-4017-8C8D-103F9B22F9B7}" dt="2026-10-23T12:37:56.984" v="36" actId="34807"/>
          <ac:spMkLst>
            <pc:docMk/>
            <pc:sldMk cId="1283465664" sldId="12557"/>
            <ac:spMk id="36118" creationId="{0ACFEB6E-CEEF-5CA2-A3AD-870F654B6BDF}"/>
          </ac:spMkLst>
        </pc:spChg>
        <pc:spChg chg="mod">
          <ac:chgData name="" userId="" providerId="" clId="Web-{57FA6384-6D64-4017-8C8D-103F9B22F9B7}" dt="2026-10-23T12:37:59.985" v="39" actId="34807"/>
          <ac:spMkLst>
            <pc:docMk/>
            <pc:sldMk cId="1283465664" sldId="12557"/>
            <ac:spMk id="36183" creationId="{DE4D261B-148A-B704-9380-BCCD826B58DB}"/>
          </ac:spMkLst>
        </pc:spChg>
        <pc:spChg chg="add mod">
          <ac:chgData name="" userId="" providerId="" clId="Web-{57FA6384-6D64-4017-8C8D-103F9B22F9B7}" dt="2026-10-23T12:37:56.984" v="36" actId="34807"/>
          <ac:spMkLst>
            <pc:docMk/>
            <pc:sldMk cId="1283465664" sldId="12557"/>
            <ac:spMk id="36217" creationId="{460D7FF7-D2C8-A334-FE49-50232268E219}"/>
          </ac:spMkLst>
        </pc:spChg>
        <pc:spChg chg="mod">
          <ac:chgData name="" userId="" providerId="" clId="Web-{57FA6384-6D64-4017-8C8D-103F9B22F9B7}" dt="2026-10-23T12:43:30.679" v="64" actId="34807"/>
          <ac:spMkLst>
            <pc:docMk/>
            <pc:sldMk cId="1283465664" sldId="12557"/>
            <ac:spMk id="36325" creationId="{4A354B72-743C-D1C8-658B-254F36A99FE8}"/>
          </ac:spMkLst>
        </pc:spChg>
        <pc:spChg chg="add mod">
          <ac:chgData name="" userId="" providerId="" clId="Web-{57FA6384-6D64-4017-8C8D-103F9B22F9B7}" dt="2026-10-23T12:37:56.984" v="36" actId="34807"/>
          <ac:spMkLst>
            <pc:docMk/>
            <pc:sldMk cId="1283465664" sldId="12557"/>
            <ac:spMk id="36612" creationId="{01DA2BCF-5F09-39CE-B277-BCFCB6C90EDF}"/>
          </ac:spMkLst>
        </pc:spChg>
        <pc:spChg chg="add mod">
          <ac:chgData name="" userId="" providerId="" clId="Web-{57FA6384-6D64-4017-8C8D-103F9B22F9B7}" dt="2026-10-23T12:37:56.984" v="36" actId="34807"/>
          <ac:spMkLst>
            <pc:docMk/>
            <pc:sldMk cId="1283465664" sldId="12557"/>
            <ac:spMk id="37275" creationId="{0558173D-6694-1225-E2E3-06B3FBC5592A}"/>
          </ac:spMkLst>
        </pc:spChg>
        <pc:spChg chg="add mod">
          <ac:chgData name="" userId="" providerId="" clId="Web-{57FA6384-6D64-4017-8C8D-103F9B22F9B7}" dt="2026-10-23T12:37:56.984" v="36" actId="34807"/>
          <ac:spMkLst>
            <pc:docMk/>
            <pc:sldMk cId="1283465664" sldId="12557"/>
            <ac:spMk id="37452" creationId="{C0E155C3-0068-2543-621F-64738D0E8DA7}"/>
          </ac:spMkLst>
        </pc:spChg>
        <pc:spChg chg="mod">
          <ac:chgData name="" userId="" providerId="" clId="Web-{57FA6384-6D64-4017-8C8D-103F9B22F9B7}" dt="2026-10-23T12:37:59.985" v="39" actId="34807"/>
          <ac:spMkLst>
            <pc:docMk/>
            <pc:sldMk cId="1283465664" sldId="12557"/>
            <ac:spMk id="37638" creationId="{3EA61D87-7916-B8A3-B859-8F6B00F5E025}"/>
          </ac:spMkLst>
        </pc:spChg>
        <pc:picChg chg="add mod">
          <ac:chgData name="" userId="" providerId="" clId="Web-{57FA6384-6D64-4017-8C8D-103F9B22F9B7}" dt="2026-10-23T12:37:57.969" v="37" actId="34807"/>
          <ac:picMkLst>
            <pc:docMk/>
            <pc:sldMk cId="1283465664" sldId="12557"/>
            <ac:picMk id="37901" creationId="{CD989EC1-0974-5710-EDCE-836484A89063}"/>
          </ac:picMkLst>
        </pc:picChg>
      </pc:sldChg>
      <pc:sldChg chg="addSp modSp modNotesTx">
        <pc:chgData name="" userId="" providerId="" clId="Web-{57FA6384-6D64-4017-8C8D-103F9B22F9B7}" dt="2026-10-23T12:54:39.900" v="66" actId="34807"/>
        <pc:sldMkLst>
          <pc:docMk/>
          <pc:sldMk cId="1328341611" sldId="12769"/>
        </pc:sldMkLst>
        <pc:spChg chg="add mod">
          <ac:chgData name="" userId="" providerId="" clId="Web-{57FA6384-6D64-4017-8C8D-103F9B22F9B7}" dt="2026-10-23T12:42:14.709" v="43" actId="34807"/>
          <ac:spMkLst>
            <pc:docMk/>
            <pc:sldMk cId="1328341611" sldId="12769"/>
            <ac:spMk id="37905" creationId="{8385A6F6-C6A0-B35F-E34B-D3C816B7E5B7}"/>
          </ac:spMkLst>
        </pc:spChg>
        <pc:spChg chg="add mod">
          <ac:chgData name="" userId="" providerId="" clId="Web-{57FA6384-6D64-4017-8C8D-103F9B22F9B7}" dt="2026-10-23T12:42:14.709" v="43" actId="34807"/>
          <ac:spMkLst>
            <pc:docMk/>
            <pc:sldMk cId="1328341611" sldId="12769"/>
            <ac:spMk id="37907" creationId="{A1795C47-4C54-013D-4274-13E0616771A2}"/>
          </ac:spMkLst>
        </pc:spChg>
        <pc:spChg chg="add mod">
          <ac:chgData name="" userId="" providerId="" clId="Web-{57FA6384-6D64-4017-8C8D-103F9B22F9B7}" dt="2026-10-23T12:42:14.709" v="43" actId="34807"/>
          <ac:spMkLst>
            <pc:docMk/>
            <pc:sldMk cId="1328341611" sldId="12769"/>
            <ac:spMk id="37940" creationId="{CF8FB8CE-6393-B54F-0595-3F661A770ED1}"/>
          </ac:spMkLst>
        </pc:spChg>
        <pc:spChg chg="mod">
          <ac:chgData name="" userId="" providerId="" clId="Web-{57FA6384-6D64-4017-8C8D-103F9B22F9B7}" dt="2026-10-23T12:54:39.900" v="66" actId="34807"/>
          <ac:spMkLst>
            <pc:docMk/>
            <pc:sldMk cId="1328341611" sldId="12769"/>
            <ac:spMk id="38075" creationId="{10EE3C83-DD94-936D-8DDF-DE114976888A}"/>
          </ac:spMkLst>
        </pc:spChg>
        <pc:spChg chg="add mod">
          <ac:chgData name="" userId="" providerId="" clId="Web-{57FA6384-6D64-4017-8C8D-103F9B22F9B7}" dt="2026-10-23T12:54:39.900" v="66" actId="34807"/>
          <ac:spMkLst>
            <pc:docMk/>
            <pc:sldMk cId="1328341611" sldId="12769"/>
            <ac:spMk id="38094" creationId="{659A76C1-B94E-B2EA-D19A-E60EB6C25520}"/>
          </ac:spMkLst>
        </pc:spChg>
        <pc:spChg chg="mod">
          <ac:chgData name="" userId="" providerId="" clId="Web-{57FA6384-6D64-4017-8C8D-103F9B22F9B7}" dt="2026-10-23T12:54:39.900" v="66" actId="34807"/>
          <ac:spMkLst>
            <pc:docMk/>
            <pc:sldMk cId="1328341611" sldId="12769"/>
            <ac:spMk id="38135" creationId="{8FA0E86B-C307-F52D-B0EC-33014C71EFB4}"/>
          </ac:spMkLst>
        </pc:spChg>
        <pc:spChg chg="mod">
          <ac:chgData name="" userId="" providerId="" clId="Web-{57FA6384-6D64-4017-8C8D-103F9B22F9B7}" dt="2026-10-23T12:54:39.900" v="66" actId="34807"/>
          <ac:spMkLst>
            <pc:docMk/>
            <pc:sldMk cId="1328341611" sldId="12769"/>
            <ac:spMk id="38157" creationId="{212780D9-7F25-180E-3AB5-BC624208FB9C}"/>
          </ac:spMkLst>
        </pc:spChg>
        <pc:spChg chg="mod">
          <ac:chgData name="" userId="" providerId="" clId="Web-{57FA6384-6D64-4017-8C8D-103F9B22F9B7}" dt="2026-10-23T12:54:39.900" v="66" actId="34807"/>
          <ac:spMkLst>
            <pc:docMk/>
            <pc:sldMk cId="1328341611" sldId="12769"/>
            <ac:spMk id="38180" creationId="{FD76DE29-8B7D-0EB6-4964-2DB2D7A40856}"/>
          </ac:spMkLst>
        </pc:spChg>
        <pc:spChg chg="mod">
          <ac:chgData name="" userId="" providerId="" clId="Web-{57FA6384-6D64-4017-8C8D-103F9B22F9B7}" dt="2026-10-23T12:54:39.900" v="66" actId="34807"/>
          <ac:spMkLst>
            <pc:docMk/>
            <pc:sldMk cId="1328341611" sldId="12769"/>
            <ac:spMk id="38204" creationId="{4623CE09-3EC5-66BA-D099-BA5F7D5D0226}"/>
          </ac:spMkLst>
        </pc:spChg>
        <pc:spChg chg="mod">
          <ac:chgData name="" userId="" providerId="" clId="Web-{57FA6384-6D64-4017-8C8D-103F9B22F9B7}" dt="2026-10-23T12:54:39.900" v="66" actId="34807"/>
          <ac:spMkLst>
            <pc:docMk/>
            <pc:sldMk cId="1328341611" sldId="12769"/>
            <ac:spMk id="38229" creationId="{4A7931DA-3376-3CC5-3343-0F5B803076A4}"/>
          </ac:spMkLst>
        </pc:spChg>
        <pc:spChg chg="add mod">
          <ac:chgData name="" userId="" providerId="" clId="Web-{57FA6384-6D64-4017-8C8D-103F9B22F9B7}" dt="2026-10-23T12:54:39.900" v="66" actId="34807"/>
          <ac:spMkLst>
            <pc:docMk/>
            <pc:sldMk cId="1328341611" sldId="12769"/>
            <ac:spMk id="38255" creationId="{E77DD0AA-F9FE-0B41-BB6C-503488FCDE05}"/>
          </ac:spMkLst>
        </pc:spChg>
        <pc:spChg chg="add mod">
          <ac:chgData name="" userId="" providerId="" clId="Web-{57FA6384-6D64-4017-8C8D-103F9B22F9B7}" dt="2026-10-23T12:42:14.709" v="43" actId="34807"/>
          <ac:spMkLst>
            <pc:docMk/>
            <pc:sldMk cId="1328341611" sldId="12769"/>
            <ac:spMk id="38432" creationId="{E4D6F0D9-FE52-5CAF-E084-D926FDAF656D}"/>
          </ac:spMkLst>
        </pc:spChg>
        <pc:spChg chg="add mod">
          <ac:chgData name="" userId="" providerId="" clId="Web-{57FA6384-6D64-4017-8C8D-103F9B22F9B7}" dt="2026-10-23T12:54:39.900" v="66" actId="34807"/>
          <ac:spMkLst>
            <pc:docMk/>
            <pc:sldMk cId="1328341611" sldId="12769"/>
            <ac:spMk id="38534" creationId="{B368BD22-9908-7A9D-86E3-0955C7C5657E}"/>
          </ac:spMkLst>
        </pc:spChg>
        <pc:spChg chg="mod">
          <ac:chgData name="" userId="" providerId="" clId="Web-{57FA6384-6D64-4017-8C8D-103F9B22F9B7}" dt="2026-10-23T12:54:39.900" v="66" actId="34807"/>
          <ac:spMkLst>
            <pc:docMk/>
            <pc:sldMk cId="1328341611" sldId="12769"/>
            <ac:spMk id="38570" creationId="{C2808529-EE22-175E-C839-4EC81E165A2C}"/>
          </ac:spMkLst>
        </pc:spChg>
        <pc:spChg chg="add mod">
          <ac:chgData name="" userId="" providerId="" clId="Web-{57FA6384-6D64-4017-8C8D-103F9B22F9B7}" dt="2026-10-23T12:42:14.709" v="43" actId="34807"/>
          <ac:spMkLst>
            <pc:docMk/>
            <pc:sldMk cId="1328341611" sldId="12769"/>
            <ac:spMk id="38645" creationId="{1E99633E-F644-4201-003B-EE2DA12A4F13}"/>
          </ac:spMkLst>
        </pc:spChg>
        <pc:spChg chg="add mod">
          <ac:chgData name="" userId="" providerId="" clId="Web-{57FA6384-6D64-4017-8C8D-103F9B22F9B7}" dt="2026-10-23T12:42:14.709" v="43" actId="34807"/>
          <ac:spMkLst>
            <pc:docMk/>
            <pc:sldMk cId="1328341611" sldId="12769"/>
            <ac:spMk id="38684" creationId="{A032AE99-B049-C1D1-12F7-88B2625AEE3B}"/>
          </ac:spMkLst>
        </pc:spChg>
        <pc:spChg chg="add mod">
          <ac:chgData name="" userId="" providerId="" clId="Web-{57FA6384-6D64-4017-8C8D-103F9B22F9B7}" dt="2026-10-23T12:42:14.709" v="43" actId="34807"/>
          <ac:spMkLst>
            <pc:docMk/>
            <pc:sldMk cId="1328341611" sldId="12769"/>
            <ac:spMk id="38807" creationId="{9465F97F-7CDD-5FE8-3D46-6678DB9A9995}"/>
          </ac:spMkLst>
        </pc:spChg>
        <pc:picChg chg="add mod">
          <ac:chgData name="" userId="" providerId="" clId="Web-{57FA6384-6D64-4017-8C8D-103F9B22F9B7}" dt="2026-10-23T12:42:15.584" v="44" actId="34807"/>
          <ac:picMkLst>
            <pc:docMk/>
            <pc:sldMk cId="1328341611" sldId="12769"/>
            <ac:picMk id="38851" creationId="{46E9E0F9-C039-20B1-BDFA-40F92F1403E1}"/>
          </ac:picMkLst>
        </pc:picChg>
        <pc:picChg chg="add mod">
          <ac:chgData name="" userId="" providerId="" clId="Web-{57FA6384-6D64-4017-8C8D-103F9B22F9B7}" dt="2026-10-23T12:42:15.584" v="44" actId="34807"/>
          <ac:picMkLst>
            <pc:docMk/>
            <pc:sldMk cId="1328341611" sldId="12769"/>
            <ac:picMk id="38852" creationId="{81DDD207-E340-6960-BD8B-6AF4CC2D85A3}"/>
          </ac:picMkLst>
        </pc:picChg>
        <pc:picChg chg="add mod">
          <ac:chgData name="" userId="" providerId="" clId="Web-{57FA6384-6D64-4017-8C8D-103F9B22F9B7}" dt="2026-10-23T12:42:15.584" v="44" actId="34807"/>
          <ac:picMkLst>
            <pc:docMk/>
            <pc:sldMk cId="1328341611" sldId="12769"/>
            <ac:picMk id="38853" creationId="{9478C4ED-4538-D77A-C522-9401A60445B2}"/>
          </ac:picMkLst>
        </pc:picChg>
        <pc:picChg chg="add mod">
          <ac:chgData name="" userId="" providerId="" clId="Web-{57FA6384-6D64-4017-8C8D-103F9B22F9B7}" dt="2026-10-23T12:42:15.584" v="44" actId="34807"/>
          <ac:picMkLst>
            <pc:docMk/>
            <pc:sldMk cId="1328341611" sldId="12769"/>
            <ac:picMk id="38854" creationId="{CB3B1B7A-C7FE-45C2-B6FE-233EFDC6161B}"/>
          </ac:picMkLst>
        </pc:picChg>
      </pc:sldChg>
      <pc:sldChg chg="addSp modSp modNotesTx">
        <pc:chgData name="" userId="" providerId="" clId="Web-{57FA6384-6D64-4017-8C8D-103F9B22F9B7}" dt="2026-10-23T12:54:50.307" v="67" actId="34807"/>
        <pc:sldMkLst>
          <pc:docMk/>
          <pc:sldMk cId="2377474207" sldId="12982"/>
        </pc:sldMkLst>
        <pc:spChg chg="add mod">
          <ac:chgData name="" userId="" providerId="" clId="Web-{57FA6384-6D64-4017-8C8D-103F9B22F9B7}" dt="2026-10-23T12:42:47.584" v="49" actId="34807"/>
          <ac:spMkLst>
            <pc:docMk/>
            <pc:sldMk cId="2377474207" sldId="12982"/>
            <ac:spMk id="38861" creationId="{3B743F3A-8B7F-C65F-26D1-6BAEA813C552}"/>
          </ac:spMkLst>
        </pc:spChg>
        <pc:spChg chg="add mod">
          <ac:chgData name="" userId="" providerId="" clId="Web-{57FA6384-6D64-4017-8C8D-103F9B22F9B7}" dt="2026-10-23T12:42:47.584" v="49" actId="34807"/>
          <ac:spMkLst>
            <pc:docMk/>
            <pc:sldMk cId="2377474207" sldId="12982"/>
            <ac:spMk id="38876" creationId="{32F9B987-605D-E36D-7A65-473F5E75D432}"/>
          </ac:spMkLst>
        </pc:spChg>
        <pc:spChg chg="mod">
          <ac:chgData name="" userId="" providerId="" clId="Web-{57FA6384-6D64-4017-8C8D-103F9B22F9B7}" dt="2026-10-23T12:54:50.307" v="67" actId="34807"/>
          <ac:spMkLst>
            <pc:docMk/>
            <pc:sldMk cId="2377474207" sldId="12982"/>
            <ac:spMk id="38900" creationId="{51CCF43A-7B24-75B9-8132-F1DAFC2C2C11}"/>
          </ac:spMkLst>
        </pc:spChg>
        <pc:spChg chg="add mod">
          <ac:chgData name="" userId="" providerId="" clId="Web-{57FA6384-6D64-4017-8C8D-103F9B22F9B7}" dt="2026-10-23T12:54:50.307" v="67" actId="34807"/>
          <ac:spMkLst>
            <pc:docMk/>
            <pc:sldMk cId="2377474207" sldId="12982"/>
            <ac:spMk id="38921" creationId="{D6983635-DE8C-04FA-96B9-5C5A69F9BB19}"/>
          </ac:spMkLst>
        </pc:spChg>
        <pc:spChg chg="add mod">
          <ac:chgData name="" userId="" providerId="" clId="Web-{57FA6384-6D64-4017-8C8D-103F9B22F9B7}" dt="2026-10-23T12:42:47.584" v="49" actId="34807"/>
          <ac:spMkLst>
            <pc:docMk/>
            <pc:sldMk cId="2377474207" sldId="12982"/>
            <ac:spMk id="38946" creationId="{1A610513-074E-683A-650D-F214D6038F3E}"/>
          </ac:spMkLst>
        </pc:spChg>
        <pc:spChg chg="add mod">
          <ac:chgData name="" userId="" providerId="" clId="Web-{57FA6384-6D64-4017-8C8D-103F9B22F9B7}" dt="2026-10-23T12:42:47.584" v="49" actId="34807"/>
          <ac:spMkLst>
            <pc:docMk/>
            <pc:sldMk cId="2377474207" sldId="12982"/>
            <ac:spMk id="38975" creationId="{64516853-788D-5589-9D56-7092D7A3F394}"/>
          </ac:spMkLst>
        </pc:spChg>
        <pc:spChg chg="mod">
          <ac:chgData name="" userId="" providerId="" clId="Web-{57FA6384-6D64-4017-8C8D-103F9B22F9B7}" dt="2026-10-23T12:54:50.307" v="67" actId="34807"/>
          <ac:spMkLst>
            <pc:docMk/>
            <pc:sldMk cId="2377474207" sldId="12982"/>
            <ac:spMk id="39008" creationId="{CC14C451-F772-0720-C4DC-97954C3ED13E}"/>
          </ac:spMkLst>
        </pc:spChg>
        <pc:spChg chg="add mod">
          <ac:chgData name="" userId="" providerId="" clId="Web-{57FA6384-6D64-4017-8C8D-103F9B22F9B7}" dt="2026-10-23T12:42:47.584" v="49" actId="34807"/>
          <ac:spMkLst>
            <pc:docMk/>
            <pc:sldMk cId="2377474207" sldId="12982"/>
            <ac:spMk id="39045" creationId="{FAA430A7-5BB6-CAE7-1EFA-43C37D571710}"/>
          </ac:spMkLst>
        </pc:spChg>
        <pc:spChg chg="add mod">
          <ac:chgData name="" userId="" providerId="" clId="Web-{57FA6384-6D64-4017-8C8D-103F9B22F9B7}" dt="2026-10-23T12:54:50.307" v="67" actId="34807"/>
          <ac:spMkLst>
            <pc:docMk/>
            <pc:sldMk cId="2377474207" sldId="12982"/>
            <ac:spMk id="39086" creationId="{8F57B887-47E0-8189-CFEB-7F189BBA71BE}"/>
          </ac:spMkLst>
        </pc:spChg>
        <pc:spChg chg="mod">
          <ac:chgData name="" userId="" providerId="" clId="Web-{57FA6384-6D64-4017-8C8D-103F9B22F9B7}" dt="2026-10-23T12:54:50.307" v="67" actId="34807"/>
          <ac:spMkLst>
            <pc:docMk/>
            <pc:sldMk cId="2377474207" sldId="12982"/>
            <ac:spMk id="39180" creationId="{E5978440-1DF0-8671-7EFE-3CEF4EC8E6EE}"/>
          </ac:spMkLst>
        </pc:spChg>
        <pc:spChg chg="add mod">
          <ac:chgData name="" userId="" providerId="" clId="Web-{57FA6384-6D64-4017-8C8D-103F9B22F9B7}" dt="2026-10-23T12:42:47.584" v="49" actId="34807"/>
          <ac:spMkLst>
            <pc:docMk/>
            <pc:sldMk cId="2377474207" sldId="12982"/>
            <ac:spMk id="39261" creationId="{513B1470-A8BB-7CC2-C583-ADEDF9C27544}"/>
          </ac:spMkLst>
        </pc:spChg>
        <pc:spChg chg="mod">
          <ac:chgData name="" userId="" providerId="" clId="Web-{57FA6384-6D64-4017-8C8D-103F9B22F9B7}" dt="2026-10-23T12:54:50.307" v="67" actId="34807"/>
          <ac:spMkLst>
            <pc:docMk/>
            <pc:sldMk cId="2377474207" sldId="12982"/>
            <ac:spMk id="39290" creationId="{7B306E36-C61C-A260-9FD9-A0092154F041}"/>
          </ac:spMkLst>
        </pc:spChg>
        <pc:spChg chg="add mod">
          <ac:chgData name="" userId="" providerId="" clId="Web-{57FA6384-6D64-4017-8C8D-103F9B22F9B7}" dt="2026-10-23T12:42:47.584" v="49" actId="34807"/>
          <ac:spMkLst>
            <pc:docMk/>
            <pc:sldMk cId="2377474207" sldId="12982"/>
            <ac:spMk id="39351" creationId="{ADEB64FF-502D-6AA3-6CD6-AD32D292A7FD}"/>
          </ac:spMkLst>
        </pc:spChg>
        <pc:spChg chg="add mod">
          <ac:chgData name="" userId="" providerId="" clId="Web-{57FA6384-6D64-4017-8C8D-103F9B22F9B7}" dt="2026-10-23T12:54:50.307" v="67" actId="34807"/>
          <ac:spMkLst>
            <pc:docMk/>
            <pc:sldMk cId="2377474207" sldId="12982"/>
            <ac:spMk id="39416" creationId="{E50B9EB3-9030-BE21-733A-0107CAEE83AA}"/>
          </ac:spMkLst>
        </pc:spChg>
        <pc:picChg chg="add mod">
          <ac:chgData name="" userId="" providerId="" clId="Web-{57FA6384-6D64-4017-8C8D-103F9B22F9B7}" dt="2026-10-23T12:42:30.959" v="47" actId="34807"/>
          <ac:picMkLst>
            <pc:docMk/>
            <pc:sldMk cId="2377474207" sldId="12982"/>
            <ac:picMk id="38855" creationId="{3E8DC0E0-B52F-961C-BC86-BC9547CAAD9E}"/>
          </ac:picMkLst>
        </pc:picChg>
        <pc:picChg chg="add mod">
          <ac:chgData name="" userId="" providerId="" clId="Web-{57FA6384-6D64-4017-8C8D-103F9B22F9B7}" dt="2026-10-23T12:42:48.537" v="50" actId="34807"/>
          <ac:picMkLst>
            <pc:docMk/>
            <pc:sldMk cId="2377474207" sldId="12982"/>
            <ac:picMk id="39451" creationId="{6B7B846C-91FA-6ADF-36AC-55A59CD73159}"/>
          </ac:picMkLst>
        </pc:picChg>
        <pc:picChg chg="add mod">
          <ac:chgData name="" userId="" providerId="" clId="Web-{57FA6384-6D64-4017-8C8D-103F9B22F9B7}" dt="2026-10-23T12:42:48.537" v="50" actId="34807"/>
          <ac:picMkLst>
            <pc:docMk/>
            <pc:sldMk cId="2377474207" sldId="12982"/>
            <ac:picMk id="39452" creationId="{77666DB8-9FBC-3288-B277-2982293616B7}"/>
          </ac:picMkLst>
        </pc:picChg>
        <pc:picChg chg="add mod">
          <ac:chgData name="" userId="" providerId="" clId="Web-{57FA6384-6D64-4017-8C8D-103F9B22F9B7}" dt="2026-10-23T12:42:48.537" v="50" actId="34807"/>
          <ac:picMkLst>
            <pc:docMk/>
            <pc:sldMk cId="2377474207" sldId="12982"/>
            <ac:picMk id="39453" creationId="{89362BB4-139A-44BD-77D1-C3590AB7034B}"/>
          </ac:picMkLst>
        </pc:picChg>
        <pc:picChg chg="add mod">
          <ac:chgData name="" userId="" providerId="" clId="Web-{57FA6384-6D64-4017-8C8D-103F9B22F9B7}" dt="2026-10-23T12:42:48.537" v="50" actId="34807"/>
          <ac:picMkLst>
            <pc:docMk/>
            <pc:sldMk cId="2377474207" sldId="12982"/>
            <ac:picMk id="39454" creationId="{9DB79DEE-9B1D-E8C5-A670-AAFEE87219AC}"/>
          </ac:picMkLst>
        </pc:picChg>
        <pc:picChg chg="add mod">
          <ac:chgData name="" userId="" providerId="" clId="Web-{57FA6384-6D64-4017-8C8D-103F9B22F9B7}" dt="2026-10-23T12:42:48.537" v="50" actId="34807"/>
          <ac:picMkLst>
            <pc:docMk/>
            <pc:sldMk cId="2377474207" sldId="12982"/>
            <ac:picMk id="39455" creationId="{D25C5034-8AA1-4EF8-E260-267E40EA626A}"/>
          </ac:picMkLst>
        </pc:picChg>
        <pc:picChg chg="add mod">
          <ac:chgData name="" userId="" providerId="" clId="Web-{57FA6384-6D64-4017-8C8D-103F9B22F9B7}" dt="2026-10-23T12:42:48.537" v="50" actId="34807"/>
          <ac:picMkLst>
            <pc:docMk/>
            <pc:sldMk cId="2377474207" sldId="12982"/>
            <ac:picMk id="39456" creationId="{85F4CF5C-5E87-02B3-133B-1BCC12A13F46}"/>
          </ac:picMkLst>
        </pc:picChg>
      </pc:sldChg>
      <pc:sldChg chg="addSp modSp modNotesTx">
        <pc:chgData name="" userId="" providerId="" clId="Web-{57FA6384-6D64-4017-8C8D-103F9B22F9B7}" dt="2026-10-23T12:43:06.788" v="55" actId="34807"/>
        <pc:sldMkLst>
          <pc:docMk/>
          <pc:sldMk cId="303247563" sldId="13196"/>
        </pc:sldMkLst>
        <pc:spChg chg="add mod">
          <ac:chgData name="" userId="" providerId="" clId="Web-{57FA6384-6D64-4017-8C8D-103F9B22F9B7}" dt="2026-10-23T12:43:03.616" v="53" actId="34807"/>
          <ac:spMkLst>
            <pc:docMk/>
            <pc:sldMk cId="303247563" sldId="13196"/>
            <ac:spMk id="39459" creationId="{94EA84CA-EA8A-E087-0FED-85758913CC94}"/>
          </ac:spMkLst>
        </pc:spChg>
        <pc:spChg chg="add mod">
          <ac:chgData name="" userId="" providerId="" clId="Web-{57FA6384-6D64-4017-8C8D-103F9B22F9B7}" dt="2026-10-23T12:43:03.616" v="53" actId="34807"/>
          <ac:spMkLst>
            <pc:docMk/>
            <pc:sldMk cId="303247563" sldId="13196"/>
            <ac:spMk id="39561" creationId="{4333FE9C-294D-E4B7-FB81-015878051E34}"/>
          </ac:spMkLst>
        </pc:spChg>
        <pc:spChg chg="add mod">
          <ac:chgData name="" userId="" providerId="" clId="Web-{57FA6384-6D64-4017-8C8D-103F9B22F9B7}" dt="2026-10-23T12:43:03.616" v="53" actId="34807"/>
          <ac:spMkLst>
            <pc:docMk/>
            <pc:sldMk cId="303247563" sldId="13196"/>
            <ac:spMk id="39666" creationId="{2344DE37-6921-8AA3-F4DA-31F939057F4D}"/>
          </ac:spMkLst>
        </pc:spChg>
        <pc:spChg chg="add mod">
          <ac:chgData name="" userId="" providerId="" clId="Web-{57FA6384-6D64-4017-8C8D-103F9B22F9B7}" dt="2026-10-23T12:43:03.616" v="53" actId="34807"/>
          <ac:spMkLst>
            <pc:docMk/>
            <pc:sldMk cId="303247563" sldId="13196"/>
            <ac:spMk id="40584" creationId="{CF2F2329-1FDC-2B67-1B2C-2C677EEFCB0D}"/>
          </ac:spMkLst>
        </pc:spChg>
        <pc:spChg chg="add mod">
          <ac:chgData name="" userId="" providerId="" clId="Web-{57FA6384-6D64-4017-8C8D-103F9B22F9B7}" dt="2026-10-23T12:43:03.616" v="53" actId="34807"/>
          <ac:spMkLst>
            <pc:docMk/>
            <pc:sldMk cId="303247563" sldId="13196"/>
            <ac:spMk id="40632" creationId="{45FE2CF6-0E7F-93D1-4FE6-BD845FD90D62}"/>
          </ac:spMkLst>
        </pc:spChg>
        <pc:spChg chg="add mod">
          <ac:chgData name="" userId="" providerId="" clId="Web-{57FA6384-6D64-4017-8C8D-103F9B22F9B7}" dt="2026-10-23T12:43:03.616" v="53" actId="34807"/>
          <ac:spMkLst>
            <pc:docMk/>
            <pc:sldMk cId="303247563" sldId="13196"/>
            <ac:spMk id="41536" creationId="{6F0AFC86-324B-B403-7E42-48B545732A29}"/>
          </ac:spMkLst>
        </pc:spChg>
        <pc:spChg chg="add mod">
          <ac:chgData name="" userId="" providerId="" clId="Web-{57FA6384-6D64-4017-8C8D-103F9B22F9B7}" dt="2026-10-23T12:43:03.616" v="53" actId="34807"/>
          <ac:spMkLst>
            <pc:docMk/>
            <pc:sldMk cId="303247563" sldId="13196"/>
            <ac:spMk id="45451" creationId="{94FBC1D1-EAA3-80E9-CF8C-5268522A7069}"/>
          </ac:spMkLst>
        </pc:spChg>
        <pc:spChg chg="add mod">
          <ac:chgData name="" userId="" providerId="" clId="Web-{57FA6384-6D64-4017-8C8D-103F9B22F9B7}" dt="2026-10-23T12:43:03.616" v="53" actId="34807"/>
          <ac:spMkLst>
            <pc:docMk/>
            <pc:sldMk cId="303247563" sldId="13196"/>
            <ac:spMk id="46126" creationId="{7D64E8F2-F272-ABB2-5319-8DDC82FDF9AB}"/>
          </ac:spMkLst>
        </pc:spChg>
        <pc:spChg chg="add mod">
          <ac:chgData name="" userId="" providerId="" clId="Web-{57FA6384-6D64-4017-8C8D-103F9B22F9B7}" dt="2026-10-23T12:43:03.616" v="53" actId="34807"/>
          <ac:spMkLst>
            <pc:docMk/>
            <pc:sldMk cId="303247563" sldId="13196"/>
            <ac:spMk id="46716" creationId="{E6A4DE54-D87E-E7A8-A73E-53033A30A171}"/>
          </ac:spMkLst>
        </pc:spChg>
        <pc:spChg chg="add mod">
          <ac:chgData name="" userId="" providerId="" clId="Web-{57FA6384-6D64-4017-8C8D-103F9B22F9B7}" dt="2026-10-23T12:43:03.616" v="53" actId="34807"/>
          <ac:spMkLst>
            <pc:docMk/>
            <pc:sldMk cId="303247563" sldId="13196"/>
            <ac:spMk id="48234" creationId="{2BDEB4A6-D685-A295-EBEC-92D9F7FB73A1}"/>
          </ac:spMkLst>
        </pc:spChg>
        <pc:picChg chg="add mod">
          <ac:chgData name="" userId="" providerId="" clId="Web-{57FA6384-6D64-4017-8C8D-103F9B22F9B7}" dt="2026-10-23T12:43:05.147" v="54" actId="34807"/>
          <ac:picMkLst>
            <pc:docMk/>
            <pc:sldMk cId="303247563" sldId="13196"/>
            <ac:picMk id="51086" creationId="{2D57FD56-99A7-674A-E7CD-99981C36FA96}"/>
          </ac:picMkLst>
        </pc:picChg>
        <pc:picChg chg="add mod">
          <ac:chgData name="" userId="" providerId="" clId="Web-{57FA6384-6D64-4017-8C8D-103F9B22F9B7}" dt="2026-10-23T12:43:05.147" v="54" actId="34807"/>
          <ac:picMkLst>
            <pc:docMk/>
            <pc:sldMk cId="303247563" sldId="13196"/>
            <ac:picMk id="51087" creationId="{8E0902D5-91C8-7AB8-99C7-9AD14477A069}"/>
          </ac:picMkLst>
        </pc:picChg>
        <pc:picChg chg="add mod">
          <ac:chgData name="" userId="" providerId="" clId="Web-{57FA6384-6D64-4017-8C8D-103F9B22F9B7}" dt="2026-10-23T12:43:05.147" v="54" actId="34807"/>
          <ac:picMkLst>
            <pc:docMk/>
            <pc:sldMk cId="303247563" sldId="13196"/>
            <ac:picMk id="51088" creationId="{5791F5A4-47D6-6422-A0FB-0439D43ED6F8}"/>
          </ac:picMkLst>
        </pc:picChg>
        <pc:picChg chg="add mod">
          <ac:chgData name="" userId="" providerId="" clId="Web-{57FA6384-6D64-4017-8C8D-103F9B22F9B7}" dt="2026-10-23T12:43:05.147" v="54" actId="34807"/>
          <ac:picMkLst>
            <pc:docMk/>
            <pc:sldMk cId="303247563" sldId="13196"/>
            <ac:picMk id="51089" creationId="{9E275A9F-8A54-DC4E-C162-F5F5EE5C45AB}"/>
          </ac:picMkLst>
        </pc:picChg>
        <pc:picChg chg="add mod">
          <ac:chgData name="" userId="" providerId="" clId="Web-{57FA6384-6D64-4017-8C8D-103F9B22F9B7}" dt="2026-10-23T12:43:05.147" v="54" actId="34807"/>
          <ac:picMkLst>
            <pc:docMk/>
            <pc:sldMk cId="303247563" sldId="13196"/>
            <ac:picMk id="51090" creationId="{A1E3FC52-AA2A-CCBB-08FF-A6738F280FF3}"/>
          </ac:picMkLst>
        </pc:picChg>
        <pc:picChg chg="add mod">
          <ac:chgData name="" userId="" providerId="" clId="Web-{57FA6384-6D64-4017-8C8D-103F9B22F9B7}" dt="2026-10-23T12:43:05.147" v="54" actId="34807"/>
          <ac:picMkLst>
            <pc:docMk/>
            <pc:sldMk cId="303247563" sldId="13196"/>
            <ac:picMk id="51094" creationId="{9CEFBDA5-DE75-B1F6-7453-24116B7691BD}"/>
          </ac:picMkLst>
        </pc:picChg>
        <pc:picChg chg="add mod">
          <ac:chgData name="" userId="" providerId="" clId="Web-{57FA6384-6D64-4017-8C8D-103F9B22F9B7}" dt="2026-10-23T12:43:05.147" v="54" actId="34807"/>
          <ac:picMkLst>
            <pc:docMk/>
            <pc:sldMk cId="303247563" sldId="13196"/>
            <ac:picMk id="51096" creationId="{09681945-4C64-A262-2708-1BF52B0E62EF}"/>
          </ac:picMkLst>
        </pc:picChg>
        <pc:picChg chg="add mod">
          <ac:chgData name="" userId="" providerId="" clId="Web-{57FA6384-6D64-4017-8C8D-103F9B22F9B7}" dt="2026-10-23T12:43:05.147" v="54" actId="34807"/>
          <ac:picMkLst>
            <pc:docMk/>
            <pc:sldMk cId="303247563" sldId="13196"/>
            <ac:picMk id="51097" creationId="{0180DE6B-F0E7-758C-918C-BFB197F30AA1}"/>
          </ac:picMkLst>
        </pc:picChg>
        <pc:picChg chg="add mod">
          <ac:chgData name="" userId="" providerId="" clId="Web-{57FA6384-6D64-4017-8C8D-103F9B22F9B7}" dt="2026-10-23T12:43:05.147" v="54" actId="34807"/>
          <ac:picMkLst>
            <pc:docMk/>
            <pc:sldMk cId="303247563" sldId="13196"/>
            <ac:picMk id="51098" creationId="{3D1A947A-C9C1-BAE9-A3C7-8645427066BD}"/>
          </ac:picMkLst>
        </pc:picChg>
        <pc:picChg chg="add mod">
          <ac:chgData name="" userId="" providerId="" clId="Web-{57FA6384-6D64-4017-8C8D-103F9B22F9B7}" dt="2026-10-23T12:43:05.147" v="54" actId="34807"/>
          <ac:picMkLst>
            <pc:docMk/>
            <pc:sldMk cId="303247563" sldId="13196"/>
            <ac:picMk id="51100" creationId="{A0DEF99C-EC00-1C94-8059-1B6D7E1D09ED}"/>
          </ac:picMkLst>
        </pc:picChg>
      </pc:sldChg>
      <pc:sldChg chg="addSp delSp modSp modNotesTx">
        <pc:chgData name="" userId="" providerId="" clId="Web-{57FA6384-6D64-4017-8C8D-103F9B22F9B7}" dt="2026-10-23T12:56:18.559" v="71" actId="34807"/>
        <pc:sldMkLst>
          <pc:docMk/>
          <pc:sldMk cId="3162528261" sldId="13411"/>
        </pc:sldMkLst>
        <pc:spChg chg="add del mod">
          <ac:chgData name="" userId="" providerId="" clId="Web-{57FA6384-6D64-4017-8C8D-103F9B22F9B7}" dt="2026-10-23T12:55:43.808" v="68" actId="34807"/>
          <ac:spMkLst>
            <pc:docMk/>
            <pc:sldMk cId="3162528261" sldId="13411"/>
            <ac:spMk id="51166" creationId="{9A6BAA9D-304A-E62C-0269-1FDF36D2DB17}"/>
          </ac:spMkLst>
        </pc:spChg>
        <pc:spChg chg="mod">
          <ac:chgData name="" userId="" providerId="" clId="Web-{57FA6384-6D64-4017-8C8D-103F9B22F9B7}" dt="2026-10-23T12:43:19.960" v="60" actId="34807"/>
          <ac:spMkLst>
            <pc:docMk/>
            <pc:sldMk cId="3162528261" sldId="13411"/>
            <ac:spMk id="51290" creationId="{CBDB6923-636E-0C0E-3A9E-DF3C76FDFC45}"/>
          </ac:spMkLst>
        </pc:spChg>
        <pc:spChg chg="add del mod">
          <ac:chgData name="" userId="" providerId="" clId="Web-{57FA6384-6D64-4017-8C8D-103F9B22F9B7}" dt="2026-10-23T12:55:43.808" v="68" actId="34807"/>
          <ac:spMkLst>
            <pc:docMk/>
            <pc:sldMk cId="3162528261" sldId="13411"/>
            <ac:spMk id="51400" creationId="{D2C13354-B900-9890-AAFE-E2947D596556}"/>
          </ac:spMkLst>
        </pc:spChg>
        <pc:spChg chg="add del mod">
          <ac:chgData name="" userId="" providerId="" clId="Web-{57FA6384-6D64-4017-8C8D-103F9B22F9B7}" dt="2026-10-23T12:55:43.808" v="68" actId="34807"/>
          <ac:spMkLst>
            <pc:docMk/>
            <pc:sldMk cId="3162528261" sldId="13411"/>
            <ac:spMk id="51478" creationId="{ADEB976C-858A-0E12-6BFA-7A7AE358B3BC}"/>
          </ac:spMkLst>
        </pc:spChg>
        <pc:spChg chg="add del mod">
          <ac:chgData name="" userId="" providerId="" clId="Web-{57FA6384-6D64-4017-8C8D-103F9B22F9B7}" dt="2026-10-23T12:55:43.808" v="68" actId="34807"/>
          <ac:spMkLst>
            <pc:docMk/>
            <pc:sldMk cId="3162528261" sldId="13411"/>
            <ac:spMk id="51506" creationId="{59417212-DF05-D303-9611-4DFBEB727928}"/>
          </ac:spMkLst>
        </pc:spChg>
        <pc:spChg chg="mod">
          <ac:chgData name="" userId="" providerId="" clId="Web-{57FA6384-6D64-4017-8C8D-103F9B22F9B7}" dt="2026-10-23T12:43:19.960" v="60" actId="34807"/>
          <ac:spMkLst>
            <pc:docMk/>
            <pc:sldMk cId="3162528261" sldId="13411"/>
            <ac:spMk id="51535" creationId="{3072DA4E-C880-914D-E816-C1C7FB46449F}"/>
          </ac:spMkLst>
        </pc:spChg>
        <pc:spChg chg="mod">
          <ac:chgData name="" userId="" providerId="" clId="Web-{57FA6384-6D64-4017-8C8D-103F9B22F9B7}" dt="2026-10-23T12:43:19.960" v="60" actId="34807"/>
          <ac:spMkLst>
            <pc:docMk/>
            <pc:sldMk cId="3162528261" sldId="13411"/>
            <ac:spMk id="51596" creationId="{699DBC8C-E61D-1220-5048-A817A664C091}"/>
          </ac:spMkLst>
        </pc:spChg>
        <pc:spChg chg="mod">
          <ac:chgData name="" userId="" providerId="" clId="Web-{57FA6384-6D64-4017-8C8D-103F9B22F9B7}" dt="2026-10-23T12:43:19.960" v="60" actId="34807"/>
          <ac:spMkLst>
            <pc:docMk/>
            <pc:sldMk cId="3162528261" sldId="13411"/>
            <ac:spMk id="51661" creationId="{8FA3D289-78B3-20B7-9E9F-C1CF422F453A}"/>
          </ac:spMkLst>
        </pc:spChg>
        <pc:spChg chg="add del mod">
          <ac:chgData name="" userId="" providerId="" clId="Web-{57FA6384-6D64-4017-8C8D-103F9B22F9B7}" dt="2026-10-23T12:55:43.808" v="68" actId="34807"/>
          <ac:spMkLst>
            <pc:docMk/>
            <pc:sldMk cId="3162528261" sldId="13411"/>
            <ac:spMk id="51766" creationId="{D73C9FAD-BE3A-7A20-D4F5-A1FE4C7CB626}"/>
          </ac:spMkLst>
        </pc:spChg>
        <pc:spChg chg="add del mod">
          <ac:chgData name="" userId="" providerId="" clId="Web-{57FA6384-6D64-4017-8C8D-103F9B22F9B7}" dt="2026-10-23T12:55:43.808" v="68" actId="34807"/>
          <ac:spMkLst>
            <pc:docMk/>
            <pc:sldMk cId="3162528261" sldId="13411"/>
            <ac:spMk id="51880" creationId="{36B5A740-7FAB-F908-D59A-DD0825B61CAB}"/>
          </ac:spMkLst>
        </pc:spChg>
        <pc:spChg chg="mod">
          <ac:chgData name="" userId="" providerId="" clId="Web-{57FA6384-6D64-4017-8C8D-103F9B22F9B7}" dt="2026-10-23T12:43:19.960" v="60" actId="34807"/>
          <ac:spMkLst>
            <pc:docMk/>
            <pc:sldMk cId="3162528261" sldId="13411"/>
            <ac:spMk id="51961" creationId="{7E7D2E9A-6EA6-C54E-D70E-8103CE57BBB8}"/>
          </ac:spMkLst>
        </pc:spChg>
        <pc:spChg chg="add del mod">
          <ac:chgData name="" userId="" providerId="" clId="Web-{57FA6384-6D64-4017-8C8D-103F9B22F9B7}" dt="2026-10-23T12:55:43.808" v="68" actId="34807"/>
          <ac:spMkLst>
            <pc:docMk/>
            <pc:sldMk cId="3162528261" sldId="13411"/>
            <ac:spMk id="52003" creationId="{A25A0CE7-4803-0D02-F4C8-186D26F78451}"/>
          </ac:spMkLst>
        </pc:spChg>
        <pc:spChg chg="mod">
          <ac:chgData name="" userId="" providerId="" clId="Web-{57FA6384-6D64-4017-8C8D-103F9B22F9B7}" dt="2026-10-23T12:43:19.960" v="60" actId="34807"/>
          <ac:spMkLst>
            <pc:docMk/>
            <pc:sldMk cId="3162528261" sldId="13411"/>
            <ac:spMk id="52090" creationId="{B2219578-0208-7E4E-53E7-38639D9FA5AC}"/>
          </ac:spMkLst>
        </pc:spChg>
        <pc:spChg chg="add del mod">
          <ac:chgData name="" userId="" providerId="" clId="Web-{57FA6384-6D64-4017-8C8D-103F9B22F9B7}" dt="2026-10-23T12:55:43.808" v="68" actId="34807"/>
          <ac:spMkLst>
            <pc:docMk/>
            <pc:sldMk cId="3162528261" sldId="13411"/>
            <ac:spMk id="52135" creationId="{094AE528-4296-4F67-B9E9-82367E3153FD}"/>
          </ac:spMkLst>
        </pc:spChg>
        <pc:spChg chg="add del mod">
          <ac:chgData name="" userId="" providerId="" clId="Web-{57FA6384-6D64-4017-8C8D-103F9B22F9B7}" dt="2026-10-23T12:55:43.808" v="68" actId="34807"/>
          <ac:spMkLst>
            <pc:docMk/>
            <pc:sldMk cId="3162528261" sldId="13411"/>
            <ac:spMk id="52181" creationId="{31629176-D011-DF74-2A69-1A297F892D96}"/>
          </ac:spMkLst>
        </pc:spChg>
        <pc:spChg chg="add del mod">
          <ac:chgData name="" userId="" providerId="" clId="Web-{57FA6384-6D64-4017-8C8D-103F9B22F9B7}" dt="2026-10-23T12:55:43.808" v="68" actId="34807"/>
          <ac:spMkLst>
            <pc:docMk/>
            <pc:sldMk cId="3162528261" sldId="13411"/>
            <ac:spMk id="52228" creationId="{60579E72-C10E-A7B8-AFF0-B3253F4583B6}"/>
          </ac:spMkLst>
        </pc:spChg>
        <pc:spChg chg="mod">
          <ac:chgData name="" userId="" providerId="" clId="Web-{57FA6384-6D64-4017-8C8D-103F9B22F9B7}" dt="2026-10-23T12:43:19.960" v="60" actId="34807"/>
          <ac:spMkLst>
            <pc:docMk/>
            <pc:sldMk cId="3162528261" sldId="13411"/>
            <ac:spMk id="52375" creationId="{C62F3DB2-42F2-022F-A617-F9A19C0D3290}"/>
          </ac:spMkLst>
        </pc:spChg>
        <pc:spChg chg="mod">
          <ac:chgData name="" userId="" providerId="" clId="Web-{57FA6384-6D64-4017-8C8D-103F9B22F9B7}" dt="2026-10-23T12:43:19.960" v="60" actId="34807"/>
          <ac:spMkLst>
            <pc:docMk/>
            <pc:sldMk cId="3162528261" sldId="13411"/>
            <ac:spMk id="52531" creationId="{3B03A5DF-0C88-70A6-19AA-B768994DCB30}"/>
          </ac:spMkLst>
        </pc:spChg>
        <pc:spChg chg="add mod">
          <ac:chgData name="" userId="" providerId="" clId="Web-{57FA6384-6D64-4017-8C8D-103F9B22F9B7}" dt="2026-10-23T12:56:05.558" v="69" actId="34807"/>
          <ac:spMkLst>
            <pc:docMk/>
            <pc:sldMk cId="3162528261" sldId="13411"/>
            <ac:spMk id="55103" creationId="{3811FC6A-B9B8-F5F5-C7EF-712E1975580E}"/>
          </ac:spMkLst>
        </pc:spChg>
        <pc:spChg chg="add mod">
          <ac:chgData name="" userId="" providerId="" clId="Web-{57FA6384-6D64-4017-8C8D-103F9B22F9B7}" dt="2026-10-23T12:56:05.558" v="69" actId="34807"/>
          <ac:spMkLst>
            <pc:docMk/>
            <pc:sldMk cId="3162528261" sldId="13411"/>
            <ac:spMk id="55108" creationId="{D1917239-4A76-1FB9-07C4-D7E98247B96D}"/>
          </ac:spMkLst>
        </pc:spChg>
        <pc:spChg chg="add mod">
          <ac:chgData name="" userId="" providerId="" clId="Web-{57FA6384-6D64-4017-8C8D-103F9B22F9B7}" dt="2026-10-23T12:56:05.558" v="69" actId="34807"/>
          <ac:spMkLst>
            <pc:docMk/>
            <pc:sldMk cId="3162528261" sldId="13411"/>
            <ac:spMk id="55114" creationId="{15AD7684-B527-13D1-3AB8-5F91AE8EF195}"/>
          </ac:spMkLst>
        </pc:spChg>
        <pc:spChg chg="add mod">
          <ac:chgData name="" userId="" providerId="" clId="Web-{57FA6384-6D64-4017-8C8D-103F9B22F9B7}" dt="2026-10-23T12:56:05.558" v="69" actId="34807"/>
          <ac:spMkLst>
            <pc:docMk/>
            <pc:sldMk cId="3162528261" sldId="13411"/>
            <ac:spMk id="55129" creationId="{10DE829E-1663-544F-8E35-D8622FA9F95D}"/>
          </ac:spMkLst>
        </pc:spChg>
        <pc:spChg chg="add mod">
          <ac:chgData name="" userId="" providerId="" clId="Web-{57FA6384-6D64-4017-8C8D-103F9B22F9B7}" dt="2026-10-23T12:56:05.558" v="69" actId="34807"/>
          <ac:spMkLst>
            <pc:docMk/>
            <pc:sldMk cId="3162528261" sldId="13411"/>
            <ac:spMk id="55159" creationId="{19E6362C-439A-4529-76E8-363C441D3760}"/>
          </ac:spMkLst>
        </pc:spChg>
        <pc:spChg chg="add mod">
          <ac:chgData name="" userId="" providerId="" clId="Web-{57FA6384-6D64-4017-8C8D-103F9B22F9B7}" dt="2026-10-23T12:56:05.558" v="69" actId="34807"/>
          <ac:spMkLst>
            <pc:docMk/>
            <pc:sldMk cId="3162528261" sldId="13411"/>
            <ac:spMk id="55171" creationId="{A5C94923-E809-1CC1-B6A6-092CF75DAAFF}"/>
          </ac:spMkLst>
        </pc:spChg>
        <pc:spChg chg="add mod">
          <ac:chgData name="" userId="" providerId="" clId="Web-{57FA6384-6D64-4017-8C8D-103F9B22F9B7}" dt="2026-10-23T12:56:05.558" v="69" actId="34807"/>
          <ac:spMkLst>
            <pc:docMk/>
            <pc:sldMk cId="3162528261" sldId="13411"/>
            <ac:spMk id="55184" creationId="{8837A139-28EB-7CF1-EFBF-D65C1909C38E}"/>
          </ac:spMkLst>
        </pc:spChg>
        <pc:spChg chg="add mod">
          <ac:chgData name="" userId="" providerId="" clId="Web-{57FA6384-6D64-4017-8C8D-103F9B22F9B7}" dt="2026-10-23T12:56:05.558" v="69" actId="34807"/>
          <ac:spMkLst>
            <pc:docMk/>
            <pc:sldMk cId="3162528261" sldId="13411"/>
            <ac:spMk id="55198" creationId="{C61D75C0-82D3-7A46-2242-51DF272697C3}"/>
          </ac:spMkLst>
        </pc:spChg>
        <pc:spChg chg="add mod">
          <ac:chgData name="" userId="" providerId="" clId="Web-{57FA6384-6D64-4017-8C8D-103F9B22F9B7}" dt="2026-10-23T12:56:05.558" v="69" actId="34807"/>
          <ac:spMkLst>
            <pc:docMk/>
            <pc:sldMk cId="3162528261" sldId="13411"/>
            <ac:spMk id="55229" creationId="{887C0AAC-B3E8-D4B6-1EC8-824E1580E0B8}"/>
          </ac:spMkLst>
        </pc:spChg>
        <pc:spChg chg="add mod">
          <ac:chgData name="" userId="" providerId="" clId="Web-{57FA6384-6D64-4017-8C8D-103F9B22F9B7}" dt="2026-10-23T12:56:05.558" v="69" actId="34807"/>
          <ac:spMkLst>
            <pc:docMk/>
            <pc:sldMk cId="3162528261" sldId="13411"/>
            <ac:spMk id="55246" creationId="{4086DB01-C483-B624-CB57-26C744955B10}"/>
          </ac:spMkLst>
        </pc:spChg>
        <pc:spChg chg="add mod">
          <ac:chgData name="" userId="" providerId="" clId="Web-{57FA6384-6D64-4017-8C8D-103F9B22F9B7}" dt="2026-10-23T12:56:18.559" v="71" actId="34807"/>
          <ac:spMkLst>
            <pc:docMk/>
            <pc:sldMk cId="3162528261" sldId="13411"/>
            <ac:spMk id="55265" creationId="{73C1E209-DDBB-D3C9-717F-E72FD1374A60}"/>
          </ac:spMkLst>
        </pc:spChg>
        <pc:spChg chg="add mod">
          <ac:chgData name="" userId="" providerId="" clId="Web-{57FA6384-6D64-4017-8C8D-103F9B22F9B7}" dt="2026-10-23T12:56:18.559" v="71" actId="34807"/>
          <ac:spMkLst>
            <pc:docMk/>
            <pc:sldMk cId="3162528261" sldId="13411"/>
            <ac:spMk id="55271" creationId="{95D69706-BF0F-58C7-265C-F2441C1FD1D7}"/>
          </ac:spMkLst>
        </pc:spChg>
        <pc:spChg chg="add mod">
          <ac:chgData name="" userId="" providerId="" clId="Web-{57FA6384-6D64-4017-8C8D-103F9B22F9B7}" dt="2026-10-23T12:56:18.559" v="71" actId="34807"/>
          <ac:spMkLst>
            <pc:docMk/>
            <pc:sldMk cId="3162528261" sldId="13411"/>
            <ac:spMk id="55278" creationId="{98248242-A9B4-EB7A-7E54-1247DDF86CD8}"/>
          </ac:spMkLst>
        </pc:spChg>
        <pc:spChg chg="add mod">
          <ac:chgData name="" userId="" providerId="" clId="Web-{57FA6384-6D64-4017-8C8D-103F9B22F9B7}" dt="2026-10-23T12:56:18.559" v="71" actId="34807"/>
          <ac:spMkLst>
            <pc:docMk/>
            <pc:sldMk cId="3162528261" sldId="13411"/>
            <ac:spMk id="55370" creationId="{F684E39C-64AB-2DBC-DA40-E2BB54491271}"/>
          </ac:spMkLst>
        </pc:spChg>
        <pc:spChg chg="add mod">
          <ac:chgData name="" userId="" providerId="" clId="Web-{57FA6384-6D64-4017-8C8D-103F9B22F9B7}" dt="2026-10-23T12:56:18.559" v="71" actId="34807"/>
          <ac:spMkLst>
            <pc:docMk/>
            <pc:sldMk cId="3162528261" sldId="13411"/>
            <ac:spMk id="55421" creationId="{96F30EF8-ECE7-75A2-3F56-57FE5008C27F}"/>
          </ac:spMkLst>
        </pc:spChg>
        <pc:spChg chg="add mod">
          <ac:chgData name="" userId="" providerId="" clId="Web-{57FA6384-6D64-4017-8C8D-103F9B22F9B7}" dt="2026-10-23T12:56:18.559" v="71" actId="34807"/>
          <ac:spMkLst>
            <pc:docMk/>
            <pc:sldMk cId="3162528261" sldId="13411"/>
            <ac:spMk id="55440" creationId="{79E4F4E4-9F4E-54BE-AF8F-EFCDB2B81BBB}"/>
          </ac:spMkLst>
        </pc:spChg>
        <pc:spChg chg="add mod">
          <ac:chgData name="" userId="" providerId="" clId="Web-{57FA6384-6D64-4017-8C8D-103F9B22F9B7}" dt="2026-10-23T12:56:18.559" v="71" actId="34807"/>
          <ac:spMkLst>
            <pc:docMk/>
            <pc:sldMk cId="3162528261" sldId="13411"/>
            <ac:spMk id="55481" creationId="{0EBC22C5-2DA1-CBB3-0D9E-CB3B3EAC7BFD}"/>
          </ac:spMkLst>
        </pc:spChg>
        <pc:spChg chg="add mod">
          <ac:chgData name="" userId="" providerId="" clId="Web-{57FA6384-6D64-4017-8C8D-103F9B22F9B7}" dt="2026-10-23T12:56:18.559" v="71" actId="34807"/>
          <ac:spMkLst>
            <pc:docMk/>
            <pc:sldMk cId="3162528261" sldId="13411"/>
            <ac:spMk id="55503" creationId="{8BC171AA-D219-7BC1-8A88-D30642D98BBC}"/>
          </ac:spMkLst>
        </pc:spChg>
        <pc:spChg chg="add mod">
          <ac:chgData name="" userId="" providerId="" clId="Web-{57FA6384-6D64-4017-8C8D-103F9B22F9B7}" dt="2026-10-23T12:56:18.559" v="71" actId="34807"/>
          <ac:spMkLst>
            <pc:docMk/>
            <pc:sldMk cId="3162528261" sldId="13411"/>
            <ac:spMk id="55628" creationId="{9B350A66-10B9-ADF0-3549-41081B47EF9D}"/>
          </ac:spMkLst>
        </pc:spChg>
        <pc:spChg chg="add mod">
          <ac:chgData name="" userId="" providerId="" clId="Web-{57FA6384-6D64-4017-8C8D-103F9B22F9B7}" dt="2026-10-23T12:56:18.559" v="71" actId="34807"/>
          <ac:spMkLst>
            <pc:docMk/>
            <pc:sldMk cId="3162528261" sldId="13411"/>
            <ac:spMk id="55715" creationId="{6DC17E0E-19C2-FDA6-3842-015BE7E953CE}"/>
          </ac:spMkLst>
        </pc:spChg>
        <pc:picChg chg="add mod">
          <ac:chgData name="" userId="" providerId="" clId="Web-{57FA6384-6D64-4017-8C8D-103F9B22F9B7}" dt="2026-10-23T12:43:17.757" v="58" actId="34807"/>
          <ac:picMkLst>
            <pc:docMk/>
            <pc:sldMk cId="3162528261" sldId="13411"/>
            <ac:picMk id="52586" creationId="{3A479A8A-3B11-E449-E19C-2A04B1501C5C}"/>
          </ac:picMkLst>
        </pc:picChg>
        <pc:picChg chg="add mod">
          <ac:chgData name="" userId="" providerId="" clId="Web-{57FA6384-6D64-4017-8C8D-103F9B22F9B7}" dt="2026-10-23T12:43:17.757" v="58" actId="34807"/>
          <ac:picMkLst>
            <pc:docMk/>
            <pc:sldMk cId="3162528261" sldId="13411"/>
            <ac:picMk id="52587" creationId="{E8990BE4-A66F-401D-F3E6-A0A2FC618BC2}"/>
          </ac:picMkLst>
        </pc:picChg>
        <pc:picChg chg="add mod">
          <ac:chgData name="" userId="" providerId="" clId="Web-{57FA6384-6D64-4017-8C8D-103F9B22F9B7}" dt="2026-10-23T12:43:17.757" v="58" actId="34807"/>
          <ac:picMkLst>
            <pc:docMk/>
            <pc:sldMk cId="3162528261" sldId="13411"/>
            <ac:picMk id="52588" creationId="{1F551BDE-1755-DC5F-B8F6-44CE6B30E930}"/>
          </ac:picMkLst>
        </pc:picChg>
        <pc:picChg chg="add mod">
          <ac:chgData name="" userId="" providerId="" clId="Web-{57FA6384-6D64-4017-8C8D-103F9B22F9B7}" dt="2026-10-23T12:43:17.757" v="58" actId="34807"/>
          <ac:picMkLst>
            <pc:docMk/>
            <pc:sldMk cId="3162528261" sldId="13411"/>
            <ac:picMk id="52589" creationId="{361CDF13-7569-9FB8-8602-6551146A260F}"/>
          </ac:picMkLst>
        </pc:picChg>
        <pc:picChg chg="add mod">
          <ac:chgData name="" userId="" providerId="" clId="Web-{57FA6384-6D64-4017-8C8D-103F9B22F9B7}" dt="2026-10-23T12:56:06.340" v="70" actId="34807"/>
          <ac:picMkLst>
            <pc:docMk/>
            <pc:sldMk cId="3162528261" sldId="13411"/>
            <ac:picMk id="55247" creationId="{A60A0D02-1855-72A9-9647-2A0CE78C4F97}"/>
          </ac:picMkLst>
        </pc:picChg>
        <pc:picChg chg="add mod">
          <ac:chgData name="" userId="" providerId="" clId="Web-{57FA6384-6D64-4017-8C8D-103F9B22F9B7}" dt="2026-10-23T12:56:06.340" v="70" actId="34807"/>
          <ac:picMkLst>
            <pc:docMk/>
            <pc:sldMk cId="3162528261" sldId="13411"/>
            <ac:picMk id="55248" creationId="{CEAA2512-0CD4-A3F0-911E-772EE6687E87}"/>
          </ac:picMkLst>
        </pc:picChg>
        <pc:picChg chg="add mod">
          <ac:chgData name="" userId="" providerId="" clId="Web-{57FA6384-6D64-4017-8C8D-103F9B22F9B7}" dt="2026-10-23T12:56:06.340" v="70" actId="34807"/>
          <ac:picMkLst>
            <pc:docMk/>
            <pc:sldMk cId="3162528261" sldId="13411"/>
            <ac:picMk id="55249" creationId="{0712210D-9C5D-D5A3-CC4B-BF16AD7847FB}"/>
          </ac:picMkLst>
        </pc:picChg>
        <pc:picChg chg="add mod">
          <ac:chgData name="" userId="" providerId="" clId="Web-{57FA6384-6D64-4017-8C8D-103F9B22F9B7}" dt="2026-10-23T12:56:06.340" v="70" actId="34807"/>
          <ac:picMkLst>
            <pc:docMk/>
            <pc:sldMk cId="3162528261" sldId="13411"/>
            <ac:picMk id="55250" creationId="{B2B53EFB-321E-A7F1-23C4-64A577025A94}"/>
          </ac:picMkLst>
        </pc:picChg>
      </pc:sldChg>
      <pc:sldChg chg="addSp modSp modNotesTx">
        <pc:chgData name="" userId="" providerId="" clId="Web-{57FA6384-6D64-4017-8C8D-103F9B22F9B7}" dt="2026-10-23T12:43:30.679" v="64" actId="34807"/>
        <pc:sldMkLst>
          <pc:docMk/>
          <pc:sldMk cId="2661767293" sldId="13627"/>
        </pc:sldMkLst>
        <pc:spChg chg="add mod">
          <ac:chgData name="" userId="" providerId="" clId="Web-{57FA6384-6D64-4017-8C8D-103F9B22F9B7}" dt="2026-10-23T12:43:27.975" v="61" actId="34807"/>
          <ac:spMkLst>
            <pc:docMk/>
            <pc:sldMk cId="2661767293" sldId="13627"/>
            <ac:spMk id="52590" creationId="{68E5CB15-FF48-8DC0-B55E-B8792D2DE0EA}"/>
          </ac:spMkLst>
        </pc:spChg>
        <pc:spChg chg="add mod">
          <ac:chgData name="" userId="" providerId="" clId="Web-{57FA6384-6D64-4017-8C8D-103F9B22F9B7}" dt="2026-10-23T12:43:27.975" v="61" actId="34807"/>
          <ac:spMkLst>
            <pc:docMk/>
            <pc:sldMk cId="2661767293" sldId="13627"/>
            <ac:spMk id="52592" creationId="{60B5CDF0-92B6-8630-EFFA-1C6FA66BA2BF}"/>
          </ac:spMkLst>
        </pc:spChg>
        <pc:spChg chg="add mod">
          <ac:chgData name="" userId="" providerId="" clId="Web-{57FA6384-6D64-4017-8C8D-103F9B22F9B7}" dt="2026-10-23T12:43:27.975" v="61" actId="34807"/>
          <ac:spMkLst>
            <pc:docMk/>
            <pc:sldMk cId="2661767293" sldId="13627"/>
            <ac:spMk id="52595" creationId="{C8610F2E-571E-20A6-C04E-7E0E35E36A10}"/>
          </ac:spMkLst>
        </pc:spChg>
        <pc:spChg chg="add mod">
          <ac:chgData name="" userId="" providerId="" clId="Web-{57FA6384-6D64-4017-8C8D-103F9B22F9B7}" dt="2026-10-23T12:43:27.975" v="61" actId="34807"/>
          <ac:spMkLst>
            <pc:docMk/>
            <pc:sldMk cId="2661767293" sldId="13627"/>
            <ac:spMk id="52617" creationId="{BA5738D9-D8CD-20FA-312F-7F880FA677C4}"/>
          </ac:spMkLst>
        </pc:spChg>
        <pc:spChg chg="add mod">
          <ac:chgData name="" userId="" providerId="" clId="Web-{57FA6384-6D64-4017-8C8D-103F9B22F9B7}" dt="2026-10-23T12:43:27.975" v="61" actId="34807"/>
          <ac:spMkLst>
            <pc:docMk/>
            <pc:sldMk cId="2661767293" sldId="13627"/>
            <ac:spMk id="52655" creationId="{1EE60E45-A323-4A66-04E5-A0F26E246386}"/>
          </ac:spMkLst>
        </pc:spChg>
        <pc:spChg chg="add mod">
          <ac:chgData name="" userId="" providerId="" clId="Web-{57FA6384-6D64-4017-8C8D-103F9B22F9B7}" dt="2026-10-23T12:43:27.975" v="61" actId="34807"/>
          <ac:spMkLst>
            <pc:docMk/>
            <pc:sldMk cId="2661767293" sldId="13627"/>
            <ac:spMk id="52680" creationId="{E7D86FBB-41F0-2783-535A-780D152900F6}"/>
          </ac:spMkLst>
        </pc:spChg>
        <pc:spChg chg="add mod">
          <ac:chgData name="" userId="" providerId="" clId="Web-{57FA6384-6D64-4017-8C8D-103F9B22F9B7}" dt="2026-10-23T12:43:27.975" v="61" actId="34807"/>
          <ac:spMkLst>
            <pc:docMk/>
            <pc:sldMk cId="2661767293" sldId="13627"/>
            <ac:spMk id="52725" creationId="{77B4AA23-669B-F99B-6F31-6811014CB057}"/>
          </ac:spMkLst>
        </pc:spChg>
        <pc:spChg chg="add mod">
          <ac:chgData name="" userId="" providerId="" clId="Web-{57FA6384-6D64-4017-8C8D-103F9B22F9B7}" dt="2026-10-23T12:43:27.975" v="61" actId="34807"/>
          <ac:spMkLst>
            <pc:docMk/>
            <pc:sldMk cId="2661767293" sldId="13627"/>
            <ac:spMk id="52842" creationId="{B8B70083-ED78-43B8-76A3-8D2BF0C43B1C}"/>
          </ac:spMkLst>
        </pc:spChg>
        <pc:spChg chg="add mod">
          <ac:chgData name="" userId="" providerId="" clId="Web-{57FA6384-6D64-4017-8C8D-103F9B22F9B7}" dt="2026-10-23T12:43:27.975" v="61" actId="34807"/>
          <ac:spMkLst>
            <pc:docMk/>
            <pc:sldMk cId="2661767293" sldId="13627"/>
            <ac:spMk id="52865" creationId="{EA2FDA95-F0F1-AEB9-FD83-AB4C160E600C}"/>
          </ac:spMkLst>
        </pc:spChg>
        <pc:spChg chg="mod">
          <ac:chgData name="" userId="" providerId="" clId="Web-{57FA6384-6D64-4017-8C8D-103F9B22F9B7}" dt="2026-10-23T12:43:30.679" v="64" actId="34807"/>
          <ac:spMkLst>
            <pc:docMk/>
            <pc:sldMk cId="2661767293" sldId="13627"/>
            <ac:spMk id="52889" creationId="{782F9A13-7632-0610-549A-3896617503DC}"/>
          </ac:spMkLst>
        </pc:spChg>
        <pc:spChg chg="add mod">
          <ac:chgData name="" userId="" providerId="" clId="Web-{57FA6384-6D64-4017-8C8D-103F9B22F9B7}" dt="2026-10-23T12:43:27.975" v="61" actId="34807"/>
          <ac:spMkLst>
            <pc:docMk/>
            <pc:sldMk cId="2661767293" sldId="13627"/>
            <ac:spMk id="52940" creationId="{5C63FED8-B47C-306B-3681-E9419D055FC1}"/>
          </ac:spMkLst>
        </pc:spChg>
        <pc:picChg chg="add mod">
          <ac:chgData name="" userId="" providerId="" clId="Web-{57FA6384-6D64-4017-8C8D-103F9B22F9B7}" dt="2026-10-23T12:43:28.835" v="62" actId="34807"/>
          <ac:picMkLst>
            <pc:docMk/>
            <pc:sldMk cId="2661767293" sldId="13627"/>
            <ac:picMk id="52968" creationId="{75ECE118-507E-E291-BC73-26F94FCC2276}"/>
          </ac:picMkLst>
        </pc:picChg>
        <pc:picChg chg="add mod">
          <ac:chgData name="" userId="" providerId="" clId="Web-{57FA6384-6D64-4017-8C8D-103F9B22F9B7}" dt="2026-10-23T12:43:28.835" v="62" actId="34807"/>
          <ac:picMkLst>
            <pc:docMk/>
            <pc:sldMk cId="2661767293" sldId="13627"/>
            <ac:picMk id="52969" creationId="{454FF3F0-B91D-8AE7-D1AF-BBF55222DA65}"/>
          </ac:picMkLst>
        </pc:picChg>
      </pc:sldChg>
      <pc:sldChg chg="addSp modSp modNotesTx">
        <pc:chgData name="" userId="" providerId="" clId="Web-{57FA6384-6D64-4017-8C8D-103F9B22F9B7}" dt="2026-10-23T12:43:40.257" v="65" actId="34807"/>
        <pc:sldMkLst>
          <pc:docMk/>
          <pc:sldMk cId="936607863" sldId="14944"/>
        </pc:sldMkLst>
        <pc:spChg chg="add mod">
          <ac:chgData name="" userId="" providerId="" clId="Web-{57FA6384-6D64-4017-8C8D-103F9B22F9B7}" dt="2026-10-23T12:32:09.240" v="8" actId="34807"/>
          <ac:spMkLst>
            <pc:docMk/>
            <pc:sldMk cId="936607863" sldId="14944"/>
            <ac:spMk id="30776" creationId="{544F539D-ABDD-D694-6DD0-5FA1DC18DAFE}"/>
          </ac:spMkLst>
        </pc:spChg>
        <pc:spChg chg="add mod">
          <ac:chgData name="" userId="" providerId="" clId="Web-{57FA6384-6D64-4017-8C8D-103F9B22F9B7}" dt="2026-10-23T12:32:09.240" v="8" actId="34807"/>
          <ac:spMkLst>
            <pc:docMk/>
            <pc:sldMk cId="936607863" sldId="14944"/>
            <ac:spMk id="30864" creationId="{10550232-D2C8-81B7-43D8-70F4D2AE037D}"/>
          </ac:spMkLst>
        </pc:spChg>
        <pc:spChg chg="add mod">
          <ac:chgData name="" userId="" providerId="" clId="Web-{57FA6384-6D64-4017-8C8D-103F9B22F9B7}" dt="2026-10-23T12:32:09.240" v="8" actId="34807"/>
          <ac:spMkLst>
            <pc:docMk/>
            <pc:sldMk cId="936607863" sldId="14944"/>
            <ac:spMk id="30893" creationId="{B164AC64-FCCE-ACBA-68F9-44B05B50B49F}"/>
          </ac:spMkLst>
        </pc:spChg>
        <pc:spChg chg="add mod">
          <ac:chgData name="" userId="" providerId="" clId="Web-{57FA6384-6D64-4017-8C8D-103F9B22F9B7}" dt="2026-10-23T12:32:09.240" v="8" actId="34807"/>
          <ac:spMkLst>
            <pc:docMk/>
            <pc:sldMk cId="936607863" sldId="14944"/>
            <ac:spMk id="30963" creationId="{B24C63D3-3310-1A79-A6FA-E51F98FEA14E}"/>
          </ac:spMkLst>
        </pc:spChg>
        <pc:spChg chg="add mod">
          <ac:chgData name="" userId="" providerId="" clId="Web-{57FA6384-6D64-4017-8C8D-103F9B22F9B7}" dt="2026-10-23T12:32:09.240" v="8" actId="34807"/>
          <ac:spMkLst>
            <pc:docMk/>
            <pc:sldMk cId="936607863" sldId="14944"/>
            <ac:spMk id="30983" creationId="{8D7A2C71-70B1-D711-0443-2470540215F3}"/>
          </ac:spMkLst>
        </pc:spChg>
        <pc:spChg chg="add mod">
          <ac:chgData name="" userId="" providerId="" clId="Web-{57FA6384-6D64-4017-8C8D-103F9B22F9B7}" dt="2026-10-23T12:32:09.240" v="8" actId="34807"/>
          <ac:spMkLst>
            <pc:docMk/>
            <pc:sldMk cId="936607863" sldId="14944"/>
            <ac:spMk id="31004" creationId="{B9A43108-4714-F045-8C16-F49F8935BCE1}"/>
          </ac:spMkLst>
        </pc:spChg>
        <pc:spChg chg="add mod">
          <ac:chgData name="" userId="" providerId="" clId="Web-{57FA6384-6D64-4017-8C8D-103F9B22F9B7}" dt="2026-10-23T12:32:09.240" v="8" actId="34807"/>
          <ac:spMkLst>
            <pc:docMk/>
            <pc:sldMk cId="936607863" sldId="14944"/>
            <ac:spMk id="31049" creationId="{BE8567B8-47E6-5E84-8AB3-89C8D683DA40}"/>
          </ac:spMkLst>
        </pc:spChg>
        <pc:spChg chg="add mod">
          <ac:chgData name="" userId="" providerId="" clId="Web-{57FA6384-6D64-4017-8C8D-103F9B22F9B7}" dt="2026-10-23T12:32:09.240" v="8" actId="34807"/>
          <ac:spMkLst>
            <pc:docMk/>
            <pc:sldMk cId="936607863" sldId="14944"/>
            <ac:spMk id="31073" creationId="{9C23EF48-4273-C7CC-86DC-7A708DD6611E}"/>
          </ac:spMkLst>
        </pc:spChg>
        <pc:spChg chg="add mod">
          <ac:chgData name="" userId="" providerId="" clId="Web-{57FA6384-6D64-4017-8C8D-103F9B22F9B7}" dt="2026-10-23T12:32:09.240" v="8" actId="34807"/>
          <ac:spMkLst>
            <pc:docMk/>
            <pc:sldMk cId="936607863" sldId="14944"/>
            <ac:spMk id="31098" creationId="{1C4455D0-E2EF-B73B-39B9-BA970DBF51BB}"/>
          </ac:spMkLst>
        </pc:spChg>
        <pc:spChg chg="add mod">
          <ac:chgData name="" userId="" providerId="" clId="Web-{57FA6384-6D64-4017-8C8D-103F9B22F9B7}" dt="2026-10-23T12:32:09.240" v="8" actId="34807"/>
          <ac:spMkLst>
            <pc:docMk/>
            <pc:sldMk cId="936607863" sldId="14944"/>
            <ac:spMk id="31208" creationId="{69ECE668-5910-9407-DADB-0679FFFD6A0F}"/>
          </ac:spMkLst>
        </pc:spChg>
        <pc:picChg chg="add mod">
          <ac:chgData name="" userId="" providerId="" clId="Web-{57FA6384-6D64-4017-8C8D-103F9B22F9B7}" dt="2026-10-23T12:43:40.257" v="65" actId="34807"/>
          <ac:picMkLst>
            <pc:docMk/>
            <pc:sldMk cId="936607863" sldId="14944"/>
            <ac:picMk id="31209" creationId="{680640C2-7BD7-32F2-598F-18BE980EBEA0}"/>
          </ac:picMkLst>
        </pc:picChg>
      </pc:sldChg>
      <pc:sldChg chg="addSp modSp modNotesTx">
        <pc:chgData name="" userId="" providerId="" clId="Web-{57FA6384-6D64-4017-8C8D-103F9B22F9B7}" dt="2026-10-23T12:32:23.209" v="14" actId="34807"/>
        <pc:sldMkLst>
          <pc:docMk/>
          <pc:sldMk cId="4271561650" sldId="15167"/>
        </pc:sldMkLst>
        <pc:spChg chg="add mod">
          <ac:chgData name="" userId="" providerId="" clId="Web-{57FA6384-6D64-4017-8C8D-103F9B22F9B7}" dt="2026-10-23T12:32:20.959" v="12" actId="34807"/>
          <ac:spMkLst>
            <pc:docMk/>
            <pc:sldMk cId="4271561650" sldId="15167"/>
            <ac:spMk id="31219" creationId="{45EA11E5-270E-40B2-506F-FF97B48412E0}"/>
          </ac:spMkLst>
        </pc:spChg>
        <pc:spChg chg="add mod">
          <ac:chgData name="" userId="" providerId="" clId="Web-{57FA6384-6D64-4017-8C8D-103F9B22F9B7}" dt="2026-10-23T12:32:20.959" v="12" actId="34807"/>
          <ac:spMkLst>
            <pc:docMk/>
            <pc:sldMk cId="4271561650" sldId="15167"/>
            <ac:spMk id="31224" creationId="{905AD723-A69E-7656-5FA8-7323EF0261D5}"/>
          </ac:spMkLst>
        </pc:spChg>
        <pc:spChg chg="add mod">
          <ac:chgData name="" userId="" providerId="" clId="Web-{57FA6384-6D64-4017-8C8D-103F9B22F9B7}" dt="2026-10-23T12:32:20.959" v="12" actId="34807"/>
          <ac:spMkLst>
            <pc:docMk/>
            <pc:sldMk cId="4271561650" sldId="15167"/>
            <ac:spMk id="31237" creationId="{DAF5B657-919A-69CF-22E8-8DCF7E357D6B}"/>
          </ac:spMkLst>
        </pc:spChg>
        <pc:spChg chg="add mod">
          <ac:chgData name="" userId="" providerId="" clId="Web-{57FA6384-6D64-4017-8C8D-103F9B22F9B7}" dt="2026-10-23T12:32:20.959" v="12" actId="34807"/>
          <ac:spMkLst>
            <pc:docMk/>
            <pc:sldMk cId="4271561650" sldId="15167"/>
            <ac:spMk id="31275" creationId="{6247A3C3-F628-31FC-6F0B-E2AE93A5CC2F}"/>
          </ac:spMkLst>
        </pc:spChg>
        <pc:spChg chg="add mod">
          <ac:chgData name="" userId="" providerId="" clId="Web-{57FA6384-6D64-4017-8C8D-103F9B22F9B7}" dt="2026-10-23T12:32:20.959" v="12" actId="34807"/>
          <ac:spMkLst>
            <pc:docMk/>
            <pc:sldMk cId="4271561650" sldId="15167"/>
            <ac:spMk id="31300" creationId="{6FF3325E-07A2-3353-8171-F38827FC80CF}"/>
          </ac:spMkLst>
        </pc:spChg>
        <pc:spChg chg="add mod">
          <ac:chgData name="" userId="" providerId="" clId="Web-{57FA6384-6D64-4017-8C8D-103F9B22F9B7}" dt="2026-10-23T12:32:20.959" v="12" actId="34807"/>
          <ac:spMkLst>
            <pc:docMk/>
            <pc:sldMk cId="4271561650" sldId="15167"/>
            <ac:spMk id="31345" creationId="{D0B73D4A-0DD3-1315-B867-84B1215BFBAD}"/>
          </ac:spMkLst>
        </pc:spChg>
        <pc:spChg chg="add mod">
          <ac:chgData name="" userId="" providerId="" clId="Web-{57FA6384-6D64-4017-8C8D-103F9B22F9B7}" dt="2026-10-23T12:32:20.959" v="12" actId="34807"/>
          <ac:spMkLst>
            <pc:docMk/>
            <pc:sldMk cId="4271561650" sldId="15167"/>
            <ac:spMk id="31380" creationId="{8F0390B8-2AF1-141E-17A8-0D5C57ED8086}"/>
          </ac:spMkLst>
        </pc:spChg>
        <pc:spChg chg="add mod">
          <ac:chgData name="" userId="" providerId="" clId="Web-{57FA6384-6D64-4017-8C8D-103F9B22F9B7}" dt="2026-10-23T12:32:20.959" v="12" actId="34807"/>
          <ac:spMkLst>
            <pc:docMk/>
            <pc:sldMk cId="4271561650" sldId="15167"/>
            <ac:spMk id="31399" creationId="{885986AC-BB3D-8DD4-E534-3F5D431583E7}"/>
          </ac:spMkLst>
        </pc:spChg>
        <pc:spChg chg="add mod">
          <ac:chgData name="" userId="" providerId="" clId="Web-{57FA6384-6D64-4017-8C8D-103F9B22F9B7}" dt="2026-10-23T12:32:20.959" v="12" actId="34807"/>
          <ac:spMkLst>
            <pc:docMk/>
            <pc:sldMk cId="4271561650" sldId="15167"/>
            <ac:spMk id="31485" creationId="{12782043-D21F-7A44-D478-6479AAEC8B60}"/>
          </ac:spMkLst>
        </pc:spChg>
        <pc:spChg chg="add mod">
          <ac:chgData name="" userId="" providerId="" clId="Web-{57FA6384-6D64-4017-8C8D-103F9B22F9B7}" dt="2026-10-23T12:32:20.959" v="12" actId="34807"/>
          <ac:spMkLst>
            <pc:docMk/>
            <pc:sldMk cId="4271561650" sldId="15167"/>
            <ac:spMk id="31615" creationId="{CBF7D218-9FE1-A988-B88A-DA632E755946}"/>
          </ac:spMkLst>
        </pc:spChg>
        <pc:picChg chg="add mod">
          <ac:chgData name="" userId="" providerId="" clId="Web-{57FA6384-6D64-4017-8C8D-103F9B22F9B7}" dt="2026-10-23T12:32:22.084" v="13" actId="34807"/>
          <ac:picMkLst>
            <pc:docMk/>
            <pc:sldMk cId="4271561650" sldId="15167"/>
            <ac:picMk id="31645" creationId="{7786BE05-F1C9-960D-EC4E-A42A14CB356E}"/>
          </ac:picMkLst>
        </pc:picChg>
        <pc:picChg chg="add mod">
          <ac:chgData name="" userId="" providerId="" clId="Web-{57FA6384-6D64-4017-8C8D-103F9B22F9B7}" dt="2026-10-23T12:32:22.084" v="13" actId="34807"/>
          <ac:picMkLst>
            <pc:docMk/>
            <pc:sldMk cId="4271561650" sldId="15167"/>
            <ac:picMk id="31646" creationId="{08024BF6-1D5B-9692-B4F1-6706FD58C2AE}"/>
          </ac:picMkLst>
        </pc:picChg>
        <pc:picChg chg="add mod">
          <ac:chgData name="" userId="" providerId="" clId="Web-{57FA6384-6D64-4017-8C8D-103F9B22F9B7}" dt="2026-10-23T12:32:22.084" v="13" actId="34807"/>
          <ac:picMkLst>
            <pc:docMk/>
            <pc:sldMk cId="4271561650" sldId="15167"/>
            <ac:picMk id="31647" creationId="{888F2E7D-FAA5-B53E-F16D-0ED763C260BE}"/>
          </ac:picMkLst>
        </pc:picChg>
      </pc:sldChg>
      <pc:sldChg chg="addSp modSp modNotesTx">
        <pc:chgData name="" userId="" providerId="" clId="Web-{57FA6384-6D64-4017-8C8D-103F9B22F9B7}" dt="2026-10-23T12:32:33.100" v="17" actId="34807"/>
        <pc:sldMkLst>
          <pc:docMk/>
          <pc:sldMk cId="2268151088" sldId="15391"/>
        </pc:sldMkLst>
        <pc:spChg chg="add mod">
          <ac:chgData name="" userId="" providerId="" clId="Web-{57FA6384-6D64-4017-8C8D-103F9B22F9B7}" dt="2026-10-23T12:32:30.850" v="15" actId="34807"/>
          <ac:spMkLst>
            <pc:docMk/>
            <pc:sldMk cId="2268151088" sldId="15391"/>
            <ac:spMk id="31650" creationId="{EDB5C946-0BE1-852A-50CB-A6C361339995}"/>
          </ac:spMkLst>
        </pc:spChg>
        <pc:spChg chg="add mod">
          <ac:chgData name="" userId="" providerId="" clId="Web-{57FA6384-6D64-4017-8C8D-103F9B22F9B7}" dt="2026-10-23T12:32:30.850" v="15" actId="34807"/>
          <ac:spMkLst>
            <pc:docMk/>
            <pc:sldMk cId="2268151088" sldId="15391"/>
            <ac:spMk id="31657" creationId="{BA07A0FD-F26D-F300-4A9A-365FFCD5D1E0}"/>
          </ac:spMkLst>
        </pc:spChg>
        <pc:spChg chg="add mod">
          <ac:chgData name="" userId="" providerId="" clId="Web-{57FA6384-6D64-4017-8C8D-103F9B22F9B7}" dt="2026-10-23T12:32:30.850" v="15" actId="34807"/>
          <ac:spMkLst>
            <pc:docMk/>
            <pc:sldMk cId="2268151088" sldId="15391"/>
            <ac:spMk id="31675" creationId="{CF371DD9-BA88-9AE1-E669-0D097B3AA405}"/>
          </ac:spMkLst>
        </pc:spChg>
        <pc:spChg chg="add mod">
          <ac:chgData name="" userId="" providerId="" clId="Web-{57FA6384-6D64-4017-8C8D-103F9B22F9B7}" dt="2026-10-23T12:32:30.850" v="15" actId="34807"/>
          <ac:spMkLst>
            <pc:docMk/>
            <pc:sldMk cId="2268151088" sldId="15391"/>
            <ac:spMk id="31683" creationId="{AB60CB17-E0F9-F49A-7CE7-199C83C33919}"/>
          </ac:spMkLst>
        </pc:spChg>
        <pc:spChg chg="add mod">
          <ac:chgData name="" userId="" providerId="" clId="Web-{57FA6384-6D64-4017-8C8D-103F9B22F9B7}" dt="2026-10-23T12:32:30.850" v="15" actId="34807"/>
          <ac:spMkLst>
            <pc:docMk/>
            <pc:sldMk cId="2268151088" sldId="15391"/>
            <ac:spMk id="31702" creationId="{8D73C9CF-9810-43C5-4D5D-9D8E4C71B111}"/>
          </ac:spMkLst>
        </pc:spChg>
        <pc:spChg chg="add mod">
          <ac:chgData name="" userId="" providerId="" clId="Web-{57FA6384-6D64-4017-8C8D-103F9B22F9B7}" dt="2026-10-23T12:32:30.850" v="15" actId="34807"/>
          <ac:spMkLst>
            <pc:docMk/>
            <pc:sldMk cId="2268151088" sldId="15391"/>
            <ac:spMk id="31725" creationId="{AFA1E26B-FFD8-8C7A-B74C-BBD1D2318716}"/>
          </ac:spMkLst>
        </pc:spChg>
        <pc:spChg chg="add mod">
          <ac:chgData name="" userId="" providerId="" clId="Web-{57FA6384-6D64-4017-8C8D-103F9B22F9B7}" dt="2026-10-23T12:32:30.850" v="15" actId="34807"/>
          <ac:spMkLst>
            <pc:docMk/>
            <pc:sldMk cId="2268151088" sldId="15391"/>
            <ac:spMk id="31752" creationId="{0ECAA700-1BEB-491B-CF51-67F5AB22A225}"/>
          </ac:spMkLst>
        </pc:spChg>
        <pc:spChg chg="add mod">
          <ac:chgData name="" userId="" providerId="" clId="Web-{57FA6384-6D64-4017-8C8D-103F9B22F9B7}" dt="2026-10-23T12:32:30.850" v="15" actId="34807"/>
          <ac:spMkLst>
            <pc:docMk/>
            <pc:sldMk cId="2268151088" sldId="15391"/>
            <ac:spMk id="31767" creationId="{208594AA-1C3A-F1AB-9BA7-9EE62BA271DF}"/>
          </ac:spMkLst>
        </pc:spChg>
        <pc:spChg chg="add mod">
          <ac:chgData name="" userId="" providerId="" clId="Web-{57FA6384-6D64-4017-8C8D-103F9B22F9B7}" dt="2026-10-23T12:32:30.850" v="15" actId="34807"/>
          <ac:spMkLst>
            <pc:docMk/>
            <pc:sldMk cId="2268151088" sldId="15391"/>
            <ac:spMk id="31783" creationId="{D53DDEE7-B41C-4123-B037-40A15EB865CB}"/>
          </ac:spMkLst>
        </pc:spChg>
        <pc:spChg chg="add mod">
          <ac:chgData name="" userId="" providerId="" clId="Web-{57FA6384-6D64-4017-8C8D-103F9B22F9B7}" dt="2026-10-23T12:32:30.850" v="15" actId="34807"/>
          <ac:spMkLst>
            <pc:docMk/>
            <pc:sldMk cId="2268151088" sldId="15391"/>
            <ac:spMk id="31800" creationId="{5D96526C-747B-E849-686E-F44273921CD6}"/>
          </ac:spMkLst>
        </pc:spChg>
        <pc:picChg chg="add mod">
          <ac:chgData name="" userId="" providerId="" clId="Web-{57FA6384-6D64-4017-8C8D-103F9B22F9B7}" dt="2026-10-23T12:32:31.991" v="16" actId="34807"/>
          <ac:picMkLst>
            <pc:docMk/>
            <pc:sldMk cId="2268151088" sldId="15391"/>
            <ac:picMk id="31924" creationId="{4E1F5967-CCC2-11F9-62F6-00D9E8FC2E78}"/>
          </ac:picMkLst>
        </pc:picChg>
      </pc:sldChg>
      <pc:sldChg chg="addSp delSp modSp modNotesTx">
        <pc:chgData name="" userId="" providerId="" clId="Web-{57FA6384-6D64-4017-8C8D-103F9B22F9B7}" dt="2026-10-23T12:40:16.769" v="41" actId="34807"/>
        <pc:sldMkLst>
          <pc:docMk/>
          <pc:sldMk cId="299470252" sldId="15616"/>
        </pc:sldMkLst>
        <pc:spChg chg="add mod">
          <ac:chgData name="" userId="" providerId="" clId="Web-{57FA6384-6D64-4017-8C8D-103F9B22F9B7}" dt="2026-10-23T12:32:44.632" v="18" actId="34807"/>
          <ac:spMkLst>
            <pc:docMk/>
            <pc:sldMk cId="299470252" sldId="15616"/>
            <ac:spMk id="31925" creationId="{CFAF6562-0A03-6473-F7F6-46C39C39906A}"/>
          </ac:spMkLst>
        </pc:spChg>
        <pc:spChg chg="add mod">
          <ac:chgData name="" userId="" providerId="" clId="Web-{57FA6384-6D64-4017-8C8D-103F9B22F9B7}" dt="2026-10-23T12:32:44.632" v="18" actId="34807"/>
          <ac:spMkLst>
            <pc:docMk/>
            <pc:sldMk cId="299470252" sldId="15616"/>
            <ac:spMk id="31927" creationId="{2BDBBD34-A286-0D64-E005-7800D6850E62}"/>
          </ac:spMkLst>
        </pc:spChg>
        <pc:spChg chg="add mod">
          <ac:chgData name="" userId="" providerId="" clId="Web-{57FA6384-6D64-4017-8C8D-103F9B22F9B7}" dt="2026-10-23T12:32:44.632" v="18" actId="34807"/>
          <ac:spMkLst>
            <pc:docMk/>
            <pc:sldMk cId="299470252" sldId="15616"/>
            <ac:spMk id="31934" creationId="{3B56A0CB-5000-DBF8-5D66-4F354B21EC30}"/>
          </ac:spMkLst>
        </pc:spChg>
        <pc:spChg chg="add mod">
          <ac:chgData name="" userId="" providerId="" clId="Web-{57FA6384-6D64-4017-8C8D-103F9B22F9B7}" dt="2026-10-23T12:32:44.632" v="18" actId="34807"/>
          <ac:spMkLst>
            <pc:docMk/>
            <pc:sldMk cId="299470252" sldId="15616"/>
            <ac:spMk id="31939" creationId="{9B8CF4BE-B219-B5FC-5356-AEBF1C5EB6C6}"/>
          </ac:spMkLst>
        </pc:spChg>
        <pc:spChg chg="add mod">
          <ac:chgData name="" userId="" providerId="" clId="Web-{57FA6384-6D64-4017-8C8D-103F9B22F9B7}" dt="2026-10-23T12:32:44.632" v="18" actId="34807"/>
          <ac:spMkLst>
            <pc:docMk/>
            <pc:sldMk cId="299470252" sldId="15616"/>
            <ac:spMk id="31952" creationId="{5622EA36-874C-59B6-8B2D-B3872818AA0B}"/>
          </ac:spMkLst>
        </pc:spChg>
        <pc:spChg chg="add mod">
          <ac:chgData name="" userId="" providerId="" clId="Web-{57FA6384-6D64-4017-8C8D-103F9B22F9B7}" dt="2026-10-23T12:32:44.632" v="18" actId="34807"/>
          <ac:spMkLst>
            <pc:docMk/>
            <pc:sldMk cId="299470252" sldId="15616"/>
            <ac:spMk id="31960" creationId="{DF6F3185-A124-0515-C1AC-B3C1FE7DABF7}"/>
          </ac:spMkLst>
        </pc:spChg>
        <pc:spChg chg="add mod">
          <ac:chgData name="" userId="" providerId="" clId="Web-{57FA6384-6D64-4017-8C8D-103F9B22F9B7}" dt="2026-10-23T12:32:44.632" v="18" actId="34807"/>
          <ac:spMkLst>
            <pc:docMk/>
            <pc:sldMk cId="299470252" sldId="15616"/>
            <ac:spMk id="31979" creationId="{61F9E011-D446-C322-9A77-E9BDB03AC314}"/>
          </ac:spMkLst>
        </pc:spChg>
        <pc:spChg chg="add mod">
          <ac:chgData name="" userId="" providerId="" clId="Web-{57FA6384-6D64-4017-8C8D-103F9B22F9B7}" dt="2026-10-23T12:32:44.632" v="18" actId="34807"/>
          <ac:spMkLst>
            <pc:docMk/>
            <pc:sldMk cId="299470252" sldId="15616"/>
            <ac:spMk id="32029" creationId="{9FEE563E-5BAA-7346-C558-7894C14BF315}"/>
          </ac:spMkLst>
        </pc:spChg>
        <pc:spChg chg="add mod">
          <ac:chgData name="" userId="" providerId="" clId="Web-{57FA6384-6D64-4017-8C8D-103F9B22F9B7}" dt="2026-10-23T12:32:44.632" v="18" actId="34807"/>
          <ac:spMkLst>
            <pc:docMk/>
            <pc:sldMk cId="299470252" sldId="15616"/>
            <ac:spMk id="32060" creationId="{A8002A22-461B-41BC-4772-17A9B6BD4975}"/>
          </ac:spMkLst>
        </pc:spChg>
        <pc:spChg chg="add mod">
          <ac:chgData name="" userId="" providerId="" clId="Web-{57FA6384-6D64-4017-8C8D-103F9B22F9B7}" dt="2026-10-23T12:32:44.632" v="18" actId="34807"/>
          <ac:spMkLst>
            <pc:docMk/>
            <pc:sldMk cId="299470252" sldId="15616"/>
            <ac:spMk id="32077" creationId="{16949BEC-881D-52EC-71B9-3664D06622D1}"/>
          </ac:spMkLst>
        </pc:spChg>
        <pc:spChg chg="mod">
          <ac:chgData name="" userId="" providerId="" clId="Web-{57FA6384-6D64-4017-8C8D-103F9B22F9B7}" dt="2026-10-23T12:40:16.769" v="41" actId="34807"/>
          <ac:spMkLst>
            <pc:docMk/>
            <pc:sldMk cId="299470252" sldId="15616"/>
            <ac:spMk id="32114" creationId="{E7ABA722-3419-4686-EBBC-373AB859202F}"/>
          </ac:spMkLst>
        </pc:spChg>
        <pc:spChg chg="del">
          <ac:chgData name="" userId="" providerId="" clId="Web-{57FA6384-6D64-4017-8C8D-103F9B22F9B7}" dt="2026-10-23T12:40:16.769" v="41" actId="34807"/>
          <ac:spMkLst>
            <pc:docMk/>
            <pc:sldMk cId="299470252" sldId="15616"/>
            <ac:spMk id="32134" creationId="{24C806F4-F27D-F642-B8B2-59AACFC27A74}"/>
          </ac:spMkLst>
        </pc:spChg>
        <pc:spChg chg="add mod">
          <ac:chgData name="" userId="" providerId="" clId="Web-{57FA6384-6D64-4017-8C8D-103F9B22F9B7}" dt="2026-10-23T12:40:16.034" v="40" actId="34807"/>
          <ac:spMkLst>
            <pc:docMk/>
            <pc:sldMk cId="299470252" sldId="15616"/>
            <ac:spMk id="37902" creationId="{6B8D1E42-F88E-D68B-09F3-DC40C892C689}"/>
          </ac:spMkLst>
        </pc:spChg>
        <pc:spChg chg="add mod">
          <ac:chgData name="" userId="" providerId="" clId="Web-{57FA6384-6D64-4017-8C8D-103F9B22F9B7}" dt="2026-10-23T12:40:16.034" v="40" actId="34807"/>
          <ac:spMkLst>
            <pc:docMk/>
            <pc:sldMk cId="299470252" sldId="15616"/>
            <ac:spMk id="37904" creationId="{9C407A15-5FCB-F70A-3E12-DD99598F1409}"/>
          </ac:spMkLst>
        </pc:spChg>
        <pc:picChg chg="add mod">
          <ac:chgData name="" userId="" providerId="" clId="Web-{57FA6384-6D64-4017-8C8D-103F9B22F9B7}" dt="2026-10-23T12:32:45.866" v="19" actId="34807"/>
          <ac:picMkLst>
            <pc:docMk/>
            <pc:sldMk cId="299470252" sldId="15616"/>
            <ac:picMk id="32135" creationId="{D97523BF-CDAB-46CF-53D3-88B2630AC455}"/>
          </ac:picMkLst>
        </pc:picChg>
        <pc:picChg chg="add mod">
          <ac:chgData name="" userId="" providerId="" clId="Web-{57FA6384-6D64-4017-8C8D-103F9B22F9B7}" dt="2026-10-23T12:32:45.866" v="19" actId="34807"/>
          <ac:picMkLst>
            <pc:docMk/>
            <pc:sldMk cId="299470252" sldId="15616"/>
            <ac:picMk id="32136" creationId="{075631DA-DACE-B3FB-96ED-CA8795E433CE}"/>
          </ac:picMkLst>
        </pc:picChg>
        <pc:picChg chg="add mod">
          <ac:chgData name="" userId="" providerId="" clId="Web-{57FA6384-6D64-4017-8C8D-103F9B22F9B7}" dt="2026-10-23T12:32:45.866" v="19" actId="34807"/>
          <ac:picMkLst>
            <pc:docMk/>
            <pc:sldMk cId="299470252" sldId="15616"/>
            <ac:picMk id="32137" creationId="{2C2DAD7F-9164-CB50-2CD5-8839247DCCA3}"/>
          </ac:picMkLst>
        </pc:picChg>
        <pc:picChg chg="add mod">
          <ac:chgData name="" userId="" providerId="" clId="Web-{57FA6384-6D64-4017-8C8D-103F9B22F9B7}" dt="2026-10-23T12:32:45.866" v="19" actId="34807"/>
          <ac:picMkLst>
            <pc:docMk/>
            <pc:sldMk cId="299470252" sldId="15616"/>
            <ac:picMk id="32138" creationId="{B4C4B00D-41D5-84BB-E354-0D6B479239A7}"/>
          </ac:picMkLst>
        </pc:picChg>
      </pc:sldChg>
      <pc:sldChg chg="addSp modSp modNotesTx">
        <pc:chgData name="" userId="" providerId="" clId="Web-{57FA6384-6D64-4017-8C8D-103F9B22F9B7}" dt="2026-10-23T12:33:16.117" v="23" actId="34807"/>
        <pc:sldMkLst>
          <pc:docMk/>
          <pc:sldMk cId="3776325952" sldId="15842"/>
        </pc:sldMkLst>
        <pc:spChg chg="add mod">
          <ac:chgData name="" userId="" providerId="" clId="Web-{57FA6384-6D64-4017-8C8D-103F9B22F9B7}" dt="2026-10-23T12:33:14.086" v="22" actId="34807"/>
          <ac:spMkLst>
            <pc:docMk/>
            <pc:sldMk cId="3776325952" sldId="15842"/>
            <ac:spMk id="32145" creationId="{1DC06BF8-6EA7-44FF-E705-0F425C01A0BD}"/>
          </ac:spMkLst>
        </pc:spChg>
        <pc:spChg chg="add mod">
          <ac:chgData name="" userId="" providerId="" clId="Web-{57FA6384-6D64-4017-8C8D-103F9B22F9B7}" dt="2026-10-23T12:33:14.086" v="22" actId="34807"/>
          <ac:spMkLst>
            <pc:docMk/>
            <pc:sldMk cId="3776325952" sldId="15842"/>
            <ac:spMk id="32175" creationId="{0E3AABD7-4484-F821-3E41-73BE0552AA44}"/>
          </ac:spMkLst>
        </pc:spChg>
        <pc:spChg chg="add mod">
          <ac:chgData name="" userId="" providerId="" clId="Web-{57FA6384-6D64-4017-8C8D-103F9B22F9B7}" dt="2026-10-23T12:33:14.086" v="22" actId="34807"/>
          <ac:spMkLst>
            <pc:docMk/>
            <pc:sldMk cId="3776325952" sldId="15842"/>
            <ac:spMk id="32184" creationId="{E13A2001-B395-6EFF-9FD0-126C0ACAB532}"/>
          </ac:spMkLst>
        </pc:spChg>
        <pc:spChg chg="add mod">
          <ac:chgData name="" userId="" providerId="" clId="Web-{57FA6384-6D64-4017-8C8D-103F9B22F9B7}" dt="2026-10-23T12:33:14.086" v="22" actId="34807"/>
          <ac:spMkLst>
            <pc:docMk/>
            <pc:sldMk cId="3776325952" sldId="15842"/>
            <ac:spMk id="32259" creationId="{C83EA5B9-8BBF-09FA-7A7C-5E4C10BCE22C}"/>
          </ac:spMkLst>
        </pc:spChg>
        <pc:spChg chg="add mod">
          <ac:chgData name="" userId="" providerId="" clId="Web-{57FA6384-6D64-4017-8C8D-103F9B22F9B7}" dt="2026-10-23T12:33:14.086" v="22" actId="34807"/>
          <ac:spMkLst>
            <pc:docMk/>
            <pc:sldMk cId="3776325952" sldId="15842"/>
            <ac:spMk id="32349" creationId="{835F5B10-711A-BAEE-78DF-3CE74DDF1C50}"/>
          </ac:spMkLst>
        </pc:spChg>
        <pc:spChg chg="add mod">
          <ac:chgData name="" userId="" providerId="" clId="Web-{57FA6384-6D64-4017-8C8D-103F9B22F9B7}" dt="2026-10-23T12:33:14.086" v="22" actId="34807"/>
          <ac:spMkLst>
            <pc:docMk/>
            <pc:sldMk cId="3776325952" sldId="15842"/>
            <ac:spMk id="32415" creationId="{45BC951B-A9C6-868D-F9AB-235A4C89F313}"/>
          </ac:spMkLst>
        </pc:spChg>
        <pc:spChg chg="add mod">
          <ac:chgData name="" userId="" providerId="" clId="Web-{57FA6384-6D64-4017-8C8D-103F9B22F9B7}" dt="2026-10-23T12:33:14.086" v="22" actId="34807"/>
          <ac:spMkLst>
            <pc:docMk/>
            <pc:sldMk cId="3776325952" sldId="15842"/>
            <ac:spMk id="32439" creationId="{7CD23AFB-207A-EC19-E8DF-7AE9072DF12D}"/>
          </ac:spMkLst>
        </pc:spChg>
        <pc:spChg chg="add mod">
          <ac:chgData name="" userId="" providerId="" clId="Web-{57FA6384-6D64-4017-8C8D-103F9B22F9B7}" dt="2026-10-23T12:33:14.086" v="22" actId="34807"/>
          <ac:spMkLst>
            <pc:docMk/>
            <pc:sldMk cId="3776325952" sldId="15842"/>
            <ac:spMk id="32517" creationId="{B706A9A9-735D-85A1-A8CF-4EDE112AF484}"/>
          </ac:spMkLst>
        </pc:spChg>
        <pc:spChg chg="add mod">
          <ac:chgData name="" userId="" providerId="" clId="Web-{57FA6384-6D64-4017-8C8D-103F9B22F9B7}" dt="2026-10-23T12:33:14.086" v="22" actId="34807"/>
          <ac:spMkLst>
            <pc:docMk/>
            <pc:sldMk cId="3776325952" sldId="15842"/>
            <ac:spMk id="32805" creationId="{9165BD6C-60C4-BED6-0011-DD34BBE59868}"/>
          </ac:spMkLst>
        </pc:spChg>
        <pc:spChg chg="add mod">
          <ac:chgData name="" userId="" providerId="" clId="Web-{57FA6384-6D64-4017-8C8D-103F9B22F9B7}" dt="2026-10-23T12:33:14.086" v="22" actId="34807"/>
          <ac:spMkLst>
            <pc:docMk/>
            <pc:sldMk cId="3776325952" sldId="15842"/>
            <ac:spMk id="33174" creationId="{FA1B7579-D427-119D-CAAC-F7D6ED76F2BF}"/>
          </ac:spMkLst>
        </pc:spChg>
        <pc:picChg chg="add mod">
          <ac:chgData name="" userId="" providerId="" clId="Web-{57FA6384-6D64-4017-8C8D-103F9B22F9B7}" dt="2026-10-23T12:32:56.914" v="21" actId="34807"/>
          <ac:picMkLst>
            <pc:docMk/>
            <pc:sldMk cId="3776325952" sldId="15842"/>
            <ac:picMk id="32139" creationId="{18D923FD-140A-4226-0851-EFB35D4A4C7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1448F3-5ACF-4753-96E0-AB44B969FEA6}" type="datetimeFigureOut">
              <a:t>24.10.2026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A53654-600B-4302-80A0-D02B08D7C4DF}" type="slidenum">
              <a:t>‹#›</a:t>
            </a:fld>
            <a:endParaRPr lang="en-US"/>
          </a:p>
        </p:txBody>
      </p:sp>
    </p:spTree>
    <p:extLst>
      <p:ext uri="{BB962C8B-B14F-4D97-AF65-F5344CB8AC3E}">
        <p14:creationId xmlns:p14="http://schemas.microsoft.com/office/powerpoint/2010/main" val="1728091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S01 | More homes ready. Faster. With control intact.
TIMING: 40 s for this slide (all builds together) · 00:00-00:40 on the 23:45 narration clock.
SAY
Good morning. Zava North Homes has 60,000 homes and three legal clocks running. In the next 25 minutes I will show you the size of that challenge in hard numbers, how we analysed it, the product we designed for it and a forecast you can hold us to.
Zava Forward is one accountable workbench for the retrofit programme, with damp, mould and hazard referral built into every decision: every home has an owner, every decision has evidence, and AI does the preparation so your people can make the calls that matter.
My ask is simple and specific: fund the validation gate, then scale. Let me show you why it is worth it.
SOURCES AND CALCULATIONS
Case brief (E01); exercise addendum (E02).
</a:t>
            </a:r>
          </a:p>
        </p:txBody>
      </p:sp>
      <p:sp>
        <p:nvSpPr>
          <p:cNvPr id="4" name="Slide Number Placeholder 3"/>
          <p:cNvSpPr>
            <a:spLocks noGrp="1"/>
          </p:cNvSpPr>
          <p:nvPr>
            <p:ph type="sldNum" sz="quarter" idx="5"/>
          </p:nvPr>
        </p:nvSpPr>
        <p:spPr/>
        <p:txBody>
          <a:bodyPr/>
          <a:lstStyle/>
          <a:p>
            <a:fld id="{DFA53654-600B-4302-80A0-D02B08D7C4DF}" type="slidenum">
              <a:rPr lang="en-US"/>
              <a:t>1</a:t>
            </a:fld>
            <a:endParaRPr lang="en-US"/>
          </a:p>
        </p:txBody>
      </p:sp>
    </p:spTree>
    <p:extLst>
      <p:ext uri="{BB962C8B-B14F-4D97-AF65-F5344CB8AC3E}">
        <p14:creationId xmlns:p14="http://schemas.microsoft.com/office/powerpoint/2010/main" val="2207600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S02 | 15,600 homes to lift by 2030. Thousands more to keep safe.
TIMING: 70 s for this slide (all builds together) · 00:40-01:50 on the 23:45 narration clock.
SAY
Let me put numbers on the challenge. These are national statistics for social housing in England, applied to Zava's 60,000 homes.
Twenty-six per cent of social homes are still below EPC band C. For Zava that is about 15,600 homes that must be lifted by April 2030.
Six per cent of housing association homes have damp. That is about 3,600 homes. And 38 per cent of housing association households say they live with condensation, damp or mould: about 22,800 households who may pick up the phone.
The median landlord logs 53.5 stage-one complaints per 1,000 homes a year. For Zava, about 3,210 complaints, each one a test of whether the organisation knows what is happening in that home.
This is not a backlog you clear with more spreadsheets. It is a flow you have to run.
SOURCES AND CALCULATIONS
EHS 2024-25 Chapter 1 and Chapter 2 (MHCLG, 29 Jan 2026); SRS MEES final-stage impact assessment (DESNZ/MHCLG, 1 Apr 2026); Tenant Satisfaction Measures 2024/25 headline report (RSH, 4 Nov 2025). Calculation: rate × 60,000, rounded.
</a:t>
            </a:r>
          </a:p>
        </p:txBody>
      </p:sp>
      <p:sp>
        <p:nvSpPr>
          <p:cNvPr id="4" name="Slide Number Placeholder 3"/>
          <p:cNvSpPr>
            <a:spLocks noGrp="1"/>
          </p:cNvSpPr>
          <p:nvPr>
            <p:ph type="sldNum" sz="quarter" idx="5"/>
          </p:nvPr>
        </p:nvSpPr>
        <p:spPr/>
        <p:txBody>
          <a:bodyPr/>
          <a:lstStyle/>
          <a:p>
            <a:fld id="{DFA53654-600B-4302-80A0-D02B08D7C4DF}" type="slidenum">
              <a:rPr lang="en-US"/>
              <a:t>2</a:t>
            </a:fld>
            <a:endParaRPr lang="en-US"/>
          </a:p>
        </p:txBody>
      </p:sp>
    </p:spTree>
    <p:extLst>
      <p:ext uri="{BB962C8B-B14F-4D97-AF65-F5344CB8AC3E}">
        <p14:creationId xmlns:p14="http://schemas.microsoft.com/office/powerpoint/2010/main" val="2054089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S03 | Three clocks are already running.
TIMING: 70 s for this slide (all builds together) · 01:50-03:00 on the 23:45 narration clock.
SAY
Three regulatory clocks are already running, and they converge on the same homes.
First, Awaab's Law. Since 27 October 2025, social landlords must make emergency hazards safe within 24 hours and investigate significant damp and mould within 10 working days, with a written summary to the tenant within three working days.
Second, on 30 November 2026, five weeks from now, phase two adds excess cold and heat, falls, fire and electrical hazards. From that day a cold, inefficient home is a legal hazard, not just a carbon statistic. Retrofit and repairs become one programme.
Third, the government decided on 28 January 2026 that every social rented home must reach EPC band C by 1 April 2030, with a 10,000 pound spend cap per home. And from 2035 a new Decent Homes Standard applies, which on the government's own modelling 42 per cent of housing association homes would fail today.
Every one of these clocks needs the same thing: knowing the state of each home, who owns the next action and what evidence supports it.
SOURCES AND CALCULATIONS
Awaab's Law guidance for social landlords (MHCLG, updated 16 Jul 2026); Awaab's Law collection (MHCLG, 13 Jul 2026); Improving the energy efficiency of socially rented homes: government response (MHCLG/DESNZ, 1 Apr 2026) and summary of responses (28 Jan 2026); New Decent Homes Standard policy statement and EHS modelling briefing (MHCLG, 28 Jan 2026).
RELATED ANSWERS: B24 = slide 51.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3</a:t>
            </a:fld>
            <a:endParaRPr lang="en-US"/>
          </a:p>
        </p:txBody>
      </p:sp>
    </p:spTree>
    <p:extLst>
      <p:ext uri="{BB962C8B-B14F-4D97-AF65-F5344CB8AC3E}">
        <p14:creationId xmlns:p14="http://schemas.microsoft.com/office/powerpoint/2010/main" val="1364935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S04 | Homes don't stall on ambition. They stall between teams.
TIMING: 50 s for this slide (all builds together) · 03:00-03:50 on the 23:45 narration clock.
SAY
Here is what we found when we walked the journey of a single home. The ambition is there. The money is there. Homes stall in the gaps between teams.
A survey says one thing and the stock record says another. Funding needs evidence the assessor has not signed. The resident has not agreed a date. The contractor finishes, but quality acceptance and handover are separate events. Every gap moves the delay to the next team, and on a dashboard it looks like progress because starts go up.
So we changed the management question. Not how many recommendations did we generate, but how many homes reached an accepted handover, how much effort it took and what is blocked, by whom, right now.
SOURCES AND CALCULATIONS
Exercise addendum and journey atlas (E02, E08); agent-request challenge (E03).
RELATED ANSWERS: B01 = slide 28.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4</a:t>
            </a:fld>
            <a:endParaRPr lang="en-US"/>
          </a:p>
        </p:txBody>
      </p:sp>
    </p:spTree>
    <p:extLst>
      <p:ext uri="{BB962C8B-B14F-4D97-AF65-F5344CB8AC3E}">
        <p14:creationId xmlns:p14="http://schemas.microsoft.com/office/powerpoint/2010/main" val="15759263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  [build 1 of 2 - click through to the next build]
TIMING: 90 s for this slide (all builds together) · 03:50-05:20 on the 23:45 narration clock.
SAY
Here is our forecast, and we want you to hold us to it.
Zava needs to lift about 15,600 homes to EPC C in the 41 months to April 2030. That is 88 homes every week from November. That pace is impossible to run on spreadsheets and email. It is exactly what Zava Forward is built to run.
[Click] The money works. At the national average cost for housing association homes, 6,082 pounds, the programme is about £95 million of works. Warm Homes: Social Housing Fund wave 3 pays up to 7,500 pounds a home with at least 50 per cent co-funding: up to about £47 million of grant potential, ahead of the 40 million pound ambition in the original brief. Zava's proportional share of the national wave 3 pot is only about £22.5 million, so capturing the full potential means winning bids with better evidence than our peers. Evidence-ready bids are a product feature.
AI usage is one input to the evidence-preparation value test. No inference price, whole-programme AI cost, saving or payback is established. We still need complete cost accounting and accepted outcomes above an agreed quality floor.
Forecast assumptions: national EPC and retrofit cost averages applied to the 60,000-home stock; straight-line delivery from 1 November 2026; grant at 50 per cent of the average cost, capped at 7,500 pounds. These retrofit scenarios do not establish AI pricing or measured benefit.
SOURCES AND CALCULATIONS
EHS 2024-25 Ch.2 (avg cost to C, HA £6,082); SRS MEES final IA (26% below C; ~1.1m homes; Wave 3 £1.585bn); WH:SHF Wave 3 guidance (cap £7,500, 50% co-funding); case brief GBP 40m ambition (E01); historical operator usage (E19). Issue #435 requires no Tokenomics price, saving or payback claim. The imported handoff retains the earlier unvalidated inference scenario as history only.
RELATED ANSWERS: B08 = slide 35.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5</a:t>
            </a:fld>
            <a:endParaRPr lang="en-US"/>
          </a:p>
        </p:txBody>
      </p:sp>
    </p:spTree>
    <p:extLst>
      <p:ext uri="{BB962C8B-B14F-4D97-AF65-F5344CB8AC3E}">
        <p14:creationId xmlns:p14="http://schemas.microsoft.com/office/powerpoint/2010/main" val="268511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a:t>
            </a:r>
          </a:p>
          <a:p>
            <a:r>
              <a:rPr lang="en-US"/>
              <a:t>The 15,600-home cohort is modelled as 60,000 x 26%, not a measured stock survey. GBP 6,082/home x 15,600 = GBP 94,879,200 works (about GBP 95m). Conditional grant: min(50% x GBP 6,082, GBP 7,500) = GBP 3,041/home; x 15,600 = GBP 47,439,600. This assumes all homes and benchmark costs qualify, sufficient allocation, award and successful claims; none is established.</a:t>
            </a:r>
          </a:p>
          <a:p>
            <a:r>
              <a:rPr lang="en-US"/>
              <a:t>E21 inference planning scenario: 6,884 tokens / five historical runs = 1,376.8/run; assumed x10 = 13,768/task; x20 tasks/home = 275,360 tokens/home. At the historical secondary-source USD 1.60/million assumption dated 2026-10-23, inference = USD 0.440576/home x 15,600 = USD 6,872.9856, rounded USD 6,873. Not verified current deployment pricing or measured accepted work. Full project TCO is unpriced. Keep USD and GBP separate; no percentage without Finance-approved dated FX.</a:t>
            </a:r>
          </a:p>
          <a:p>
            <a:r>
              <a:rPr lang="en-US"/>
              <a:t>Source: evidence/ai-cost-evidence.md, Recovered Council Comparison (2026-10-24), E21. The planning scenario does not satisfy issue #435 acceptance, grant approval or spending authority. RELATED ANSWER: B08; question index slide 27.</a:t>
            </a:r>
          </a:p>
          <a:p>
            <a:r>
              <a:rPr lang="en-US"/>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6</a:t>
            </a:fld>
            <a:endParaRPr lang="en-US"/>
          </a:p>
        </p:txBody>
      </p:sp>
    </p:spTree>
    <p:extLst>
      <p:ext uri="{BB962C8B-B14F-4D97-AF65-F5344CB8AC3E}">
        <p14:creationId xmlns:p14="http://schemas.microsoft.com/office/powerpoint/2010/main" val="1724919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S06 | Six weeks of product work sit under these slides.
TIMING: 60 s for this slide (all builds together) · 05:20-06:20 on the 23:45 narration clock.
SAY
These counts show activity, not accepted value; the lesson is to preserve short, usable feedback loops.
These slides sit on six weeks of product work: 480 commits, 233 merged pull requests and six architecture decision records. A business requirements document and a product requirements document with 142 requirements and 196 acceptance criteria. 34 research documents, 28 journey maps, a what-if study with 20 scenarios and a backlog of 189 items generated from all of it.
The recorded contributors are one architect, GitHub Copilot and automation. These activity counts do not validate a long coordinator loop or establish accepted delivery for Zava.
This is a product-management story first: understand the problem, test the assumptions, then build.
SOURCES AND CALCULATIONS
Repository home page and pull request search, 23 Oct 2026: 480 commits on main, 233 merged pull requests, 3 contributors; docs/adrs (6 ADRs); BRD v0.19.0 (52 FR, 12 NFR, 103 AC) and PRD v0.18.0 (61 FR, 17 NFR, 93 AC); docs/reference/research (34 documents); journey atlas (28 maps); agent what-if study (20 scenarios); AMA Plan board (189 items). BRD created 11 Sep 2026; first pull request 20 Sep 2026.
</a:t>
            </a:r>
          </a:p>
        </p:txBody>
      </p:sp>
      <p:sp>
        <p:nvSpPr>
          <p:cNvPr id="4" name="Slide Number Placeholder 3"/>
          <p:cNvSpPr>
            <a:spLocks noGrp="1"/>
          </p:cNvSpPr>
          <p:nvPr>
            <p:ph type="sldNum" sz="quarter" idx="5"/>
          </p:nvPr>
        </p:nvSpPr>
        <p:spPr/>
        <p:txBody>
          <a:bodyPr/>
          <a:lstStyle/>
          <a:p>
            <a:fld id="{DFA53654-600B-4302-80A0-D02B08D7C4DF}" type="slidenum">
              <a:rPr lang="en-US"/>
              <a:t>7</a:t>
            </a:fld>
            <a:endParaRPr lang="en-US"/>
          </a:p>
        </p:txBody>
      </p:sp>
    </p:spTree>
    <p:extLst>
      <p:ext uri="{BB962C8B-B14F-4D97-AF65-F5344CB8AC3E}">
        <p14:creationId xmlns:p14="http://schemas.microsoft.com/office/powerpoint/2010/main" val="35550751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S07 | Research into design</a:t>
            </a:r>
          </a:p>
          <a:p>
            <a:pPr algn="l">
              <a:lnSpc>
                <a:spcPct val="105000"/>
              </a:lnSpc>
              <a:buNone/>
            </a:pPr>
            <a:r>
              <a:rPr lang="en-GB" sz="1200" b="0">
                <a:solidFill>
                  <a:srgbClr val="000000"/>
                </a:solidFill>
                <a:latin typeface="Arial"/>
              </a:rPr>
              <a:t>TIMING: 60 s for this slide (all builds together) · 06:20-07:20 on the 23:45 narration clock.</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We began with the people moving a home forward, not an agent for every department. Nine company-role research instruments contributed to desk research. The atlas covers 28 stage-based maps and 24 bounded opportunities.</a:t>
            </a:r>
          </a:p>
          <a:p>
            <a:pPr algn="l">
              <a:lnSpc>
                <a:spcPct val="105000"/>
              </a:lnSpc>
              <a:buNone/>
            </a:pPr>
            <a:r>
              <a:rPr lang="en-GB" sz="1200" b="0">
                <a:solidFill>
                  <a:srgbClr val="000000"/>
                </a:solidFill>
                <a:latin typeface="Arial"/>
              </a:rPr>
              <a:t>Across the eight-stage journey, three hypotheses recur: people repeat their story, a sent promise has no accepted receiver, and a changed scope leaves a review stale. The design response is one case, a named receiving owner, and separate decisions whose dependencies can be checked.</a:t>
            </a:r>
          </a:p>
          <a:p>
            <a:pPr algn="l">
              <a:lnSpc>
                <a:spcPct val="105000"/>
              </a:lnSpc>
              <a:buNone/>
            </a:pPr>
            <a:r>
              <a:rPr lang="en-GB" sz="1200" b="0">
                <a:solidFill>
                  <a:srgbClr val="000000"/>
                </a:solidFill>
                <a:latin typeface="Arial"/>
              </a:rPr>
              <a:t>These maps informed the design; they are not direct resident or staff research. The next test is whether real people can complete these tasks, including assisted routes, without transferring effort or weakening choice.</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Eight connected, numbered native chevrons: 1 report or nominate -&gt; 2 understand home and household -&gt; 3 decide scope and feasibility -&gt; 4 coordinate ready work -&gt; 5 deliver and capture -&gt; 6 inspect and remedy -&gt; 7 handover and live with measures -&gt; 8 reconcile and learn. Stage-linked pain hypotheses: 1-2 repeated story, test one sourced case and safe sharing; 4 unowned promises, test a named receiver with sender chase until accepted; 3 and 6 stale reviews, test separate version-bound decisions and reopen affected reviews. Arrows attach these hypotheses below the relevant journey stages; words and numbers carry the meaning without colour.</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The 27 companion maps plus the atlas leasehold-service staff map make 28 stage-based maps; two added subjourneys are not silently counted as additional maps.</a:t>
            </a:r>
          </a:p>
          <a:p>
            <a:pPr algn="l">
              <a:lnSpc>
                <a:spcPct val="105000"/>
              </a:lnSpc>
              <a:buNone/>
            </a:pPr>
            <a:r>
              <a:rPr lang="en-GB" sz="1200" b="0">
                <a:solidFill>
                  <a:srgbClr val="000000"/>
                </a:solidFill>
                <a:latin typeface="Arial"/>
              </a:rPr>
              <a:t>All pain and gain statements are hypotheses or desired outcomes, not measured emotion scores, quotations, customer endorsement or delivered gains.</a:t>
            </a:r>
          </a:p>
          <a:p>
            <a:pPr algn="l">
              <a:lnSpc>
                <a:spcPct val="105000"/>
              </a:lnSpc>
              <a:buNone/>
            </a:pPr>
            <a:r>
              <a:rPr lang="en-GB" sz="1200" b="0">
                <a:solidFill>
                  <a:srgbClr val="000000"/>
                </a:solidFill>
                <a:latin typeface="Arial"/>
              </a:rPr>
              <a:t>Resident choice, independent professional and Finance decisions, assisted routes and independent hazard intake remain intact.</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S07 main route; B12 research-validation answer is slide 39. Existing footer/navigation is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rPr lang="en-US"/>
              <a:t>8</a:t>
            </a:fld>
            <a:endParaRPr lang="en-US"/>
          </a:p>
        </p:txBody>
      </p:sp>
    </p:spTree>
    <p:extLst>
      <p:ext uri="{BB962C8B-B14F-4D97-AF65-F5344CB8AC3E}">
        <p14:creationId xmlns:p14="http://schemas.microsoft.com/office/powerpoint/2010/main" val="19447591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S08 | We challenged the brief to make it shippable.
TIMING: 70 s for this slide (all builds together) · 07:20-08:30 on the 23:45 narration clock.
SAY
The original brief asked for five autonomous AI agents, from stock prioritisation to quality verification, with autonomy up to level four. We took the brief seriously, and that is exactly why we challenged it.
We ran it past nine role instruments. Their verdict was clear: none of the five should run end to end. So we kept all five responsibilities as five bounded assistants on one proposal service.
We also refused the easy story that the spreadsheets are the problem. As our requirements put it, Zava does not have a spreadsheet problem, it has a delivery control problem that spreadsheets make harder to see. The first investment is data ownership and workflow, then AI.
We kept AI, and changed its job: AI prepares, people decide, because consent, safety and money need a named human.
The portal is optional, not rejected. Issue #441 assesses resident self-service to reduce avoidable status calls and protect staff working time. Phone, email, letter and visits stay available. Portal/workflow comes first; any resident-answer assistant is separately gated, human-reviewed and off for routine automation. No benefit has been measured.
SOURCES AND CALCULATIONS
Issue #441, read 23 October 2026: owner-confirmed Option B reuses case/API authority; portal/workflow first, resident-answer task separately gated. Its latest public comment reports a Research-stage integration blocker and no published PR. The owner reports local work in progress, not inspected implementation or approval. Per-message human review remains normative; routine automation stays off pending requirements-owner disposition and separate release approval.
Original case brief: five agents with autonomy L2-L4 (E01); agent-request challenge and agent what-if study: "none of the five requested agents should be end-to-end" (E03, WIS); BRD L161-166 spreadsheet quote; discovery brief: first investment is data ownership and workflow instrumentation; PRD: one proposal service, not five applications; architecture README: no resident portal required, separate workers deferred, Foundry Agent Service not used.
RELATED ANSWERS: B03 = slide 30; B14 = slide 41.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9</a:t>
            </a:fld>
            <a:endParaRPr lang="en-US"/>
          </a:p>
        </p:txBody>
      </p:sp>
    </p:spTree>
    <p:extLst>
      <p:ext uri="{BB962C8B-B14F-4D97-AF65-F5344CB8AC3E}">
        <p14:creationId xmlns:p14="http://schemas.microsoft.com/office/powerpoint/2010/main" val="27164472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S09 | Every prototype taught us something we kept.
TIMING: 50 s for this slide (all builds together) · 08:30-09:20 on the 23:45 narration clock.
SAY
We did not design this on a whiteboard. Every prototype taught us something we kept.
It started on 20 September with a review of the open decisions in the requirements. The first prototype gave each role its own perspective, and taught us that roles need their own queues. On 6 October we reviewed eleven perspectives, nine workflow filters and eight constructed cases, found inconsistent owner labels, and fixed them in the requirements. Two days later the MVP replaced the prototype with one shared workbench.
On 11 October we made real AI, Azure SQL and Blob storage mandatory, and the decision-model and generative calls worked. By 14 October five assistants were making real, citation-validated proposals backed by 73 SQL tests, and the evidence survived a service restart. This morning we merged the Tokenomics requirements: AI is managed by cost per accepted outcome.
Twenty-five days from the first prototype review to five real assistants. Every lesson became a requirement, a decision or a test.
SOURCES AND CALCULATIONS
PR #1 (opened 20 Sep 2026); PR #19 four role-based task perspectives (PRD L1726); 6 Oct HTML review (PRD L1736-1746); 8 Oct MVP replaced prototype (PRD L414-419); 11 Oct real AI, SQL and Azure required (ADD L182-213); PR #58 (ADD L277-285); five-assistant exercise 13-14 Oct (ADD L252-273; PRD L588-621): 5 citation-validated proposals, 6,884 tokens, 73 SQL tests, persistence across restart; PR #433 Tokenomics (merged 23 Oct 2026). "25 days" = 20 Sep to 14 Oct.
</a:t>
            </a:r>
          </a:p>
        </p:txBody>
      </p:sp>
      <p:sp>
        <p:nvSpPr>
          <p:cNvPr id="4" name="Slide Number Placeholder 3"/>
          <p:cNvSpPr>
            <a:spLocks noGrp="1"/>
          </p:cNvSpPr>
          <p:nvPr>
            <p:ph type="sldNum" sz="quarter" idx="5"/>
          </p:nvPr>
        </p:nvSpPr>
        <p:spPr/>
        <p:txBody>
          <a:bodyPr/>
          <a:lstStyle/>
          <a:p>
            <a:fld id="{DFA53654-600B-4302-80A0-D02B08D7C4DF}" type="slidenum">
              <a:rPr lang="en-US"/>
              <a:t>10</a:t>
            </a:fld>
            <a:endParaRPr lang="en-US"/>
          </a:p>
        </p:txBody>
      </p:sp>
    </p:spTree>
    <p:extLst>
      <p:ext uri="{BB962C8B-B14F-4D97-AF65-F5344CB8AC3E}">
        <p14:creationId xmlns:p14="http://schemas.microsoft.com/office/powerpoint/2010/main" val="3016923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S10 | We stress-tested the economics before we wrote the product.</a:t>
            </a:r>
          </a:p>
          <a:p>
            <a:r>
              <a:rPr lang="en-US"/>
              <a:t>Use source S09's restored comparison without extending the existing narration slot. The historical HA benchmark is GBP 6,082 per home, not a quotation and not the fictional GBP 20,000 package. For 15,600 modelled homes: 15,600 x GBP 6,082 = GBP 94,879,200 (GBP 94.9m). Conditional grant = min(50% x GBP 6,082, GBP 7,500) = GBP 3,041/home; 15,600 x GBP 3,041 = GBP 47,439,600 (GBP 47.4m). Assume every home and full benchmark cost eligible, sufficient allocation, award and successful claims. Current scheme rules, caps, dates and availability require Finance/funder review. The other grant bars are separate sensitivities, not awards.</a:t>
            </a:r>
          </a:p>
          <a:p>
            <a:r>
              <a:rPr lang="en-US"/>
              <a:t>The fictional package stays separate: GBP 18,000 contractor + GBP 2,000 internal = GBP 20,000 gross base cash. GBP 2,000 contingency gives GBP 22,000 envelope. Fictional GBP 7,500 grant gives GBP 12,500 provider base; fully spent contingency gives GBP 14,500. At GBP 12,000 eligible cost and a fictional 50% ceiling, grant is GBP 6,000 and provider base GBP 14,000. An award is not cash.</a:t>
            </a:r>
          </a:p>
          <a:p>
            <a:r>
              <a:rPr lang="en-US"/>
              <a:t>Documentation supports eligible, evidenced applications and claims; it does not create eligibility or promise award/payment. No additional grant income or reduced clawback measured. Evidence: E02 and E21, evidence/ai-cost-evidence.md, Recovered Council Comparison (2026-10-24). Transition to product/runtime decisions. RELATED ANSWER: B09 = slide 36; index slide 27.</a:t>
            </a:r>
          </a:p>
          <a:p>
            <a:r>
              <a:rPr lang="en-US"/>
              <a:t>TIMING: 70 s for this slide (all builds together) · 09:20-10:30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11</a:t>
            </a:fld>
            <a:endParaRPr lang="en-US"/>
          </a:p>
        </p:txBody>
      </p:sp>
    </p:spTree>
    <p:extLst>
      <p:ext uri="{BB962C8B-B14F-4D97-AF65-F5344CB8AC3E}">
        <p14:creationId xmlns:p14="http://schemas.microsoft.com/office/powerpoint/2010/main" val="1471284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S11 | Meet the Workbench: every home, one owner, one next step.
TIMING: 70 s for this slide (all builds together) · 10:30-11:40 on the 23:45 narration clock.
SAY
This is the product. We call it the Workbench, and it is deliberately simple.
Every person opens to their cases. Every case shows one next owner, a plain status and the evidence behind it. When two sources disagree, the case does not disappear into an amber dot: it goes to the person who can resolve it, with the clock visible.
AI sits in the side panel. It prepares a summary, a letter or a funding pack, and a person accepts it or rejects it with a reason. Nothing is approved by a model.
This is not a slideware concept. The work-queue signals, controlled bulk edits, hazard referral, grant and claim states, forecasts and the accept-or-reject AI suggestions are already delivered in the MVP backlog. What you see here is the product view of that delivered work, with fictional homes.
SOURCES AND CALCULATIONS
AMA Plan project snapshot 2026-10-23 07:21 UTC (E20): Done items #77, #78, #85, #95, #102, #105, #106; epic #73 and feature #76. Prototype learnings and owner feedback PR #26 (E15).
RELATED ANSWERS: B02 = slide 29.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12</a:t>
            </a:fld>
            <a:endParaRPr lang="en-US"/>
          </a:p>
        </p:txBody>
      </p:sp>
    </p:spTree>
    <p:extLst>
      <p:ext uri="{BB962C8B-B14F-4D97-AF65-F5344CB8AC3E}">
        <p14:creationId xmlns:p14="http://schemas.microsoft.com/office/powerpoint/2010/main" val="4176965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S12 | The same-home service blueprint</a:t>
            </a:r>
          </a:p>
          <a:p>
            <a:pPr algn="l">
              <a:lnSpc>
                <a:spcPct val="105000"/>
              </a:lnSpc>
              <a:buNone/>
            </a:pPr>
            <a:r>
              <a:rPr lang="en-GB" sz="1200" b="0">
                <a:solidFill>
                  <a:srgbClr val="000000"/>
                </a:solidFill>
                <a:latin typeface="Arial"/>
              </a:rPr>
              <a:t>TIMING: 60 s for this slide (all builds together) · 11:40-12:40 on the 23:45 narration clock.</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Follow the same fictional home across five moments, with the resident, delivery team and Finance plus QA visible together. This is a service blueprint synthesised from research, not an actual system trace or a claim that every feature is delivered.</a:t>
            </a:r>
          </a:p>
          <a:p>
            <a:pPr algn="l">
              <a:lnSpc>
                <a:spcPct val="105000"/>
              </a:lnSpc>
              <a:buNone/>
            </a:pPr>
            <a:r>
              <a:rPr lang="en-GB" sz="1200" b="0">
                <a:solidFill>
                  <a:srgbClr val="000000"/>
                </a:solidFill>
                <a:latin typeface="Arial"/>
              </a:rPr>
              <a:t>The resident can agree, defer or decline specific works. Delivery accepts competent capacity, not merely an offered date. Independent QA can return work; resident handover does not settle a claim or create cash.</a:t>
            </a:r>
          </a:p>
          <a:p>
            <a:pPr algn="l">
              <a:lnSpc>
                <a:spcPct val="105000"/>
              </a:lnSpc>
              <a:buNone/>
            </a:pPr>
            <a:r>
              <a:rPr lang="en-GB" sz="1200" b="0">
                <a:solidFill>
                  <a:srgbClr val="000000"/>
                </a:solidFill>
                <a:latin typeface="Arial"/>
              </a:rPr>
              <a:t>When scope changes, the exception has a named receiver. Only dependent reviews reopen, with a separate resident update. Hazard intake never waits for the retrofit workflow, and a survey visit or booking is never inferred works consent.</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Five columns: report/understand; choose scope; book/deliver; inspect/handover; claim/reconcile. Three lanes: resident choice and aftercare; delivery evidence, design, capacity and remedy; Finance and independent QA route, affordability, inspection and cash. At scope choice Finance owns budget and the resident owns works choice; independent QA accepts or returns at inspection. Amber cells explicitly labelled CHANGE mark scope review reopening and commitment-version rechecking; the CHANGE EXCEPTION rail names the receiver, reopens affected reviews and updates the resident. Hazard intake stays a parallel independent human route. Labels, not colour alone, identify the exception.</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Fictional synthesis, not a customer observation, live transaction trace, delivered-feature checklist or measured outcome.</a:t>
            </a:r>
          </a:p>
          <a:p>
            <a:pPr algn="l">
              <a:lnSpc>
                <a:spcPct val="105000"/>
              </a:lnSpc>
              <a:buNone/>
            </a:pPr>
            <a:r>
              <a:rPr lang="en-GB" sz="1200" b="0">
                <a:solidFill>
                  <a:srgbClr val="000000"/>
                </a:solidFill>
                <a:latin typeface="Arial"/>
              </a:rPr>
              <a:t>Finance and QA share a drawing lane, not a decision authority: professional review, resident consent, Finance approval, independent QA, handover and financial closure remain separate.</a:t>
            </a:r>
          </a:p>
          <a:p>
            <a:pPr algn="l">
              <a:lnSpc>
                <a:spcPct val="105000"/>
              </a:lnSpc>
              <a:buNone/>
            </a:pPr>
            <a:r>
              <a:rPr lang="en-GB" sz="1200" b="0">
                <a:solidFill>
                  <a:srgbClr val="000000"/>
                </a:solidFill>
                <a:latin typeface="Arial"/>
              </a:rPr>
              <a:t>Phone, letter, visits and assisted service remain usable; no portal is required. Hazards, withdrawal, safeguarding and redress do not wait for the sequential rail.</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docs/case_study_48_addendum.md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S12 main route; existing B06 and B23 answer references and all package relationships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rPr lang="en-US"/>
              <a:t>13</a:t>
            </a:fld>
            <a:endParaRPr lang="en-US"/>
          </a:p>
        </p:txBody>
      </p:sp>
    </p:spTree>
    <p:extLst>
      <p:ext uri="{BB962C8B-B14F-4D97-AF65-F5344CB8AC3E}">
        <p14:creationId xmlns:p14="http://schemas.microsoft.com/office/powerpoint/2010/main" val="1143418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S13 | 189 backlog items, 16 epics, one coherent product.
TIMING: 50 s for this slide (all builds together) · 12:40-13:30 on the 23:45 narration clock.
SAY
Behind the workbench is a real, structured product backlog. 189 items across 16 epics, generated from the business requirements, the product requirements and the architecture decisions.
54 are delivered, 24 are in progress and 111 are queued and ready to be picked up in dependency order. Every item traces back to a requirement and forward to a pull request with its evidence.
This is what makes the plan credible: we are not asking you to imagine a product. We are showing you the inventory of one, and the order we will build the rest in.
SOURCES AND CALCULATIONS
AMA Plan project snapshot (E20): 189 items; labels: 16 epic, 110 feature, 34 story, 29 other; status 54 Done, 24 In Progress, 111 Todo. Per-epic counts computed from item area labels (items outside the 16 epic areas: 28).
</a:t>
            </a:r>
          </a:p>
        </p:txBody>
      </p:sp>
      <p:sp>
        <p:nvSpPr>
          <p:cNvPr id="4" name="Slide Number Placeholder 3"/>
          <p:cNvSpPr>
            <a:spLocks noGrp="1"/>
          </p:cNvSpPr>
          <p:nvPr>
            <p:ph type="sldNum" sz="quarter" idx="5"/>
          </p:nvPr>
        </p:nvSpPr>
        <p:spPr/>
        <p:txBody>
          <a:bodyPr/>
          <a:lstStyle/>
          <a:p>
            <a:fld id="{DFA53654-600B-4302-80A0-D02B08D7C4DF}" type="slidenum">
              <a:rPr lang="en-US"/>
              <a:t>14</a:t>
            </a:fld>
            <a:endParaRPr lang="en-US"/>
          </a:p>
        </p:txBody>
      </p:sp>
    </p:spTree>
    <p:extLst>
      <p:ext uri="{BB962C8B-B14F-4D97-AF65-F5344CB8AC3E}">
        <p14:creationId xmlns:p14="http://schemas.microsoft.com/office/powerpoint/2010/main" val="1054251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S14 | Start Monday with the spreadsheets you already run.
TIMING: 70 s for this slide (all builds together) · 13:30-14:40 on the 23:45 narration clock.
SAY
Adoption is where good products die, so we designed the first day, not just the hundredth.
Zava runs the programme on spreadsheets today. On day one the importer takes those workbooks, previews them, validates every row, quarantines anything that fails and never modifies the source file. Then we run side by side with named Excel editors, compare read-only, and only when the team trusts the numbers do the workbooks become read-only. It is a strangler plan, not a big bang.
Going the other way, anything in the workbench exports to Excel or CSV, without write-back, so Finance's models and the board pack keep working. Stakeholder progress packs are already delivered, and evidence export is being built.
In the historical MVP of 12-14 October, Entra ID sign-in and Microsoft Graph profile integration were demonstrated. Current staff sign-in/Graph acceptance remains outstanding. For the wider Microsoft 365 integration, operations alerts can flow to a Teams channel, a SharePoint evidence library is designed in, and Teams review nudges are on the roadmap. Microsoft 365 is where people work and documents live; the workbench stays the system of record, and a hazard is never routed through a Teams nudge.
SOURCES AND CALCULATIONS
PRD FR-029/AC-031 (import declared Excel structures; quarantine; source unchanged), FR-030 (export to Excel or CSV, no write-back), NFR-010, transition plan L235-243, performance targets L1283; infra/main.bicep (entraClientId, teamsWebhookUrl, evidenceStore=sharepoint option); architecture README (EasyAuth sign-in; Graph User.Read profile photo; SharePoint adapter not yet implemented; Teams never an approval or safety path); AMA Plan #80 (Todo), #100 (In Progress), #102 (Done).
RELATED ANSWERS: B20 = slide 47.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15</a:t>
            </a:fld>
            <a:endParaRPr lang="en-US"/>
          </a:p>
        </p:txBody>
      </p:sp>
    </p:spTree>
    <p:extLst>
      <p:ext uri="{BB962C8B-B14F-4D97-AF65-F5344CB8AC3E}">
        <p14:creationId xmlns:p14="http://schemas.microsoft.com/office/powerpoint/2010/main" val="523821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S15 | AI where it earns its place: five assistants, one workbench, people decide.
TIMING: 70 s for this slide (all builds together) · 14:40-15:50 on the 23:45 narration clock.
SAY
We put AI exactly where it earns its keep, and nowhere else.
Known policy and arithmetic stay in rules: eligibility, freshness, consent and release gates are deterministic, fast and repeatable. Where the task is choosing between supplied candidates, a learned decision model scores them and can abstain. Where the job is explaining evidence or drafting a letter, generative AI writes a cited draft.
The original brief asked for five agents. We kept all five responsibilities as five assistants on one proposal service: prioritisation, assessment, funding evidence, coordination and quality evidence. The task registry and the accept-or-reject flow are delivered; the five assistants are being built on top.
Every suggestion is accepted or rejected with a reason, which means we learn from every decision, and if the AI is switched off the workflow keeps running.
SOURCES AND CALCULATIONS
AI placement diagram and Decision 1 research (E04); five-assistant runtime and proposal lifecycle (E09); AMA Plan #105 AI task registry and proposal envelope (Done), #106 suggestions, accept or reject with reason, workflow-only fallback (Done), #107 five reactive and proactive assistants on one proposal service (In Progress), #214 home-specific cited chat (In Progress).
RELATED ANSWERS: B04 = slide 31; B11 = slide 38.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16</a:t>
            </a:fld>
            <a:endParaRPr lang="en-US"/>
          </a:p>
        </p:txBody>
      </p:sp>
    </p:spTree>
    <p:extLst>
      <p:ext uri="{BB962C8B-B14F-4D97-AF65-F5344CB8AC3E}">
        <p14:creationId xmlns:p14="http://schemas.microsoft.com/office/powerpoint/2010/main" val="285842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1 of 3 - click through to the next build]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17</a:t>
            </a:fld>
            <a:endParaRPr lang="en-US"/>
          </a:p>
        </p:txBody>
      </p:sp>
    </p:spTree>
    <p:extLst>
      <p:ext uri="{BB962C8B-B14F-4D97-AF65-F5344CB8AC3E}">
        <p14:creationId xmlns:p14="http://schemas.microsoft.com/office/powerpoint/2010/main" val="13588997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2 of 3 - click through to the next build]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And the edges where people work: spreadsheets come in through a validated import and go out as Excel, CSV, progress packs and evidence; Microsoft 365 provides sign-in, profile, operations alerts and, next, a SharePoint evidence library. The workbench stays the system of record.
CURRENT DEPLOYMENT QUALIFICATION (24 OCTOBER 2026)
Implemented source functionality and historical exercise observations are not a claim of current deployed access. The cutover evidence pack records four-route 403 responses and unmet staff sign-in/Graph prerequisites. Current browser/role, SQL and real-AI acceptance remain outstanding. Do not describe Entra or Graph as currently live on the strength of this diagram.
SOURCES AND CALCULATIONS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18</a:t>
            </a:fld>
            <a:endParaRPr lang="en-US"/>
          </a:p>
        </p:txBody>
      </p:sp>
    </p:spTree>
    <p:extLst>
      <p:ext uri="{BB962C8B-B14F-4D97-AF65-F5344CB8AC3E}">
        <p14:creationId xmlns:p14="http://schemas.microsoft.com/office/powerpoint/2010/main" val="5635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S16 | Secure by design: every home record sits inside three boundaries.  [build 3 of 3 - complete slide]
TIMING: 110 s for this slide (all builds together) · 15:50-17:40 on the 23:45 narration clock.
SAY
Now the question every CIO asks: is it safe? Let me build the architecture up in three steps.
[Build 1] The core is deliberately simple. Staff use a browser. One API on Azure Container Apps runs the workflow, enforces permissions and hosts the five bounded assistants. Azure SQL holds the cases, proposals and audit, with ledger checks; Blob storage holds evidence files, hashed in SQL. Models, GPT-4.1 mini and GPT-4.1, are called through one scoped path and return proposals, never authoritative state.
[Build 2] Then three boundaries. Identity: everyone signs in with Microsoft Entra ID, and the API rechecks role, case and field on every request; switching the screen perspective never grants access, and nobody can approve their own work. Network: SQL and Key Vault sit on private endpoints with private DNS, public access is off by default in the production profile, four workloads authenticate with managed identities and there are no SQL logins at all. Edge: Front Door Premium with a web application firewall in prevention mode and a Private Link origin is designed into the infrastructure code. Operations alert on throttling, errors, restarts and any ledger digest mismatch.
[Build 3] In-use monitoring closes the feedback loop: sensors or a labelled simulator send temperature and humidity via IoT Hub Basic, through API checks into SQL; deterministic signals ask a person to review. This accepted exercise design is not live integration or diagnosis. Resident reports bypass it. Excel and Microsoft 365 remain; #441 assesses optional resident self-service, not a deployed portal.
CURRENT DEPLOYMENT QUALIFICATION (24 OCTOBER 2026)
Implemented source functionality and historical exercise observations are not a claim of current deployed access. The cutover evidence pack records four-route 403 responses and unmet staff sign-in/Graph prerequisites. Current browser/role, SQL and real-AI acceptance remain outstanding. Do not describe Entra or Graph as currently live on the strength of this diagram.
SOURCES AND CALCULATIONS
ADR 0003, decision 6 and implementation status: Basic IoT Hub is accepted for exercise device-to-cloud telemetry; live identity, transport, derived analysis and review-task acceptance remain separate gates. Signals never suppress resident reports, diagnose hazards, change priority or release holds. Issue #441, read 23 October 2026: optional portal/workflow first; bounded resident-answer task separately gated, per-message human review normative and routine automation off. No measured call reduction or time saving is claimed.
infra/main.bicep at 140d8f4: production profile (SQL always private, allowPublicNetworkAccess false, Key Vault purge protection, registry quarantine), network module with private endpoints and private DNS for Key Vault and SQL, enablePublicEdge (Front Door Premium, WAF Prevention, Private Link origin), four managed identities, Entra admin group and no SQL logins, Foundry deployments gpt-4.1-mini and gpt-4.1 (GlobalStandard), alerts and budget; architecture README (EasyAuth sign-in, API recheck of role/case/field, Graph profile, Teams alerts, SharePoint option); PRD NFR-003 (perspective switch never grants access); BRD RULE-004/AC-013/AC-099 (no self-approval); PRD FR-029/FR-030.
RELATED ANSWERS: B10 = slide 37; B19 = slide 46; B22 = slide 49.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19</a:t>
            </a:fld>
            <a:endParaRPr lang="en-US"/>
          </a:p>
        </p:txBody>
      </p:sp>
    </p:spTree>
    <p:extLst>
      <p:ext uri="{BB962C8B-B14F-4D97-AF65-F5344CB8AC3E}">
        <p14:creationId xmlns:p14="http://schemas.microsoft.com/office/powerpoint/2010/main" val="6913869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S17 | Seven checkpoints between an AI draft and a real-world decision.
TIMING: 60 s for this slide (all builds together) · 17:40-18:40 on the 23:45 narration clock.
SAY
Here is how we keep AI useful and safe at the same time. Seven checkpoints sit between an AI draft and anything that happens in the real world.
The user is signed in. Their role and case scope are checked. The model only sees permitted evidence, with source and version IDs. The call is bounded, with a finite allowance and an expiry. The output is checked for schema, citations and freshness, and anything stale or broken stops. A person with current permissions accepts it or rejects it with a reason. And the real decision, consent, quality acceptance or a Finance approval, is a separate step with its own audit trail.
If anything fails, the work falls back to its owner, never to an approval. And safety hazards bypass the AI path entirely: they go straight to the people who own them.
SOURCES AND CALCULATIONS
Controlled AI flow text alternative (diagram 04); five-assistant runtime, scoped evidence, finite allowances, unreviewed output (E09); AMA Plan #105 task registry and proposal envelope, #106 accept or reject with reason and workflow-only fallback (Done).
RELATED ANSWERS: B07 = slide 34; B16 = slide 43; B21 = slide 48.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20</a:t>
            </a:fld>
            <a:endParaRPr lang="en-US"/>
          </a:p>
        </p:txBody>
      </p:sp>
    </p:spTree>
    <p:extLst>
      <p:ext uri="{BB962C8B-B14F-4D97-AF65-F5344CB8AC3E}">
        <p14:creationId xmlns:p14="http://schemas.microsoft.com/office/powerpoint/2010/main" val="312205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S18 | Model inference. Measure accepted value.</a:t>
            </a:r>
          </a:p>
          <a:p>
            <a:r>
              <a:rPr lang="en-US"/>
              <a:t>SAY (50 seconds, existing slot): Our planning calculation puts model inference at about 44 US cents per home: twenty assumed tasks, each using ten times the historical mean token count. Across 15,600 modelled homes, that is about USD 6,873; double the workload and it becomes about USD 0.88 per home. The rate is a dated secondary-source assumption, not a verified deployment price. Only inference has this modelled unit cost; the full project still needs costing. Accepted-outcome cost remains unknown. Count hosting, review, correction, assurance and support, then divide by human-accepted work above an agreed quality floor. Finite tokens and expiry are not money caps. Complete metering and task, period and request-depth controls remain proposed.</a:t>
            </a:r>
          </a:p>
          <a:p>
            <a:r>
              <a:rPr lang="en-US"/>
              <a:t>WORKINGS: 6,884 / 5 = 1,376.8 tokens/run (no human acceptance); x10 = 13,768/task; x20 = 275,360/home; /1,000,000 x USD 1.60 = USD 0.440576/home; x15,600 = USD 6,872.9856. Double = USD 0.881152/home and USD 13,745.9712 cohort. Retries, chat, evaluations, other models and future prices may increase use.</a:t>
            </a:r>
          </a:p>
          <a:p>
            <a:r>
              <a:rPr lang="en-US"/>
              <a:t>Evidence E21: evidence/ai-cost-evidence.md, Recovered Council Comparison (2026-10-24), secondary price as at 2026-10-23; E19 five-run observation; E05 BRD FR-052/NFR-012/OD-51 and PRD AC-107-110 (not run). Issue #435's prior adverse finding is preserved: this owner-requested labelled scenario does not satisfy measured-price, quality, acceptance or saving gates. No spending or production authority. RELATED ANSWERS: B05 slide 32; B25 slide 52; B26 slide 53; B27 slide 54. Index slide 27.</a:t>
            </a:r>
          </a:p>
          <a:p>
            <a:r>
              <a:rPr lang="en-US"/>
              <a:t>TIMING: 50 s for this slide (all builds together) · 18:40-19:30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21</a:t>
            </a:fld>
            <a:endParaRPr lang="en-US"/>
          </a:p>
        </p:txBody>
      </p:sp>
    </p:spTree>
    <p:extLst>
      <p:ext uri="{BB962C8B-B14F-4D97-AF65-F5344CB8AC3E}">
        <p14:creationId xmlns:p14="http://schemas.microsoft.com/office/powerpoint/2010/main" val="8313217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S19 | Delivery learning: Everything But the Software</a:t>
            </a:r>
          </a:p>
          <a:p>
            <a:pPr algn="l">
              <a:lnSpc>
                <a:spcPct val="105000"/>
              </a:lnSpc>
              <a:buNone/>
            </a:pPr>
            <a:r>
              <a:rPr lang="en-GB" sz="1200" b="0">
                <a:solidFill>
                  <a:srgbClr val="000000"/>
                </a:solidFill>
                <a:latin typeface="Arial"/>
              </a:rPr>
              <a:t>TIMING: 60 s for this slide (all builds together) · 19:30-20:30 on the 23:45 narration clock.</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latest delivery lesson is the draft paper Everything But the Software, with author clarification dated 25 October 2026. Table 2 (Before and during the delivery loop) records 183 merged pull requests over 15-24 October and 36,755 words appended to the knowledge-base log over 15-22 October. These are different windows; the author could no longer use the replacement.</a:t>
            </a:r>
          </a:p>
          <a:p>
            <a:pPr algn="l">
              <a:lnSpc>
                <a:spcPct val="105000"/>
              </a:lnSpc>
              <a:buNone/>
            </a:pPr>
            <a:r>
              <a:rPr lang="en-GB" sz="1200" b="0">
                <a:solidFill>
                  <a:srgbClr val="000000"/>
                </a:solidFill>
                <a:latin typeface="Arial"/>
              </a:rPr>
              <a:t>This is an exploratory single case with rival explanations, not causal proof that agents degrade software. It challenges counting output as usable delivery. My proposed feedback rail is feature, tests, use journey, then keep, cut or tidy before adding more.</a:t>
            </a:r>
          </a:p>
          <a:p>
            <a:pPr algn="l">
              <a:lnSpc>
                <a:spcPct val="105000"/>
              </a:lnSpc>
              <a:buNone/>
            </a:pPr>
            <a:r>
              <a:rPr lang="en-GB" sz="1200" b="0">
                <a:solidFill>
                  <a:srgbClr val="000000"/>
                </a:solidFill>
                <a:latin typeface="Arial"/>
              </a:rPr>
              <a:t>The research question is whether an additional agent can perform bounded reflection and course correction, not whether reflection is exclusively human. The selected S1 comparison is four runs per arm, ten features and full CR1. The proposed consolidation experiment is paused, registration is pending and there are no study results. HVE has human stops by default; the long coordinator loop was owner-designed. B/C share an equal extra budget while A has less time; differing tests and notes also prevent isolating pure refactoring.</a:t>
            </a:r>
          </a:p>
          <a:p>
            <a:pPr algn="l">
              <a:lnSpc>
                <a:spcPct val="105000"/>
              </a:lnSpc>
              <a:buNone/>
            </a:pPr>
            <a:r>
              <a:rPr lang="en-GB" sz="1200" b="0">
                <a:solidFill>
                  <a:srgbClr val="000000"/>
                </a:solidFill>
                <a:latin typeface="Arial"/>
              </a:rPr>
              <a:t>The paper experiment is separate. Zava's next decision is to validate one usable home journey against the comparator.</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Contrast: 183 merged PRs over 15-24 October and 36,755 added knowledge-base log words over 15-22 October versus the author unable to use the replacement. Proposed feedback rail: Feature -&gt; Tests -&gt; Use journey -&gt; Keep/cut/tidy -&gt; next feature. The paper's bounded experiment is paused, registration pending and no results; this is an exploratory non-causal single case, not published or accepted research.</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Table 2 defines 183 merged PRs as 15-24 October and 36,755 appended log words as 15-22 October. These are retrospective activity measures, not controlled productivity or causation measures.</a:t>
            </a:r>
          </a:p>
          <a:p>
            <a:pPr algn="l">
              <a:lnSpc>
                <a:spcPct val="105000"/>
              </a:lnSpc>
              <a:buNone/>
            </a:pPr>
            <a:r>
              <a:rPr lang="en-GB" sz="1200" b="0">
                <a:solidFill>
                  <a:srgbClr val="000000"/>
                </a:solidFill>
                <a:latin typeface="Arial"/>
              </a:rPr>
              <a:t>The paper's 192 initial issues, the dated 23 October board snapshot of 189 items and the 183-PR window are distinct scopes and must never be substituted for one another.</a:t>
            </a:r>
          </a:p>
          <a:p>
            <a:pPr algn="l">
              <a:lnSpc>
                <a:spcPct val="105000"/>
              </a:lnSpc>
              <a:buNone/>
            </a:pPr>
            <a:r>
              <a:rPr lang="en-GB" sz="1200" b="0">
                <a:solidFill>
                  <a:srgbClr val="000000"/>
                </a:solidFill>
                <a:latin typeface="Arial"/>
              </a:rPr>
              <a:t>Experiment execution is paused, registration pending, exact tagged materials still to be supplied; no study results or retrospective preregistration claim.</a:t>
            </a:r>
          </a:p>
          <a:p>
            <a:pPr algn="l">
              <a:lnSpc>
                <a:spcPct val="105000"/>
              </a:lnSpc>
              <a:buNone/>
            </a:pPr>
            <a:r>
              <a:rPr lang="en-GB" sz="1200" b="0">
                <a:solidFill>
                  <a:srgbClr val="000000"/>
                </a:solidFill>
                <a:latin typeface="Arial"/>
              </a:rPr>
              <a:t>HVE normally stops for human handoffs. The case coordinator loop was owner-designed; it is not the default HVE workflow. Existing cost caveats remain unvalidated prices.</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docs/capstone/thought-leadership/everything-but-the-software/main.tex</a:t>
            </a:r>
          </a:p>
          <a:p>
            <a:pPr algn="l">
              <a:lnSpc>
                <a:spcPct val="105000"/>
              </a:lnSpc>
              <a:buNone/>
            </a:pPr>
            <a:r>
              <a:rPr lang="en-GB" sz="1200" b="0">
                <a:solidFill>
                  <a:srgbClr val="000000"/>
                </a:solidFill>
                <a:latin typeface="Arial"/>
              </a:rPr>
              <a:t>docs/capstone/thought-leadership/everything-but-the-software/README.md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S19 main route; B13 on slide 40 carries method context and planned experiment detail. Existing footer and links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rPr lang="en-US"/>
              <a:t>22</a:t>
            </a:fld>
            <a:endParaRPr lang="en-US"/>
          </a:p>
        </p:txBody>
      </p:sp>
    </p:spTree>
    <p:extLst>
      <p:ext uri="{BB962C8B-B14F-4D97-AF65-F5344CB8AC3E}">
        <p14:creationId xmlns:p14="http://schemas.microsoft.com/office/powerpoint/2010/main" val="4195366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S20 | Validate, pilot, scale: on the clock to April 2030.
TIMING: 60 s for this slide (all builds together) · 20:30-21:30 on the 23:45 narration clock.
SAY
Here is the plan, on the real calendar.
Phase 0, six to eight weeks: validate one connected journey against a paired comparator, so we measure what the workflow improves and what the AI adds on top.
Then a six to nine month pilot with clear targets from our requirements: at least 50 accepted handovers from 80 to 100 candidate homes, cycle time at least 20 per cent shorter and 25 per cent fewer coordination hours per home. It lands inside the wave 3 funding window, which runs to March 2028.
Then scale. The arithmetic is fixed: 88 homes a week to reach 15,600 homes by 1 April 2030. The workbench is how Zava runs that pace with control intact.
SOURCES AND CALCULATIONS
BRD BG-011 pilot proposal (Phase 0 6-8 weeks; pilot 6-9 months; ≥50 accepted handovers from 80-100 candidates; ≥20% shorter cycle time; 25% fewer coordination hours per home; targets under review, OD-18); measurement design (E10); Awaab's Law phase 2 30 Nov 2026 (MHCLG); WH:SHF wave 3 spend by 31 Mar 2028; EPC C 1 Apr 2030 (MHCLG/DESNZ); pace from the forecast slide.
RELATED ANSWERS: B17 = slide 44.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23</a:t>
            </a:fld>
            <a:endParaRPr lang="en-US"/>
          </a:p>
        </p:txBody>
      </p:sp>
    </p:spTree>
    <p:extLst>
      <p:ext uri="{BB962C8B-B14F-4D97-AF65-F5344CB8AC3E}">
        <p14:creationId xmlns:p14="http://schemas.microsoft.com/office/powerpoint/2010/main" val="2395363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S21 | Decision today: fund the validation gate.
TIMING: 60 s for this slide (all builds together) · 21:30-22:30 on the 23:45 narration clock.
SAY
So here is the decision I am asking for today: fund Phase 0, six to eight weeks to validate one connected journey.
The scope is one connected journey and a paired comparator. The owners are named roles: the programme defines accepted progress, Finance sets the cost boundary and approves the spend, the technical owner proves the deployment, and control reviewers own acceptance.
We measure accepted handovers per week, preparation and review time, rework and the cost per accepted outcome. When quality, control and net value clear the bar, we scale. That is a small, finite commitment that buys a decision-quality answer, on the way to 88 homes a week.
SOURCES AND CALCULATIONS
Decision card from the authoring package S16 (E02, E10, E11, E13).
RELATED ANSWERS: B15 = slide 42.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24</a:t>
            </a:fld>
            <a:endParaRPr lang="en-US"/>
          </a:p>
        </p:txBody>
      </p:sp>
    </p:spTree>
    <p:extLst>
      <p:ext uri="{BB962C8B-B14F-4D97-AF65-F5344CB8AC3E}">
        <p14:creationId xmlns:p14="http://schemas.microsoft.com/office/powerpoint/2010/main" val="1980557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S22 | See it work: one home, one exception, one accountable next step.
TIMING: 45 s for this slide (all builds together) · 22:30-23:15 on the 23:45 narration clock.
SAY
Now let me show you, rather than tell you. In the next ten minutes, watch three things.
Watch the evidence conflict find its owner. Watch what the AI drafts, and what only a person can approve. And watch the record keep the next action, so nothing disappears between teams.
We confirm the route at preflight: the live exercise, or a recorded walkthrough of the same steps. Either way you will see the same home, the same exception and the same accountable next step.
SOURCES AND CALCULATIONS
Ten-minute demo runbook: routes L and E, preflight checklist, eight-minute core route (E07, E13).
RELATED ANSWERS: B18 = slide 45.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25</a:t>
            </a:fld>
            <a:endParaRPr lang="en-US"/>
          </a:p>
        </p:txBody>
      </p:sp>
    </p:spTree>
    <p:extLst>
      <p:ext uri="{BB962C8B-B14F-4D97-AF65-F5344CB8AC3E}">
        <p14:creationId xmlns:p14="http://schemas.microsoft.com/office/powerpoint/2010/main" val="3416257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S23 | More homes ready, with control intact.
TIMING: 30 s for this slide (all builds together) · 23:15-23:45 on the 23:45 narration clock.
SAY
Let me close where we started. 15,600 homes to lift by 2030, thousands more to keep safe, and a product that runs that programme one accountable decision at a time.
Agree the validation gate. Name the owners. And let's start the 2030 run.
Thank you.
SOURCES AND CALCULATIONS
Summary of the forecast and decision slides.
</a:t>
            </a:r>
          </a:p>
        </p:txBody>
      </p:sp>
      <p:sp>
        <p:nvSpPr>
          <p:cNvPr id="4" name="Slide Number Placeholder 3"/>
          <p:cNvSpPr>
            <a:spLocks noGrp="1"/>
          </p:cNvSpPr>
          <p:nvPr>
            <p:ph type="sldNum" sz="quarter" idx="5"/>
          </p:nvPr>
        </p:nvSpPr>
        <p:spPr/>
        <p:txBody>
          <a:bodyPr/>
          <a:lstStyle/>
          <a:p>
            <a:fld id="{DFA53654-600B-4302-80A0-D02B08D7C4DF}" type="slidenum">
              <a:rPr lang="en-US"/>
              <a:t>26</a:t>
            </a:fld>
            <a:endParaRPr lang="en-US"/>
          </a:p>
        </p:txBody>
      </p:sp>
    </p:spTree>
    <p:extLst>
      <p:ext uri="{BB962C8B-B14F-4D97-AF65-F5344CB8AC3E}">
        <p14:creationId xmlns:p14="http://schemas.microsoft.com/office/powerpoint/2010/main" val="3743019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QX | Question index - appendix, navigation only
NOT PART OF THE SPOKEN ROUTE. Slide 26 (S23, the close) is the last spoken slide. Do not advance into the appendix during the talk.
HOW TO NAVIGATE
In Slide Show, type the slide number and press Enter to jump to an answer (for example 52 + Enter for B25). Each answer slide shows the main slide to return to and its number. Question index = slide 27.
The live build engine could not create clickable internal hyperlinks or hidden slides; add them in desktop PowerPoint using the link map in the build handoff before delivery, then validate them in the target viewer.
INTERRUPTION PROTOCOL (from audience-and-delivery.md)
1. Restate: "Your question is whether [business concern], rather than simply whether the model works."
2. Answer first in one sentence. State the relevant evidence and its limit.
3. Ask for a decision only when appropriate; otherwise park the deeper detail with an owner and return to the current main slide.
Bridges: "The short answer is no: that is a proposed control, not an observed one." | "There are two questions there: whether the workflow works, and whether AI improves it. We test them separately." | "I do not have a defensible unit price today. Here is the denominator and evidence the next gate must produce." | "We retained the five responsibilities and changed the autonomy." | "That would change the authority boundary; it needs a separate decision."
Do not say a decision has been made because the audience did not object. A full backup explanation replaces detail on the main route; it does not add free time.
FULL QUESTION LIST (slide titles B01-B27)
B01 (slide 28, return S04 slide 4): Why not fix the process and hire more people instead?
B02 (slide 29, return S11 slide 12): Is this replacing our housing system or integrating with it?
B03 (slide 30, return S08 slide 9): Why did you not build exactly the five agents we requested?
B04 (slide 31, return S15 slide 16): How do Decision Models reduce cost and response time?
B05 (slide 32, return S18 slide 21): What does the technology cost today?
B06 (slide 33, return S12 slide 13): How do residents retain choice, especially without digital access?
B07 (slide 34, return S17 slide 20): What stops a human from rubber-stamping AI?
B08 (slide 35, return S05 slide 6): Will this double retrofit delivery and capture GBP 40 million?
B09 (slide 36, return S10 slide 11): What is the per-home business case and cash exposure?
B10 (slide 37, return S16 slide 19): Why not deploy each agent independently?
B11 (slide 38, return S15 slide 16): What proves the AI is real and useful rather than a template?
B12 (slide 39, return S07 slide 8): Did you validate this with real residents and staff?
B13 (slide 40, return S19 slide 22): How did the requirements become an agent-delivered backlog?
B14 (slide 41, return S08 slide 9): Is this actually agentic if so much is deterministic?
B15 (slide 42, return S21 slide 24): What exactly must happen before a pilot or production decision?
B16 (slide 43, return S17 slide 20): What happens if the model, cloud or deployment fails?
B17 (slide 44, return S20 slide 23): When can we go live and who owns the next step?
B18 (slide 45, return S22 slide 25): Can you demonstrate a new live action right now?
B19 (slide 46, return S16 slide 19): Where do sensors fit and can AI diagnose damp or mould?
B20 (slide 47, return S14 slide 15): Why Azure instead of M365, Power Platform or buying a product?
B21 (slide 48, return S17 slide 20): How do you prevent hallucinations and prompt injection?
B22 (slide 49, return S16 slide 19): Can customer data leave the UK or train a provider's model?
B23 (slide 50, return S12 slide 13): How will you know this is fair and accessible?
B24 (slide 51, return S03 slide 3): How will you keep policy, law and funding rules current?
B25 (slide 52, return S18 slide 21): What is your Tokenomics unit and can the AI bill run away?
B26 (slide 53, return S18 slide 21): Why not cache every answer and route everything to the cheapest model?
B27 (slide 54, return S18 slide 21): What stops chat and agent sprawl multiplying hidden calls?
</a:t>
            </a:r>
          </a:p>
        </p:txBody>
      </p:sp>
      <p:sp>
        <p:nvSpPr>
          <p:cNvPr id="4" name="Slide Number Placeholder 3"/>
          <p:cNvSpPr>
            <a:spLocks noGrp="1"/>
          </p:cNvSpPr>
          <p:nvPr>
            <p:ph type="sldNum" sz="quarter" idx="5"/>
          </p:nvPr>
        </p:nvSpPr>
        <p:spPr/>
        <p:txBody>
          <a:bodyPr/>
          <a:lstStyle/>
          <a:p>
            <a:fld id="{DFA53654-600B-4302-80A0-D02B08D7C4DF}" type="slidenum">
              <a:t>27</a:t>
            </a:fld>
            <a:endParaRPr lang="en-US"/>
          </a:p>
        </p:txBody>
      </p:sp>
    </p:spTree>
    <p:extLst>
      <p:ext uri="{BB962C8B-B14F-4D97-AF65-F5344CB8AC3E}">
        <p14:creationId xmlns:p14="http://schemas.microsoft.com/office/powerpoint/2010/main" val="3685430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B01 | Why not fix the process and hire more people instead?
Question-led appendix answer | Audience: CEO / COO | Not part of the spoken route; show only when asked.
ANSWER FIRST (one sentence), THEN THE STRONGEST EVIDENCE AND ITS LIMIT
We should fix the process regardless. Clear ownership, valid evidence and reliable handoffs are prerequisites, not an AI benefit. The proposal separates workflow improvement from incremental AI value through two comparisons. Additional staff or contractor capacity may still be necessary; the demonstrator does not establish the staffing plan. If rules and templates deliver the better accepted-task result, retain them and report the negative AI finding.
ON-SLIDE COPY (slides.json, verbatim)
- Process improvement is the baseline
- AI must beat the same workflow without AI
- Physical delivery capacity still limits throughput
VISUAL
Three options with explicit trade-offs: manual/process only; workflow + rules; workflow + bounded AI.
RETURN
Return to S04 (slide 4), the bottleneck between teams.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E10 | docs/reference/research/company/pilot-measurement-challenge.md | Comparison 1 and Comparison 2; frozen protocol; benefits scorecard and attribution caveat
   Classification: Measurement design and owner-directed modernisation comparison
   Supports: Separate workflow improvement from incremental AI value; accepted handover and net total effort
   Limit: Not an executed comparison, causal proof or numerical benefit.
EVIDENCE GUARDRAILS FOR THIS SLIDE
- Saved time is capacity until Finance confirms a real value destination.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28</a:t>
            </a:fld>
            <a:endParaRPr lang="en-US"/>
          </a:p>
        </p:txBody>
      </p:sp>
    </p:spTree>
    <p:extLst>
      <p:ext uri="{BB962C8B-B14F-4D97-AF65-F5344CB8AC3E}">
        <p14:creationId xmlns:p14="http://schemas.microsoft.com/office/powerpoint/2010/main" val="37729874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B02 | Is this replacing our housing system or integrating with it?
Question-led appendix answer | Audience: CIO / COO | Not part of the spoken route; show only when asked.
ANSWER FIRST (one sentence), THEN THE STRONGEST EVIDENCE AND ITS LIMIT
Do not treat the demonstrator as a replacement decision. It explores the coordination layer and controlled records. Current application documentation explicitly says there is no live integration with housing or repairs systems. Production appraisal must identify authoritative systems, field ownership, APIs, event and reconciliation contracts, security, retention and the manual service route. A configured or designed M365 path is not an implemented enterprise integration.
ON-SLIDE COPY (slides.json, verbatim)
- Demonstrator of coordination and evidence contracts
- No live housing/repairs integration proven
- Integration scope, authority and migration need separate discovery
VISUAL
Current workbench solid; customer systems outlined and labelled 'future integration appraisal'.
RETURN
Return to S11 (slide 12), meet the workbench.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29</a:t>
            </a:fld>
            <a:endParaRPr lang="en-US"/>
          </a:p>
        </p:txBody>
      </p:sp>
    </p:spTree>
    <p:extLst>
      <p:ext uri="{BB962C8B-B14F-4D97-AF65-F5344CB8AC3E}">
        <p14:creationId xmlns:p14="http://schemas.microsoft.com/office/powerpoint/2010/main" val="35320965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B03 | Why did you not build exactly the five agents we requested?
Question-led appendix answer | Audience: CEO / sponsor / CTO | Not part of the spoken route; show only when asked.
ANSWER FIRST (one sentence), THEN THE STRONGEST EVIDENCE AND ITS LIMIT
We kept stock prioritisation, assessment preparation, funding evidence, coordination and quality evidence. We changed the mechanism where the original autonomy could imply authority that belongs to residents or accountable professionals. Known policy remains deterministic, models prepare unreviewed proposals and people make separate controlled decisions. One API hosts the current assistants; independent queue workers remain deferred. Historical five-path real inference is evidence of bounded invocation, not standing autonomy.
ON-SLIDE COPY (slides.json, verbatim)
- Five requested responsibilities are preserved
- Autonomy is bounded by decision rights and risk
- Five assistants != five independent runtimes
VISUAL
Five-row mapping: original responsibility -&gt; bounded help -&gt; human decision owner. Funding -&gt; Finance submits; quality -&gt; independent professional accepts; coordination -&gt; resident agrees; stock -&gt; approved policy/human review; assessment -&gt; qualified reviewer.
RETURN
Return to S08 (slide 9), what we challenged. Question index = slide 27. In Slide Show type the number and press Enter.
A full backup explanation replaces detail on the main route; it does not add free time.
EVIDENCE AND CLAIM CLASSIFICATION
E01 | docs/case_study_48_original.md | Business Challenge; Agentic Architecture Brief; Expected Outcomes; Business Case
   Classification: Original case brief, including unvalidated outcome ambitions
   Supports: 60,000-home scale and five requested responsibilities/autonomy levels
   Limit: Original regulatory wording and GBP 40m/doubling claims are not current legal findings or observed results.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Five assistants are not five autonomous managers or five active workers.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30</a:t>
            </a:fld>
            <a:endParaRPr lang="en-US"/>
          </a:p>
        </p:txBody>
      </p:sp>
    </p:spTree>
    <p:extLst>
      <p:ext uri="{BB962C8B-B14F-4D97-AF65-F5344CB8AC3E}">
        <p14:creationId xmlns:p14="http://schemas.microsoft.com/office/powerpoint/2010/main" val="18201934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B04 | How do Decision Models reduce cost and response time?
Question-led appendix answer | Audience: CFO / CTO | Not part of the spoken route; show only when asked.
ANSWER FIRST (one sentence), THEN THE STRONGEST EVIDENCE AND ITS LIMIT
Decision 1 has historical narrow real-call feasibility for source-bound candidate selection; it is a learned scorer, not a deterministic decision table. A bounded scoring call may need less generation, but access, serving method, candidate count and human correction determine the result. Cheaper and faster results are calibrated in the pilot. Compare rules/manual, parser/templates, Decision 1 and generation on identical held-out tasks, counting abstentions, errors, review, retries, hosting and usage. Separately, a historical prototype recorded 0.03 ms workflow-only gates versus a 12.5 s median agent drafting step. Those are different outputs, not an equivalent-task speedup: keep explicit policy and arithmetic deterministic, then test whether drafting earns its cost.
ON-SLIDE COPY (slides.json, verbatim)
- Bounded candidates may avoid long-form generation
- Compare complete tasks, not endpoint prices
- Cheaper and faster results are calibrated in the pilot
VISUAL
Task-cost equation plus a blank comparison table marked 'Not measured', never invented bars. Columns: accepted quality, total staff time, p50/p95 latency, cost/accepted task, critical errors.
RETURN
Return to S15 (slide 16), AI where it earns its place. Question index = slide 27. In Slide Show type the number and press Enter.
A full backup explanation replaces detail on the main route; it does not add free time.
EVIDENCE AND CLAIM CLASSIFICATION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E05 | docs/brds/agentic-retrofit-programme-brd.md; docs/prds/zava-forward-retrofit-programme-demonstrator.md | Merged Tokenomics delta: BRD FR-052/NFR-012/OD-51; PRD AC-108/AC-109; RULE-016/RULE-019
   Classification: Requirements and acceptance proposals, not execution results
   Supports: Complete metering, quality floor, monetary/task/period budgets and request/depth bounds to test
   Limit: New criteria remain unexecuted; time saved is capacity until Finance validates a value destination.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EVIDENCE GUARDRAILS FOR THIS SLIDE
- Decision 1 is learned scoring, not deterministic rules. Its cheaper/faster advantage is not yet measured and it is not a proven deployed Foundry tier.</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31</a:t>
            </a:fld>
            <a:endParaRPr lang="en-US"/>
          </a:p>
        </p:txBody>
      </p:sp>
    </p:spTree>
    <p:extLst>
      <p:ext uri="{BB962C8B-B14F-4D97-AF65-F5344CB8AC3E}">
        <p14:creationId xmlns:p14="http://schemas.microsoft.com/office/powerpoint/2010/main" val="39012013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B05 | What does the technology cost today?</a:t>
            </a:r>
          </a:p>
          <a:p>
            <a:r>
              <a:rPr lang="en-US"/>
              <a:t>Question-led appendix answer, CFO; outside spoken route.</a:t>
            </a:r>
            <a:endParaRPr lang="en-US"/>
          </a:p>
          <a:p>
            <a:r>
              <a:rPr lang="en-US"/>
              <a:t>The owner-set USD 700 replacement October all-in forecast ceiling is dated 22 October; not additional spend or a production quote. Authority expires 2026-10-25T16:02Z. Activation remains blocked by refreshed post-change forecast, bounded outside-group U and remaining prerequisites. USD 242.36 is partial 11-22 October resource-group accrued cost, estimated until invoiced and subject to lag. USD 535.33 is pre-change, not current forecast or upper bound. USD 450/month is historical, not current authority. U is unknown, not zero. No post-change saving is measured.</a:t>
            </a:r>
          </a:p>
          <a:p>
            <a:r>
              <a:rPr lang="en-US"/>
              <a:t>SEPARATE FUTURE APPRAISAL: P + USD 6,872.9856 total, divided by 15,600 for cost per planned home. P is all non-inference same-period project costs in USD, including implementation, integration, hosting, support, security, evaluation and human review. P remains unpriced; no full-project total, payback or project-to-works percentage. Never add the October USD 700 ceiling and included AI spend as separate independent costs, nor treat it as a 41-month quote. Use approved dated FX before any USD/GBP comparison.</a:t>
            </a:r>
          </a:p>
          <a:p>
            <a:r>
              <a:rPr lang="en-US"/>
              <a:t>E11 dated owner decision; E05 unexecuted money-control requirements; E21 recovered inference scenario in evidence/ai-cost-evidence.md (2026-10-24), secondary price as at 2026-10-23. No issue #435 acceptance. Return to caller uses Last Slide Viewed; separate topic link S18 slide 21 only for index entry. Question index slide 27.</a:t>
            </a:r>
          </a:p>
        </p:txBody>
      </p:sp>
      <p:sp>
        <p:nvSpPr>
          <p:cNvPr id="4" name="Slide Number Placeholder 3"/>
          <p:cNvSpPr>
            <a:spLocks noGrp="1"/>
          </p:cNvSpPr>
          <p:nvPr>
            <p:ph type="sldNum" sz="quarter" idx="5"/>
          </p:nvPr>
        </p:nvSpPr>
        <p:spPr/>
        <p:txBody>
          <a:bodyPr/>
          <a:lstStyle/>
          <a:p>
            <a:fld id="{DFA53654-600B-4302-80A0-D02B08D7C4DF}" type="slidenum">
              <a:t>32</a:t>
            </a:fld>
            <a:endParaRPr lang="en-US"/>
          </a:p>
        </p:txBody>
      </p:sp>
    </p:spTree>
    <p:extLst>
      <p:ext uri="{BB962C8B-B14F-4D97-AF65-F5344CB8AC3E}">
        <p14:creationId xmlns:p14="http://schemas.microsoft.com/office/powerpoint/2010/main" val="1340732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B06 | How do residents retain choice, especially without digital access?
Question-led appendix answer | Audience: CEO / resident-services leader | Not part of the spoken route; show only when asked.
ANSWER FIRST (one sentence), THEN THE STRONGEST EVIDENCE AND ITS LIMIT
The current workbench is staff-facing; an optional resident portal is under assessment in issue #441. The hypothesis is that self-service status access could reduce avoidable calls and long interruptions of staff working time, without shifting work onto residents. Test staff interruption time, total handling/review effort, resident effort, access and comprehension; no saving is measured. Owner-confirmed Option B reuses existing case/API authority: portal/workflow first, any bounded resident-answer task separately gated. Per-message human review remains normative and routine automation is off. Phone, email, letters, visits and accessible assisted routes remain available without detriment. Preferred/safe contact and task-limited representative rights must be explicit. Sent does not mean received; silence, portal use and access never mean works consent. The issue remains open with a Research-stage integration blocker and no published PR at the retrieved snapshot. Direct resident research, privacy and accessibility acceptance remain separate gates.
ON-SLIDE COPY (slides.json, verbatim)
- Optional portal under assessment; assisted routes stay. Issue #441 retrieved 2026-10-23: https://github.com/jmservera/ama/issues/441 and latest comment https://github.com/jmservera/ama/issues/441#issuecomment-6374724922. The owner reports unpublished local work; this presentation does not inspect or accept it.
- Offer != agreement; silence != consent
- Representative authority is task-limited
VISUAL
Resident at the centre, digital and assisted routes of equal visual weight. No invented quote or photograph presented as a real resident.
RETURN
Return to S12 (slide 13), one home, end to end.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E08 | docs/adrs/0003-journey-derived-capabilities-runtime-fit.md; docs/reference/research/ux/customer-journeys/customer-journey-atlas.md | Context and Decisions 1-5; journey-derived authority, offer/commitment and independent closure
   Classification: Owner-accepted scoped ADR direction and role-instrument desk research
   Supports: Separate offers, resident decisions, representative authority, remedies and controlled progression
   Limit: No direct resident/staff validation, professional appointment or lawful-processing acceptance.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The home is fictional and explicitly labelled as such; no resident, testimonial or approval is invented.
- No legal-currentness, WCAG-conformance, production-readiness or completed human-validation claim follows from this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33</a:t>
            </a:fld>
            <a:endParaRPr lang="en-US"/>
          </a:p>
        </p:txBody>
      </p:sp>
    </p:spTree>
    <p:extLst>
      <p:ext uri="{BB962C8B-B14F-4D97-AF65-F5344CB8AC3E}">
        <p14:creationId xmlns:p14="http://schemas.microsoft.com/office/powerpoint/2010/main" val="12211694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B07 | What stops a human from rubber-stamping AI?
Question-led appendix answer | Audience: Risk / compliance / COO | Not part of the spoken route; show only when asked.
ANSWER FIRST (one sentence), THEN THE STRONGEST EVIDENCE AND ITS LIMIT
The contract requires source verification, current permissions and version checks. Proposal acceptance does not execute the separate domain approval. No-self-approval and distinct professional decisions reduce the risk of one actor accepting everything. But a workflow control cannot prove that a human has enough competence, time or incentive to challenge a draft. That requires an agreed review protocol, realistic task tests, challenge/correction and monitoring. The package does not claim that protocol has been ratified.
ON-SLIDE COPY (slides.json, verbatim)
- Source verification before proposal acceptance
- Current permission, evidence and independent authority
- Meaningful oversight remains a human acceptance gate
VISUAL
diagrams/04-controlled-ai-flow.svg, with review and separate domain action highlighted.
RETURN
Return to S17 (slide 20), controls by design.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TEXT ALTERNATIVE (diagram 04: controlled AI flow)
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Use four appears for explanation; keep the failure strip always visible. Do not animate a token stream to imply fresh inference.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34</a:t>
            </a:fld>
            <a:endParaRPr lang="en-US"/>
          </a:p>
        </p:txBody>
      </p:sp>
    </p:spTree>
    <p:extLst>
      <p:ext uri="{BB962C8B-B14F-4D97-AF65-F5344CB8AC3E}">
        <p14:creationId xmlns:p14="http://schemas.microsoft.com/office/powerpoint/2010/main" val="40507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B08 | Will this double retrofit delivery and capture GBP 40 million?
Question-led appendix answer | Audience: CEO / CFO | Not part of the spoken route; show only when asked.
ANSWER FIRST (one sentence), THEN THE STRONGEST EVIDENCE AND ITS LIMIT
Those are original brief ambitions: the outcomes the pilot measures. Programme throughput depends on survey, technical, contractor, material, resident and QA capacity as well as administration. The modelled scenarios cannot establish actual grant availability or secured cash. Measure accepted handovers and the whole cost of the work. Present benefit ranges only after a baseline, causal limitations and sensitivity analysis are agreed. Do not turn saved minutes into a cash saving without a Finance-approved mechanism.
ON-SLIDE COPY (slides.json, verbatim)
- Original brief ambitions: the outcomes the pilot measures
- Capacity, scope, eligibility and cash all constrain value
- Frozen cohorts and attributable comparisons required
VISUAL
Ambition -&gt; dependencies -&gt; test -&gt; observed result, with the final cell explicitly outstanding.
RETURN
Return to S05 (slide 6), the forecast. Question index = slide 27. In Slide Show type the number and press Enter.
A full backup explanation replaces detail on the main route; it does not add free time.
EVIDENCE AND CLAIM CLASSIFICATION
E01 | docs/case_study_48_original.md | Business Challenge; Agentic Architecture Brief; Expected Outcomes; Business Case
   Classification: Original case brief, including unvalidated outcome ambitions
   Supports: 60,000-home scale and five requested responsibilities/autonomy levels
   Limit: Original regulatory wording and GBP 40m/doubling claims are not current legal findings or observed results.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E10 | docs/reference/research/company/pilot-measurement-challenge.md | Comparison 1 and Comparison 2; frozen protocol; benefits scorecard and attribution caveat
   Classification: Measurement design and owner-directed modernisation comparison
   Supports: Separate workflow improvement from incremental AI value; accepted handover and net total effort
   Limit: Not an executed comparison, causal proof or numerical benefit.
EVIDENCE GUARDRAILS FOR THIS SLIDE
- The 60,000-home stock, the 980-case retained programme and small test cohorts are different populations.
- Saved time is capacity until Finance confirms a real value destination.</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35</a:t>
            </a:fld>
            <a:endParaRPr lang="en-US"/>
          </a:p>
        </p:txBody>
      </p:sp>
    </p:spTree>
    <p:extLst>
      <p:ext uri="{BB962C8B-B14F-4D97-AF65-F5344CB8AC3E}">
        <p14:creationId xmlns:p14="http://schemas.microsoft.com/office/powerpoint/2010/main" val="2593555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B09 | What is the per-home business case and cash exposure?</a:t>
            </a:r>
          </a:p>
          <a:p>
            <a:r>
              <a:rPr lang="en-US"/>
              <a:t>Question-led appendix answer, CFO/asset executive; outside spoken route.</a:t>
            </a:r>
            <a:endParaRPr lang="en-US"/>
          </a:p>
          <a:p>
            <a:r>
              <a:rPr lang="en-US"/>
              <a:t>Historical HA benchmark GBP 6,082/home x 15,600 = GBP 94,879,200 works. Conditional grant min(50% x GBP 6,082, GBP 7,500) = GBP 3,041/home; x15,600 = GBP 47,439,600. Remaining works contribution GBP 3,041/home before other costs. All homes/full benchmark cost eligibility, allocation, award and successful claims are assumed, not established. Current official conditions, caps and dates need Finance/funder verification.</a:t>
            </a:r>
          </a:p>
          <a:p>
            <a:r>
              <a:rPr lang="en-US"/>
              <a:t>SEPARATE FICTIONAL PACKAGE: GBP 18,000 contractor + GBP 2,000 internal = GBP 20,000 base. GBP 2,000 contingency gives GBP 22,000 envelope. Eligible GBP 16,000 less fictional GBP 7,500 grant = GBP 8,500 match; plus GBP 4,000 ineligible = GBP 12,500 provider base. Fully spent contingency gives GBP 14,500 exposure. At GBP 12,000 eligible cost, fictional 50% cap gives GBP 6,000 grant and GBP 14,000 provider base. Gross cash before grant receipt remains GBP 20,000.</a:t>
            </a:r>
          </a:p>
          <a:p>
            <a:r>
              <a:rPr lang="en-US"/>
              <a:t>EVIDENCE PACK: eligible home/measure -&gt; reviewed assessment -&gt; cost and completion evidence -&gt; reviewed application -&gt; award -&gt; claim -&gt; cash. Real schemes define evidence and approvals. Documentation supports valid applications and claims; it does not create eligibility, allocation, award or cash. No extra grant income or reduced returns/clawback measured.</a:t>
            </a:r>
          </a:p>
          <a:p>
            <a:r>
              <a:rPr lang="en-US"/>
              <a:t>E02 exercise fixtures; E21 evidence/ai-cost-evidence.md, Recovered Council Comparison (2026-10-24). Keep GBP works distinct from USD technology; no comparison percentage without approved FX. Return to caller: Last Slide Viewed; separate topic S10 slide 11 for index entry only. Question index slide 27.</a:t>
            </a:r>
          </a:p>
        </p:txBody>
      </p:sp>
      <p:sp>
        <p:nvSpPr>
          <p:cNvPr id="4" name="Slide Number Placeholder 3"/>
          <p:cNvSpPr>
            <a:spLocks noGrp="1"/>
          </p:cNvSpPr>
          <p:nvPr>
            <p:ph type="sldNum" sz="quarter" idx="5"/>
          </p:nvPr>
        </p:nvSpPr>
        <p:spPr/>
        <p:txBody>
          <a:bodyPr/>
          <a:lstStyle/>
          <a:p>
            <a:fld id="{DFA53654-600B-4302-80A0-D02B08D7C4DF}" type="slidenum">
              <a:t>36</a:t>
            </a:fld>
            <a:endParaRPr lang="en-US"/>
          </a:p>
        </p:txBody>
      </p:sp>
    </p:spTree>
    <p:extLst>
      <p:ext uri="{BB962C8B-B14F-4D97-AF65-F5344CB8AC3E}">
        <p14:creationId xmlns:p14="http://schemas.microsoft.com/office/powerpoint/2010/main" val="1178623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B10 | Why not deploy each agent independently?
Question-led appendix answer | Audience: CTO / CIO | Not part of the spoken route; show only when asked.
ANSWER FIRST (one sentence), THEN THE STRONGEST EVIDENCE AND ITS LIMIT
Independent workers can be appropriate when load, isolation, deployment cadence or resilience requires them. They also introduce queue ownership, retries, duplicate handling and distributed state. The five assistants currently use the API proposal service, with short SQL transactions and inference outside locks. Do not draw deferred orchestrator/queue/worker placeholders as the active five-agent implementation. A future split needs explicit contracts, operational evidence and a separate decision.
ON-SLIDE COPY (slides.json, verbatim)
- Current runtime: shared API and SQL
- Separate workers add failure and operating boundaries
- Split when measured isolation or load justifies it
VISUAL
Current single runtime left; future split right, dashed and labelled deferred. No suggestion of a deployed Service Bus or Foundry Agent Service.
RETURN
Return to S16 (slide 19), architecture and security boundaries.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Five assistants are not five autonomous managers or five active workers.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37</a:t>
            </a:fld>
            <a:endParaRPr lang="en-US"/>
          </a:p>
        </p:txBody>
      </p:sp>
    </p:spTree>
    <p:extLst>
      <p:ext uri="{BB962C8B-B14F-4D97-AF65-F5344CB8AC3E}">
        <p14:creationId xmlns:p14="http://schemas.microsoft.com/office/powerpoint/2010/main" val="661897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B11 | What proves the AI is real and useful rather than a template?
Question-led appendix answer | Audience: CTO / panel | Not part of the spoken route; show only when asked.
ANSWER FIRST (one sentence), THEN THE STRONGEST EVIDENCE AND ITS LIMIT
Use the dated provider/model/usage receipt and actual output source, not a visually fluent paragraph. Historical real calls and persistence are documented. A template or replay can support a fallback demonstration only when labelled; it cannot pass the real-inference gate. Semantic quality, critical omissions, unsafe advice, fairness, review burden and incremental value require separate evaluation. Current live readiness must be re-established rather than inferred from the historical call.
ON-SLIDE COPY (slides.json, verbatim)
- Provider/model/usage and source=ai evidence
- Template/replay is clearly labelled as a fallback
- Real invocation proven; calibrated quality and value come from the pilot
VISUAL
Three evidence cards: invocation; semantic acceptance; incremental value. Keep the latter gates outstanding.
RETURN
Return to S15 (slide 16), AI where it earns its place. Question index = slide 27. In Slide Show type the number and press Enter.
A full backup explanation replaces detail on the main route; it does not add free time.
EVIDENCE AND CLAIM CLASSIFICATION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- 6,884 tokens across five runs is a historical observation without human acceptance - not a price, a quality result or an accepted-outcome denominator.</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38</a:t>
            </a:fld>
            <a:endParaRPr lang="en-US"/>
          </a:p>
        </p:txBody>
      </p:sp>
    </p:spTree>
    <p:extLst>
      <p:ext uri="{BB962C8B-B14F-4D97-AF65-F5344CB8AC3E}">
        <p14:creationId xmlns:p14="http://schemas.microsoft.com/office/powerpoint/2010/main" val="7660696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B12 | Research validation and representative maps</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plain answer is no: this design has not been validated through direct resident or staff research. Owner feedback, prototype review and nine role instruments informed it, but none is customer endorsement.</a:t>
            </a:r>
          </a:p>
          <a:p>
            <a:pPr algn="l">
              <a:lnSpc>
                <a:spcPct val="105000"/>
              </a:lnSpc>
              <a:buNone/>
            </a:pPr>
            <a:r>
              <a:rPr lang="en-GB" sz="1200" b="0">
                <a:solidFill>
                  <a:srgbClr val="000000"/>
                </a:solidFill>
                <a:latin typeface="Arial"/>
              </a:rPr>
              <a:t>These three representative maps expose testable hypotheses: the resident needs meaningful choice without repeating the story; the assessor needs traceable preparation and observations; the Finance preparer needs version-correct evidence and separate cash reconciliation.</a:t>
            </a:r>
          </a:p>
          <a:p>
            <a:pPr algn="l">
              <a:lnSpc>
                <a:spcPct val="105000"/>
              </a:lnSpc>
              <a:buNone/>
            </a:pPr>
            <a:r>
              <a:rPr lang="en-GB" sz="1200" b="0">
                <a:solidFill>
                  <a:srgbClr val="000000"/>
                </a:solidFill>
                <a:latin typeface="Arial"/>
              </a:rPr>
              <a:t>The next empirical work is direct, privacy-governed task and comprehension testing with relevant residents and staff, including assisted routes, access needs, handoff failures and net effort. Desired gains stay hypotheses until that evidence exists.</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Three horizontal maps, each made of five connected, numbered native chevrons. Resident: 1 hear/report -&gt; 2 survey -&gt; 3 choose works -&gt; 4 appointment -&gt; 5 live with measures. Pain hypothesis: repeated story or pressure; desired gain: meaningful choice and owned aftercare. Assessor: 1 prepare -&gt; 2 arrange access -&gt; 3 observe -&gt; 4 write up -&gt; 5 clarify/revisit. Pain hypothesis: missing records or re-keying; desired gain: sourced, traceable assessment. Finance preparer: 1 establish need -&gt; 2 check route -&gt; 3 assemble case -&gt; 4 maintain award/claim evidence -&gt; 5 reconcile. Pain hypothesis: conflicting versions or unsupported scope; desired gain: a defensible pack. Stage labels, numbers and hypothesis/gain text preserve meaning without colour. No user validation or emotion score is asserted.</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No direct resident/staff interviews, observation, task validation, acceptance or endorsement is supplied by owner feedback or role-agent instruments.</a:t>
            </a:r>
          </a:p>
          <a:p>
            <a:pPr algn="l">
              <a:lnSpc>
                <a:spcPct val="105000"/>
              </a:lnSpc>
              <a:buNone/>
            </a:pPr>
            <a:r>
              <a:rPr lang="en-GB" sz="1200" b="0">
                <a:solidFill>
                  <a:srgbClr val="000000"/>
                </a:solidFill>
                <a:latin typeface="Arial"/>
              </a:rPr>
              <a:t>These are three representative maps from the 28-map research coverage, not exhaustive validated user coverage. Pain hypotheses and desired gains are not measurements.</a:t>
            </a:r>
          </a:p>
          <a:p>
            <a:pPr algn="l">
              <a:lnSpc>
                <a:spcPct val="105000"/>
              </a:lnSpc>
              <a:buNone/>
            </a:pPr>
            <a:r>
              <a:rPr lang="en-GB" sz="1200" b="0">
                <a:solidFill>
                  <a:srgbClr val="000000"/>
                </a:solidFill>
                <a:latin typeface="Arial"/>
              </a:rPr>
              <a:t>The next empirical validation needs appropriate privacy/research controls and relevant people; no participant recruitment, completion date or result is invented.</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B12 appendix answer. Preserve Last Slide Viewed caller, fixed Topic: S07 / slide 8, and Index: slide 27 controls.</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t>39</a:t>
            </a:fld>
            <a:endParaRPr lang="en-US"/>
          </a:p>
        </p:txBody>
      </p:sp>
    </p:spTree>
    <p:extLst>
      <p:ext uri="{BB962C8B-B14F-4D97-AF65-F5344CB8AC3E}">
        <p14:creationId xmlns:p14="http://schemas.microsoft.com/office/powerpoint/2010/main" val="7471234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B13 | HVE delivery context and planned consolidation experiment</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original deck and notes preserve this concrete trace in their 23 October 2026 snapshot: BRD/PRD -&gt; epic #73 -&gt; feature #76 -&gt; story #77 -&gt; PR #376. Story #77 concerns queue definitions and versioned reset; PR #376 records local browser verification. A general upstream BRD/PRD label is used, not a newly asserted requirement ID. PR evidence is not whole-journey acceptance, current cloud readiness or human acceptance. This retained dated trace is not a fresh remote issue verification. HVE supplied research, plan, implement and review context, normally with human handoffs. The owner-designed coordinator connected those loops; that automation is not a default HVE claim.</a:t>
            </a:r>
          </a:p>
          <a:p>
            <a:pPr algn="l">
              <a:lnSpc>
                <a:spcPct val="105000"/>
              </a:lnSpc>
              <a:buNone/>
            </a:pPr>
            <a:r>
              <a:rPr lang="en-GB" sz="1200" b="0">
                <a:solidFill>
                  <a:srgbClr val="000000"/>
                </a:solidFill>
                <a:latin typeface="Arial"/>
              </a:rPr>
              <a:t>The planned first pass compares three packages: A adds features only; B adds a review/refactor step, behaviour-pinning tests and an architectural DESIGN.md note; C uses the same extra budget for read-only review, no changed tests and an issue-oriented REVIEW.md note. It uses S1, four independent runs per arm, ten features and the unforeseen change request CR1.</a:t>
            </a:r>
          </a:p>
          <a:p>
            <a:pPr algn="l">
              <a:lnSpc>
                <a:spcPct val="105000"/>
              </a:lnSpc>
              <a:buNone/>
            </a:pPr>
            <a:r>
              <a:rPr lang="en-GB" sz="1200" b="0">
                <a:solidFill>
                  <a:srgbClr val="000000"/>
                </a:solidFill>
                <a:latin typeface="Arial"/>
              </a:rPr>
              <a:t>B and C can use up to 50 percent more agent time per feature than A. B versus C also changes tests and the notes read by later sessions, so it cannot isolate refactoring. The study is paused and registration pending, with no results. An extra agent is not an independent source of truth.</a:t>
            </a:r>
          </a:p>
          <a:p>
            <a:pPr algn="l">
              <a:lnSpc>
                <a:spcPct val="105000"/>
              </a:lnSpc>
              <a:buNone/>
            </a:pPr>
            <a:r>
              <a:rPr lang="en-GB" sz="1200" b="0">
                <a:solidFill>
                  <a:srgbClr val="000000"/>
                </a:solidFill>
                <a:latin typeface="Arial"/>
              </a:rPr>
              <a:t>Keep the dated 23 October board snapshot of 189 items separate from the paper's 192 initial issues and its 183 merged PRs over 15-24 October. A closed item or local test does not establish usable delivery, current cloud readiness or customer acceptance.</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Top rail, retained 23 October 2026 snapshot: BRD/PRD -&gt; epic #73 -&gt; feature #76 -&gt; story #77 -&gt; PR #376. PR evidence is not whole-journey acceptance. HVE normally has human stops; the coordinator was owner-designed. Separate paper question: can another agent supply bounded reflection between features? Three planned arms: A feature-only, no extra review budget; B feature plus review/refactor, optional behaviour-pinning tests and architectural DESIGN.md; C feature plus equal-budget read-only review and issue REVIEW.md, without test changes. Four runs per arm, ten features and full unforeseen CR1. B/C use extra time versus A, and B/C tests and notes confound pure-refactoring attribution. Paused, registration pending, no results; the case is exploratory and not causal proof.</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The selected 25 October design supersedes older ancillary eight-feature protocols. The private tagged kit remains untouched; exact snapshot and completed registration remain to be supplied.</a:t>
            </a:r>
          </a:p>
          <a:p>
            <a:pPr algn="l">
              <a:lnSpc>
                <a:spcPct val="105000"/>
              </a:lnSpc>
              <a:buNone/>
            </a:pPr>
            <a:r>
              <a:rPr lang="en-GB" sz="1200" b="0">
                <a:solidFill>
                  <a:srgbClr val="000000"/>
                </a:solidFill>
                <a:latin typeface="Arial"/>
              </a:rPr>
              <a:t>Execution paused; no study results. Earlier runs remain pre-registration and cannot enter fresh registered confirmatory analysis. No study run, model call or spending is authorised by this slide.</a:t>
            </a:r>
          </a:p>
          <a:p>
            <a:pPr algn="l">
              <a:lnSpc>
                <a:spcPct val="105000"/>
              </a:lnSpc>
              <a:buNone/>
            </a:pPr>
            <a:r>
              <a:rPr lang="en-GB" sz="1200" b="0">
                <a:solidFill>
                  <a:srgbClr val="000000"/>
                </a:solidFill>
                <a:latin typeface="Arial"/>
              </a:rPr>
              <a:t>The additional agent is a separate session with a bounded responsibility, not an independent truth source or proof that reflection is exclusively human.</a:t>
            </a:r>
          </a:p>
          <a:p>
            <a:pPr algn="l">
              <a:lnSpc>
                <a:spcPct val="105000"/>
              </a:lnSpc>
              <a:buNone/>
            </a:pPr>
            <a:r>
              <a:rPr lang="en-GB" sz="1200" b="0">
                <a:solidFill>
                  <a:srgbClr val="000000"/>
                </a:solidFill>
                <a:latin typeface="Arial"/>
              </a:rPr>
              <a:t>B versus A is not time-matched. B versus C compares the entire consolidation package, including differing tests and DESIGN.md versus REVIEW.md notes, not refactoring alone.</a:t>
            </a:r>
          </a:p>
          <a:p>
            <a:pPr algn="l">
              <a:lnSpc>
                <a:spcPct val="105000"/>
              </a:lnSpc>
              <a:buNone/>
            </a:pPr>
            <a:r>
              <a:rPr lang="en-GB" sz="1200" b="0">
                <a:solidFill>
                  <a:srgbClr val="000000"/>
                </a:solidFill>
                <a:latin typeface="Arial"/>
              </a:rPr>
              <a:t>Existing B13 title is retained as the requirements-to-backlog context question; the answer now extends to delivery learning and the proposed experiment. Existing footer source labels remain historical; current evidence paths are in these notes.</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docs/capstone/deck/zava-forward-cowork-v2-draft.pptx</a:t>
            </a:r>
          </a:p>
          <a:p>
            <a:pPr algn="l">
              <a:lnSpc>
                <a:spcPct val="105000"/>
              </a:lnSpc>
              <a:buNone/>
            </a:pPr>
            <a:r>
              <a:rPr lang="en-GB" sz="1200" b="0">
                <a:solidFill>
                  <a:srgbClr val="000000"/>
                </a:solidFill>
                <a:latin typeface="Arial"/>
              </a:rPr>
              <a:t>docs/capstone/thought-leadership/everything-but-the-software/main.tex</a:t>
            </a:r>
          </a:p>
          <a:p>
            <a:pPr algn="l">
              <a:lnSpc>
                <a:spcPct val="105000"/>
              </a:lnSpc>
              <a:buNone/>
            </a:pPr>
            <a:r>
              <a:rPr lang="en-GB" sz="1200" b="0">
                <a:solidFill>
                  <a:srgbClr val="000000"/>
                </a:solidFill>
                <a:latin typeface="Arial"/>
              </a:rPr>
              <a:t>docs/capstone/thought-leadership/everything-but-the-software/README.md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B13 appendix answer. Preserve Last Slide Viewed caller, fixed Topic: S19 / slide 22, and Index: slide 27. B14 autonomy on slide 41 remains entirely byte-identical.</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t>40</a:t>
            </a:fld>
            <a:endParaRPr lang="en-US"/>
          </a:p>
        </p:txBody>
      </p:sp>
    </p:spTree>
    <p:extLst>
      <p:ext uri="{BB962C8B-B14F-4D97-AF65-F5344CB8AC3E}">
        <p14:creationId xmlns:p14="http://schemas.microsoft.com/office/powerpoint/2010/main" val="8550758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B14 | Is this actually agentic if so much is deterministic?
Question-led appendix answer | Audience: Innovation leader / CTO | Not part of the spoken route; show only when asked.
ANSWER FIRST (one sentence), THEN THE STRONGEST EVIDENCE AND ITS LIMIT
The architecture deliberately assigns different jobs to rules, models and humans. Models reason over permitted context and prepare drafts or flags; the application determines eligibility and protects state; people retain decisions requiring consent, professional judgement or delegation. That is a bounded AI-assisted operating model. We should not inflate the current autonomy to satisfy the word agentic. Future autonomous actions require an explicit, evaluated task contract and authorised boundary.
ON-SLIDE COPY (slides.json, verbatim)
- Reasoning and preparation are bounded capabilities
- Deterministic orchestration protects controlled state
- Autonomy is task-specific, not a marketing label
VISUAL
Three ownership bands: policy/state; reasoning/preparation; accountable decision.
RETURN
Return to S08 (slide 9), what we challenged. Question index = slide 27. In Slide Show type the number and press Enter.
A full backup explanation replaces detail on the main route; it does not add free time.
EVIDENCE AND CLAIM CLASSIFICATION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Five assistants are not five autonomous managers or five active workers.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41</a:t>
            </a:fld>
            <a:endParaRPr lang="en-US"/>
          </a:p>
        </p:txBody>
      </p:sp>
    </p:spTree>
    <p:extLst>
      <p:ext uri="{BB962C8B-B14F-4D97-AF65-F5344CB8AC3E}">
        <p14:creationId xmlns:p14="http://schemas.microsoft.com/office/powerpoint/2010/main" val="5466103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B15 | What exactly must happen before a pilot or production decision?
Question-led appendix answer | Audience: CEO / CIO / risk | Not part of the spoken route; show only when asked.
ANSWER FIRST (one sentence), THEN THE STRONGEST EVIDENCE AND ITS LIMIT
Agree a bounded scope, named accountable owners, data and processing approvals, current cost and an evaluation protocol. Prove genuine staff access and role denial, task-bound real inference and SQL persistence on the selected deployment. Complete human task/comprehension, accessibility, safety/privacy and professional acceptance, plus recovery and value tests. Do not infer readiness from an ARM success, fixture test, document merge or a rubric comment. The current pack recommends a gate; it does not claim that gate is passed.
ON-SLIDE COPY (slides.json, verbatim)
- Current deployment, roles, SQL and real-AI evidence
- Human, privacy, professional and accessibility acceptance
- Measured value, cost, recovery and explicit release decision
VISUAL
Three mandatory gates with owner role and required artifact, all labelled pending until evidence exists.
RETURN
Return to S21 (slide 24), the decision.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E17 | docs/reference/method/ama-capstone-assessment-guide.md; delivery-method-evidence.md; docs/capstone/README.md | Full 20 assessment criteria, individual/section floors and required evidence
   Classification: Published assessment requirements and preparation gap mapping
   Supports: Full final deck/architecture/pitch challenge, including live delivery and thought-leadership evidence
   Limit: This authoring package is not a fresh rubric score, final deck acceptance or a rehearsal transcript.
EVIDENCE GUARDRAILS FOR THIS SLIDE
- No legal-currentness, WCAG-conformance, production-readiness or completed human-validation claim follows from this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42</a:t>
            </a:fld>
            <a:endParaRPr lang="en-US"/>
          </a:p>
        </p:txBody>
      </p:sp>
    </p:spTree>
    <p:extLst>
      <p:ext uri="{BB962C8B-B14F-4D97-AF65-F5344CB8AC3E}">
        <p14:creationId xmlns:p14="http://schemas.microsoft.com/office/powerpoint/2010/main" val="36690575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B16 | What happens if the model, cloud or deployment fails?
Question-led appendix answer | Audience: COO / CIO | Not part of the spoken route; show only when asked.
ANSWER FIRST (one sentence), THEN THE STRONGEST EVIDENCE AND ITS LIMIT
An unavailable, stale or disabled assistant must not change controlled state or suppress a hazard. Preserve the owned manual route and the evidence needed to resume. In migration, stop and account for producers and claims before switching consumers; do not run competing generations or reseed away a failure. Historical SQL restart results are bounded persistence evidence, not a whole-system backup/restore or disaster-recovery result. Operational targets and drills remain acceptance work.
ON-SLIDE COPY (slides.json, verbatim)
- No approval from failure or stale evidence
- Owned manual work and independent safety handling
- Restart proven; full restore drill is the next milestone
VISUAL
diagrams/05-operations.svg. Use an explicit manual lane; no unsupported availability percentage, RTO or RPO.
RETURN
Return to S17 (slide 20), controls by design. Question index = slide 27. In Slide Show type the number and press Enter.
A full backup explanation replaces detail on the main route; it does not add free time.
EVIDENCE AND CLAIM CLASSIFICATION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TEXT ALTERNATIVE (diagram 05: operations)
Access uses Entra, managed identities and Key Vault references. Source configuration includes private backing services. Container Apps, Registry and CI form the runtime/release picture; Monitor/Log Analytics and scoped usage support operations. An Azure budget alert is a notification, not a spending stop. Expansion requires genuine sign-in/role denial, SQL persistence, task-bound inference, restore/recovery, human acceptance and current costs/ terms. Whole-system recovery and production readiness are not established.
This is a responsibility/control view, not a deployment/network topology. No connectors are needed: the three columns are concerns, not request hops.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43</a:t>
            </a:fld>
            <a:endParaRPr lang="en-US"/>
          </a:p>
        </p:txBody>
      </p:sp>
    </p:spTree>
    <p:extLst>
      <p:ext uri="{BB962C8B-B14F-4D97-AF65-F5344CB8AC3E}">
        <p14:creationId xmlns:p14="http://schemas.microsoft.com/office/powerpoint/2010/main" val="2728910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B17 | When can we go live and who owns the next step?
Question-led appendix answer | Audience: CEO / sponsor | Not part of the spoken route; show only when asked.
ANSWER FIRST (one sentence), THEN THE STRONGEST EVIDENCE AND ITS LIMIT
The next commitment should be a named owner and deliverable: an agreed validation scope, refreshed cost and current deployment prerequisites. The historical four-week exercise plan is not a newly approved go-live promise. Technical access/capacity, human review and processing decisions affect the sequence. Establish dates after those dependencies and the finite test are authorised. A commercial pilot and an operational release remain separate decisions.
ON-SLIDE COPY (slides.json, verbatim)
- Dependency-led plan: dates follow the gates
- Programme owns scope; Finance owns spend review
- Technical and control owners supply acceptance evidence
VISUAL
Readiness sequence with dependencies rather than calendar dates.
RETURN
Return to S20 (slide 23), the roadmap.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E11 | docs/case_study_48_addendum.md; docs/reference/README.md | Finite Costed Execution Plan Options, 2026-10-20; 2026-10-22 USD 700 revision and post-change correction
   Classification: 2026-10-22 owner budget decision, separate unexecuted planning proposals and historical scoped observations
   Supports: USD 700 owner-set October all-in forecast ceiling with 2026-10-25T16:02Z expiry; USD 535.33 pre-change forecast requires refresh; outside-group costs unknown
   Limit: Not a production price, current bill or unconditional tranche approval. Separate planning and acceptance gates remain blocked.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USD 700 is the owner-set October all-in forecast ceiling - not a monthly production cost or unconditional tranche authority. Execution prerequisites remain blocked and authority expires 2026-10-25T16:02Z. USD 450/month is historical.</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44</a:t>
            </a:fld>
            <a:endParaRPr lang="en-US"/>
          </a:p>
        </p:txBody>
      </p:sp>
    </p:spTree>
    <p:extLst>
      <p:ext uri="{BB962C8B-B14F-4D97-AF65-F5344CB8AC3E}">
        <p14:creationId xmlns:p14="http://schemas.microsoft.com/office/powerpoint/2010/main" val="634618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B18 | Can you demonstrate a new live action right now?
Question-led appendix answer | Audience: Any executive | Not part of the spoken route; show only when asked.
ANSWER FIRST (one sentence), THEN THE STRONGEST EVIDENCE AND ITS LIMIT
Only if it is already within the preflighted, authorised demonstration boundary. We will not grant a role, bypass private networking, enable assistant authority, submit a grant or send a resident message on the fly. A ten-minute demonstration should show known behaviour and a failure boundary, not become an infrastructure repair session. If live access fails, switch once to the prepared evidence route and say exactly what it does and does not prove.
ON-SLIDE COPY (slides.json, verbatim)
- Only pre-authorised, reversible constructed scope
- No unplanned role, network, spend or data changes
- Fallback is visibly labelled evidence, never simulated live proof
VISUAL
Demo route selector: live passed / labelled evidence / unavailable. No silent mock fallback.
RETURN
Return to S22 (slide 25), the demo. Question index = slide 27. In Slide Show type the number and press Enter.
A full backup explanation replaces detail on the main route; it does not add free time.
EVIDENCE AND CLAIM CLASSIFICATION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45</a:t>
            </a:fld>
            <a:endParaRPr lang="en-US"/>
          </a:p>
        </p:txBody>
      </p:sp>
    </p:spTree>
    <p:extLst>
      <p:ext uri="{BB962C8B-B14F-4D97-AF65-F5344CB8AC3E}">
        <p14:creationId xmlns:p14="http://schemas.microsoft.com/office/powerpoint/2010/main" val="30399630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B19 | Where do sensors fit and can AI diagnose damp or mould?
Question-led appendix answer | Audience: Asset / safety / CTO | Not part of the spoken route; show only when asked.
ANSWER FIRST (one sentence), THEN THE STRONGEST EVIDENCE AND ITS LIMIT
The accepted ADR selects Basic IoT Hub for exercise device-to-cloud telemetry. The finite offline consumer has local engineering evidence; it does not establish live device identity, transport, Azure SQL, analysis or application acceptance. Proposed analysis is deterministic and source/version-bound. Missing data is insufficient, not safe. No AI or sensor result may suppress a resident report, diagnose a hazard or release a hold. Raw device/resident context must not leak into prompts or map payloads.
ON-SLIDE COPY (slides.json, verbatim)
- IoT Hub Basic is an exercise design decision
- Offline consumer tested locally; live Hub integration remains a separate gate. In-use temperature/humidity trends could help identify a need for post-retrofit follow-up; this is a value hypothesis, not measured prevention or diagnostic accuracy. The main architecture build now shows this sensor-to-human-review path.
- Signals request human review, never diagnose or suppress
VISUAL
diagrams/06-sensor-target.svg, with the whole telemetry path dashed and independent safety route solid.
RETURN
Return to S16 (slide 19), architecture and security boundaries. Question index = slide 27. In Slide Show type the number and press Enter.
A full backup explanation replaces detail on the main route; it does not add free time.
EVIDENCE AND CLAIM CLASSIFICATION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EVIDENCE GUARDRAILS FOR THIS SLIDE
- No legal-currentness, WCAG-conformance, production-readiness or completed human-validation claim follows from this package.
TEXT ALTERNATIVE (diagram 06: sensor target)
A device or explicitly labelled simulator uses a distinct identity and stable reading ID. The target transport is Azure IoT Hub Basic, device-to-cloud only for the exercise. The API validates mapping/time and appends idempotently to SQL, with owned data-quality exceptions. A derived deterministic signal may request human review; it does not diagnose a hazard or change priority. Missing data is insufficient. All telemetry boxes and arrows are dashed because this end-to-end live path is not accepted. A solid separate human safety route handles resident reports independently.
Do not label a simulator or finite offline consumer as deployed telemetry. No new IoT threshold, device credential or operational legal claim is supplied.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46</a:t>
            </a:fld>
            <a:endParaRPr lang="en-US"/>
          </a:p>
        </p:txBody>
      </p:sp>
    </p:spTree>
    <p:extLst>
      <p:ext uri="{BB962C8B-B14F-4D97-AF65-F5344CB8AC3E}">
        <p14:creationId xmlns:p14="http://schemas.microsoft.com/office/powerpoint/2010/main" val="2750138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B20 | Why Azure instead of M365, Power Platform or buying a product?
Question-led appendix answer | Audience: CIO / CFO | Not part of the spoken route; show only when asked.
ANSWER FIRST (one sentence), THEN THE STRONGEST EVIDENCE AND ITS LIMIT
Azure is the selected exercise realisation, not proof that custom development is commercially superior. Compare an existing housing product, M365/Power Platform configuration and custom Azure against the same workflow, permissions, audit, integration, accessibility, model terms and total cost. Existing licences and tenant capability cannot be assumed. A training preference is not customer value. The current source gives us testable contracts and trade-offs to take into that appraisal, not a completed procurement decision.
ON-SLIDE COPY (slides.json, verbatim)
- Appraise buy/configure/build on the same requirements
- The Azure exercise proves the contracts end to end
- Licensing, integration, control and TCO decide
VISUAL
Option matrix with evidence required; no unsupported winning score.
RETURN
Return to S14 (slide 15), Excel in, Excel out and Microsoft 365.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E03 | docs/reference/research/company/agent-request-challenge.md | Summary and five-agent request challenge; see ai-cost-evidence.md for precise line citations
   Classification: Consultative design analysis
   Supports: Retain five business capabilities while challenging autonomy, service proliferation and agent-first design
   Limit: Not a customer approval or a measured comparison of architecture options.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47</a:t>
            </a:fld>
            <a:endParaRPr lang="en-US"/>
          </a:p>
        </p:txBody>
      </p:sp>
    </p:spTree>
    <p:extLst>
      <p:ext uri="{BB962C8B-B14F-4D97-AF65-F5344CB8AC3E}">
        <p14:creationId xmlns:p14="http://schemas.microsoft.com/office/powerpoint/2010/main" val="14157549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B21 | How do you prevent hallucinations and prompt injection?
Question-led appendix answer | Audience: CISO / CTO / risk | Not part of the spoken route; show only when asked.
ANSWER FIRST (one sentence), THEN THE STRONGEST EVIDENCE AND ITS LIMIT
Constrain inputs and outputs, keep source and task versions, enforce permissions before model context and again at review, and treat documents as evidence rather than instructions. Validate schema and citations, allow abstention and retain a manual route. These controls reduce risk; they do not prove semantic truth or immunity to prompt injection. Critical-error and unsafe-advice evaluation, red-team work and authorised release evidence remain separate. This answer describes design controls, not a fresh security audit.
ON-SLIDE COPY (slides.json, verbatim)
- Permitted task context and source/version binding
- Schema/citation checks plus independent semantic review
- Built to contain vulnerabilities and hallucinations, not to deny them
VISUAL
diagrams/04-controlled-ai-flow.svg with untrusted evidence and review boundaries called out in notes.
RETURN
Return to S17 (slide 20), controls by design. Question index = slide 27. In Slide Show type the number and press Enter.
A full backup explanation replaces detail on the main route; it does not add free time.
EVIDENCE AND CLAIM CLASSIFICATION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E07 | src/api/README.md | Honest limits; Run it locally; role/context and controlled feature contracts
   Classification: Implementation documentation with explicit dated limitations
   Supports: Real historical Azure SQL/model checks, 60,000 stock versus 980 programme cases, no live housing integration and current acceptance boundaries
   Limit: Local/scripted checks and older deployment results do not establish current staff access, production scale, restore or semantic quality.
TEXT ALTERNATIVE (diagram 04: controlled AI flow)
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Use four appears for explanation; keep the failure strip always visible. Do not animate a token stream to imply fresh inference.
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48</a:t>
            </a:fld>
            <a:endParaRPr lang="en-US"/>
          </a:p>
        </p:txBody>
      </p:sp>
    </p:spTree>
    <p:extLst>
      <p:ext uri="{BB962C8B-B14F-4D97-AF65-F5344CB8AC3E}">
        <p14:creationId xmlns:p14="http://schemas.microsoft.com/office/powerpoint/2010/main" val="2315142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B22 | Can customer data leave the UK or train a provider's model?
Question-led appendix answer | Audience: DPO / CISO / CIO | Not part of the spoken route; show only when asked.
ANSWER FIRST (one sentence), THEN THE STRONGEST EVIDENCE AND ITS LIMIT
This package cannot make that contractual or legal assurance. Verify the exact provider, model/version, deployment SKU, routing/geography, retention, abuse monitoring, subprocessors and applicable agreement before real data is processed. A UK resource name or region does not alone prove UK-only inference, especially for a GlobalStandard model deployment. Local snapshots and research are evidence to review, not current legal sign-off. The handoff contains only public synthetic illustrations and repository-authored summaries, not private datasets or credentials.
ON-SLIDE COPY (slides.json, verbatim)
- Processing geography is set by the deployment type
- Verify exact model, deployment type and contract
- No real resident data or private dataset in this handoff
VISUAL
Processing decision checklist, no unverified UK-only green badge.
RETURN
Return to S16 (slide 19), architecture and security boundaries. Question index = slide 27. In Slide Show type the number and press Enter.
A full backup explanation replaces detail on the main route; it does not add free time.
EVIDENCE AND CLAIM CLASSIFICATION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E06 | docs/architecture/README.md; docs/architecture/assets/README.md; infra/main.bicep | Executive and Technical Architecture; interaction contracts; Icon Source and Terms; modelDeployments and profile parameters
   Classification: Source-based architecture and dated historical handover
   Supports: Single-API assistants, SQL/Blob, Entra, managed identities, model contracts, configured operations and official icons
   Limit: Historical source/deployment evidence, not fresh Azure inventory. GlobalStandard does not establish UK-only processing.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E13 | docs/architecture/cutover-evidence-pack.md; infra/README.md | Bounded RG Publication Continuation, 2026-10-19; Current Exercise Handover; Direct Entra Setup and Acceptance
   Classification: Dated actual cloud observations, failed attempts and source runbook
   Supports: Current cutover blockers; exact live versus local evidence; preflight, rollback, private backing and owner sign-off requirements
   Limit: No fresh deployment, paid call or genuine staff session performed for this presentation package.
EVIDENCE GUARDRAILS FOR THIS SLIDE
- No legal-currentness, WCAG-conformance, production-readiness or completed human-validation claim follows from this package.</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49</a:t>
            </a:fld>
            <a:endParaRPr lang="en-US"/>
          </a:p>
        </p:txBody>
      </p:sp>
    </p:spTree>
    <p:extLst>
      <p:ext uri="{BB962C8B-B14F-4D97-AF65-F5344CB8AC3E}">
        <p14:creationId xmlns:p14="http://schemas.microsoft.com/office/powerpoint/2010/main" val="29616762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B23 | How will you know this is fair and accessible?
Question-led appendix answer | Audience: CEO / resident services / risk | Not part of the spoken route; show only when asked.
ANSWER FIRST (one sentence), THEN THE STRONGEST EVIDENCE AND ITS LIMIT
Keep assisted routes and native semantics, check task success and comprehension, and inspect errors and exclusions by agreed cohorts without exposing small groups. The exercise targets WCAG 2.2 AA and has engineering work, but partial scans or role-agent walkthroughs cannot establish conformance or fairness. Appropriate human research and reviewer-approved thresholds are required. An AI result that improves average speed while worsening a critical group outcome should not pass the gate.
ON-SLIDE COPY (slides.json, verbatim)
- No-digital route and understandable explanations
- Cohort errors, exclusions and unknowns are visible
- Engineering checks != resident or WCAG acceptance
VISUAL
Outcome comparison with guardrails and visible unknowns, not a compliance seal.
RETURN
Return to S12 (slide 13), one home, end to end.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E15 | docs/reference/research/ux/prototype-learnings-and-simplicity-review.md; docs/reference/research/ux/zava-forward-prototype-profile-review.md | Prototype learnings; owner feedback; shared workbench direction; profile review and validation limits
   Classification: Owner feedback, expert artifact review and role-instrument hypotheses
   Supports: Simpler workbench, ownership, evidence and assisted routes; prototype/MVP design learning
   Limit: Not a resident interview, observed workforce acceptance or complete usability/accessibility result.
EVIDENCE GUARDRAILS FOR THIS SLIDE
- No legal-currentness, WCAG-conformance, production-readiness or completed human-validation claim follows from this package.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50</a:t>
            </a:fld>
            <a:endParaRPr lang="en-US"/>
          </a:p>
        </p:txBody>
      </p:sp>
    </p:spTree>
    <p:extLst>
      <p:ext uri="{BB962C8B-B14F-4D97-AF65-F5344CB8AC3E}">
        <p14:creationId xmlns:p14="http://schemas.microsoft.com/office/powerpoint/2010/main" val="31756583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B24 | How will you keep policy, law and funding rules current?
Question-led appendix answer | Audience: Risk / legal / CFO | Not part of the spoken route; show only when asked.
ANSWER FIRST (one sentence), THEN THE STRONGEST EVIDENCE AND ITS LIMIT
Separate legislation, guidance, policy, funding conditions and internal interpretation. Keep dated evidence and review official sources before consequential use. A detected change should identify affected requirements, rules, journeys, tests and evidence, then go to named legal/compliance/professional owners. Models may retrieve, compare and flag; they must not decide that a legal duty is satisfied or silently activate a new rule. Dated official-source snapshots; currentness and named legal review required before consequential use.
ON-SLIDE COPY (slides.json, verbatim)
- Dated sources with authority classification
- Detected change -&gt; reviewed rule change -&gt; tests
- No silent model update to live controls
VISUAL
Source -&gt; reviewed change item -&gt; approved control version -&gt; regression evidence.
RETURN
Return to S03 (slide 3), three clocks. Question index = slide 27. In Slide Show type the number and press Enter.
A full backup explanation replaces detail on the main route; it does not add free time.
EVIDENCE AND CLAIM CLASSIFICATION
E02 | docs/case_study_48_addendum.md | Purpose and Status; Owner-Approved Exercise Baseline; Numerical Targets and Attribution; Subsequent Application Exercise Builds
   Classification: Declared exercise assumptions, subsequent owner directions and proposals
   Supports: One-home story, human boundaries, GBP fixture arithmetic, real AI/SQL/Azure requirement and value hypotheses
   Limit: Not company commitments, formal governance approval or operational outcomes.
E12 | docs/adrs/0003-journey-derived-capabilities-runtime-fit.md; docs/case_study_48_addendum.md; docs/reference/regulatory/README.md | ADR Decision 6 and Implementation Status; Responsible AI release boundary; source authority and human acceptance
   Classification: Accepted Basic IoT Hub exercise direction; partial engineering; separate human/legal gates
   Supports: Offline consumer is not live Hub integration; no diagnosis or suppressed hazard route; human/legal/privacy acceptance remains distinct
   Limit: No current legal determination, live telemetry, qualified assessment, fairness or WCAG-conformance claim.
E18 | docs/reference/regulatory/README.md | Authority and Use; Change Assessment and Monitoring Register; Managed Update Workflow
   Classification: Repository source-governance convention
   Supports: Dated sources, authority hierarchy, human approval and reviewed control updates
   Limit: No live legal-source currentness check or operational activation performed for this package.
EVIDENCE GUARDRAILS FOR THIS SLIDE
- No legal-currentness, WCAG-conformance, production-readiness or completed human-validation claim follows from this package.</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51</a:t>
            </a:fld>
            <a:endParaRPr lang="en-US"/>
          </a:p>
        </p:txBody>
      </p:sp>
    </p:spTree>
    <p:extLst>
      <p:ext uri="{BB962C8B-B14F-4D97-AF65-F5344CB8AC3E}">
        <p14:creationId xmlns:p14="http://schemas.microsoft.com/office/powerpoint/2010/main" val="36896537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B25 | What is your Tokenomics unit and can the AI bill run away?</a:t>
            </a:r>
          </a:p>
          <a:p>
            <a:r>
              <a:rPr lang="en-US"/>
              <a:t>Question-led appendix answer, CFO/panel; outside spoken route.</a:t>
            </a:r>
            <a:endParaRPr lang="en-US"/>
          </a:p>
          <a:p>
            <a:r>
              <a:rPr lang="en-US"/>
              <a:t>EXACT INFERENCE WORKINGS: 6,884 historical tokens / five runs = 1,376.8/run, not human-accepted work. Assumed x10 = 13,768/task; assumed x20 tasks = 275,360/home. All tokens at the historical secondary-source GPT-4.1-mini output-rate assumption USD 1.60/million (2026-10-23): USD 0.440576/home; x15,600 = USD 6,872.9856. Doubled workload = USD 0.881152/home and USD 13,745.9712 total. Repeated chat, retries, evaluations, other models and price changes may increase use. Not verified current deployment pricing or measured lifetime workload.</a:t>
            </a:r>
          </a:p>
          <a:p>
            <a:r>
              <a:rPr lang="en-US"/>
              <a:t>ACCEPTED-OUTCOME TCA: total attributable task cost / human-accepted proposals above an agreed quality floor. Include platform/hosting allocation, licensing, integration, staff, review/correction/re-review, assurance, training, support, maintenance and exit, with disclosed energy/capital. Do not double count shared platform. OD-51 still needs owner/Finance denominator, quality floor, budgets, alert owners and dated billing/price basis. Zero/unknown denominator = not measurable. Track accepted handover separately; neither is cost per planned home.</a:t>
            </a:r>
          </a:p>
          <a:p>
            <a:r>
              <a:rPr lang="en-US"/>
              <a:t>CONTROLS: finite calls/tokens/expiry and partial assistant-path usage exist; budget notifications are not hard stops. Complete attribution, task/period monetary budgets with hard termination, per-request calls/depth and billing reconciliation are proposed, PRD AC-107-110 not run. Retain critical misses, unsupported claims, overrides and reopenings beside cost. No saving/payback established; full-project P is unpriced. The recovered scenario does not satisfy issue #435 acceptance.</a:t>
            </a:r>
          </a:p>
          <a:p>
            <a:r>
              <a:rPr lang="en-US"/>
              <a:t>E19 historical usage, E05 BRD FR-052/NFR-012/OD-51 and PRD acceptance requirements, E11 dated envelope, E21 evidence/ai-cost-evidence.md, Recovered Council Comparison (2026-10-24). Return to caller via Last Slide Viewed; fixed topic S18 slide 21 only for index entry. Question index slide 27.</a:t>
            </a:r>
          </a:p>
        </p:txBody>
      </p:sp>
      <p:sp>
        <p:nvSpPr>
          <p:cNvPr id="4" name="Slide Number Placeholder 3"/>
          <p:cNvSpPr>
            <a:spLocks noGrp="1"/>
          </p:cNvSpPr>
          <p:nvPr>
            <p:ph type="sldNum" sz="quarter" idx="5"/>
          </p:nvPr>
        </p:nvSpPr>
        <p:spPr/>
        <p:txBody>
          <a:bodyPr/>
          <a:lstStyle/>
          <a:p>
            <a:fld id="{DFA53654-600B-4302-80A0-D02B08D7C4DF}" type="slidenum">
              <a:t>52</a:t>
            </a:fld>
            <a:endParaRPr lang="en-US"/>
          </a:p>
        </p:txBody>
      </p:sp>
    </p:spTree>
    <p:extLst>
      <p:ext uri="{BB962C8B-B14F-4D97-AF65-F5344CB8AC3E}">
        <p14:creationId xmlns:p14="http://schemas.microsoft.com/office/powerpoint/2010/main" val="7763553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B26 | Why not cache every answer and route everything to the cheapest model?
Question-led appendix answer | Audience: CIO / CTO / CFO | Not part of the spoken route; show only when asked.
ANSWER FIRST (one sentence), THEN THE STRONGEST EVIDENCE AND ITS LIMIT
A cheap answer that misses a critical fact is not a cheaper accepted outcome. Compare candidate routes on the same held-out cases, including abstentions, unsupported claims, review and latency. A cache needs a demonstrated equivalence contract: same permitted scope, relevant evidence and control versions, current authority and valid task. It must not leak one case or person's answer into another. Routing, caching and context trimming are proposed optimisations to evaluate, not deployed universal controls. Complete measurement must include legacy paths that currently discard usage.
ON-SLIDE COPY (slides.json, verbatim)
- Same permission, evidence version and task validity required
- Smallest model must clear held-out quality and latency thresholds
- Change one lever, compare, then keep or revert
VISUAL
One-lever experiment: baseline -&gt; routing OR context OR cache -&gt; quality/latency/cost check -&gt; retain/revert.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E04 | docs/ideas/typesafe-system-one-agent-fit.md | Observed Feasibility and Parallel Value Experiment, 2026-10-11; task suitability and serving limitations
   Classification: Dated research, feasibility observations and experiment proposals
   Supports: Decision 1 candidate scoring and screening distinct from rules and generation
   Limit: No general cheaper/faster, calibrated quality, Foundry tier availability or accepted-outcome saving claim.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Finite call/token allowances and expiry are not a currency cap. Complete metering, monetary/task/period budgets and request/depth limits are proposed requirements, not observed controls.
</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53</a:t>
            </a:fld>
            <a:endParaRPr lang="en-US"/>
          </a:p>
        </p:txBody>
      </p:sp>
    </p:spTree>
    <p:extLst>
      <p:ext uri="{BB962C8B-B14F-4D97-AF65-F5344CB8AC3E}">
        <p14:creationId xmlns:p14="http://schemas.microsoft.com/office/powerpoint/2010/main" val="5253763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B27 | What stops chat and agent sprawl multiplying hidden calls?
Question-led appendix answer | Audience: CTO / CIO / panel | Not part of the spoken route; show only when asked.
ANSWER FIRST (one sentence), THEN THE STRONGEST EVIDENCE AND ITS LIMIT
The assistant design does not run an open-ended autonomous agent conversation. However, chat, memory, retries and additional model paths can multiply calls, so a finite authority allowance alone is not enough to describe cost per user request. The merged Tokenomics requirements call for complete per-call metering, request attribution, task/period monetary budgets and tested call/depth bounds with a workflow-only stop. AC-109 is the acceptance test that proves it in the pilot. No API gateway, semantic cache or hard currency stop should be drawn as implemented to satisfy this answer.
ON-SLIDE COPY (slides.json, verbatim)
- Deterministic state graph, not an open-ended agent loop
- Existing bounded authority expires and exhausts
- Per-request call/depth limits are proposed, Not run
VISUAL
One user request branching into a bounded call tree, all proposed request bounds marked dashed. Avoid presenting draft Big-T notation as an industry standard.
RETURN
Return to S18 (slide 21), AI economics. Question index = slide 27. In Slide Show type the number and press Enter.
A full backup explanation replaces detail on the main route; it does not add free time.
EVIDENCE AND CLAIM CLASSIFICATION
E19 | docs/reference/resources/ai-tokenomics.md; docs/capstone/pitch/tokenomics-pitch-brief.md | What Zava Forward Can Already Show; Gaps; Executive Questions; Numbers to Bring
   Classification: PR #433 merged 2026-10-23 baseline: public draft framing, repository observations and proposed requirements
   Supports: 6,884 tokens/five runs; partial metering; finite authority not money cap; accepted-proposal quality-floor unit; TCA and keep/revert comparison
   Limit: No dated price or human-accepted denominator, no cheaper/faster/payback claim. Public Tokenomics framing is draft, not an industry standard. No internal Microsoft material is included.
E09 | docs/adrs/0002-pilot-readiness-architecture.md; src/agents/README.md; src/core/src/zava_forward/core/assistants.py | Five-assistant exercise runtime and finite operator authority; proposal capture/review and token handling
   Classification: Source controls and dated bounded operator observations
   Supports: Five current API assistants, SQL transactions, scoped evidence, inference outside locks, finite allowances, expired/disabled denial and unreviewed output
   Limit: Normal authority/scans off after bounded QA; token allowances are not currency caps or complete per-request/period budgets.
EVIDENCE GUARDRAILS FOR THIS SLIDE
- Finite call/token allowances and expiry are not a currency cap. Complete metering, monetary/task/period budgets and request/depth limits are proposed requirements, not observed controls.
- Public Tokenomics community framing is draft - not an industry or Microsoft standard. No internal Microsoft material is used.</a:t>
            </a:r>
          </a:p>
          <a:p>
            <a:endParaRPr lang="en-US"/>
          </a:p>
          <a:p>
            <a:r>
              <a:rPr lang="en-US"/>
              <a:t>NAVIGATION (PR438 correction): During an interruption, Return to caller uses Last Slide Viewed to resume the interrupted main slide. Use the separate fixed Topic button only after entry from the appendix index. PDF readers use the fixed topic link or their own Back history.</a:t>
            </a:r>
          </a:p>
        </p:txBody>
      </p:sp>
      <p:sp>
        <p:nvSpPr>
          <p:cNvPr id="4" name="Slide Number Placeholder 3"/>
          <p:cNvSpPr>
            <a:spLocks noGrp="1"/>
          </p:cNvSpPr>
          <p:nvPr>
            <p:ph type="sldNum" sz="quarter" idx="5"/>
          </p:nvPr>
        </p:nvSpPr>
        <p:spPr/>
        <p:txBody>
          <a:bodyPr/>
          <a:lstStyle/>
          <a:p>
            <a:fld id="{DFA53654-600B-4302-80A0-D02B08D7C4DF}" type="slidenum">
              <a:t>54</a:t>
            </a:fld>
            <a:endParaRPr lang="en-US"/>
          </a:p>
        </p:txBody>
      </p:sp>
    </p:spTree>
    <p:extLst>
      <p:ext uri="{BB962C8B-B14F-4D97-AF65-F5344CB8AC3E}">
        <p14:creationId xmlns:p14="http://schemas.microsoft.com/office/powerpoint/2010/main" val="1057352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10/24/2026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6.png"/><Relationship Id="rId4" Type="http://schemas.openxmlformats.org/officeDocument/2006/relationships/image" Target="../media/image18.png"/><Relationship Id="rId9"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23.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4.png"/><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25.jpeg"/><Relationship Id="rId7"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2.png"/></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4.png"/><Relationship Id="rId18" Type="http://schemas.openxmlformats.org/officeDocument/2006/relationships/image" Target="../media/image23.png"/><Relationship Id="rId3" Type="http://schemas.openxmlformats.org/officeDocument/2006/relationships/image" Target="../media/image9.png"/><Relationship Id="rId7" Type="http://schemas.openxmlformats.org/officeDocument/2006/relationships/image" Target="../media/image18.png"/><Relationship Id="rId12" Type="http://schemas.openxmlformats.org/officeDocument/2006/relationships/image" Target="../media/image26.png"/><Relationship Id="rId17" Type="http://schemas.openxmlformats.org/officeDocument/2006/relationships/image" Target="../media/image6.png"/><Relationship Id="rId2" Type="http://schemas.openxmlformats.org/officeDocument/2006/relationships/notesSlide" Target="../notesSlides/notesSlide14.xml"/><Relationship Id="rId16"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5.png"/><Relationship Id="rId5" Type="http://schemas.openxmlformats.org/officeDocument/2006/relationships/image" Target="../media/image14.png"/><Relationship Id="rId15" Type="http://schemas.openxmlformats.org/officeDocument/2006/relationships/image" Target="../media/image21.png"/><Relationship Id="rId10"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7.png"/><Relationship Id="rId1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27.png"/></Relationships>
</file>

<file path=ppt/slides/_rels/slide19.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27.png"/><Relationship Id="rId4" Type="http://schemas.openxmlformats.org/officeDocument/2006/relationships/image" Target="../media/image28.png"/><Relationship Id="rId9"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4.jpe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20.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slide" Target="slide16.xm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slide" Target="slide16.xm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slide" Target="slide24.xm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20.xml"/><Relationship Id="rId5" Type="http://schemas.openxmlformats.org/officeDocument/2006/relationships/image" Target="../media/image33.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3" Type="http://schemas.openxmlformats.org/officeDocument/2006/relationships/slide" Target="slide23.xm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slide" Target="slide19.xml"/><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slide" Target="slide21.xml"/><Relationship Id="rId4" Type="http://schemas.openxmlformats.org/officeDocument/2006/relationships/image" Target="../media/image38.png"/></Relationships>
</file>

<file path=ppt/slides/_rels/slide53.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26326" name="Cover picture" descr="Red-brick terraced houses on a hill at golden hour, mid-retrofit with scaffolding, wall insulation, a heat pump and new windows waiting, under a calm deep-green sky.">
            <a:extLst>
              <a:ext uri="{FF2B5EF4-FFF2-40B4-BE49-F238E27FC236}">
                <a16:creationId xmlns:a16="http://schemas.microsoft.com/office/drawing/2014/main" id="{D80FF530-FA60-ABE6-EC0F-31CBCB4C8753}"/>
              </a:ext>
            </a:extLst>
          </p:cNvPr>
          <p:cNvPicPr>
            <a:picLocks noChangeAspect="1"/>
          </p:cNvPicPr>
          <p:nvPr/>
        </p:nvPicPr>
        <p:blipFill>
          <a:blip r:embed="rId3"/>
          <a:stretch>
            <a:fillRect/>
          </a:stretch>
        </p:blipFill>
        <p:spPr>
          <a:xfrm>
            <a:off x="0" y="0"/>
            <a:ext cx="12192000" cy="6858000"/>
          </a:xfrm>
          <a:prstGeom prst="rect">
            <a:avLst/>
          </a:prstGeom>
        </p:spPr>
      </p:pic>
      <p:sp>
        <p:nvSpPr>
          <p:cNvPr id="55954" name="Scrim 001">
            <a:extLst>
              <a:ext uri="{FF2B5EF4-FFF2-40B4-BE49-F238E27FC236}">
                <a16:creationId xmlns:a16="http://schemas.microsoft.com/office/drawing/2014/main" id="{A1BC8B18-EE5C-20F4-418E-4265A14DFBC9}"/>
              </a:ext>
            </a:extLst>
          </p:cNvPr>
          <p:cNvSpPr/>
          <p:nvPr/>
        </p:nvSpPr>
        <p:spPr>
          <a:xfrm>
            <a:off x="0" y="0"/>
            <a:ext cx="1177449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6" name="Scrim 002">
            <a:extLst>
              <a:ext uri="{FF2B5EF4-FFF2-40B4-BE49-F238E27FC236}">
                <a16:creationId xmlns:a16="http://schemas.microsoft.com/office/drawing/2014/main" id="{4C561B5B-DFF5-03C9-7255-DD871859EAB9}"/>
              </a:ext>
            </a:extLst>
          </p:cNvPr>
          <p:cNvSpPr/>
          <p:nvPr/>
        </p:nvSpPr>
        <p:spPr>
          <a:xfrm>
            <a:off x="0" y="0"/>
            <a:ext cx="1168021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9" name="Scrim 003">
            <a:extLst>
              <a:ext uri="{FF2B5EF4-FFF2-40B4-BE49-F238E27FC236}">
                <a16:creationId xmlns:a16="http://schemas.microsoft.com/office/drawing/2014/main" id="{F983BFB4-E23D-EA19-5030-F5151DF498ED}"/>
              </a:ext>
            </a:extLst>
          </p:cNvPr>
          <p:cNvSpPr/>
          <p:nvPr/>
        </p:nvSpPr>
        <p:spPr>
          <a:xfrm>
            <a:off x="0" y="0"/>
            <a:ext cx="1161435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3" name="Scrim 004">
            <a:extLst>
              <a:ext uri="{FF2B5EF4-FFF2-40B4-BE49-F238E27FC236}">
                <a16:creationId xmlns:a16="http://schemas.microsoft.com/office/drawing/2014/main" id="{39119CF4-B196-2191-8231-4F6F6578BAAA}"/>
              </a:ext>
            </a:extLst>
          </p:cNvPr>
          <p:cNvSpPr/>
          <p:nvPr/>
        </p:nvSpPr>
        <p:spPr>
          <a:xfrm>
            <a:off x="0" y="0"/>
            <a:ext cx="1156028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8" name="Scrim 005">
            <a:extLst>
              <a:ext uri="{FF2B5EF4-FFF2-40B4-BE49-F238E27FC236}">
                <a16:creationId xmlns:a16="http://schemas.microsoft.com/office/drawing/2014/main" id="{90858C2C-9BB4-94A6-66D7-B288688BCDEA}"/>
              </a:ext>
            </a:extLst>
          </p:cNvPr>
          <p:cNvSpPr/>
          <p:nvPr/>
        </p:nvSpPr>
        <p:spPr>
          <a:xfrm>
            <a:off x="0" y="0"/>
            <a:ext cx="1151318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74" name="Scrim 006">
            <a:extLst>
              <a:ext uri="{FF2B5EF4-FFF2-40B4-BE49-F238E27FC236}">
                <a16:creationId xmlns:a16="http://schemas.microsoft.com/office/drawing/2014/main" id="{2E014E56-7D88-0D9C-206C-E233C09A64B2}"/>
              </a:ext>
            </a:extLst>
          </p:cNvPr>
          <p:cNvSpPr/>
          <p:nvPr/>
        </p:nvSpPr>
        <p:spPr>
          <a:xfrm>
            <a:off x="0" y="0"/>
            <a:ext cx="1147081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1" name="Scrim 007">
            <a:extLst>
              <a:ext uri="{FF2B5EF4-FFF2-40B4-BE49-F238E27FC236}">
                <a16:creationId xmlns:a16="http://schemas.microsoft.com/office/drawing/2014/main" id="{BBDF69E1-E4E2-D53B-2C26-0FD394118E6E}"/>
              </a:ext>
            </a:extLst>
          </p:cNvPr>
          <p:cNvSpPr/>
          <p:nvPr/>
        </p:nvSpPr>
        <p:spPr>
          <a:xfrm>
            <a:off x="0" y="0"/>
            <a:ext cx="114319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9" name="Scrim 008">
            <a:extLst>
              <a:ext uri="{FF2B5EF4-FFF2-40B4-BE49-F238E27FC236}">
                <a16:creationId xmlns:a16="http://schemas.microsoft.com/office/drawing/2014/main" id="{2C08E70D-07B3-2890-C87F-A52FB9013FA3}"/>
              </a:ext>
            </a:extLst>
          </p:cNvPr>
          <p:cNvSpPr/>
          <p:nvPr/>
        </p:nvSpPr>
        <p:spPr>
          <a:xfrm>
            <a:off x="0" y="0"/>
            <a:ext cx="11395809"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98" name="Scrim 009">
            <a:extLst>
              <a:ext uri="{FF2B5EF4-FFF2-40B4-BE49-F238E27FC236}">
                <a16:creationId xmlns:a16="http://schemas.microsoft.com/office/drawing/2014/main" id="{A6941C0E-5E43-5941-BF85-E5BE0AB83EBE}"/>
              </a:ext>
            </a:extLst>
          </p:cNvPr>
          <p:cNvSpPr/>
          <p:nvPr/>
        </p:nvSpPr>
        <p:spPr>
          <a:xfrm>
            <a:off x="0" y="0"/>
            <a:ext cx="1136187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08" name="Scrim 010">
            <a:extLst>
              <a:ext uri="{FF2B5EF4-FFF2-40B4-BE49-F238E27FC236}">
                <a16:creationId xmlns:a16="http://schemas.microsoft.com/office/drawing/2014/main" id="{B04323A7-87C7-1C2A-ED34-FD2AA09D0341}"/>
              </a:ext>
            </a:extLst>
          </p:cNvPr>
          <p:cNvSpPr/>
          <p:nvPr/>
        </p:nvSpPr>
        <p:spPr>
          <a:xfrm>
            <a:off x="0" y="0"/>
            <a:ext cx="1132977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19" name="Scrim 011">
            <a:extLst>
              <a:ext uri="{FF2B5EF4-FFF2-40B4-BE49-F238E27FC236}">
                <a16:creationId xmlns:a16="http://schemas.microsoft.com/office/drawing/2014/main" id="{5B450A23-43B3-20CF-E08F-411442CACE5C}"/>
              </a:ext>
            </a:extLst>
          </p:cNvPr>
          <p:cNvSpPr/>
          <p:nvPr/>
        </p:nvSpPr>
        <p:spPr>
          <a:xfrm>
            <a:off x="0" y="0"/>
            <a:ext cx="112992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31" name="Scrim 012">
            <a:extLst>
              <a:ext uri="{FF2B5EF4-FFF2-40B4-BE49-F238E27FC236}">
                <a16:creationId xmlns:a16="http://schemas.microsoft.com/office/drawing/2014/main" id="{79BE2372-426D-067A-A55B-056FB5D60C99}"/>
              </a:ext>
            </a:extLst>
          </p:cNvPr>
          <p:cNvSpPr/>
          <p:nvPr/>
        </p:nvSpPr>
        <p:spPr>
          <a:xfrm>
            <a:off x="0" y="0"/>
            <a:ext cx="1127002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44" name="Scrim 013">
            <a:extLst>
              <a:ext uri="{FF2B5EF4-FFF2-40B4-BE49-F238E27FC236}">
                <a16:creationId xmlns:a16="http://schemas.microsoft.com/office/drawing/2014/main" id="{FD306246-9243-89D6-0208-2ECC66BBE739}"/>
              </a:ext>
            </a:extLst>
          </p:cNvPr>
          <p:cNvSpPr/>
          <p:nvPr/>
        </p:nvSpPr>
        <p:spPr>
          <a:xfrm>
            <a:off x="0" y="0"/>
            <a:ext cx="1124198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58" name="Scrim 014">
            <a:extLst>
              <a:ext uri="{FF2B5EF4-FFF2-40B4-BE49-F238E27FC236}">
                <a16:creationId xmlns:a16="http://schemas.microsoft.com/office/drawing/2014/main" id="{C97D26C5-8E6D-4D7E-0FA6-B8F5AE461A6E}"/>
              </a:ext>
            </a:extLst>
          </p:cNvPr>
          <p:cNvSpPr/>
          <p:nvPr/>
        </p:nvSpPr>
        <p:spPr>
          <a:xfrm>
            <a:off x="0" y="0"/>
            <a:ext cx="112149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73" name="Scrim 015">
            <a:extLst>
              <a:ext uri="{FF2B5EF4-FFF2-40B4-BE49-F238E27FC236}">
                <a16:creationId xmlns:a16="http://schemas.microsoft.com/office/drawing/2014/main" id="{4ABBABB1-C700-2EBA-7D39-494DC09A51B7}"/>
              </a:ext>
            </a:extLst>
          </p:cNvPr>
          <p:cNvSpPr/>
          <p:nvPr/>
        </p:nvSpPr>
        <p:spPr>
          <a:xfrm>
            <a:off x="0" y="0"/>
            <a:ext cx="1118892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89" name="Scrim 016">
            <a:extLst>
              <a:ext uri="{FF2B5EF4-FFF2-40B4-BE49-F238E27FC236}">
                <a16:creationId xmlns:a16="http://schemas.microsoft.com/office/drawing/2014/main" id="{6B00B373-DE4C-D8F9-14EB-0592670CA482}"/>
              </a:ext>
            </a:extLst>
          </p:cNvPr>
          <p:cNvSpPr/>
          <p:nvPr/>
        </p:nvSpPr>
        <p:spPr>
          <a:xfrm>
            <a:off x="0" y="0"/>
            <a:ext cx="111636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06" name="Scrim 017">
            <a:extLst>
              <a:ext uri="{FF2B5EF4-FFF2-40B4-BE49-F238E27FC236}">
                <a16:creationId xmlns:a16="http://schemas.microsoft.com/office/drawing/2014/main" id="{8507FA14-4D55-291E-C409-DC3132D32F65}"/>
              </a:ext>
            </a:extLst>
          </p:cNvPr>
          <p:cNvSpPr/>
          <p:nvPr/>
        </p:nvSpPr>
        <p:spPr>
          <a:xfrm>
            <a:off x="0" y="0"/>
            <a:ext cx="1113921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24" name="Scrim 018">
            <a:extLst>
              <a:ext uri="{FF2B5EF4-FFF2-40B4-BE49-F238E27FC236}">
                <a16:creationId xmlns:a16="http://schemas.microsoft.com/office/drawing/2014/main" id="{E315E1E9-BB32-9DD5-DF03-93D2E7F3F30B}"/>
              </a:ext>
            </a:extLst>
          </p:cNvPr>
          <p:cNvSpPr/>
          <p:nvPr/>
        </p:nvSpPr>
        <p:spPr>
          <a:xfrm>
            <a:off x="0" y="0"/>
            <a:ext cx="111154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43" name="Scrim 019">
            <a:extLst>
              <a:ext uri="{FF2B5EF4-FFF2-40B4-BE49-F238E27FC236}">
                <a16:creationId xmlns:a16="http://schemas.microsoft.com/office/drawing/2014/main" id="{F7749BD9-95F3-23F1-9F69-0E2209EAE772}"/>
              </a:ext>
            </a:extLst>
          </p:cNvPr>
          <p:cNvSpPr/>
          <p:nvPr/>
        </p:nvSpPr>
        <p:spPr>
          <a:xfrm>
            <a:off x="0" y="0"/>
            <a:ext cx="1109227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63" name="Scrim 020">
            <a:extLst>
              <a:ext uri="{FF2B5EF4-FFF2-40B4-BE49-F238E27FC236}">
                <a16:creationId xmlns:a16="http://schemas.microsoft.com/office/drawing/2014/main" id="{5E4FCC41-23F7-F1E5-3267-8062753C540A}"/>
              </a:ext>
            </a:extLst>
          </p:cNvPr>
          <p:cNvSpPr/>
          <p:nvPr/>
        </p:nvSpPr>
        <p:spPr>
          <a:xfrm>
            <a:off x="0" y="0"/>
            <a:ext cx="1106971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84" name="Scrim 021">
            <a:extLst>
              <a:ext uri="{FF2B5EF4-FFF2-40B4-BE49-F238E27FC236}">
                <a16:creationId xmlns:a16="http://schemas.microsoft.com/office/drawing/2014/main" id="{8F833F3A-D9C9-6CBF-5E7F-E7E7E735E9C0}"/>
              </a:ext>
            </a:extLst>
          </p:cNvPr>
          <p:cNvSpPr/>
          <p:nvPr/>
        </p:nvSpPr>
        <p:spPr>
          <a:xfrm>
            <a:off x="0" y="0"/>
            <a:ext cx="110476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06" name="Scrim 022">
            <a:extLst>
              <a:ext uri="{FF2B5EF4-FFF2-40B4-BE49-F238E27FC236}">
                <a16:creationId xmlns:a16="http://schemas.microsoft.com/office/drawing/2014/main" id="{0374EE69-123A-2921-A421-003804BFD7CE}"/>
              </a:ext>
            </a:extLst>
          </p:cNvPr>
          <p:cNvSpPr/>
          <p:nvPr/>
        </p:nvSpPr>
        <p:spPr>
          <a:xfrm>
            <a:off x="0" y="0"/>
            <a:ext cx="110261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29" name="Scrim 023">
            <a:extLst>
              <a:ext uri="{FF2B5EF4-FFF2-40B4-BE49-F238E27FC236}">
                <a16:creationId xmlns:a16="http://schemas.microsoft.com/office/drawing/2014/main" id="{E73F8726-667E-29FF-76CE-10550E90D709}"/>
              </a:ext>
            </a:extLst>
          </p:cNvPr>
          <p:cNvSpPr/>
          <p:nvPr/>
        </p:nvSpPr>
        <p:spPr>
          <a:xfrm>
            <a:off x="0" y="0"/>
            <a:ext cx="1100512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53" name="Scrim 024">
            <a:extLst>
              <a:ext uri="{FF2B5EF4-FFF2-40B4-BE49-F238E27FC236}">
                <a16:creationId xmlns:a16="http://schemas.microsoft.com/office/drawing/2014/main" id="{BE34B928-7B73-ED12-15B4-D0BD83E7B215}"/>
              </a:ext>
            </a:extLst>
          </p:cNvPr>
          <p:cNvSpPr/>
          <p:nvPr/>
        </p:nvSpPr>
        <p:spPr>
          <a:xfrm>
            <a:off x="0" y="0"/>
            <a:ext cx="1098451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78" name="Scrim 025">
            <a:extLst>
              <a:ext uri="{FF2B5EF4-FFF2-40B4-BE49-F238E27FC236}">
                <a16:creationId xmlns:a16="http://schemas.microsoft.com/office/drawing/2014/main" id="{B6EF8099-AFA6-2CC7-FE2F-DBEB7BBD666D}"/>
              </a:ext>
            </a:extLst>
          </p:cNvPr>
          <p:cNvSpPr/>
          <p:nvPr/>
        </p:nvSpPr>
        <p:spPr>
          <a:xfrm>
            <a:off x="0" y="0"/>
            <a:ext cx="109643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04" name="Scrim 026">
            <a:extLst>
              <a:ext uri="{FF2B5EF4-FFF2-40B4-BE49-F238E27FC236}">
                <a16:creationId xmlns:a16="http://schemas.microsoft.com/office/drawing/2014/main" id="{052A9ACC-ABF9-7A83-E9D7-77D4C20E4514}"/>
              </a:ext>
            </a:extLst>
          </p:cNvPr>
          <p:cNvSpPr/>
          <p:nvPr/>
        </p:nvSpPr>
        <p:spPr>
          <a:xfrm>
            <a:off x="0" y="0"/>
            <a:ext cx="1094451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31" name="Scrim 027">
            <a:extLst>
              <a:ext uri="{FF2B5EF4-FFF2-40B4-BE49-F238E27FC236}">
                <a16:creationId xmlns:a16="http://schemas.microsoft.com/office/drawing/2014/main" id="{15670FB3-0448-30B4-0FAD-F1CEE1D79212}"/>
              </a:ext>
            </a:extLst>
          </p:cNvPr>
          <p:cNvSpPr/>
          <p:nvPr/>
        </p:nvSpPr>
        <p:spPr>
          <a:xfrm>
            <a:off x="0" y="0"/>
            <a:ext cx="1092506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59" name="Scrim 028">
            <a:extLst>
              <a:ext uri="{FF2B5EF4-FFF2-40B4-BE49-F238E27FC236}">
                <a16:creationId xmlns:a16="http://schemas.microsoft.com/office/drawing/2014/main" id="{FAEB47CE-93CE-6FB2-E914-3B0BF2B1E8F3}"/>
              </a:ext>
            </a:extLst>
          </p:cNvPr>
          <p:cNvSpPr/>
          <p:nvPr/>
        </p:nvSpPr>
        <p:spPr>
          <a:xfrm>
            <a:off x="0" y="0"/>
            <a:ext cx="1090597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88" name="Scrim 029">
            <a:extLst>
              <a:ext uri="{FF2B5EF4-FFF2-40B4-BE49-F238E27FC236}">
                <a16:creationId xmlns:a16="http://schemas.microsoft.com/office/drawing/2014/main" id="{225B0B36-D83D-E193-A55A-AADFE3AD3CF6}"/>
              </a:ext>
            </a:extLst>
          </p:cNvPr>
          <p:cNvSpPr/>
          <p:nvPr/>
        </p:nvSpPr>
        <p:spPr>
          <a:xfrm>
            <a:off x="0" y="0"/>
            <a:ext cx="1088720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18" name="Scrim 030">
            <a:extLst>
              <a:ext uri="{FF2B5EF4-FFF2-40B4-BE49-F238E27FC236}">
                <a16:creationId xmlns:a16="http://schemas.microsoft.com/office/drawing/2014/main" id="{7E0341DF-0D7A-E834-9DD8-13A11458109B}"/>
              </a:ext>
            </a:extLst>
          </p:cNvPr>
          <p:cNvSpPr/>
          <p:nvPr/>
        </p:nvSpPr>
        <p:spPr>
          <a:xfrm>
            <a:off x="0" y="0"/>
            <a:ext cx="1086874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49" name="Scrim 031">
            <a:extLst>
              <a:ext uri="{FF2B5EF4-FFF2-40B4-BE49-F238E27FC236}">
                <a16:creationId xmlns:a16="http://schemas.microsoft.com/office/drawing/2014/main" id="{592CEC7C-1C81-958C-6FEF-A0DB5D322D95}"/>
              </a:ext>
            </a:extLst>
          </p:cNvPr>
          <p:cNvSpPr/>
          <p:nvPr/>
        </p:nvSpPr>
        <p:spPr>
          <a:xfrm>
            <a:off x="0" y="0"/>
            <a:ext cx="108505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81" name="Scrim 032">
            <a:extLst>
              <a:ext uri="{FF2B5EF4-FFF2-40B4-BE49-F238E27FC236}">
                <a16:creationId xmlns:a16="http://schemas.microsoft.com/office/drawing/2014/main" id="{68F32E95-A772-96AC-8691-E4628CAB79A0}"/>
              </a:ext>
            </a:extLst>
          </p:cNvPr>
          <p:cNvSpPr/>
          <p:nvPr/>
        </p:nvSpPr>
        <p:spPr>
          <a:xfrm>
            <a:off x="0" y="0"/>
            <a:ext cx="1083270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14" name="Scrim 033">
            <a:extLst>
              <a:ext uri="{FF2B5EF4-FFF2-40B4-BE49-F238E27FC236}">
                <a16:creationId xmlns:a16="http://schemas.microsoft.com/office/drawing/2014/main" id="{4A7ABD32-D3EA-303C-7122-A3A62278D4B2}"/>
              </a:ext>
            </a:extLst>
          </p:cNvPr>
          <p:cNvSpPr/>
          <p:nvPr/>
        </p:nvSpPr>
        <p:spPr>
          <a:xfrm>
            <a:off x="0" y="0"/>
            <a:ext cx="1081509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48" name="Scrim 034">
            <a:extLst>
              <a:ext uri="{FF2B5EF4-FFF2-40B4-BE49-F238E27FC236}">
                <a16:creationId xmlns:a16="http://schemas.microsoft.com/office/drawing/2014/main" id="{7585C500-C22F-2C65-05C0-9C2D0E269AAF}"/>
              </a:ext>
            </a:extLst>
          </p:cNvPr>
          <p:cNvSpPr/>
          <p:nvPr/>
        </p:nvSpPr>
        <p:spPr>
          <a:xfrm>
            <a:off x="0" y="0"/>
            <a:ext cx="1079773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83" name="Scrim 035">
            <a:extLst>
              <a:ext uri="{FF2B5EF4-FFF2-40B4-BE49-F238E27FC236}">
                <a16:creationId xmlns:a16="http://schemas.microsoft.com/office/drawing/2014/main" id="{6D1C6EE0-F174-28FF-6825-DE1D178386ED}"/>
              </a:ext>
            </a:extLst>
          </p:cNvPr>
          <p:cNvSpPr/>
          <p:nvPr/>
        </p:nvSpPr>
        <p:spPr>
          <a:xfrm>
            <a:off x="0" y="0"/>
            <a:ext cx="1078062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19" name="Scrim 036">
            <a:extLst>
              <a:ext uri="{FF2B5EF4-FFF2-40B4-BE49-F238E27FC236}">
                <a16:creationId xmlns:a16="http://schemas.microsoft.com/office/drawing/2014/main" id="{66DBD649-905A-D48E-9692-7C8C86045FCB}"/>
              </a:ext>
            </a:extLst>
          </p:cNvPr>
          <p:cNvSpPr/>
          <p:nvPr/>
        </p:nvSpPr>
        <p:spPr>
          <a:xfrm>
            <a:off x="0" y="0"/>
            <a:ext cx="107637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56" name="Scrim 037">
            <a:extLst>
              <a:ext uri="{FF2B5EF4-FFF2-40B4-BE49-F238E27FC236}">
                <a16:creationId xmlns:a16="http://schemas.microsoft.com/office/drawing/2014/main" id="{18108AE6-D397-6956-E0BC-F38DC2CD8134}"/>
              </a:ext>
            </a:extLst>
          </p:cNvPr>
          <p:cNvSpPr/>
          <p:nvPr/>
        </p:nvSpPr>
        <p:spPr>
          <a:xfrm>
            <a:off x="0" y="0"/>
            <a:ext cx="1074709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94" name="Scrim 038">
            <a:extLst>
              <a:ext uri="{FF2B5EF4-FFF2-40B4-BE49-F238E27FC236}">
                <a16:creationId xmlns:a16="http://schemas.microsoft.com/office/drawing/2014/main" id="{DE136E96-A1C4-186A-1D2A-8615B2326D22}"/>
              </a:ext>
            </a:extLst>
          </p:cNvPr>
          <p:cNvSpPr/>
          <p:nvPr/>
        </p:nvSpPr>
        <p:spPr>
          <a:xfrm>
            <a:off x="0" y="0"/>
            <a:ext cx="1073065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33" name="Scrim 039">
            <a:extLst>
              <a:ext uri="{FF2B5EF4-FFF2-40B4-BE49-F238E27FC236}">
                <a16:creationId xmlns:a16="http://schemas.microsoft.com/office/drawing/2014/main" id="{E229FB77-4FD5-9E10-3E30-306BA360B726}"/>
              </a:ext>
            </a:extLst>
          </p:cNvPr>
          <p:cNvSpPr/>
          <p:nvPr/>
        </p:nvSpPr>
        <p:spPr>
          <a:xfrm>
            <a:off x="0" y="0"/>
            <a:ext cx="107144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73" name="Scrim 040">
            <a:extLst>
              <a:ext uri="{FF2B5EF4-FFF2-40B4-BE49-F238E27FC236}">
                <a16:creationId xmlns:a16="http://schemas.microsoft.com/office/drawing/2014/main" id="{20893AFC-86AE-E5E0-C9FD-FC040C7ED326}"/>
              </a:ext>
            </a:extLst>
          </p:cNvPr>
          <p:cNvSpPr/>
          <p:nvPr/>
        </p:nvSpPr>
        <p:spPr>
          <a:xfrm>
            <a:off x="0" y="0"/>
            <a:ext cx="1069838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14" name="Scrim 041">
            <a:extLst>
              <a:ext uri="{FF2B5EF4-FFF2-40B4-BE49-F238E27FC236}">
                <a16:creationId xmlns:a16="http://schemas.microsoft.com/office/drawing/2014/main" id="{80FF7ACA-46AE-BDD7-A7FA-E7BB1633E709}"/>
              </a:ext>
            </a:extLst>
          </p:cNvPr>
          <p:cNvSpPr/>
          <p:nvPr/>
        </p:nvSpPr>
        <p:spPr>
          <a:xfrm>
            <a:off x="0" y="0"/>
            <a:ext cx="1068253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56" name="Scrim 042">
            <a:extLst>
              <a:ext uri="{FF2B5EF4-FFF2-40B4-BE49-F238E27FC236}">
                <a16:creationId xmlns:a16="http://schemas.microsoft.com/office/drawing/2014/main" id="{BB609B28-5DB4-5AE4-C931-C48DD44AF955}"/>
              </a:ext>
            </a:extLst>
          </p:cNvPr>
          <p:cNvSpPr/>
          <p:nvPr/>
        </p:nvSpPr>
        <p:spPr>
          <a:xfrm>
            <a:off x="0" y="0"/>
            <a:ext cx="106668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99" name="Scrim 043">
            <a:extLst>
              <a:ext uri="{FF2B5EF4-FFF2-40B4-BE49-F238E27FC236}">
                <a16:creationId xmlns:a16="http://schemas.microsoft.com/office/drawing/2014/main" id="{6EDE8DF8-D6C0-93DE-C8A3-04F3E1BFE430}"/>
              </a:ext>
            </a:extLst>
          </p:cNvPr>
          <p:cNvSpPr/>
          <p:nvPr/>
        </p:nvSpPr>
        <p:spPr>
          <a:xfrm>
            <a:off x="0" y="0"/>
            <a:ext cx="1065138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43" name="Scrim 044">
            <a:extLst>
              <a:ext uri="{FF2B5EF4-FFF2-40B4-BE49-F238E27FC236}">
                <a16:creationId xmlns:a16="http://schemas.microsoft.com/office/drawing/2014/main" id="{687DF1E3-740B-28AA-826B-44D5B4BFC019}"/>
              </a:ext>
            </a:extLst>
          </p:cNvPr>
          <p:cNvSpPr/>
          <p:nvPr/>
        </p:nvSpPr>
        <p:spPr>
          <a:xfrm>
            <a:off x="0" y="0"/>
            <a:ext cx="1063606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88" name="Scrim 045">
            <a:extLst>
              <a:ext uri="{FF2B5EF4-FFF2-40B4-BE49-F238E27FC236}">
                <a16:creationId xmlns:a16="http://schemas.microsoft.com/office/drawing/2014/main" id="{A8F1BD6F-26AA-E51D-F904-1ABD027B29CF}"/>
              </a:ext>
            </a:extLst>
          </p:cNvPr>
          <p:cNvSpPr/>
          <p:nvPr/>
        </p:nvSpPr>
        <p:spPr>
          <a:xfrm>
            <a:off x="0" y="0"/>
            <a:ext cx="1061337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34" name="Scrim 046">
            <a:extLst>
              <a:ext uri="{FF2B5EF4-FFF2-40B4-BE49-F238E27FC236}">
                <a16:creationId xmlns:a16="http://schemas.microsoft.com/office/drawing/2014/main" id="{46BD9FC9-DB4E-E950-3E0D-B8FE5D1AC215}"/>
              </a:ext>
            </a:extLst>
          </p:cNvPr>
          <p:cNvSpPr/>
          <p:nvPr/>
        </p:nvSpPr>
        <p:spPr>
          <a:xfrm>
            <a:off x="0" y="0"/>
            <a:ext cx="105835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81" name="Scrim 047">
            <a:extLst>
              <a:ext uri="{FF2B5EF4-FFF2-40B4-BE49-F238E27FC236}">
                <a16:creationId xmlns:a16="http://schemas.microsoft.com/office/drawing/2014/main" id="{15DFCBB9-B8A8-2242-C221-D1D7924FEBC6}"/>
              </a:ext>
            </a:extLst>
          </p:cNvPr>
          <p:cNvSpPr/>
          <p:nvPr/>
        </p:nvSpPr>
        <p:spPr>
          <a:xfrm>
            <a:off x="0" y="0"/>
            <a:ext cx="105542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29" name="Scrim 048">
            <a:extLst>
              <a:ext uri="{FF2B5EF4-FFF2-40B4-BE49-F238E27FC236}">
                <a16:creationId xmlns:a16="http://schemas.microsoft.com/office/drawing/2014/main" id="{78244BE8-5C8B-1F28-8B1A-6D05251B598B}"/>
              </a:ext>
            </a:extLst>
          </p:cNvPr>
          <p:cNvSpPr/>
          <p:nvPr/>
        </p:nvSpPr>
        <p:spPr>
          <a:xfrm>
            <a:off x="0" y="0"/>
            <a:ext cx="1052554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78" name="Scrim 049">
            <a:extLst>
              <a:ext uri="{FF2B5EF4-FFF2-40B4-BE49-F238E27FC236}">
                <a16:creationId xmlns:a16="http://schemas.microsoft.com/office/drawing/2014/main" id="{56963D04-CD6A-99FA-9DD5-DD6A7C2EE75A}"/>
              </a:ext>
            </a:extLst>
          </p:cNvPr>
          <p:cNvSpPr/>
          <p:nvPr/>
        </p:nvSpPr>
        <p:spPr>
          <a:xfrm>
            <a:off x="0" y="0"/>
            <a:ext cx="1049732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28" name="Scrim 050">
            <a:extLst>
              <a:ext uri="{FF2B5EF4-FFF2-40B4-BE49-F238E27FC236}">
                <a16:creationId xmlns:a16="http://schemas.microsoft.com/office/drawing/2014/main" id="{A413578D-26D1-6441-726B-FFBF18C3B8A9}"/>
              </a:ext>
            </a:extLst>
          </p:cNvPr>
          <p:cNvSpPr/>
          <p:nvPr/>
        </p:nvSpPr>
        <p:spPr>
          <a:xfrm>
            <a:off x="0" y="0"/>
            <a:ext cx="1046957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79" name="Scrim 051">
            <a:extLst>
              <a:ext uri="{FF2B5EF4-FFF2-40B4-BE49-F238E27FC236}">
                <a16:creationId xmlns:a16="http://schemas.microsoft.com/office/drawing/2014/main" id="{D02DA5C3-B5FC-8C4F-40E7-3C583A10695E}"/>
              </a:ext>
            </a:extLst>
          </p:cNvPr>
          <p:cNvSpPr/>
          <p:nvPr/>
        </p:nvSpPr>
        <p:spPr>
          <a:xfrm>
            <a:off x="0" y="0"/>
            <a:ext cx="1044226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31" name="Scrim 052">
            <a:extLst>
              <a:ext uri="{FF2B5EF4-FFF2-40B4-BE49-F238E27FC236}">
                <a16:creationId xmlns:a16="http://schemas.microsoft.com/office/drawing/2014/main" id="{D6F2437B-2638-51E0-5EA7-84927283EA5D}"/>
              </a:ext>
            </a:extLst>
          </p:cNvPr>
          <p:cNvSpPr/>
          <p:nvPr/>
        </p:nvSpPr>
        <p:spPr>
          <a:xfrm>
            <a:off x="0" y="0"/>
            <a:ext cx="1041535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84" name="Scrim 053">
            <a:extLst>
              <a:ext uri="{FF2B5EF4-FFF2-40B4-BE49-F238E27FC236}">
                <a16:creationId xmlns:a16="http://schemas.microsoft.com/office/drawing/2014/main" id="{D3347D68-3346-70D5-7B1A-530E82029D4E}"/>
              </a:ext>
            </a:extLst>
          </p:cNvPr>
          <p:cNvSpPr/>
          <p:nvPr/>
        </p:nvSpPr>
        <p:spPr>
          <a:xfrm>
            <a:off x="0" y="0"/>
            <a:ext cx="10388837"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38" name="Scrim 054">
            <a:extLst>
              <a:ext uri="{FF2B5EF4-FFF2-40B4-BE49-F238E27FC236}">
                <a16:creationId xmlns:a16="http://schemas.microsoft.com/office/drawing/2014/main" id="{9BC49D93-35BA-A3BD-9722-8BFFB583B3B7}"/>
              </a:ext>
            </a:extLst>
          </p:cNvPr>
          <p:cNvSpPr/>
          <p:nvPr/>
        </p:nvSpPr>
        <p:spPr>
          <a:xfrm>
            <a:off x="0" y="0"/>
            <a:ext cx="1036266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93" name="Scrim 055">
            <a:extLst>
              <a:ext uri="{FF2B5EF4-FFF2-40B4-BE49-F238E27FC236}">
                <a16:creationId xmlns:a16="http://schemas.microsoft.com/office/drawing/2014/main" id="{C2C2448A-2131-FC89-AECA-D2A15C7FD84F}"/>
              </a:ext>
            </a:extLst>
          </p:cNvPr>
          <p:cNvSpPr/>
          <p:nvPr/>
        </p:nvSpPr>
        <p:spPr>
          <a:xfrm>
            <a:off x="0" y="0"/>
            <a:ext cx="103368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549" name="Scrim 056">
            <a:extLst>
              <a:ext uri="{FF2B5EF4-FFF2-40B4-BE49-F238E27FC236}">
                <a16:creationId xmlns:a16="http://schemas.microsoft.com/office/drawing/2014/main" id="{08E81D59-3A42-3E53-8D80-9A0C412242E1}"/>
              </a:ext>
            </a:extLst>
          </p:cNvPr>
          <p:cNvSpPr/>
          <p:nvPr/>
        </p:nvSpPr>
        <p:spPr>
          <a:xfrm>
            <a:off x="0" y="0"/>
            <a:ext cx="1031129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06" name="Scrim 057">
            <a:extLst>
              <a:ext uri="{FF2B5EF4-FFF2-40B4-BE49-F238E27FC236}">
                <a16:creationId xmlns:a16="http://schemas.microsoft.com/office/drawing/2014/main" id="{F1813532-AD60-4494-5FEC-F1C8656C3BB0}"/>
              </a:ext>
            </a:extLst>
          </p:cNvPr>
          <p:cNvSpPr/>
          <p:nvPr/>
        </p:nvSpPr>
        <p:spPr>
          <a:xfrm>
            <a:off x="0" y="0"/>
            <a:ext cx="102860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64" name="Scrim 058">
            <a:extLst>
              <a:ext uri="{FF2B5EF4-FFF2-40B4-BE49-F238E27FC236}">
                <a16:creationId xmlns:a16="http://schemas.microsoft.com/office/drawing/2014/main" id="{BE20E41A-F85D-E91C-7488-FD03A10E41B8}"/>
              </a:ext>
            </a:extLst>
          </p:cNvPr>
          <p:cNvSpPr/>
          <p:nvPr/>
        </p:nvSpPr>
        <p:spPr>
          <a:xfrm>
            <a:off x="0" y="0"/>
            <a:ext cx="1026104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23" name="Scrim 059">
            <a:extLst>
              <a:ext uri="{FF2B5EF4-FFF2-40B4-BE49-F238E27FC236}">
                <a16:creationId xmlns:a16="http://schemas.microsoft.com/office/drawing/2014/main" id="{04FA20DF-60B4-9CE0-0C29-3F1B6E27F415}"/>
              </a:ext>
            </a:extLst>
          </p:cNvPr>
          <p:cNvSpPr/>
          <p:nvPr/>
        </p:nvSpPr>
        <p:spPr>
          <a:xfrm>
            <a:off x="0" y="0"/>
            <a:ext cx="1023628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83" name="Scrim 060">
            <a:extLst>
              <a:ext uri="{FF2B5EF4-FFF2-40B4-BE49-F238E27FC236}">
                <a16:creationId xmlns:a16="http://schemas.microsoft.com/office/drawing/2014/main" id="{B8E89A23-CA00-C013-E88D-666EC7B708DA}"/>
              </a:ext>
            </a:extLst>
          </p:cNvPr>
          <p:cNvSpPr/>
          <p:nvPr/>
        </p:nvSpPr>
        <p:spPr>
          <a:xfrm>
            <a:off x="0" y="0"/>
            <a:ext cx="1021174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844" name="Scrim 061">
            <a:extLst>
              <a:ext uri="{FF2B5EF4-FFF2-40B4-BE49-F238E27FC236}">
                <a16:creationId xmlns:a16="http://schemas.microsoft.com/office/drawing/2014/main" id="{B9B394D7-E0F8-5084-7777-30821C557A2B}"/>
              </a:ext>
            </a:extLst>
          </p:cNvPr>
          <p:cNvSpPr/>
          <p:nvPr/>
        </p:nvSpPr>
        <p:spPr>
          <a:xfrm>
            <a:off x="0" y="0"/>
            <a:ext cx="1018739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06" name="Scrim 062">
            <a:extLst>
              <a:ext uri="{FF2B5EF4-FFF2-40B4-BE49-F238E27FC236}">
                <a16:creationId xmlns:a16="http://schemas.microsoft.com/office/drawing/2014/main" id="{6129625F-DDA6-6F2F-06A5-B2A4E2057C36}"/>
              </a:ext>
            </a:extLst>
          </p:cNvPr>
          <p:cNvSpPr/>
          <p:nvPr/>
        </p:nvSpPr>
        <p:spPr>
          <a:xfrm>
            <a:off x="0" y="0"/>
            <a:ext cx="1016321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69" name="Scrim 063">
            <a:extLst>
              <a:ext uri="{FF2B5EF4-FFF2-40B4-BE49-F238E27FC236}">
                <a16:creationId xmlns:a16="http://schemas.microsoft.com/office/drawing/2014/main" id="{8EE0C825-6B20-8F06-B160-CFEBB9E8DD46}"/>
              </a:ext>
            </a:extLst>
          </p:cNvPr>
          <p:cNvSpPr/>
          <p:nvPr/>
        </p:nvSpPr>
        <p:spPr>
          <a:xfrm>
            <a:off x="0" y="0"/>
            <a:ext cx="1013917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33" name="Scrim 064">
            <a:extLst>
              <a:ext uri="{FF2B5EF4-FFF2-40B4-BE49-F238E27FC236}">
                <a16:creationId xmlns:a16="http://schemas.microsoft.com/office/drawing/2014/main" id="{755F0A1C-FE89-54C6-70DF-DCAC2DA4CEE7}"/>
              </a:ext>
            </a:extLst>
          </p:cNvPr>
          <p:cNvSpPr/>
          <p:nvPr/>
        </p:nvSpPr>
        <p:spPr>
          <a:xfrm>
            <a:off x="0" y="0"/>
            <a:ext cx="1011527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98" name="Scrim 065">
            <a:extLst>
              <a:ext uri="{FF2B5EF4-FFF2-40B4-BE49-F238E27FC236}">
                <a16:creationId xmlns:a16="http://schemas.microsoft.com/office/drawing/2014/main" id="{8CA2DE57-A57D-7DCC-DD15-FB5218ACDE5E}"/>
              </a:ext>
            </a:extLst>
          </p:cNvPr>
          <p:cNvSpPr/>
          <p:nvPr/>
        </p:nvSpPr>
        <p:spPr>
          <a:xfrm>
            <a:off x="0" y="0"/>
            <a:ext cx="100914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164" name="Scrim 066">
            <a:extLst>
              <a:ext uri="{FF2B5EF4-FFF2-40B4-BE49-F238E27FC236}">
                <a16:creationId xmlns:a16="http://schemas.microsoft.com/office/drawing/2014/main" id="{B3625836-3BF7-2431-A22E-00D37C985FF5}"/>
              </a:ext>
            </a:extLst>
          </p:cNvPr>
          <p:cNvSpPr/>
          <p:nvPr/>
        </p:nvSpPr>
        <p:spPr>
          <a:xfrm>
            <a:off x="0" y="0"/>
            <a:ext cx="100677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31" name="Scrim 067">
            <a:extLst>
              <a:ext uri="{FF2B5EF4-FFF2-40B4-BE49-F238E27FC236}">
                <a16:creationId xmlns:a16="http://schemas.microsoft.com/office/drawing/2014/main" id="{8C7D54F9-CB6F-411E-33F4-A6C2F04009FF}"/>
              </a:ext>
            </a:extLst>
          </p:cNvPr>
          <p:cNvSpPr/>
          <p:nvPr/>
        </p:nvSpPr>
        <p:spPr>
          <a:xfrm>
            <a:off x="0" y="0"/>
            <a:ext cx="1004406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99" name="Scrim 068">
            <a:extLst>
              <a:ext uri="{FF2B5EF4-FFF2-40B4-BE49-F238E27FC236}">
                <a16:creationId xmlns:a16="http://schemas.microsoft.com/office/drawing/2014/main" id="{DD01264A-330A-6C55-B15B-CA82D8C06EB0}"/>
              </a:ext>
            </a:extLst>
          </p:cNvPr>
          <p:cNvSpPr/>
          <p:nvPr/>
        </p:nvSpPr>
        <p:spPr>
          <a:xfrm>
            <a:off x="0" y="0"/>
            <a:ext cx="10020425"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368" name="Scrim 069">
            <a:extLst>
              <a:ext uri="{FF2B5EF4-FFF2-40B4-BE49-F238E27FC236}">
                <a16:creationId xmlns:a16="http://schemas.microsoft.com/office/drawing/2014/main" id="{BE8B9D40-D479-AAB8-D33F-830CA34B7ECF}"/>
              </a:ext>
            </a:extLst>
          </p:cNvPr>
          <p:cNvSpPr/>
          <p:nvPr/>
        </p:nvSpPr>
        <p:spPr>
          <a:xfrm>
            <a:off x="0" y="0"/>
            <a:ext cx="999677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438" name="Scrim 070">
            <a:extLst>
              <a:ext uri="{FF2B5EF4-FFF2-40B4-BE49-F238E27FC236}">
                <a16:creationId xmlns:a16="http://schemas.microsoft.com/office/drawing/2014/main" id="{B8C3DDBE-008E-4CD2-A6C0-300AA7C61CBE}"/>
              </a:ext>
            </a:extLst>
          </p:cNvPr>
          <p:cNvSpPr/>
          <p:nvPr/>
        </p:nvSpPr>
        <p:spPr>
          <a:xfrm>
            <a:off x="0" y="0"/>
            <a:ext cx="997310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09" name="Scrim 071">
            <a:extLst>
              <a:ext uri="{FF2B5EF4-FFF2-40B4-BE49-F238E27FC236}">
                <a16:creationId xmlns:a16="http://schemas.microsoft.com/office/drawing/2014/main" id="{0C5F958E-0683-2D04-8ED9-5D2D0321F839}"/>
              </a:ext>
            </a:extLst>
          </p:cNvPr>
          <p:cNvSpPr/>
          <p:nvPr/>
        </p:nvSpPr>
        <p:spPr>
          <a:xfrm>
            <a:off x="0" y="0"/>
            <a:ext cx="994339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81" name="Scrim 072">
            <a:extLst>
              <a:ext uri="{FF2B5EF4-FFF2-40B4-BE49-F238E27FC236}">
                <a16:creationId xmlns:a16="http://schemas.microsoft.com/office/drawing/2014/main" id="{01E4C846-3094-C7D1-A03B-2211EB198207}"/>
              </a:ext>
            </a:extLst>
          </p:cNvPr>
          <p:cNvSpPr/>
          <p:nvPr/>
        </p:nvSpPr>
        <p:spPr>
          <a:xfrm>
            <a:off x="0" y="0"/>
            <a:ext cx="990734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654" name="Scrim 073">
            <a:extLst>
              <a:ext uri="{FF2B5EF4-FFF2-40B4-BE49-F238E27FC236}">
                <a16:creationId xmlns:a16="http://schemas.microsoft.com/office/drawing/2014/main" id="{AA67EA36-BCA3-7D21-CCAA-401260824DB3}"/>
              </a:ext>
            </a:extLst>
          </p:cNvPr>
          <p:cNvSpPr/>
          <p:nvPr/>
        </p:nvSpPr>
        <p:spPr>
          <a:xfrm>
            <a:off x="0" y="0"/>
            <a:ext cx="987089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728" name="Scrim 074">
            <a:extLst>
              <a:ext uri="{FF2B5EF4-FFF2-40B4-BE49-F238E27FC236}">
                <a16:creationId xmlns:a16="http://schemas.microsoft.com/office/drawing/2014/main" id="{CF96F220-04AE-AE84-3012-5CE5B7343BAF}"/>
              </a:ext>
            </a:extLst>
          </p:cNvPr>
          <p:cNvSpPr/>
          <p:nvPr/>
        </p:nvSpPr>
        <p:spPr>
          <a:xfrm>
            <a:off x="0" y="0"/>
            <a:ext cx="983386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03" name="Scrim 075">
            <a:extLst>
              <a:ext uri="{FF2B5EF4-FFF2-40B4-BE49-F238E27FC236}">
                <a16:creationId xmlns:a16="http://schemas.microsoft.com/office/drawing/2014/main" id="{5D939902-EB9C-DDD1-19F1-CCF12F44D66A}"/>
              </a:ext>
            </a:extLst>
          </p:cNvPr>
          <p:cNvSpPr/>
          <p:nvPr/>
        </p:nvSpPr>
        <p:spPr>
          <a:xfrm>
            <a:off x="0" y="0"/>
            <a:ext cx="9796020"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79" name="Scrim 076">
            <a:extLst>
              <a:ext uri="{FF2B5EF4-FFF2-40B4-BE49-F238E27FC236}">
                <a16:creationId xmlns:a16="http://schemas.microsoft.com/office/drawing/2014/main" id="{7CD9A7C8-97E8-C210-DABE-1A7E085650BF}"/>
              </a:ext>
            </a:extLst>
          </p:cNvPr>
          <p:cNvSpPr/>
          <p:nvPr/>
        </p:nvSpPr>
        <p:spPr>
          <a:xfrm>
            <a:off x="0" y="0"/>
            <a:ext cx="975707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956" name="Scrim 077">
            <a:extLst>
              <a:ext uri="{FF2B5EF4-FFF2-40B4-BE49-F238E27FC236}">
                <a16:creationId xmlns:a16="http://schemas.microsoft.com/office/drawing/2014/main" id="{9DCD6F12-2D4F-D07F-D002-CFEDE1493261}"/>
              </a:ext>
            </a:extLst>
          </p:cNvPr>
          <p:cNvSpPr/>
          <p:nvPr/>
        </p:nvSpPr>
        <p:spPr>
          <a:xfrm>
            <a:off x="0" y="0"/>
            <a:ext cx="971661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034" name="Scrim 078">
            <a:extLst>
              <a:ext uri="{FF2B5EF4-FFF2-40B4-BE49-F238E27FC236}">
                <a16:creationId xmlns:a16="http://schemas.microsoft.com/office/drawing/2014/main" id="{9ADABCE5-6840-17B6-CF6C-4EEB9BEE2ED9}"/>
              </a:ext>
            </a:extLst>
          </p:cNvPr>
          <p:cNvSpPr/>
          <p:nvPr/>
        </p:nvSpPr>
        <p:spPr>
          <a:xfrm>
            <a:off x="0" y="0"/>
            <a:ext cx="967406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13" name="Scrim 079">
            <a:extLst>
              <a:ext uri="{FF2B5EF4-FFF2-40B4-BE49-F238E27FC236}">
                <a16:creationId xmlns:a16="http://schemas.microsoft.com/office/drawing/2014/main" id="{02EA0966-A2B8-CBAC-90DD-55E08FEB2412}"/>
              </a:ext>
            </a:extLst>
          </p:cNvPr>
          <p:cNvSpPr/>
          <p:nvPr/>
        </p:nvSpPr>
        <p:spPr>
          <a:xfrm>
            <a:off x="0" y="0"/>
            <a:ext cx="962852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93" name="Scrim 080">
            <a:extLst>
              <a:ext uri="{FF2B5EF4-FFF2-40B4-BE49-F238E27FC236}">
                <a16:creationId xmlns:a16="http://schemas.microsoft.com/office/drawing/2014/main" id="{2EEFAAEF-57C0-2129-5B05-0ECF35222EDD}"/>
              </a:ext>
            </a:extLst>
          </p:cNvPr>
          <p:cNvSpPr/>
          <p:nvPr/>
        </p:nvSpPr>
        <p:spPr>
          <a:xfrm>
            <a:off x="0" y="0"/>
            <a:ext cx="957845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274" name="Scrim 081">
            <a:extLst>
              <a:ext uri="{FF2B5EF4-FFF2-40B4-BE49-F238E27FC236}">
                <a16:creationId xmlns:a16="http://schemas.microsoft.com/office/drawing/2014/main" id="{9A7A995E-27C8-9719-DFFE-EA98D6C5D9DB}"/>
              </a:ext>
            </a:extLst>
          </p:cNvPr>
          <p:cNvSpPr/>
          <p:nvPr/>
        </p:nvSpPr>
        <p:spPr>
          <a:xfrm>
            <a:off x="0" y="0"/>
            <a:ext cx="952074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356" name="Scrim 082">
            <a:extLst>
              <a:ext uri="{FF2B5EF4-FFF2-40B4-BE49-F238E27FC236}">
                <a16:creationId xmlns:a16="http://schemas.microsoft.com/office/drawing/2014/main" id="{434AAA2B-759E-FA0D-D2C3-C360F8FC1A74}"/>
              </a:ext>
            </a:extLst>
          </p:cNvPr>
          <p:cNvSpPr/>
          <p:nvPr/>
        </p:nvSpPr>
        <p:spPr>
          <a:xfrm>
            <a:off x="0" y="0"/>
            <a:ext cx="943097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439" name="Eyebrow">
            <a:extLst>
              <a:ext uri="{FF2B5EF4-FFF2-40B4-BE49-F238E27FC236}">
                <a16:creationId xmlns:a16="http://schemas.microsoft.com/office/drawing/2014/main" id="{C3E551EE-D262-6BBC-E786-B5819407E990}"/>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59523" name="Slide title">
            <a:extLst>
              <a:ext uri="{FF2B5EF4-FFF2-40B4-BE49-F238E27FC236}">
                <a16:creationId xmlns:a16="http://schemas.microsoft.com/office/drawing/2014/main" id="{17A4499C-BE13-59D7-E90A-E0A30C2A601F}"/>
              </a:ext>
            </a:extLst>
          </p:cNvPr>
          <p:cNvSpPr/>
          <p:nvPr/>
        </p:nvSpPr>
        <p:spPr>
          <a:xfrm>
            <a:off x="548640" y="1554480"/>
            <a:ext cx="91440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Faster. With control intact.</a:t>
            </a:r>
            <a:endParaRPr lang="en-US"/>
          </a:p>
        </p:txBody>
      </p:sp>
      <p:sp>
        <p:nvSpPr>
          <p:cNvPr id="59608" name="Subtitle">
            <a:extLst>
              <a:ext uri="{FF2B5EF4-FFF2-40B4-BE49-F238E27FC236}">
                <a16:creationId xmlns:a16="http://schemas.microsoft.com/office/drawing/2014/main" id="{F1681DFA-339F-A35A-5EE5-D0374835B516}"/>
              </a:ext>
            </a:extLst>
          </p:cNvPr>
          <p:cNvSpPr/>
          <p:nvPr/>
        </p:nvSpPr>
        <p:spPr>
          <a:xfrm>
            <a:off x="548640" y="3429000"/>
            <a:ext cx="7040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DCE8E2"/>
                </a:solidFill>
                <a:effectLst/>
                <a:latin typeface="Arial" panose="020B0604020202020204" pitchFamily="34" charset="0"/>
              </a:rPr>
              <a:t>One workbench for the retrofit programme,</a:t>
            </a:r>
          </a:p>
          <a:p>
            <a:pPr algn="l">
              <a:buNone/>
            </a:pPr>
            <a:r>
              <a:rPr lang="en-US" sz="2400">
                <a:solidFill>
                  <a:srgbClr val="DCE8E2"/>
                </a:solidFill>
                <a:effectLst/>
                <a:latin typeface="Arial" panose="020B0604020202020204" pitchFamily="34" charset="0"/>
              </a:rPr>
              <a:t>with damp, mould and hazard referral built in</a:t>
            </a:r>
            <a:endParaRPr lang="en-US"/>
          </a:p>
        </p:txBody>
      </p:sp>
      <p:sp>
        <p:nvSpPr>
          <p:cNvPr id="59694" name="Decision panel">
            <a:extLst>
              <a:ext uri="{FF2B5EF4-FFF2-40B4-BE49-F238E27FC236}">
                <a16:creationId xmlns:a16="http://schemas.microsoft.com/office/drawing/2014/main" id="{E136FE68-44AA-9220-126C-C8B6EB3ED71B}"/>
              </a:ext>
            </a:extLst>
          </p:cNvPr>
          <p:cNvSpPr/>
          <p:nvPr/>
        </p:nvSpPr>
        <p:spPr>
          <a:xfrm>
            <a:off x="548640" y="4526280"/>
            <a:ext cx="7245191" cy="77724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781" name="Decision line">
            <a:extLst>
              <a:ext uri="{FF2B5EF4-FFF2-40B4-BE49-F238E27FC236}">
                <a16:creationId xmlns:a16="http://schemas.microsoft.com/office/drawing/2014/main" id="{2BB2761E-EB54-2AF8-1E66-97105EBA1CDC}"/>
              </a:ext>
            </a:extLst>
          </p:cNvPr>
          <p:cNvSpPr/>
          <p:nvPr/>
        </p:nvSpPr>
        <p:spPr>
          <a:xfrm>
            <a:off x="640080" y="4601300"/>
            <a:ext cx="7199471"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Decision today: fund the validation gate, then scale</a:t>
            </a:r>
          </a:p>
          <a:p>
            <a:pPr algn="l">
              <a:buNone/>
            </a:pPr>
            <a:r>
              <a:rPr lang="en-US" sz="100">
                <a:effectLst/>
              </a:rPr>
              <a:t> </a:t>
            </a:r>
            <a:endParaRPr lang="en-US"/>
          </a:p>
        </p:txBody>
      </p:sp>
      <p:sp>
        <p:nvSpPr>
          <p:cNvPr id="59869" name="Footer sources">
            <a:extLst>
              <a:ext uri="{FF2B5EF4-FFF2-40B4-BE49-F238E27FC236}">
                <a16:creationId xmlns:a16="http://schemas.microsoft.com/office/drawing/2014/main" id="{7BAF922C-E212-5B3E-B1EA-FFD16C94A4D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59958" name="Footer navigation">
            <a:extLst>
              <a:ext uri="{FF2B5EF4-FFF2-40B4-BE49-F238E27FC236}">
                <a16:creationId xmlns:a16="http://schemas.microsoft.com/office/drawing/2014/main" id="{5ECECD3B-CE97-6AF5-4695-D89C6DF285E4}"/>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DCE8E2"/>
                </a:solidFill>
                <a:effectLst/>
                <a:latin typeface="Arial" panose="020B0604020202020204" pitchFamily="34" charset="0"/>
              </a:rPr>
              <a:t>S01</a:t>
            </a:r>
          </a:p>
          <a:p>
            <a:pPr algn="r">
              <a:buNone/>
            </a:pPr>
            <a:r>
              <a:rPr lang="en-US" sz="100">
                <a:effectLst/>
              </a:rPr>
              <a:t> </a:t>
            </a:r>
            <a:endParaRPr lang="en-US"/>
          </a:p>
        </p:txBody>
      </p:sp>
    </p:spTree>
    <p:extLst>
      <p:ext uri="{BB962C8B-B14F-4D97-AF65-F5344CB8AC3E}">
        <p14:creationId xmlns:p14="http://schemas.microsoft.com/office/powerpoint/2010/main" val="37000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26327" name="Challenge picture" descr="Elevated view over a large housing estate under an overcast sky, with a few homes glowing amber among many grey ones.">
            <a:extLst>
              <a:ext uri="{FF2B5EF4-FFF2-40B4-BE49-F238E27FC236}">
                <a16:creationId xmlns:a16="http://schemas.microsoft.com/office/drawing/2014/main" id="{B54030F6-72B5-D2BB-1DE6-1A8AF26BB569}"/>
              </a:ext>
            </a:extLst>
          </p:cNvPr>
          <p:cNvPicPr>
            <a:picLocks noChangeAspect="1"/>
          </p:cNvPicPr>
          <p:nvPr/>
        </p:nvPicPr>
        <p:blipFill>
          <a:blip r:embed="rId3"/>
          <a:stretch>
            <a:fillRect/>
          </a:stretch>
        </p:blipFill>
        <p:spPr>
          <a:xfrm>
            <a:off x="7316787" y="0"/>
            <a:ext cx="4873625" cy="6858000"/>
          </a:xfrm>
          <a:prstGeom prst="rect">
            <a:avLst/>
          </a:prstGeom>
        </p:spPr>
      </p:pic>
      <p:sp>
        <p:nvSpPr>
          <p:cNvPr id="29551" name="Eyebrow">
            <a:extLst>
              <a:ext uri="{FF2B5EF4-FFF2-40B4-BE49-F238E27FC236}">
                <a16:creationId xmlns:a16="http://schemas.microsoft.com/office/drawing/2014/main" id="{53DC2F68-50D8-EC15-F927-59A9D8037152}"/>
              </a:ext>
            </a:extLst>
          </p:cNvPr>
          <p:cNvSpPr/>
          <p:nvPr/>
        </p:nvSpPr>
        <p:spPr>
          <a:xfrm>
            <a:off x="54864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553" name="Slide title">
            <a:extLst>
              <a:ext uri="{FF2B5EF4-FFF2-40B4-BE49-F238E27FC236}">
                <a16:creationId xmlns:a16="http://schemas.microsoft.com/office/drawing/2014/main" id="{A7AAFB81-973B-C407-271C-0954DF421093}"/>
              </a:ext>
            </a:extLst>
          </p:cNvPr>
          <p:cNvSpPr/>
          <p:nvPr/>
        </p:nvSpPr>
        <p:spPr>
          <a:xfrm>
            <a:off x="548640" y="685800"/>
            <a:ext cx="640080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15,600 homes to lift by 2030.</a:t>
            </a:r>
          </a:p>
          <a:p>
            <a:pPr algn="l">
              <a:buNone/>
            </a:pPr>
            <a:r>
              <a:rPr lang="en-US" sz="3200" b="1">
                <a:solidFill>
                  <a:srgbClr val="173F35"/>
                </a:solidFill>
                <a:effectLst/>
                <a:latin typeface="Arial" panose="020B0604020202020204" pitchFamily="34" charset="0"/>
              </a:rPr>
              <a:t>Thousands more to keep safe.</a:t>
            </a:r>
            <a:endParaRPr lang="en-US"/>
          </a:p>
        </p:txBody>
      </p:sp>
      <p:sp>
        <p:nvSpPr>
          <p:cNvPr id="29556" name="Footer sources">
            <a:extLst>
              <a:ext uri="{FF2B5EF4-FFF2-40B4-BE49-F238E27FC236}">
                <a16:creationId xmlns:a16="http://schemas.microsoft.com/office/drawing/2014/main" id="{FF62757F-219B-B614-3C32-99B1D4A2FF5F}"/>
              </a:ext>
            </a:extLst>
          </p:cNvPr>
          <p:cNvSpPr/>
          <p:nvPr/>
        </p:nvSpPr>
        <p:spPr>
          <a:xfrm>
            <a:off x="548640" y="5943600"/>
            <a:ext cx="5669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English Housing Survey 2024-25 · RSH Tenant Satisfaction Measures 2024/25 · national rates applied to 60,000 homes</a:t>
            </a:r>
          </a:p>
          <a:p>
            <a:pPr algn="l">
              <a:buNone/>
            </a:pPr>
            <a:r>
              <a:rPr lang="en-US" sz="100">
                <a:effectLst/>
              </a:rPr>
              <a:t> </a:t>
            </a:r>
            <a:endParaRPr lang="en-US"/>
          </a:p>
        </p:txBody>
      </p:sp>
      <p:sp>
        <p:nvSpPr>
          <p:cNvPr id="29560" name="Footer navigation">
            <a:extLst>
              <a:ext uri="{FF2B5EF4-FFF2-40B4-BE49-F238E27FC236}">
                <a16:creationId xmlns:a16="http://schemas.microsoft.com/office/drawing/2014/main" id="{B65C9598-E019-A28E-C946-4B231667C2B1}"/>
              </a:ext>
            </a:extLst>
          </p:cNvPr>
          <p:cNvSpPr/>
          <p:nvPr/>
        </p:nvSpPr>
        <p:spPr>
          <a:xfrm>
            <a:off x="6217920" y="6126480"/>
            <a:ext cx="7315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S02</a:t>
            </a:r>
          </a:p>
          <a:p>
            <a:pPr algn="r">
              <a:buNone/>
            </a:pPr>
            <a:r>
              <a:rPr lang="en-US" sz="100">
                <a:effectLst/>
              </a:rPr>
              <a:t> </a:t>
            </a:r>
            <a:endParaRPr lang="en-US"/>
          </a:p>
        </p:txBody>
      </p:sp>
      <p:sp>
        <p:nvSpPr>
          <p:cNvPr id="29565" name="Stat 1 disc">
            <a:extLst>
              <a:ext uri="{FF2B5EF4-FFF2-40B4-BE49-F238E27FC236}">
                <a16:creationId xmlns:a16="http://schemas.microsoft.com/office/drawing/2014/main" id="{235274F3-A666-7D28-9816-E9F9BD0BAFAB}"/>
              </a:ext>
            </a:extLst>
          </p:cNvPr>
          <p:cNvSpPr/>
          <p:nvPr/>
        </p:nvSpPr>
        <p:spPr>
          <a:xfrm>
            <a:off x="548640" y="21717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71" name="Stat 1 number">
            <a:extLst>
              <a:ext uri="{FF2B5EF4-FFF2-40B4-BE49-F238E27FC236}">
                <a16:creationId xmlns:a16="http://schemas.microsoft.com/office/drawing/2014/main" id="{EBE43A13-3E29-A2B5-EB39-FEA7D82348D1}"/>
              </a:ext>
            </a:extLst>
          </p:cNvPr>
          <p:cNvSpPr/>
          <p:nvPr/>
        </p:nvSpPr>
        <p:spPr>
          <a:xfrm>
            <a:off x="1188720" y="20116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15,600</a:t>
            </a:r>
          </a:p>
          <a:p>
            <a:pPr algn="l">
              <a:buNone/>
            </a:pPr>
            <a:r>
              <a:rPr lang="en-US" sz="100">
                <a:effectLst/>
              </a:rPr>
              <a:t> </a:t>
            </a:r>
            <a:endParaRPr lang="en-US"/>
          </a:p>
        </p:txBody>
      </p:sp>
      <p:sp>
        <p:nvSpPr>
          <p:cNvPr id="29578" name="Stat 1 label">
            <a:extLst>
              <a:ext uri="{FF2B5EF4-FFF2-40B4-BE49-F238E27FC236}">
                <a16:creationId xmlns:a16="http://schemas.microsoft.com/office/drawing/2014/main" id="{2FCA5999-43CB-0C56-BC4B-62404D76CFFE}"/>
              </a:ext>
            </a:extLst>
          </p:cNvPr>
          <p:cNvSpPr/>
          <p:nvPr/>
        </p:nvSpPr>
        <p:spPr>
          <a:xfrm>
            <a:off x="3520440" y="21793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below EPC C</a:t>
            </a:r>
          </a:p>
          <a:p>
            <a:pPr algn="l">
              <a:buNone/>
            </a:pPr>
            <a:r>
              <a:rPr lang="en-US" sz="1600" b="1">
                <a:solidFill>
                  <a:srgbClr val="2E6B5E"/>
                </a:solidFill>
                <a:effectLst/>
                <a:latin typeface="Arial" panose="020B0604020202020204" pitchFamily="34" charset="0"/>
              </a:rPr>
              <a:t>26% of social homes</a:t>
            </a:r>
            <a:endParaRPr lang="en-US"/>
          </a:p>
        </p:txBody>
      </p:sp>
      <p:sp>
        <p:nvSpPr>
          <p:cNvPr id="29586" name="Stat 2 disc">
            <a:extLst>
              <a:ext uri="{FF2B5EF4-FFF2-40B4-BE49-F238E27FC236}">
                <a16:creationId xmlns:a16="http://schemas.microsoft.com/office/drawing/2014/main" id="{DD2BA971-F7DA-409E-48F7-D777739E1669}"/>
              </a:ext>
            </a:extLst>
          </p:cNvPr>
          <p:cNvSpPr/>
          <p:nvPr/>
        </p:nvSpPr>
        <p:spPr>
          <a:xfrm>
            <a:off x="548640" y="30861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95" name="Stat 2 number">
            <a:extLst>
              <a:ext uri="{FF2B5EF4-FFF2-40B4-BE49-F238E27FC236}">
                <a16:creationId xmlns:a16="http://schemas.microsoft.com/office/drawing/2014/main" id="{92060F2F-76B6-E2FD-8460-5FED3E96A563}"/>
              </a:ext>
            </a:extLst>
          </p:cNvPr>
          <p:cNvSpPr/>
          <p:nvPr/>
        </p:nvSpPr>
        <p:spPr>
          <a:xfrm>
            <a:off x="1188720" y="29260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3,600</a:t>
            </a:r>
          </a:p>
          <a:p>
            <a:pPr algn="l">
              <a:buNone/>
            </a:pPr>
            <a:r>
              <a:rPr lang="en-US" sz="100">
                <a:effectLst/>
              </a:rPr>
              <a:t> </a:t>
            </a:r>
            <a:endParaRPr lang="en-US"/>
          </a:p>
        </p:txBody>
      </p:sp>
      <p:sp>
        <p:nvSpPr>
          <p:cNvPr id="29605" name="Stat 2 label">
            <a:extLst>
              <a:ext uri="{FF2B5EF4-FFF2-40B4-BE49-F238E27FC236}">
                <a16:creationId xmlns:a16="http://schemas.microsoft.com/office/drawing/2014/main" id="{4D3C6450-FD89-7D97-A747-41C82A7067A3}"/>
              </a:ext>
            </a:extLst>
          </p:cNvPr>
          <p:cNvSpPr/>
          <p:nvPr/>
        </p:nvSpPr>
        <p:spPr>
          <a:xfrm>
            <a:off x="3520440" y="30937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with damp</a:t>
            </a:r>
          </a:p>
          <a:p>
            <a:pPr algn="l">
              <a:buNone/>
            </a:pPr>
            <a:r>
              <a:rPr lang="en-US" sz="1600" b="1">
                <a:solidFill>
                  <a:srgbClr val="2E6B5E"/>
                </a:solidFill>
                <a:effectLst/>
                <a:latin typeface="Arial" panose="020B0604020202020204" pitchFamily="34" charset="0"/>
              </a:rPr>
              <a:t>6% of housing association homes</a:t>
            </a:r>
            <a:endParaRPr lang="en-US"/>
          </a:p>
        </p:txBody>
      </p:sp>
      <p:sp>
        <p:nvSpPr>
          <p:cNvPr id="29616" name="Stat 3 disc">
            <a:extLst>
              <a:ext uri="{FF2B5EF4-FFF2-40B4-BE49-F238E27FC236}">
                <a16:creationId xmlns:a16="http://schemas.microsoft.com/office/drawing/2014/main" id="{62EC4659-3500-A286-8EE6-98A3BCB49D49}"/>
              </a:ext>
            </a:extLst>
          </p:cNvPr>
          <p:cNvSpPr/>
          <p:nvPr/>
        </p:nvSpPr>
        <p:spPr>
          <a:xfrm>
            <a:off x="548640" y="40005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28" name="Stat 3 number">
            <a:extLst>
              <a:ext uri="{FF2B5EF4-FFF2-40B4-BE49-F238E27FC236}">
                <a16:creationId xmlns:a16="http://schemas.microsoft.com/office/drawing/2014/main" id="{DE06B1F2-C175-8E27-3BC6-6CBDDD83348D}"/>
              </a:ext>
            </a:extLst>
          </p:cNvPr>
          <p:cNvSpPr/>
          <p:nvPr/>
        </p:nvSpPr>
        <p:spPr>
          <a:xfrm>
            <a:off x="1188720" y="38404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22,800</a:t>
            </a:r>
          </a:p>
          <a:p>
            <a:pPr algn="l">
              <a:buNone/>
            </a:pPr>
            <a:r>
              <a:rPr lang="en-US" sz="100">
                <a:effectLst/>
              </a:rPr>
              <a:t> </a:t>
            </a:r>
            <a:endParaRPr lang="en-US"/>
          </a:p>
        </p:txBody>
      </p:sp>
      <p:sp>
        <p:nvSpPr>
          <p:cNvPr id="29641" name="Stat 3 label">
            <a:extLst>
              <a:ext uri="{FF2B5EF4-FFF2-40B4-BE49-F238E27FC236}">
                <a16:creationId xmlns:a16="http://schemas.microsoft.com/office/drawing/2014/main" id="{D48BE002-45DD-A4DC-D553-8EF8E20ABD6E}"/>
              </a:ext>
            </a:extLst>
          </p:cNvPr>
          <p:cNvSpPr/>
          <p:nvPr/>
        </p:nvSpPr>
        <p:spPr>
          <a:xfrm>
            <a:off x="3520440" y="3886200"/>
            <a:ext cx="3566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households likely to report condensation, damp or mould</a:t>
            </a:r>
          </a:p>
          <a:p>
            <a:pPr algn="l">
              <a:buNone/>
            </a:pPr>
            <a:r>
              <a:rPr lang="en-US" sz="1600" b="1">
                <a:solidFill>
                  <a:srgbClr val="2E6B5E"/>
                </a:solidFill>
                <a:effectLst/>
                <a:latin typeface="Arial" panose="020B0604020202020204" pitchFamily="34" charset="0"/>
              </a:rPr>
              <a:t>38%</a:t>
            </a:r>
            <a:endParaRPr lang="en-US"/>
          </a:p>
        </p:txBody>
      </p:sp>
      <p:sp>
        <p:nvSpPr>
          <p:cNvPr id="29655" name="Stat 4 disc">
            <a:extLst>
              <a:ext uri="{FF2B5EF4-FFF2-40B4-BE49-F238E27FC236}">
                <a16:creationId xmlns:a16="http://schemas.microsoft.com/office/drawing/2014/main" id="{98E44DCD-8AC4-378F-95E5-20A6A07F762A}"/>
              </a:ext>
            </a:extLst>
          </p:cNvPr>
          <p:cNvSpPr/>
          <p:nvPr/>
        </p:nvSpPr>
        <p:spPr>
          <a:xfrm>
            <a:off x="548640" y="49149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70" name="Stat 4 number">
            <a:extLst>
              <a:ext uri="{FF2B5EF4-FFF2-40B4-BE49-F238E27FC236}">
                <a16:creationId xmlns:a16="http://schemas.microsoft.com/office/drawing/2014/main" id="{7E10A2C5-995F-E5E4-F6FA-A582F4CE9D25}"/>
              </a:ext>
            </a:extLst>
          </p:cNvPr>
          <p:cNvSpPr/>
          <p:nvPr/>
        </p:nvSpPr>
        <p:spPr>
          <a:xfrm>
            <a:off x="1188720" y="47548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3,210</a:t>
            </a:r>
          </a:p>
          <a:p>
            <a:pPr algn="l">
              <a:buNone/>
            </a:pPr>
            <a:r>
              <a:rPr lang="en-US" sz="100">
                <a:effectLst/>
              </a:rPr>
              <a:t> </a:t>
            </a:r>
            <a:endParaRPr lang="en-US"/>
          </a:p>
        </p:txBody>
      </p:sp>
      <p:sp>
        <p:nvSpPr>
          <p:cNvPr id="29686" name="Stat 4 label">
            <a:extLst>
              <a:ext uri="{FF2B5EF4-FFF2-40B4-BE49-F238E27FC236}">
                <a16:creationId xmlns:a16="http://schemas.microsoft.com/office/drawing/2014/main" id="{75D61055-A514-0E15-5253-92D8986584E3}"/>
              </a:ext>
            </a:extLst>
          </p:cNvPr>
          <p:cNvSpPr/>
          <p:nvPr/>
        </p:nvSpPr>
        <p:spPr>
          <a:xfrm>
            <a:off x="3520440" y="49225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stage-one complaints a year</a:t>
            </a:r>
          </a:p>
          <a:p>
            <a:pPr algn="l">
              <a:buNone/>
            </a:pPr>
            <a:r>
              <a:rPr lang="en-US" sz="1600" b="1">
                <a:solidFill>
                  <a:srgbClr val="2E6B5E"/>
                </a:solidFill>
                <a:effectLst/>
                <a:latin typeface="Arial" panose="020B0604020202020204" pitchFamily="34" charset="0"/>
              </a:rPr>
              <a:t>53.5 per 1,000 homes</a:t>
            </a:r>
            <a:endParaRPr lang="en-US"/>
          </a:p>
        </p:txBody>
      </p:sp>
      <p:pic>
        <p:nvPicPr>
          <p:cNvPr id="29687" name="Stat 1 icon" descr="Energy rating icon">
            <a:extLst>
              <a:ext uri="{FF2B5EF4-FFF2-40B4-BE49-F238E27FC236}">
                <a16:creationId xmlns:a16="http://schemas.microsoft.com/office/drawing/2014/main" id="{D7AFADDD-7FF8-4D4C-CB96-8EB55D809CAC}"/>
              </a:ext>
            </a:extLst>
          </p:cNvPr>
          <p:cNvPicPr>
            <a:picLocks noChangeAspect="1"/>
          </p:cNvPicPr>
          <p:nvPr/>
        </p:nvPicPr>
        <p:blipFill>
          <a:blip r:embed="rId4"/>
          <a:stretch>
            <a:fillRect/>
          </a:stretch>
        </p:blipFill>
        <p:spPr>
          <a:xfrm>
            <a:off x="640080" y="2263140"/>
            <a:ext cx="411480" cy="411480"/>
          </a:xfrm>
          <a:prstGeom prst="rect">
            <a:avLst/>
          </a:prstGeom>
        </p:spPr>
      </p:pic>
      <p:pic>
        <p:nvPicPr>
          <p:cNvPr id="29688" name="Stat 2 icon" descr="Damp and mould icon">
            <a:extLst>
              <a:ext uri="{FF2B5EF4-FFF2-40B4-BE49-F238E27FC236}">
                <a16:creationId xmlns:a16="http://schemas.microsoft.com/office/drawing/2014/main" id="{2E103EAB-3D8D-0C1D-3320-BC01528276E2}"/>
              </a:ext>
            </a:extLst>
          </p:cNvPr>
          <p:cNvPicPr>
            <a:picLocks noChangeAspect="1"/>
          </p:cNvPicPr>
          <p:nvPr/>
        </p:nvPicPr>
        <p:blipFill>
          <a:blip r:embed="rId5"/>
          <a:stretch>
            <a:fillRect/>
          </a:stretch>
        </p:blipFill>
        <p:spPr>
          <a:xfrm>
            <a:off x="640080" y="3177540"/>
            <a:ext cx="411480" cy="411480"/>
          </a:xfrm>
          <a:prstGeom prst="rect">
            <a:avLst/>
          </a:prstGeom>
        </p:spPr>
      </p:pic>
      <p:pic>
        <p:nvPicPr>
          <p:cNvPr id="29689" name="Stat 3 icon" descr="Conversation icon">
            <a:extLst>
              <a:ext uri="{FF2B5EF4-FFF2-40B4-BE49-F238E27FC236}">
                <a16:creationId xmlns:a16="http://schemas.microsoft.com/office/drawing/2014/main" id="{A14F2957-BE03-FE1B-7C77-01F38B5028B7}"/>
              </a:ext>
            </a:extLst>
          </p:cNvPr>
          <p:cNvPicPr>
            <a:picLocks noChangeAspect="1"/>
          </p:cNvPicPr>
          <p:nvPr/>
        </p:nvPicPr>
        <p:blipFill>
          <a:blip r:embed="rId6"/>
          <a:stretch>
            <a:fillRect/>
          </a:stretch>
        </p:blipFill>
        <p:spPr>
          <a:xfrm>
            <a:off x="640080" y="4091940"/>
            <a:ext cx="411480" cy="411480"/>
          </a:xfrm>
          <a:prstGeom prst="rect">
            <a:avLst/>
          </a:prstGeom>
        </p:spPr>
      </p:pic>
      <p:pic>
        <p:nvPicPr>
          <p:cNvPr id="29690" name="Stat 4 icon" descr="Evidence icon">
            <a:extLst>
              <a:ext uri="{FF2B5EF4-FFF2-40B4-BE49-F238E27FC236}">
                <a16:creationId xmlns:a16="http://schemas.microsoft.com/office/drawing/2014/main" id="{97AF9D7C-E46B-EB7F-910A-15312838D8C6}"/>
              </a:ext>
            </a:extLst>
          </p:cNvPr>
          <p:cNvPicPr>
            <a:picLocks noChangeAspect="1"/>
          </p:cNvPicPr>
          <p:nvPr/>
        </p:nvPicPr>
        <p:blipFill>
          <a:blip r:embed="rId7"/>
          <a:stretch>
            <a:fillRect/>
          </a:stretch>
        </p:blipFill>
        <p:spPr>
          <a:xfrm>
            <a:off x="640080" y="5006340"/>
            <a:ext cx="411480" cy="411480"/>
          </a:xfrm>
          <a:prstGeom prst="rect">
            <a:avLst/>
          </a:prstGeom>
        </p:spPr>
      </p:pic>
    </p:spTree>
    <p:extLst>
      <p:ext uri="{BB962C8B-B14F-4D97-AF65-F5344CB8AC3E}">
        <p14:creationId xmlns:p14="http://schemas.microsoft.com/office/powerpoint/2010/main" val="3436143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439" name="Eyebrow">
            <a:extLst>
              <a:ext uri="{FF2B5EF4-FFF2-40B4-BE49-F238E27FC236}">
                <a16:creationId xmlns:a16="http://schemas.microsoft.com/office/drawing/2014/main" id="{E5B29FB5-4527-1639-BBF9-AE2312C43699}"/>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30441" name="Slide title">
            <a:extLst>
              <a:ext uri="{FF2B5EF4-FFF2-40B4-BE49-F238E27FC236}">
                <a16:creationId xmlns:a16="http://schemas.microsoft.com/office/drawing/2014/main" id="{051ACD18-D817-8EB2-49A8-A9C50CB96261}"/>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Three clocks are already running.</a:t>
            </a:r>
          </a:p>
          <a:p>
            <a:pPr algn="l">
              <a:buNone/>
            </a:pPr>
            <a:r>
              <a:rPr lang="en-US" sz="100">
                <a:effectLst/>
              </a:rPr>
              <a:t> </a:t>
            </a:r>
            <a:endParaRPr lang="en-US"/>
          </a:p>
        </p:txBody>
      </p:sp>
      <p:sp>
        <p:nvSpPr>
          <p:cNvPr id="30444" name="Footer sources">
            <a:extLst>
              <a:ext uri="{FF2B5EF4-FFF2-40B4-BE49-F238E27FC236}">
                <a16:creationId xmlns:a16="http://schemas.microsoft.com/office/drawing/2014/main" id="{BF595560-F1E7-A85E-60AE-CF8F6A8963B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MHCLG Awaab's Law guidance (Jul 2026) · energy efficiency response (Apr 2026) · Decent Homes policy (Jan 2026)</a:t>
            </a:r>
          </a:p>
          <a:p>
            <a:pPr algn="l">
              <a:buNone/>
            </a:pPr>
            <a:r>
              <a:rPr lang="en-US" sz="100">
                <a:effectLst/>
              </a:rPr>
              <a:t> </a:t>
            </a:r>
            <a:endParaRPr lang="en-US"/>
          </a:p>
        </p:txBody>
      </p:sp>
      <p:sp>
        <p:nvSpPr>
          <p:cNvPr id="30448" name="Footer navigation">
            <a:extLst>
              <a:ext uri="{FF2B5EF4-FFF2-40B4-BE49-F238E27FC236}">
                <a16:creationId xmlns:a16="http://schemas.microsoft.com/office/drawing/2014/main" id="{A609FA7D-B934-93D9-7E08-43B7FA8795B7}"/>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S03 · Answers: B24</a:t>
            </a:r>
          </a:p>
          <a:p>
            <a:pPr algn="r">
              <a:buNone/>
            </a:pPr>
            <a:r>
              <a:rPr lang="en-US" sz="100">
                <a:effectLst/>
              </a:rPr>
              <a:t> </a:t>
            </a:r>
            <a:endParaRPr lang="en-US"/>
          </a:p>
        </p:txBody>
      </p:sp>
      <p:sp>
        <p:nvSpPr>
          <p:cNvPr id="30453" name="Timeline rail">
            <a:extLst>
              <a:ext uri="{FF2B5EF4-FFF2-40B4-BE49-F238E27FC236}">
                <a16:creationId xmlns:a16="http://schemas.microsoft.com/office/drawing/2014/main" id="{8BA19CD8-C8F9-0380-1B46-40DD640BE961}"/>
              </a:ext>
            </a:extLst>
          </p:cNvPr>
          <p:cNvSpPr/>
          <p:nvPr/>
        </p:nvSpPr>
        <p:spPr>
          <a:xfrm>
            <a:off x="548640" y="244602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59" name="Milestone 1 date">
            <a:extLst>
              <a:ext uri="{FF2B5EF4-FFF2-40B4-BE49-F238E27FC236}">
                <a16:creationId xmlns:a16="http://schemas.microsoft.com/office/drawing/2014/main" id="{95DFB502-033F-3D47-6296-E180439D1C8E}"/>
              </a:ext>
            </a:extLst>
          </p:cNvPr>
          <p:cNvSpPr/>
          <p:nvPr/>
        </p:nvSpPr>
        <p:spPr>
          <a:xfrm>
            <a:off x="591312"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27 Oct 2025</a:t>
            </a:r>
          </a:p>
          <a:p>
            <a:pPr algn="ctr">
              <a:buNone/>
            </a:pPr>
            <a:r>
              <a:rPr lang="en-US" sz="100">
                <a:effectLst/>
              </a:rPr>
              <a:t> </a:t>
            </a:r>
            <a:endParaRPr lang="en-US"/>
          </a:p>
        </p:txBody>
      </p:sp>
      <p:sp>
        <p:nvSpPr>
          <p:cNvPr id="30466" name="Milestone 1 disc">
            <a:extLst>
              <a:ext uri="{FF2B5EF4-FFF2-40B4-BE49-F238E27FC236}">
                <a16:creationId xmlns:a16="http://schemas.microsoft.com/office/drawing/2014/main" id="{60848FC5-0E7C-2544-974C-82A0690E8697}"/>
              </a:ext>
            </a:extLst>
          </p:cNvPr>
          <p:cNvSpPr/>
          <p:nvPr/>
        </p:nvSpPr>
        <p:spPr>
          <a:xfrm>
            <a:off x="1223772"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74" name="Milestone 1 label">
            <a:extLst>
              <a:ext uri="{FF2B5EF4-FFF2-40B4-BE49-F238E27FC236}">
                <a16:creationId xmlns:a16="http://schemas.microsoft.com/office/drawing/2014/main" id="{02B92FF5-B5D0-1ACD-074E-43337F723AF2}"/>
              </a:ext>
            </a:extLst>
          </p:cNvPr>
          <p:cNvSpPr/>
          <p:nvPr/>
        </p:nvSpPr>
        <p:spPr>
          <a:xfrm>
            <a:off x="507492" y="3037676"/>
            <a:ext cx="2301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Awaab's Law phase 1</a:t>
            </a:r>
          </a:p>
          <a:p>
            <a:pPr algn="ctr">
              <a:buNone/>
            </a:pPr>
            <a:r>
              <a:rPr lang="en-US" sz="100">
                <a:effectLst/>
              </a:rPr>
              <a:t> </a:t>
            </a:r>
            <a:endParaRPr lang="en-US"/>
          </a:p>
        </p:txBody>
      </p:sp>
      <p:sp>
        <p:nvSpPr>
          <p:cNvPr id="30483" name="Milestone 1 detail">
            <a:extLst>
              <a:ext uri="{FF2B5EF4-FFF2-40B4-BE49-F238E27FC236}">
                <a16:creationId xmlns:a16="http://schemas.microsoft.com/office/drawing/2014/main" id="{8BF1E34F-8081-83A2-CD09-BA38E1887AC7}"/>
              </a:ext>
            </a:extLst>
          </p:cNvPr>
          <p:cNvSpPr/>
          <p:nvPr/>
        </p:nvSpPr>
        <p:spPr>
          <a:xfrm>
            <a:off x="507492" y="3503676"/>
            <a:ext cx="23012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24 hours to make safe,</a:t>
            </a:r>
          </a:p>
          <a:p>
            <a:pPr algn="ctr">
              <a:buNone/>
            </a:pPr>
            <a:r>
              <a:rPr lang="en-US" sz="1400">
                <a:solidFill>
                  <a:srgbClr val="173F35"/>
                </a:solidFill>
                <a:effectLst/>
                <a:latin typeface="Arial" panose="020B0604020202020204" pitchFamily="34" charset="0"/>
              </a:rPr>
              <a:t>10 working days</a:t>
            </a:r>
          </a:p>
          <a:p>
            <a:pPr algn="ctr">
              <a:buNone/>
            </a:pPr>
            <a:r>
              <a:rPr lang="en-US" sz="1400">
                <a:solidFill>
                  <a:srgbClr val="173F35"/>
                </a:solidFill>
                <a:effectLst/>
                <a:latin typeface="Arial" panose="020B0604020202020204" pitchFamily="34" charset="0"/>
              </a:rPr>
              <a:t>to investigate</a:t>
            </a:r>
            <a:endParaRPr lang="en-US"/>
          </a:p>
        </p:txBody>
      </p:sp>
      <p:sp>
        <p:nvSpPr>
          <p:cNvPr id="30493" name="Milestone 2 date">
            <a:extLst>
              <a:ext uri="{FF2B5EF4-FFF2-40B4-BE49-F238E27FC236}">
                <a16:creationId xmlns:a16="http://schemas.microsoft.com/office/drawing/2014/main" id="{EA9A70E2-2D5C-E6CA-9232-19CEB4A3EFB4}"/>
              </a:ext>
            </a:extLst>
          </p:cNvPr>
          <p:cNvSpPr/>
          <p:nvPr/>
        </p:nvSpPr>
        <p:spPr>
          <a:xfrm>
            <a:off x="2810256"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7A4B00"/>
                </a:solidFill>
                <a:effectLst/>
                <a:latin typeface="Arial" panose="020B0604020202020204" pitchFamily="34" charset="0"/>
              </a:rPr>
              <a:t>30 Nov 2026</a:t>
            </a:r>
          </a:p>
          <a:p>
            <a:pPr algn="ctr">
              <a:buNone/>
            </a:pPr>
            <a:r>
              <a:rPr lang="en-US" sz="100">
                <a:effectLst/>
              </a:rPr>
              <a:t> </a:t>
            </a:r>
            <a:endParaRPr lang="en-US"/>
          </a:p>
        </p:txBody>
      </p:sp>
      <p:sp>
        <p:nvSpPr>
          <p:cNvPr id="30504" name="Milestone 2 disc">
            <a:extLst>
              <a:ext uri="{FF2B5EF4-FFF2-40B4-BE49-F238E27FC236}">
                <a16:creationId xmlns:a16="http://schemas.microsoft.com/office/drawing/2014/main" id="{6737DAFA-791B-76FD-4143-E409A6B0D5E5}"/>
              </a:ext>
            </a:extLst>
          </p:cNvPr>
          <p:cNvSpPr/>
          <p:nvPr/>
        </p:nvSpPr>
        <p:spPr>
          <a:xfrm>
            <a:off x="3442716" y="2125980"/>
            <a:ext cx="868680" cy="868680"/>
          </a:xfrm>
          <a:prstGeom prst="ellipse">
            <a:avLst/>
          </a:prstGeom>
          <a:solidFill>
            <a:srgbClr val="FFF1D6"/>
          </a:solidFill>
          <a:ln w="285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16" name="Milestone 2 label">
            <a:extLst>
              <a:ext uri="{FF2B5EF4-FFF2-40B4-BE49-F238E27FC236}">
                <a16:creationId xmlns:a16="http://schemas.microsoft.com/office/drawing/2014/main" id="{4300E95C-DEA0-35B9-FA1A-6C6CC2A353B0}"/>
              </a:ext>
            </a:extLst>
          </p:cNvPr>
          <p:cNvSpPr/>
          <p:nvPr/>
        </p:nvSpPr>
        <p:spPr>
          <a:xfrm>
            <a:off x="2810256"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Excess cold and heat join the law</a:t>
            </a:r>
          </a:p>
          <a:p>
            <a:pPr algn="ctr">
              <a:buNone/>
            </a:pPr>
            <a:r>
              <a:rPr lang="en-US" sz="100">
                <a:effectLst/>
              </a:rPr>
              <a:t> </a:t>
            </a:r>
            <a:endParaRPr lang="en-US"/>
          </a:p>
        </p:txBody>
      </p:sp>
      <p:sp>
        <p:nvSpPr>
          <p:cNvPr id="30529" name="5 weeks away pill">
            <a:extLst>
              <a:ext uri="{FF2B5EF4-FFF2-40B4-BE49-F238E27FC236}">
                <a16:creationId xmlns:a16="http://schemas.microsoft.com/office/drawing/2014/main" id="{74711BCB-D7DC-4869-9B2E-4D1F6993FFAA}"/>
              </a:ext>
            </a:extLst>
          </p:cNvPr>
          <p:cNvSpPr/>
          <p:nvPr/>
        </p:nvSpPr>
        <p:spPr>
          <a:xfrm>
            <a:off x="2990088" y="3793236"/>
            <a:ext cx="17739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5 WEEKS AWAY</a:t>
            </a:r>
          </a:p>
          <a:p>
            <a:pPr algn="ctr">
              <a:buNone/>
            </a:pPr>
            <a:r>
              <a:rPr lang="en-US" sz="100">
                <a:effectLst/>
              </a:rPr>
              <a:t> </a:t>
            </a:r>
            <a:endParaRPr lang="en-US"/>
          </a:p>
        </p:txBody>
      </p:sp>
      <p:sp>
        <p:nvSpPr>
          <p:cNvPr id="30543" name="Milestone 3 date">
            <a:extLst>
              <a:ext uri="{FF2B5EF4-FFF2-40B4-BE49-F238E27FC236}">
                <a16:creationId xmlns:a16="http://schemas.microsoft.com/office/drawing/2014/main" id="{27029D47-36AE-494D-C4DB-F8A0E0402108}"/>
              </a:ext>
            </a:extLst>
          </p:cNvPr>
          <p:cNvSpPr/>
          <p:nvPr/>
        </p:nvSpPr>
        <p:spPr>
          <a:xfrm>
            <a:off x="5029200"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2027</a:t>
            </a:r>
          </a:p>
          <a:p>
            <a:pPr algn="ctr">
              <a:buNone/>
            </a:pPr>
            <a:r>
              <a:rPr lang="en-US" sz="100">
                <a:effectLst/>
              </a:rPr>
              <a:t> </a:t>
            </a:r>
            <a:endParaRPr lang="en-US"/>
          </a:p>
        </p:txBody>
      </p:sp>
      <p:sp>
        <p:nvSpPr>
          <p:cNvPr id="30558" name="Milestone 3 disc">
            <a:extLst>
              <a:ext uri="{FF2B5EF4-FFF2-40B4-BE49-F238E27FC236}">
                <a16:creationId xmlns:a16="http://schemas.microsoft.com/office/drawing/2014/main" id="{385F79D5-FAF7-CA37-3970-8707DBB9CF3D}"/>
              </a:ext>
            </a:extLst>
          </p:cNvPr>
          <p:cNvSpPr/>
          <p:nvPr/>
        </p:nvSpPr>
        <p:spPr>
          <a:xfrm>
            <a:off x="5661660"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74" name="Milestone 3 label">
            <a:extLst>
              <a:ext uri="{FF2B5EF4-FFF2-40B4-BE49-F238E27FC236}">
                <a16:creationId xmlns:a16="http://schemas.microsoft.com/office/drawing/2014/main" id="{EC070ECF-9C02-61EB-B7FD-6CFE1F2AA7E2}"/>
              </a:ext>
            </a:extLst>
          </p:cNvPr>
          <p:cNvSpPr/>
          <p:nvPr/>
        </p:nvSpPr>
        <p:spPr>
          <a:xfrm>
            <a:off x="5029200"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Phase 3: all remaining hazards</a:t>
            </a:r>
          </a:p>
          <a:p>
            <a:pPr algn="ctr">
              <a:buNone/>
            </a:pPr>
            <a:r>
              <a:rPr lang="en-US" sz="100">
                <a:effectLst/>
              </a:rPr>
              <a:t> </a:t>
            </a:r>
            <a:endParaRPr lang="en-US"/>
          </a:p>
        </p:txBody>
      </p:sp>
      <p:sp>
        <p:nvSpPr>
          <p:cNvPr id="30591" name="Milestone 4 date">
            <a:extLst>
              <a:ext uri="{FF2B5EF4-FFF2-40B4-BE49-F238E27FC236}">
                <a16:creationId xmlns:a16="http://schemas.microsoft.com/office/drawing/2014/main" id="{B78F5803-44B9-69E1-64CD-9A094152F593}"/>
              </a:ext>
            </a:extLst>
          </p:cNvPr>
          <p:cNvSpPr/>
          <p:nvPr/>
        </p:nvSpPr>
        <p:spPr>
          <a:xfrm>
            <a:off x="7248144"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30609" name="Milestone 4 disc">
            <a:extLst>
              <a:ext uri="{FF2B5EF4-FFF2-40B4-BE49-F238E27FC236}">
                <a16:creationId xmlns:a16="http://schemas.microsoft.com/office/drawing/2014/main" id="{03A9DEA1-6EB0-C99A-C4A5-DB3C051A3D2D}"/>
              </a:ext>
            </a:extLst>
          </p:cNvPr>
          <p:cNvSpPr/>
          <p:nvPr/>
        </p:nvSpPr>
        <p:spPr>
          <a:xfrm>
            <a:off x="7880604"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28" name="Milestone 4 label">
            <a:extLst>
              <a:ext uri="{FF2B5EF4-FFF2-40B4-BE49-F238E27FC236}">
                <a16:creationId xmlns:a16="http://schemas.microsoft.com/office/drawing/2014/main" id="{8AB0295F-A0D8-2C3C-7665-8ABBEF45998C}"/>
              </a:ext>
            </a:extLst>
          </p:cNvPr>
          <p:cNvSpPr/>
          <p:nvPr/>
        </p:nvSpPr>
        <p:spPr>
          <a:xfrm>
            <a:off x="7248144"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Every social home at EPC C</a:t>
            </a:r>
          </a:p>
          <a:p>
            <a:pPr algn="ctr">
              <a:buNone/>
            </a:pPr>
            <a:r>
              <a:rPr lang="en-US" sz="100">
                <a:effectLst/>
              </a:rPr>
              <a:t> </a:t>
            </a:r>
            <a:endParaRPr lang="en-US"/>
          </a:p>
        </p:txBody>
      </p:sp>
      <p:sp>
        <p:nvSpPr>
          <p:cNvPr id="30648" name="Milestone 5 date">
            <a:extLst>
              <a:ext uri="{FF2B5EF4-FFF2-40B4-BE49-F238E27FC236}">
                <a16:creationId xmlns:a16="http://schemas.microsoft.com/office/drawing/2014/main" id="{ED9C75B5-7163-F259-5454-D1649CF5935F}"/>
              </a:ext>
            </a:extLst>
          </p:cNvPr>
          <p:cNvSpPr/>
          <p:nvPr/>
        </p:nvSpPr>
        <p:spPr>
          <a:xfrm>
            <a:off x="9467088" y="1545680"/>
            <a:ext cx="21336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2000" b="1">
                <a:solidFill>
                  <a:srgbClr val="173F35"/>
                </a:solidFill>
                <a:effectLst/>
                <a:latin typeface="Arial" panose="020B0604020202020204" pitchFamily="34" charset="0"/>
              </a:rPr>
              <a:t>2035</a:t>
            </a:r>
          </a:p>
          <a:p>
            <a:pPr algn="ctr">
              <a:buNone/>
            </a:pPr>
            <a:r>
              <a:rPr lang="en-US" sz="100">
                <a:effectLst/>
              </a:rPr>
              <a:t> </a:t>
            </a:r>
            <a:endParaRPr lang="en-US"/>
          </a:p>
        </p:txBody>
      </p:sp>
      <p:sp>
        <p:nvSpPr>
          <p:cNvPr id="30669" name="Milestone 5 disc">
            <a:extLst>
              <a:ext uri="{FF2B5EF4-FFF2-40B4-BE49-F238E27FC236}">
                <a16:creationId xmlns:a16="http://schemas.microsoft.com/office/drawing/2014/main" id="{1B85AC70-10D2-6160-8FA6-1D0CEB8F9389}"/>
              </a:ext>
            </a:extLst>
          </p:cNvPr>
          <p:cNvSpPr/>
          <p:nvPr/>
        </p:nvSpPr>
        <p:spPr>
          <a:xfrm>
            <a:off x="10099548"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91" name="Milestone 5 label">
            <a:extLst>
              <a:ext uri="{FF2B5EF4-FFF2-40B4-BE49-F238E27FC236}">
                <a16:creationId xmlns:a16="http://schemas.microsoft.com/office/drawing/2014/main" id="{CF3087D8-B6F7-78B7-2A64-BFC17DA614F5}"/>
              </a:ext>
            </a:extLst>
          </p:cNvPr>
          <p:cNvSpPr/>
          <p:nvPr/>
        </p:nvSpPr>
        <p:spPr>
          <a:xfrm>
            <a:off x="9467088" y="3122676"/>
            <a:ext cx="21336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New Decent Homes Standard</a:t>
            </a:r>
          </a:p>
          <a:p>
            <a:pPr algn="ctr">
              <a:buNone/>
            </a:pPr>
            <a:r>
              <a:rPr lang="en-US" sz="100">
                <a:effectLst/>
              </a:rPr>
              <a:t> </a:t>
            </a:r>
            <a:endParaRPr lang="en-US"/>
          </a:p>
        </p:txBody>
      </p:sp>
      <p:sp>
        <p:nvSpPr>
          <p:cNvPr id="30714" name="Insight band">
            <a:extLst>
              <a:ext uri="{FF2B5EF4-FFF2-40B4-BE49-F238E27FC236}">
                <a16:creationId xmlns:a16="http://schemas.microsoft.com/office/drawing/2014/main" id="{35BC337C-D3ED-BBC7-DEBC-B55DF7C51623}"/>
              </a:ext>
            </a:extLst>
          </p:cNvPr>
          <p:cNvSpPr/>
          <p:nvPr/>
        </p:nvSpPr>
        <p:spPr>
          <a:xfrm>
            <a:off x="548640" y="4663440"/>
            <a:ext cx="11094720" cy="105156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38" name="Insight disc">
            <a:extLst>
              <a:ext uri="{FF2B5EF4-FFF2-40B4-BE49-F238E27FC236}">
                <a16:creationId xmlns:a16="http://schemas.microsoft.com/office/drawing/2014/main" id="{B67F8338-BE21-6A1F-237D-38191237BD3D}"/>
              </a:ext>
            </a:extLst>
          </p:cNvPr>
          <p:cNvSpPr/>
          <p:nvPr/>
        </p:nvSpPr>
        <p:spPr>
          <a:xfrm>
            <a:off x="777240" y="4846320"/>
            <a:ext cx="685800" cy="68580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63" name="Insight text">
            <a:extLst>
              <a:ext uri="{FF2B5EF4-FFF2-40B4-BE49-F238E27FC236}">
                <a16:creationId xmlns:a16="http://schemas.microsoft.com/office/drawing/2014/main" id="{A3448B98-F37C-FA3F-0B8E-049FD65D1CD2}"/>
              </a:ext>
            </a:extLst>
          </p:cNvPr>
          <p:cNvSpPr/>
          <p:nvPr/>
        </p:nvSpPr>
        <p:spPr>
          <a:xfrm>
            <a:off x="1600200" y="4808220"/>
            <a:ext cx="986028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E9B14C"/>
                </a:solidFill>
                <a:effectLst/>
                <a:latin typeface="Arial" panose="020B0604020202020204" pitchFamily="34" charset="0"/>
              </a:rPr>
              <a:t>From 30 Nov 2026, cold homes are a legal hazard:</a:t>
            </a:r>
          </a:p>
          <a:p>
            <a:pPr algn="l">
              <a:buNone/>
            </a:pPr>
            <a:r>
              <a:rPr lang="en-US" sz="2200" b="1">
                <a:solidFill>
                  <a:srgbClr val="FAF9F6"/>
                </a:solidFill>
                <a:effectLst/>
                <a:latin typeface="Arial" panose="020B0604020202020204" pitchFamily="34" charset="0"/>
              </a:rPr>
              <a:t>retrofit and repairs become one programme.</a:t>
            </a:r>
            <a:endParaRPr lang="en-US"/>
          </a:p>
        </p:txBody>
      </p:sp>
      <p:pic>
        <p:nvPicPr>
          <p:cNvPr id="30764" name="Milestone 1 icon" descr="Damp and mould icon">
            <a:extLst>
              <a:ext uri="{FF2B5EF4-FFF2-40B4-BE49-F238E27FC236}">
                <a16:creationId xmlns:a16="http://schemas.microsoft.com/office/drawing/2014/main" id="{093DFE65-8B16-229B-AC12-E8F468BBD614}"/>
              </a:ext>
            </a:extLst>
          </p:cNvPr>
          <p:cNvPicPr>
            <a:picLocks noChangeAspect="1"/>
          </p:cNvPicPr>
          <p:nvPr/>
        </p:nvPicPr>
        <p:blipFill>
          <a:blip r:embed="rId3"/>
          <a:stretch>
            <a:fillRect/>
          </a:stretch>
        </p:blipFill>
        <p:spPr>
          <a:xfrm>
            <a:off x="1383792" y="2286000"/>
            <a:ext cx="548640" cy="548640"/>
          </a:xfrm>
          <a:prstGeom prst="rect">
            <a:avLst/>
          </a:prstGeom>
        </p:spPr>
      </p:pic>
      <p:pic>
        <p:nvPicPr>
          <p:cNvPr id="30765" name="Milestone 2 icon" descr="Warmth icon">
            <a:extLst>
              <a:ext uri="{FF2B5EF4-FFF2-40B4-BE49-F238E27FC236}">
                <a16:creationId xmlns:a16="http://schemas.microsoft.com/office/drawing/2014/main" id="{6CFEE0A4-6843-A4D1-4C09-A4DB4370046C}"/>
              </a:ext>
            </a:extLst>
          </p:cNvPr>
          <p:cNvPicPr>
            <a:picLocks noChangeAspect="1"/>
          </p:cNvPicPr>
          <p:nvPr/>
        </p:nvPicPr>
        <p:blipFill>
          <a:blip r:embed="rId4"/>
          <a:stretch>
            <a:fillRect/>
          </a:stretch>
        </p:blipFill>
        <p:spPr>
          <a:xfrm>
            <a:off x="3602736" y="2286000"/>
            <a:ext cx="548640" cy="548640"/>
          </a:xfrm>
          <a:prstGeom prst="rect">
            <a:avLst/>
          </a:prstGeom>
        </p:spPr>
      </p:pic>
      <p:pic>
        <p:nvPicPr>
          <p:cNvPr id="30766" name="Milestone 3 icon" descr="Deadline icon">
            <a:extLst>
              <a:ext uri="{FF2B5EF4-FFF2-40B4-BE49-F238E27FC236}">
                <a16:creationId xmlns:a16="http://schemas.microsoft.com/office/drawing/2014/main" id="{DEB77B7D-BDC4-F9CD-3F4E-A4EFF7603560}"/>
              </a:ext>
            </a:extLst>
          </p:cNvPr>
          <p:cNvPicPr>
            <a:picLocks noChangeAspect="1"/>
          </p:cNvPicPr>
          <p:nvPr/>
        </p:nvPicPr>
        <p:blipFill>
          <a:blip r:embed="rId5"/>
          <a:stretch>
            <a:fillRect/>
          </a:stretch>
        </p:blipFill>
        <p:spPr>
          <a:xfrm>
            <a:off x="5821680" y="2286000"/>
            <a:ext cx="548640" cy="548640"/>
          </a:xfrm>
          <a:prstGeom prst="rect">
            <a:avLst/>
          </a:prstGeom>
        </p:spPr>
      </p:pic>
      <p:pic>
        <p:nvPicPr>
          <p:cNvPr id="30767" name="Milestone 4 icon" descr="Energy rating icon">
            <a:extLst>
              <a:ext uri="{FF2B5EF4-FFF2-40B4-BE49-F238E27FC236}">
                <a16:creationId xmlns:a16="http://schemas.microsoft.com/office/drawing/2014/main" id="{0D6113FA-93D5-E728-07C6-7940C9AE1ED2}"/>
              </a:ext>
            </a:extLst>
          </p:cNvPr>
          <p:cNvPicPr>
            <a:picLocks noChangeAspect="1"/>
          </p:cNvPicPr>
          <p:nvPr/>
        </p:nvPicPr>
        <p:blipFill>
          <a:blip r:embed="rId6"/>
          <a:stretch>
            <a:fillRect/>
          </a:stretch>
        </p:blipFill>
        <p:spPr>
          <a:xfrm>
            <a:off x="8040624" y="2286000"/>
            <a:ext cx="548640" cy="548640"/>
          </a:xfrm>
          <a:prstGeom prst="rect">
            <a:avLst/>
          </a:prstGeom>
        </p:spPr>
      </p:pic>
      <p:pic>
        <p:nvPicPr>
          <p:cNvPr id="30768" name="Milestone 5 icon" descr="House icon">
            <a:extLst>
              <a:ext uri="{FF2B5EF4-FFF2-40B4-BE49-F238E27FC236}">
                <a16:creationId xmlns:a16="http://schemas.microsoft.com/office/drawing/2014/main" id="{90ABDFF2-77CB-AF41-5BA6-987F6E92EBC5}"/>
              </a:ext>
            </a:extLst>
          </p:cNvPr>
          <p:cNvPicPr>
            <a:picLocks noChangeAspect="1"/>
          </p:cNvPicPr>
          <p:nvPr/>
        </p:nvPicPr>
        <p:blipFill>
          <a:blip r:embed="rId7"/>
          <a:stretch>
            <a:fillRect/>
          </a:stretch>
        </p:blipFill>
        <p:spPr>
          <a:xfrm>
            <a:off x="10259568" y="2286000"/>
            <a:ext cx="548640" cy="548640"/>
          </a:xfrm>
          <a:prstGeom prst="rect">
            <a:avLst/>
          </a:prstGeom>
        </p:spPr>
      </p:pic>
      <p:pic>
        <p:nvPicPr>
          <p:cNvPr id="30769" name="Insight icon" descr="Idea icon">
            <a:extLst>
              <a:ext uri="{FF2B5EF4-FFF2-40B4-BE49-F238E27FC236}">
                <a16:creationId xmlns:a16="http://schemas.microsoft.com/office/drawing/2014/main" id="{7C754C20-F751-9773-1D1B-D9B3C17B5134}"/>
              </a:ext>
            </a:extLst>
          </p:cNvPr>
          <p:cNvPicPr>
            <a:picLocks noChangeAspect="1"/>
          </p:cNvPicPr>
          <p:nvPr/>
        </p:nvPicPr>
        <p:blipFill>
          <a:blip r:embed="rId8"/>
          <a:stretch>
            <a:fillRect/>
          </a:stretch>
        </p:blipFill>
        <p:spPr>
          <a:xfrm>
            <a:off x="891540" y="4960620"/>
            <a:ext cx="457200" cy="457200"/>
          </a:xfrm>
          <a:prstGeom prst="rect">
            <a:avLst/>
          </a:prstGeom>
        </p:spPr>
      </p:pic>
    </p:spTree>
    <p:extLst>
      <p:ext uri="{BB962C8B-B14F-4D97-AF65-F5344CB8AC3E}">
        <p14:creationId xmlns:p14="http://schemas.microsoft.com/office/powerpoint/2010/main" val="3193345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9691" name="Eyebrow">
            <a:extLst>
              <a:ext uri="{FF2B5EF4-FFF2-40B4-BE49-F238E27FC236}">
                <a16:creationId xmlns:a16="http://schemas.microsoft.com/office/drawing/2014/main" id="{8CFFF877-3706-44EA-8D83-A5FB4E4A2FA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693" name="Slide title">
            <a:extLst>
              <a:ext uri="{FF2B5EF4-FFF2-40B4-BE49-F238E27FC236}">
                <a16:creationId xmlns:a16="http://schemas.microsoft.com/office/drawing/2014/main" id="{C143FD2F-ECA0-1C53-9858-DF53504CBAF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Homes don't stall on ambition.</a:t>
            </a:r>
          </a:p>
          <a:p>
            <a:pPr algn="l">
              <a:buNone/>
            </a:pPr>
            <a:r>
              <a:rPr lang="en-US" sz="3200" b="1">
                <a:solidFill>
                  <a:srgbClr val="173F35"/>
                </a:solidFill>
                <a:effectLst/>
                <a:latin typeface="Arial" panose="020B0604020202020204" pitchFamily="34" charset="0"/>
              </a:rPr>
              <a:t>They stall between teams.</a:t>
            </a:r>
            <a:endParaRPr lang="en-US"/>
          </a:p>
        </p:txBody>
      </p:sp>
      <p:sp>
        <p:nvSpPr>
          <p:cNvPr id="29696" name="Footer sources">
            <a:extLst>
              <a:ext uri="{FF2B5EF4-FFF2-40B4-BE49-F238E27FC236}">
                <a16:creationId xmlns:a16="http://schemas.microsoft.com/office/drawing/2014/main" id="{988566E5-3CA3-0B39-8592-A65037B6EE46}"/>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exercise journeys, role research and agent-request challenge</a:t>
            </a:r>
          </a:p>
          <a:p>
            <a:pPr algn="l">
              <a:buNone/>
            </a:pPr>
            <a:r>
              <a:rPr lang="en-US" sz="100">
                <a:effectLst/>
              </a:rPr>
              <a:t> </a:t>
            </a:r>
            <a:endParaRPr lang="en-US"/>
          </a:p>
        </p:txBody>
      </p:sp>
      <p:sp>
        <p:nvSpPr>
          <p:cNvPr id="29700" name="Footer navigation">
            <a:extLst>
              <a:ext uri="{FF2B5EF4-FFF2-40B4-BE49-F238E27FC236}">
                <a16:creationId xmlns:a16="http://schemas.microsoft.com/office/drawing/2014/main" id="{8197E5EC-D8FA-742C-C3D9-B7382711740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S04 · Answers: B01</a:t>
            </a:r>
          </a:p>
          <a:p>
            <a:pPr algn="r">
              <a:buNone/>
            </a:pPr>
            <a:r>
              <a:rPr lang="en-US" sz="100">
                <a:effectLst/>
              </a:rPr>
              <a:t> </a:t>
            </a:r>
            <a:endParaRPr lang="en-US"/>
          </a:p>
        </p:txBody>
      </p:sp>
      <p:sp>
        <p:nvSpPr>
          <p:cNvPr id="29705" name="Handoff rail">
            <a:extLst>
              <a:ext uri="{FF2B5EF4-FFF2-40B4-BE49-F238E27FC236}">
                <a16:creationId xmlns:a16="http://schemas.microsoft.com/office/drawing/2014/main" id="{10F995CB-C166-6AC9-2C94-71A6D23E7896}"/>
              </a:ext>
            </a:extLst>
          </p:cNvPr>
          <p:cNvSpPr/>
          <p:nvPr/>
        </p:nvSpPr>
        <p:spPr>
          <a:xfrm>
            <a:off x="1188720" y="3223260"/>
            <a:ext cx="104546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1" name="Gap 1 stem">
            <a:extLst>
              <a:ext uri="{FF2B5EF4-FFF2-40B4-BE49-F238E27FC236}">
                <a16:creationId xmlns:a16="http://schemas.microsoft.com/office/drawing/2014/main" id="{B5DA1E11-4568-48DE-6114-6813534F0CA7}"/>
              </a:ext>
            </a:extLst>
          </p:cNvPr>
          <p:cNvSpPr/>
          <p:nvPr/>
        </p:nvSpPr>
        <p:spPr>
          <a:xfrm>
            <a:off x="2751963"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8" name="Gap 1 card">
            <a:extLst>
              <a:ext uri="{FF2B5EF4-FFF2-40B4-BE49-F238E27FC236}">
                <a16:creationId xmlns:a16="http://schemas.microsoft.com/office/drawing/2014/main" id="{BD5D285D-47D6-D412-2A97-41B74DC8CC41}"/>
              </a:ext>
            </a:extLst>
          </p:cNvPr>
          <p:cNvSpPr/>
          <p:nvPr/>
        </p:nvSpPr>
        <p:spPr>
          <a:xfrm>
            <a:off x="1979676"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stale evidence</a:t>
            </a:r>
          </a:p>
          <a:p>
            <a:pPr algn="ctr">
              <a:buNone/>
            </a:pPr>
            <a:r>
              <a:rPr lang="en-US" sz="100">
                <a:effectLst/>
              </a:rPr>
              <a:t> </a:t>
            </a:r>
            <a:endParaRPr lang="en-US"/>
          </a:p>
        </p:txBody>
      </p:sp>
      <p:sp>
        <p:nvSpPr>
          <p:cNvPr id="29726" name="Gap 1 marker">
            <a:extLst>
              <a:ext uri="{FF2B5EF4-FFF2-40B4-BE49-F238E27FC236}">
                <a16:creationId xmlns:a16="http://schemas.microsoft.com/office/drawing/2014/main" id="{2F6F499B-C0CD-D720-D8AA-DB8409A9A3A4}"/>
              </a:ext>
            </a:extLst>
          </p:cNvPr>
          <p:cNvSpPr/>
          <p:nvPr/>
        </p:nvSpPr>
        <p:spPr>
          <a:xfrm>
            <a:off x="2660904"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35" name="Gap 2 stem">
            <a:extLst>
              <a:ext uri="{FF2B5EF4-FFF2-40B4-BE49-F238E27FC236}">
                <a16:creationId xmlns:a16="http://schemas.microsoft.com/office/drawing/2014/main" id="{0A3DE3BE-0042-8CB2-D7D5-00BE6662B918}"/>
              </a:ext>
            </a:extLst>
          </p:cNvPr>
          <p:cNvSpPr/>
          <p:nvPr/>
        </p:nvSpPr>
        <p:spPr>
          <a:xfrm>
            <a:off x="4562475"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45" name="Gap 2 card">
            <a:extLst>
              <a:ext uri="{FF2B5EF4-FFF2-40B4-BE49-F238E27FC236}">
                <a16:creationId xmlns:a16="http://schemas.microsoft.com/office/drawing/2014/main" id="{C7889A9E-A11A-4617-C664-E997533DB990}"/>
              </a:ext>
            </a:extLst>
          </p:cNvPr>
          <p:cNvSpPr/>
          <p:nvPr/>
        </p:nvSpPr>
        <p:spPr>
          <a:xfrm>
            <a:off x="3790188"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unclear owner</a:t>
            </a:r>
          </a:p>
          <a:p>
            <a:pPr algn="ctr">
              <a:buNone/>
            </a:pPr>
            <a:r>
              <a:rPr lang="en-US" sz="100">
                <a:effectLst/>
              </a:rPr>
              <a:t> </a:t>
            </a:r>
            <a:endParaRPr lang="en-US"/>
          </a:p>
        </p:txBody>
      </p:sp>
      <p:sp>
        <p:nvSpPr>
          <p:cNvPr id="29756" name="Gap 2 marker">
            <a:extLst>
              <a:ext uri="{FF2B5EF4-FFF2-40B4-BE49-F238E27FC236}">
                <a16:creationId xmlns:a16="http://schemas.microsoft.com/office/drawing/2014/main" id="{EE3F4955-6A03-B5AC-F68F-B6FF92EA9708}"/>
              </a:ext>
            </a:extLst>
          </p:cNvPr>
          <p:cNvSpPr/>
          <p:nvPr/>
        </p:nvSpPr>
        <p:spPr>
          <a:xfrm>
            <a:off x="4471416"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68" name="Gap 3 stem">
            <a:extLst>
              <a:ext uri="{FF2B5EF4-FFF2-40B4-BE49-F238E27FC236}">
                <a16:creationId xmlns:a16="http://schemas.microsoft.com/office/drawing/2014/main" id="{B6C4476D-4926-4D72-8D5D-62E9570D486E}"/>
              </a:ext>
            </a:extLst>
          </p:cNvPr>
          <p:cNvSpPr/>
          <p:nvPr/>
        </p:nvSpPr>
        <p:spPr>
          <a:xfrm>
            <a:off x="6372987"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81" name="Gap 3 card">
            <a:extLst>
              <a:ext uri="{FF2B5EF4-FFF2-40B4-BE49-F238E27FC236}">
                <a16:creationId xmlns:a16="http://schemas.microsoft.com/office/drawing/2014/main" id="{FEF03430-E5EF-72C2-36E0-65BFBF0F492F}"/>
              </a:ext>
            </a:extLst>
          </p:cNvPr>
          <p:cNvSpPr/>
          <p:nvPr/>
        </p:nvSpPr>
        <p:spPr>
          <a:xfrm>
            <a:off x="5600700"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funding mismatch</a:t>
            </a:r>
          </a:p>
          <a:p>
            <a:pPr algn="ctr">
              <a:buNone/>
            </a:pPr>
            <a:r>
              <a:rPr lang="en-US" sz="100">
                <a:effectLst/>
              </a:rPr>
              <a:t> </a:t>
            </a:r>
            <a:endParaRPr lang="en-US"/>
          </a:p>
        </p:txBody>
      </p:sp>
      <p:sp>
        <p:nvSpPr>
          <p:cNvPr id="29795" name="Gap 3 marker">
            <a:extLst>
              <a:ext uri="{FF2B5EF4-FFF2-40B4-BE49-F238E27FC236}">
                <a16:creationId xmlns:a16="http://schemas.microsoft.com/office/drawing/2014/main" id="{8C6C1001-2458-5292-E080-1050FFE48D79}"/>
              </a:ext>
            </a:extLst>
          </p:cNvPr>
          <p:cNvSpPr/>
          <p:nvPr/>
        </p:nvSpPr>
        <p:spPr>
          <a:xfrm>
            <a:off x="6281928"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10" name="Gap 4 stem">
            <a:extLst>
              <a:ext uri="{FF2B5EF4-FFF2-40B4-BE49-F238E27FC236}">
                <a16:creationId xmlns:a16="http://schemas.microsoft.com/office/drawing/2014/main" id="{DD6DA784-B1B2-AC4B-3C75-F8A2D784A410}"/>
              </a:ext>
            </a:extLst>
          </p:cNvPr>
          <p:cNvSpPr/>
          <p:nvPr/>
        </p:nvSpPr>
        <p:spPr>
          <a:xfrm>
            <a:off x="8183499"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26" name="Gap 4 card">
            <a:extLst>
              <a:ext uri="{FF2B5EF4-FFF2-40B4-BE49-F238E27FC236}">
                <a16:creationId xmlns:a16="http://schemas.microsoft.com/office/drawing/2014/main" id="{312EA43A-CFF3-4910-24D3-6875A2349B36}"/>
              </a:ext>
            </a:extLst>
          </p:cNvPr>
          <p:cNvSpPr/>
          <p:nvPr/>
        </p:nvSpPr>
        <p:spPr>
          <a:xfrm>
            <a:off x="7411212"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no resident answer</a:t>
            </a:r>
          </a:p>
          <a:p>
            <a:pPr algn="ctr">
              <a:buNone/>
            </a:pPr>
            <a:r>
              <a:rPr lang="en-US" sz="100">
                <a:effectLst/>
              </a:rPr>
              <a:t> </a:t>
            </a:r>
            <a:endParaRPr lang="en-US"/>
          </a:p>
        </p:txBody>
      </p:sp>
      <p:sp>
        <p:nvSpPr>
          <p:cNvPr id="29843" name="Gap 4 marker">
            <a:extLst>
              <a:ext uri="{FF2B5EF4-FFF2-40B4-BE49-F238E27FC236}">
                <a16:creationId xmlns:a16="http://schemas.microsoft.com/office/drawing/2014/main" id="{E6CFF8FA-4DEE-0BC3-77A9-16EB36911E29}"/>
              </a:ext>
            </a:extLst>
          </p:cNvPr>
          <p:cNvSpPr/>
          <p:nvPr/>
        </p:nvSpPr>
        <p:spPr>
          <a:xfrm>
            <a:off x="8092440"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61" name="Gap 5 stem">
            <a:extLst>
              <a:ext uri="{FF2B5EF4-FFF2-40B4-BE49-F238E27FC236}">
                <a16:creationId xmlns:a16="http://schemas.microsoft.com/office/drawing/2014/main" id="{B2F36DAD-27F9-2DF7-4F4D-10B5AB963903}"/>
              </a:ext>
            </a:extLst>
          </p:cNvPr>
          <p:cNvSpPr/>
          <p:nvPr/>
        </p:nvSpPr>
        <p:spPr>
          <a:xfrm>
            <a:off x="9994011"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80" name="Gap 5 card">
            <a:extLst>
              <a:ext uri="{FF2B5EF4-FFF2-40B4-BE49-F238E27FC236}">
                <a16:creationId xmlns:a16="http://schemas.microsoft.com/office/drawing/2014/main" id="{8280FB79-24AA-0A2F-2033-901940B88114}"/>
              </a:ext>
            </a:extLst>
          </p:cNvPr>
          <p:cNvSpPr/>
          <p:nvPr/>
        </p:nvSpPr>
        <p:spPr>
          <a:xfrm>
            <a:off x="9221724"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rework</a:t>
            </a:r>
          </a:p>
          <a:p>
            <a:pPr algn="ctr">
              <a:buNone/>
            </a:pPr>
            <a:r>
              <a:rPr lang="en-US" sz="100">
                <a:effectLst/>
              </a:rPr>
              <a:t> </a:t>
            </a:r>
            <a:endParaRPr lang="en-US"/>
          </a:p>
        </p:txBody>
      </p:sp>
      <p:sp>
        <p:nvSpPr>
          <p:cNvPr id="29900" name="Gap 5 marker">
            <a:extLst>
              <a:ext uri="{FF2B5EF4-FFF2-40B4-BE49-F238E27FC236}">
                <a16:creationId xmlns:a16="http://schemas.microsoft.com/office/drawing/2014/main" id="{1EF2021A-BFF4-7817-C550-F13695911B89}"/>
              </a:ext>
            </a:extLst>
          </p:cNvPr>
          <p:cNvSpPr/>
          <p:nvPr/>
        </p:nvSpPr>
        <p:spPr>
          <a:xfrm>
            <a:off x="9902952"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21" name="Station 1 disc">
            <a:extLst>
              <a:ext uri="{FF2B5EF4-FFF2-40B4-BE49-F238E27FC236}">
                <a16:creationId xmlns:a16="http://schemas.microsoft.com/office/drawing/2014/main" id="{88EAE005-434E-0977-8CE5-32ABB6E6BBED}"/>
              </a:ext>
            </a:extLst>
          </p:cNvPr>
          <p:cNvSpPr/>
          <p:nvPr/>
        </p:nvSpPr>
        <p:spPr>
          <a:xfrm>
            <a:off x="146761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43" name="Station 1 label">
            <a:extLst>
              <a:ext uri="{FF2B5EF4-FFF2-40B4-BE49-F238E27FC236}">
                <a16:creationId xmlns:a16="http://schemas.microsoft.com/office/drawing/2014/main" id="{A6566EF8-28B5-9C1D-5CE7-8264D9497125}"/>
              </a:ext>
            </a:extLst>
          </p:cNvPr>
          <p:cNvSpPr/>
          <p:nvPr/>
        </p:nvSpPr>
        <p:spPr>
          <a:xfrm>
            <a:off x="987552"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Survey</a:t>
            </a:r>
          </a:p>
          <a:p>
            <a:pPr algn="ctr">
              <a:buNone/>
            </a:pPr>
            <a:r>
              <a:rPr lang="en-US" sz="100">
                <a:effectLst/>
              </a:rPr>
              <a:t> </a:t>
            </a:r>
            <a:endParaRPr lang="en-US"/>
          </a:p>
        </p:txBody>
      </p:sp>
      <p:sp>
        <p:nvSpPr>
          <p:cNvPr id="29966" name="Station 2 disc">
            <a:extLst>
              <a:ext uri="{FF2B5EF4-FFF2-40B4-BE49-F238E27FC236}">
                <a16:creationId xmlns:a16="http://schemas.microsoft.com/office/drawing/2014/main" id="{84B44BF7-440E-7BEB-95BD-B369B2123B98}"/>
              </a:ext>
            </a:extLst>
          </p:cNvPr>
          <p:cNvSpPr/>
          <p:nvPr/>
        </p:nvSpPr>
        <p:spPr>
          <a:xfrm>
            <a:off x="3278124"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90" name="Station 2 label">
            <a:extLst>
              <a:ext uri="{FF2B5EF4-FFF2-40B4-BE49-F238E27FC236}">
                <a16:creationId xmlns:a16="http://schemas.microsoft.com/office/drawing/2014/main" id="{2268B33C-1998-B64F-9B52-70E4095CC0BD}"/>
              </a:ext>
            </a:extLst>
          </p:cNvPr>
          <p:cNvSpPr/>
          <p:nvPr/>
        </p:nvSpPr>
        <p:spPr>
          <a:xfrm>
            <a:off x="2798064"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30015" name="Station 3 disc">
            <a:extLst>
              <a:ext uri="{FF2B5EF4-FFF2-40B4-BE49-F238E27FC236}">
                <a16:creationId xmlns:a16="http://schemas.microsoft.com/office/drawing/2014/main" id="{94F24039-E46B-09AE-815D-9C76F404EDE4}"/>
              </a:ext>
            </a:extLst>
          </p:cNvPr>
          <p:cNvSpPr/>
          <p:nvPr/>
        </p:nvSpPr>
        <p:spPr>
          <a:xfrm>
            <a:off x="5088636"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41" name="Station 3 label">
            <a:extLst>
              <a:ext uri="{FF2B5EF4-FFF2-40B4-BE49-F238E27FC236}">
                <a16:creationId xmlns:a16="http://schemas.microsoft.com/office/drawing/2014/main" id="{4E99F4D8-F657-231D-D186-E2DC68908AB7}"/>
              </a:ext>
            </a:extLst>
          </p:cNvPr>
          <p:cNvSpPr/>
          <p:nvPr/>
        </p:nvSpPr>
        <p:spPr>
          <a:xfrm>
            <a:off x="4608576"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30068" name="Station 4 disc">
            <a:extLst>
              <a:ext uri="{FF2B5EF4-FFF2-40B4-BE49-F238E27FC236}">
                <a16:creationId xmlns:a16="http://schemas.microsoft.com/office/drawing/2014/main" id="{8511488C-B45B-5756-F088-35812A92B20B}"/>
              </a:ext>
            </a:extLst>
          </p:cNvPr>
          <p:cNvSpPr/>
          <p:nvPr/>
        </p:nvSpPr>
        <p:spPr>
          <a:xfrm>
            <a:off x="6899148"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96" name="Station 4 label">
            <a:extLst>
              <a:ext uri="{FF2B5EF4-FFF2-40B4-BE49-F238E27FC236}">
                <a16:creationId xmlns:a16="http://schemas.microsoft.com/office/drawing/2014/main" id="{808B4627-D5A4-2CC0-573C-C4F3F004D9DC}"/>
              </a:ext>
            </a:extLst>
          </p:cNvPr>
          <p:cNvSpPr/>
          <p:nvPr/>
        </p:nvSpPr>
        <p:spPr>
          <a:xfrm>
            <a:off x="6419088"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Resident agreement</a:t>
            </a:r>
          </a:p>
          <a:p>
            <a:pPr algn="ctr">
              <a:buNone/>
            </a:pPr>
            <a:r>
              <a:rPr lang="en-US" sz="100">
                <a:effectLst/>
              </a:rPr>
              <a:t> </a:t>
            </a:r>
            <a:endParaRPr lang="en-US"/>
          </a:p>
        </p:txBody>
      </p:sp>
      <p:sp>
        <p:nvSpPr>
          <p:cNvPr id="30125" name="Station 5 disc">
            <a:extLst>
              <a:ext uri="{FF2B5EF4-FFF2-40B4-BE49-F238E27FC236}">
                <a16:creationId xmlns:a16="http://schemas.microsoft.com/office/drawing/2014/main" id="{5B25FD3F-BB6D-A3B3-9D21-B28D4EE9C998}"/>
              </a:ext>
            </a:extLst>
          </p:cNvPr>
          <p:cNvSpPr/>
          <p:nvPr/>
        </p:nvSpPr>
        <p:spPr>
          <a:xfrm>
            <a:off x="8709660"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155" name="Station 5 label">
            <a:extLst>
              <a:ext uri="{FF2B5EF4-FFF2-40B4-BE49-F238E27FC236}">
                <a16:creationId xmlns:a16="http://schemas.microsoft.com/office/drawing/2014/main" id="{84CCCCA1-34BD-CC4D-5A76-2E15C5004E2F}"/>
              </a:ext>
            </a:extLst>
          </p:cNvPr>
          <p:cNvSpPr/>
          <p:nvPr/>
        </p:nvSpPr>
        <p:spPr>
          <a:xfrm>
            <a:off x="8229600"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30186" name="Station 6 disc">
            <a:extLst>
              <a:ext uri="{FF2B5EF4-FFF2-40B4-BE49-F238E27FC236}">
                <a16:creationId xmlns:a16="http://schemas.microsoft.com/office/drawing/2014/main" id="{55F5E45F-B8E0-45AD-8296-00AAD49A24D2}"/>
              </a:ext>
            </a:extLst>
          </p:cNvPr>
          <p:cNvSpPr/>
          <p:nvPr/>
        </p:nvSpPr>
        <p:spPr>
          <a:xfrm>
            <a:off x="1052017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18" name="Station 6 label">
            <a:extLst>
              <a:ext uri="{FF2B5EF4-FFF2-40B4-BE49-F238E27FC236}">
                <a16:creationId xmlns:a16="http://schemas.microsoft.com/office/drawing/2014/main" id="{A503B585-6179-F0F4-8883-17FD46CD707F}"/>
              </a:ext>
            </a:extLst>
          </p:cNvPr>
          <p:cNvSpPr/>
          <p:nvPr/>
        </p:nvSpPr>
        <p:spPr>
          <a:xfrm>
            <a:off x="10040112"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Quality and handover</a:t>
            </a:r>
          </a:p>
          <a:p>
            <a:pPr algn="ctr">
              <a:buNone/>
            </a:pPr>
            <a:r>
              <a:rPr lang="en-US" sz="100">
                <a:effectLst/>
              </a:rPr>
              <a:t> </a:t>
            </a:r>
            <a:endParaRPr lang="en-US"/>
          </a:p>
        </p:txBody>
      </p:sp>
      <p:sp>
        <p:nvSpPr>
          <p:cNvPr id="30251" name="Statement 1 card">
            <a:extLst>
              <a:ext uri="{FF2B5EF4-FFF2-40B4-BE49-F238E27FC236}">
                <a16:creationId xmlns:a16="http://schemas.microsoft.com/office/drawing/2014/main" id="{FC3A9AC5-5873-2560-60C4-91EDD59ACEC1}"/>
              </a:ext>
            </a:extLst>
          </p:cNvPr>
          <p:cNvSpPr/>
          <p:nvPr/>
        </p:nvSpPr>
        <p:spPr>
          <a:xfrm>
            <a:off x="5486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85" name="Statement 1">
            <a:extLst>
              <a:ext uri="{FF2B5EF4-FFF2-40B4-BE49-F238E27FC236}">
                <a16:creationId xmlns:a16="http://schemas.microsoft.com/office/drawing/2014/main" id="{C3D1046B-0383-CBD9-23C2-427925B5CA7D}"/>
              </a:ext>
            </a:extLst>
          </p:cNvPr>
          <p:cNvSpPr/>
          <p:nvPr/>
        </p:nvSpPr>
        <p:spPr>
          <a:xfrm>
            <a:off x="6096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Evidence, funding, capacity and resident choice must align</a:t>
            </a:r>
          </a:p>
          <a:p>
            <a:pPr algn="l">
              <a:buNone/>
            </a:pPr>
            <a:r>
              <a:rPr lang="en-US" sz="100">
                <a:effectLst/>
              </a:rPr>
              <a:t> </a:t>
            </a:r>
            <a:endParaRPr lang="en-US"/>
          </a:p>
        </p:txBody>
      </p:sp>
      <p:sp>
        <p:nvSpPr>
          <p:cNvPr id="30320" name="Statement 2 card">
            <a:extLst>
              <a:ext uri="{FF2B5EF4-FFF2-40B4-BE49-F238E27FC236}">
                <a16:creationId xmlns:a16="http://schemas.microsoft.com/office/drawing/2014/main" id="{16BC534B-D39E-B68A-37F1-63167E6995E7}"/>
              </a:ext>
            </a:extLst>
          </p:cNvPr>
          <p:cNvSpPr/>
          <p:nvPr/>
        </p:nvSpPr>
        <p:spPr>
          <a:xfrm>
            <a:off x="43078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356" name="Statement 2">
            <a:extLst>
              <a:ext uri="{FF2B5EF4-FFF2-40B4-BE49-F238E27FC236}">
                <a16:creationId xmlns:a16="http://schemas.microsoft.com/office/drawing/2014/main" id="{9BEA46D6-112C-8D52-77FE-4812CCA23728}"/>
              </a:ext>
            </a:extLst>
          </p:cNvPr>
          <p:cNvSpPr/>
          <p:nvPr/>
        </p:nvSpPr>
        <p:spPr>
          <a:xfrm>
            <a:off x="43688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More starts are not the same as more accepted homes</a:t>
            </a:r>
          </a:p>
          <a:p>
            <a:pPr algn="l">
              <a:buNone/>
            </a:pPr>
            <a:r>
              <a:rPr lang="en-US" sz="100">
                <a:effectLst/>
              </a:rPr>
              <a:t> </a:t>
            </a:r>
            <a:endParaRPr lang="en-US"/>
          </a:p>
        </p:txBody>
      </p:sp>
      <p:sp>
        <p:nvSpPr>
          <p:cNvPr id="30393" name="Statement 3 card">
            <a:extLst>
              <a:ext uri="{FF2B5EF4-FFF2-40B4-BE49-F238E27FC236}">
                <a16:creationId xmlns:a16="http://schemas.microsoft.com/office/drawing/2014/main" id="{9D1F24CC-9669-AC01-B05F-DF6CA7053594}"/>
              </a:ext>
            </a:extLst>
          </p:cNvPr>
          <p:cNvSpPr/>
          <p:nvPr/>
        </p:nvSpPr>
        <p:spPr>
          <a:xfrm>
            <a:off x="80670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31" name="Statement 3">
            <a:extLst>
              <a:ext uri="{FF2B5EF4-FFF2-40B4-BE49-F238E27FC236}">
                <a16:creationId xmlns:a16="http://schemas.microsoft.com/office/drawing/2014/main" id="{DECBF550-1568-A934-698E-9C0807D5096C}"/>
              </a:ext>
            </a:extLst>
          </p:cNvPr>
          <p:cNvSpPr/>
          <p:nvPr/>
        </p:nvSpPr>
        <p:spPr>
          <a:xfrm>
            <a:off x="8128000" y="4814316"/>
            <a:ext cx="35153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 conflicting record should stop
one approval, not all useful work</a:t>
            </a:r>
            <a:endParaRPr lang="en-US"/>
          </a:p>
        </p:txBody>
      </p:sp>
      <p:pic>
        <p:nvPicPr>
          <p:cNvPr id="30432" name="Home icon" descr="House icon">
            <a:extLst>
              <a:ext uri="{FF2B5EF4-FFF2-40B4-BE49-F238E27FC236}">
                <a16:creationId xmlns:a16="http://schemas.microsoft.com/office/drawing/2014/main" id="{9FAA672E-2BF2-92AF-29D3-29A7D3ABE958}"/>
              </a:ext>
            </a:extLst>
          </p:cNvPr>
          <p:cNvPicPr>
            <a:picLocks noChangeAspect="1"/>
          </p:cNvPicPr>
          <p:nvPr/>
        </p:nvPicPr>
        <p:blipFill>
          <a:blip r:embed="rId3"/>
          <a:stretch>
            <a:fillRect/>
          </a:stretch>
        </p:blipFill>
        <p:spPr>
          <a:xfrm>
            <a:off x="548640" y="3063240"/>
            <a:ext cx="548640" cy="548640"/>
          </a:xfrm>
          <a:prstGeom prst="rect">
            <a:avLst/>
          </a:prstGeom>
        </p:spPr>
      </p:pic>
      <p:pic>
        <p:nvPicPr>
          <p:cNvPr id="30433" name="Station 1 icon" descr="Survey icon">
            <a:extLst>
              <a:ext uri="{FF2B5EF4-FFF2-40B4-BE49-F238E27FC236}">
                <a16:creationId xmlns:a16="http://schemas.microsoft.com/office/drawing/2014/main" id="{8D02E7D6-F0F3-01E5-8B81-D1716609A384}"/>
              </a:ext>
            </a:extLst>
          </p:cNvPr>
          <p:cNvPicPr>
            <a:picLocks noChangeAspect="1"/>
          </p:cNvPicPr>
          <p:nvPr/>
        </p:nvPicPr>
        <p:blipFill>
          <a:blip r:embed="rId4"/>
          <a:stretch>
            <a:fillRect/>
          </a:stretch>
        </p:blipFill>
        <p:spPr>
          <a:xfrm>
            <a:off x="1604772" y="3086100"/>
            <a:ext cx="502920" cy="502920"/>
          </a:xfrm>
          <a:prstGeom prst="rect">
            <a:avLst/>
          </a:prstGeom>
        </p:spPr>
      </p:pic>
      <p:pic>
        <p:nvPicPr>
          <p:cNvPr id="30434" name="Station 2 icon" descr="Evidence icon">
            <a:extLst>
              <a:ext uri="{FF2B5EF4-FFF2-40B4-BE49-F238E27FC236}">
                <a16:creationId xmlns:a16="http://schemas.microsoft.com/office/drawing/2014/main" id="{CD0D9C64-07E1-488E-1E53-5047D9834724}"/>
              </a:ext>
            </a:extLst>
          </p:cNvPr>
          <p:cNvPicPr>
            <a:picLocks noChangeAspect="1"/>
          </p:cNvPicPr>
          <p:nvPr/>
        </p:nvPicPr>
        <p:blipFill>
          <a:blip r:embed="rId5"/>
          <a:stretch>
            <a:fillRect/>
          </a:stretch>
        </p:blipFill>
        <p:spPr>
          <a:xfrm>
            <a:off x="3415284" y="3086100"/>
            <a:ext cx="502920" cy="502920"/>
          </a:xfrm>
          <a:prstGeom prst="rect">
            <a:avLst/>
          </a:prstGeom>
        </p:spPr>
      </p:pic>
      <p:pic>
        <p:nvPicPr>
          <p:cNvPr id="30435" name="Station 3 icon" descr="Cost icon">
            <a:extLst>
              <a:ext uri="{FF2B5EF4-FFF2-40B4-BE49-F238E27FC236}">
                <a16:creationId xmlns:a16="http://schemas.microsoft.com/office/drawing/2014/main" id="{441FAE2D-9DEC-CEB3-7116-D318DE1A21FF}"/>
              </a:ext>
            </a:extLst>
          </p:cNvPr>
          <p:cNvPicPr>
            <a:picLocks noChangeAspect="1"/>
          </p:cNvPicPr>
          <p:nvPr/>
        </p:nvPicPr>
        <p:blipFill>
          <a:blip r:embed="rId6"/>
          <a:stretch>
            <a:fillRect/>
          </a:stretch>
        </p:blipFill>
        <p:spPr>
          <a:xfrm>
            <a:off x="5225796" y="3086100"/>
            <a:ext cx="502920" cy="502920"/>
          </a:xfrm>
          <a:prstGeom prst="rect">
            <a:avLst/>
          </a:prstGeom>
        </p:spPr>
      </p:pic>
      <p:pic>
        <p:nvPicPr>
          <p:cNvPr id="30436" name="Station 4 icon" descr="People and roles icon">
            <a:extLst>
              <a:ext uri="{FF2B5EF4-FFF2-40B4-BE49-F238E27FC236}">
                <a16:creationId xmlns:a16="http://schemas.microsoft.com/office/drawing/2014/main" id="{6170F896-A23F-1F4B-A663-11CB8FA399C2}"/>
              </a:ext>
            </a:extLst>
          </p:cNvPr>
          <p:cNvPicPr>
            <a:picLocks noChangeAspect="1"/>
          </p:cNvPicPr>
          <p:nvPr/>
        </p:nvPicPr>
        <p:blipFill>
          <a:blip r:embed="rId7"/>
          <a:stretch>
            <a:fillRect/>
          </a:stretch>
        </p:blipFill>
        <p:spPr>
          <a:xfrm>
            <a:off x="7036308" y="3086100"/>
            <a:ext cx="502920" cy="502920"/>
          </a:xfrm>
          <a:prstGeom prst="rect">
            <a:avLst/>
          </a:prstGeom>
        </p:spPr>
      </p:pic>
      <p:pic>
        <p:nvPicPr>
          <p:cNvPr id="30437" name="Station 5 icon" descr="Contractor icon">
            <a:extLst>
              <a:ext uri="{FF2B5EF4-FFF2-40B4-BE49-F238E27FC236}">
                <a16:creationId xmlns:a16="http://schemas.microsoft.com/office/drawing/2014/main" id="{53BFF59C-C8C9-6B52-B793-B92939D19814}"/>
              </a:ext>
            </a:extLst>
          </p:cNvPr>
          <p:cNvPicPr>
            <a:picLocks noChangeAspect="1"/>
          </p:cNvPicPr>
          <p:nvPr/>
        </p:nvPicPr>
        <p:blipFill>
          <a:blip r:embed="rId8"/>
          <a:stretch>
            <a:fillRect/>
          </a:stretch>
        </p:blipFill>
        <p:spPr>
          <a:xfrm>
            <a:off x="8846820" y="3086100"/>
            <a:ext cx="502920" cy="502920"/>
          </a:xfrm>
          <a:prstGeom prst="rect">
            <a:avLst/>
          </a:prstGeom>
        </p:spPr>
      </p:pic>
      <p:pic>
        <p:nvPicPr>
          <p:cNvPr id="30438" name="Station 6 icon" descr="Approval gate icon">
            <a:extLst>
              <a:ext uri="{FF2B5EF4-FFF2-40B4-BE49-F238E27FC236}">
                <a16:creationId xmlns:a16="http://schemas.microsoft.com/office/drawing/2014/main" id="{294518CA-6C2D-498E-3E0A-2968BC0A73CE}"/>
              </a:ext>
            </a:extLst>
          </p:cNvPr>
          <p:cNvPicPr>
            <a:picLocks noChangeAspect="1"/>
          </p:cNvPicPr>
          <p:nvPr/>
        </p:nvPicPr>
        <p:blipFill>
          <a:blip r:embed="rId9"/>
          <a:stretch>
            <a:fillRect/>
          </a:stretch>
        </p:blipFill>
        <p:spPr>
          <a:xfrm>
            <a:off x="10657332" y="3086100"/>
            <a:ext cx="502920" cy="502920"/>
          </a:xfrm>
          <a:prstGeom prst="rect">
            <a:avLst/>
          </a:prstGeom>
        </p:spPr>
      </p:pic>
    </p:spTree>
    <p:extLst>
      <p:ext uri="{BB962C8B-B14F-4D97-AF65-F5344CB8AC3E}">
        <p14:creationId xmlns:p14="http://schemas.microsoft.com/office/powerpoint/2010/main" val="320928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173" name="Eyebrow">
            <a:extLst>
              <a:ext uri="{FF2B5EF4-FFF2-40B4-BE49-F238E27FC236}">
                <a16:creationId xmlns:a16="http://schemas.microsoft.com/office/drawing/2014/main" id="{FCDC0F45-0269-C490-A433-25DD5C7830F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8175" name="Slide title">
            <a:extLst>
              <a:ext uri="{FF2B5EF4-FFF2-40B4-BE49-F238E27FC236}">
                <a16:creationId xmlns:a16="http://schemas.microsoft.com/office/drawing/2014/main" id="{5A525050-22ED-800B-9EED-79616914FD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8178" name="Footer sources">
            <a:extLst>
              <a:ext uri="{FF2B5EF4-FFF2-40B4-BE49-F238E27FC236}">
                <a16:creationId xmlns:a16="http://schemas.microsoft.com/office/drawing/2014/main" id="{01D195D0-4C25-E36E-2671-90FBF2FDBADB}"/>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8182" name="Footer navigation">
            <a:extLst>
              <a:ext uri="{FF2B5EF4-FFF2-40B4-BE49-F238E27FC236}">
                <a16:creationId xmlns:a16="http://schemas.microsoft.com/office/drawing/2014/main" id="{7EEA4E13-5127-99BF-E684-24929B306B3B}"/>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8187" name="Forecast pill">
            <a:extLst>
              <a:ext uri="{FF2B5EF4-FFF2-40B4-BE49-F238E27FC236}">
                <a16:creationId xmlns:a16="http://schemas.microsoft.com/office/drawing/2014/main" id="{6BDA2EDD-9955-B1BA-2B41-7421B553667F}"/>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8193" name="Chart caption">
            <a:extLst>
              <a:ext uri="{FF2B5EF4-FFF2-40B4-BE49-F238E27FC236}">
                <a16:creationId xmlns:a16="http://schemas.microsoft.com/office/drawing/2014/main" id="{46640BFA-DE47-BB32-A397-17EF752BAFEC}"/>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8200" name="Tick 0">
            <a:extLst>
              <a:ext uri="{FF2B5EF4-FFF2-40B4-BE49-F238E27FC236}">
                <a16:creationId xmlns:a16="http://schemas.microsoft.com/office/drawing/2014/main" id="{43E9EF19-F2EF-14D1-E67B-48742413E19A}"/>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8208" name="Gridline 4000">
            <a:extLst>
              <a:ext uri="{FF2B5EF4-FFF2-40B4-BE49-F238E27FC236}">
                <a16:creationId xmlns:a16="http://schemas.microsoft.com/office/drawing/2014/main" id="{05B2B564-DF47-6710-73FD-CA152011911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17" name="Tick 4000">
            <a:extLst>
              <a:ext uri="{FF2B5EF4-FFF2-40B4-BE49-F238E27FC236}">
                <a16:creationId xmlns:a16="http://schemas.microsoft.com/office/drawing/2014/main" id="{D41DE537-3C00-73D7-19A5-FAA1A60725DE}"/>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8227" name="Gridline 8000">
            <a:extLst>
              <a:ext uri="{FF2B5EF4-FFF2-40B4-BE49-F238E27FC236}">
                <a16:creationId xmlns:a16="http://schemas.microsoft.com/office/drawing/2014/main" id="{E6A934E0-D5C1-FD36-E3EA-D986E6F042AF}"/>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38" name="Tick 8000">
            <a:extLst>
              <a:ext uri="{FF2B5EF4-FFF2-40B4-BE49-F238E27FC236}">
                <a16:creationId xmlns:a16="http://schemas.microsoft.com/office/drawing/2014/main" id="{09D7E340-DE12-3D97-5F4D-0200311D8755}"/>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8250" name="Gridline 12000">
            <a:extLst>
              <a:ext uri="{FF2B5EF4-FFF2-40B4-BE49-F238E27FC236}">
                <a16:creationId xmlns:a16="http://schemas.microsoft.com/office/drawing/2014/main" id="{C95567D0-4F03-9487-502B-AF6108463085}"/>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63" name="Tick 12000">
            <a:extLst>
              <a:ext uri="{FF2B5EF4-FFF2-40B4-BE49-F238E27FC236}">
                <a16:creationId xmlns:a16="http://schemas.microsoft.com/office/drawing/2014/main" id="{FD785EC6-0097-B623-B7DF-A6D93FFB04FE}"/>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8277" name="Tick 16000">
            <a:extLst>
              <a:ext uri="{FF2B5EF4-FFF2-40B4-BE49-F238E27FC236}">
                <a16:creationId xmlns:a16="http://schemas.microsoft.com/office/drawing/2014/main" id="{E0CC5159-7000-824B-A0BA-B7BDAB416E5E}"/>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8292" name="Bar End 2027">
            <a:extLst>
              <a:ext uri="{FF2B5EF4-FFF2-40B4-BE49-F238E27FC236}">
                <a16:creationId xmlns:a16="http://schemas.microsoft.com/office/drawing/2014/main" id="{5E29A0AC-F9D0-CBC0-342F-9C6C667DF0A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08" name="Value End 2027">
            <a:extLst>
              <a:ext uri="{FF2B5EF4-FFF2-40B4-BE49-F238E27FC236}">
                <a16:creationId xmlns:a16="http://schemas.microsoft.com/office/drawing/2014/main" id="{7406C1FA-9ED7-74B1-22EE-D2AB61974DB0}"/>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8325" name="Category End 2027">
            <a:extLst>
              <a:ext uri="{FF2B5EF4-FFF2-40B4-BE49-F238E27FC236}">
                <a16:creationId xmlns:a16="http://schemas.microsoft.com/office/drawing/2014/main" id="{6033C5AD-EE06-6055-50E1-28183D63FA3A}"/>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8343" name="Bar End 2028">
            <a:extLst>
              <a:ext uri="{FF2B5EF4-FFF2-40B4-BE49-F238E27FC236}">
                <a16:creationId xmlns:a16="http://schemas.microsoft.com/office/drawing/2014/main" id="{322D2F21-EAF2-180A-6941-39692ED3664C}"/>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62" name="Value End 2028">
            <a:extLst>
              <a:ext uri="{FF2B5EF4-FFF2-40B4-BE49-F238E27FC236}">
                <a16:creationId xmlns:a16="http://schemas.microsoft.com/office/drawing/2014/main" id="{6E90D5DE-2CD1-A87F-EF03-8976A17C3137}"/>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8382" name="Category End 2028">
            <a:extLst>
              <a:ext uri="{FF2B5EF4-FFF2-40B4-BE49-F238E27FC236}">
                <a16:creationId xmlns:a16="http://schemas.microsoft.com/office/drawing/2014/main" id="{71070AC0-5448-EADC-EDC5-D29D166D5C0E}"/>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8403" name="Bar End 2029">
            <a:extLst>
              <a:ext uri="{FF2B5EF4-FFF2-40B4-BE49-F238E27FC236}">
                <a16:creationId xmlns:a16="http://schemas.microsoft.com/office/drawing/2014/main" id="{A47D69F7-6BD9-AF94-1C73-B95EA9DF2903}"/>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25" name="Value End 2029">
            <a:extLst>
              <a:ext uri="{FF2B5EF4-FFF2-40B4-BE49-F238E27FC236}">
                <a16:creationId xmlns:a16="http://schemas.microsoft.com/office/drawing/2014/main" id="{4EA9379D-F6F9-785C-8EB6-F0047B33A4CF}"/>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8448" name="Category End 2029">
            <a:extLst>
              <a:ext uri="{FF2B5EF4-FFF2-40B4-BE49-F238E27FC236}">
                <a16:creationId xmlns:a16="http://schemas.microsoft.com/office/drawing/2014/main" id="{EEF44C6C-B90F-B5E6-B855-DF551597D70D}"/>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8472" name="Bar 1 Apr 2030">
            <a:extLst>
              <a:ext uri="{FF2B5EF4-FFF2-40B4-BE49-F238E27FC236}">
                <a16:creationId xmlns:a16="http://schemas.microsoft.com/office/drawing/2014/main" id="{CA2AF952-B1C9-3BA4-3248-1276FD3D8890}"/>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97" name="Value 1 Apr 2030">
            <a:extLst>
              <a:ext uri="{FF2B5EF4-FFF2-40B4-BE49-F238E27FC236}">
                <a16:creationId xmlns:a16="http://schemas.microsoft.com/office/drawing/2014/main" id="{62A37EF7-DA2A-F350-F0A4-F5E245686875}"/>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8523" name="Category 1 Apr 2030">
            <a:extLst>
              <a:ext uri="{FF2B5EF4-FFF2-40B4-BE49-F238E27FC236}">
                <a16:creationId xmlns:a16="http://schemas.microsoft.com/office/drawing/2014/main" id="{CC9C6AD4-75DA-EBEC-3653-F8D38E55D00B}"/>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8550" name="Baseline">
            <a:extLst>
              <a:ext uri="{FF2B5EF4-FFF2-40B4-BE49-F238E27FC236}">
                <a16:creationId xmlns:a16="http://schemas.microsoft.com/office/drawing/2014/main" id="{8B414C1F-17FA-D0BF-C56F-3C5296CE1127}"/>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578" name="Target dash 01">
            <a:extLst>
              <a:ext uri="{FF2B5EF4-FFF2-40B4-BE49-F238E27FC236}">
                <a16:creationId xmlns:a16="http://schemas.microsoft.com/office/drawing/2014/main" id="{6CDD6B0C-4AE1-1B7D-CFB0-A3DE0650E9B8}"/>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07" name="Target dash 02">
            <a:extLst>
              <a:ext uri="{FF2B5EF4-FFF2-40B4-BE49-F238E27FC236}">
                <a16:creationId xmlns:a16="http://schemas.microsoft.com/office/drawing/2014/main" id="{DCD1455A-0351-BD3E-38E8-1DBD5F326456}"/>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37" name="Target dash 03">
            <a:extLst>
              <a:ext uri="{FF2B5EF4-FFF2-40B4-BE49-F238E27FC236}">
                <a16:creationId xmlns:a16="http://schemas.microsoft.com/office/drawing/2014/main" id="{3697521E-9350-D059-BC98-8D534C7A5698}"/>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68" name="Target dash 04">
            <a:extLst>
              <a:ext uri="{FF2B5EF4-FFF2-40B4-BE49-F238E27FC236}">
                <a16:creationId xmlns:a16="http://schemas.microsoft.com/office/drawing/2014/main" id="{9ADE3A7E-4AAE-CA1A-67DB-8A490E947172}"/>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00" name="Target dash 05">
            <a:extLst>
              <a:ext uri="{FF2B5EF4-FFF2-40B4-BE49-F238E27FC236}">
                <a16:creationId xmlns:a16="http://schemas.microsoft.com/office/drawing/2014/main" id="{6488892E-CD65-56C8-893B-89ED5B5A12F9}"/>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33" name="Target dash 06">
            <a:extLst>
              <a:ext uri="{FF2B5EF4-FFF2-40B4-BE49-F238E27FC236}">
                <a16:creationId xmlns:a16="http://schemas.microsoft.com/office/drawing/2014/main" id="{111FFA09-6DB7-B885-7D73-4F11BBC9A957}"/>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67" name="Target dash 07">
            <a:extLst>
              <a:ext uri="{FF2B5EF4-FFF2-40B4-BE49-F238E27FC236}">
                <a16:creationId xmlns:a16="http://schemas.microsoft.com/office/drawing/2014/main" id="{08E0281C-09E7-3F8F-F023-7243529270FB}"/>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02" name="Target dash 08">
            <a:extLst>
              <a:ext uri="{FF2B5EF4-FFF2-40B4-BE49-F238E27FC236}">
                <a16:creationId xmlns:a16="http://schemas.microsoft.com/office/drawing/2014/main" id="{7858CD48-F7E9-D8CA-93F0-75BEF20490CA}"/>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38" name="Target dash 09">
            <a:extLst>
              <a:ext uri="{FF2B5EF4-FFF2-40B4-BE49-F238E27FC236}">
                <a16:creationId xmlns:a16="http://schemas.microsoft.com/office/drawing/2014/main" id="{962CCD0E-15A0-2FEF-A9F2-FB8E28A06B0E}"/>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75" name="Target dash 10">
            <a:extLst>
              <a:ext uri="{FF2B5EF4-FFF2-40B4-BE49-F238E27FC236}">
                <a16:creationId xmlns:a16="http://schemas.microsoft.com/office/drawing/2014/main" id="{20BC089A-6AA5-584D-DB79-ED8DA67F24C4}"/>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13" name="Target dash 11">
            <a:extLst>
              <a:ext uri="{FF2B5EF4-FFF2-40B4-BE49-F238E27FC236}">
                <a16:creationId xmlns:a16="http://schemas.microsoft.com/office/drawing/2014/main" id="{921AB6FA-C9A3-F04B-AA04-9DFEFC3673C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52" name="Target dash 12">
            <a:extLst>
              <a:ext uri="{FF2B5EF4-FFF2-40B4-BE49-F238E27FC236}">
                <a16:creationId xmlns:a16="http://schemas.microsoft.com/office/drawing/2014/main" id="{6C146D32-CC57-58EB-8119-8C4BD88DC206}"/>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92" name="Target dash 13">
            <a:extLst>
              <a:ext uri="{FF2B5EF4-FFF2-40B4-BE49-F238E27FC236}">
                <a16:creationId xmlns:a16="http://schemas.microsoft.com/office/drawing/2014/main" id="{2B97002D-74BF-FF25-B33D-D36E437EE1BD}"/>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33" name="Target dash 14">
            <a:extLst>
              <a:ext uri="{FF2B5EF4-FFF2-40B4-BE49-F238E27FC236}">
                <a16:creationId xmlns:a16="http://schemas.microsoft.com/office/drawing/2014/main" id="{685C6714-0962-00BA-4642-40714AFF920C}"/>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75" name="Target dash 15">
            <a:extLst>
              <a:ext uri="{FF2B5EF4-FFF2-40B4-BE49-F238E27FC236}">
                <a16:creationId xmlns:a16="http://schemas.microsoft.com/office/drawing/2014/main" id="{7DDA2679-F7E3-6C76-CB6E-6502D578C762}"/>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18" name="Target dash 16">
            <a:extLst>
              <a:ext uri="{FF2B5EF4-FFF2-40B4-BE49-F238E27FC236}">
                <a16:creationId xmlns:a16="http://schemas.microsoft.com/office/drawing/2014/main" id="{3B3E0B97-5CA2-FC85-E7F6-E33D8E52D764}"/>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62" name="Target dash 17">
            <a:extLst>
              <a:ext uri="{FF2B5EF4-FFF2-40B4-BE49-F238E27FC236}">
                <a16:creationId xmlns:a16="http://schemas.microsoft.com/office/drawing/2014/main" id="{01D2D6DA-8FBB-953A-9722-B685DDB4B770}"/>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07" name="Target dash 18">
            <a:extLst>
              <a:ext uri="{FF2B5EF4-FFF2-40B4-BE49-F238E27FC236}">
                <a16:creationId xmlns:a16="http://schemas.microsoft.com/office/drawing/2014/main" id="{4B63950D-1257-63F4-D9FE-F1E5CC619F36}"/>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53" name="Target dash 19">
            <a:extLst>
              <a:ext uri="{FF2B5EF4-FFF2-40B4-BE49-F238E27FC236}">
                <a16:creationId xmlns:a16="http://schemas.microsoft.com/office/drawing/2014/main" id="{C67BC50C-DC97-B051-02BB-492500340758}"/>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00" name="Target dash 20">
            <a:extLst>
              <a:ext uri="{FF2B5EF4-FFF2-40B4-BE49-F238E27FC236}">
                <a16:creationId xmlns:a16="http://schemas.microsoft.com/office/drawing/2014/main" id="{0FFA4F40-1F32-C986-8087-13604F0D348C}"/>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48" name="Target label">
            <a:extLst>
              <a:ext uri="{FF2B5EF4-FFF2-40B4-BE49-F238E27FC236}">
                <a16:creationId xmlns:a16="http://schemas.microsoft.com/office/drawing/2014/main" id="{746F2605-B807-F22E-CFA1-EA208124E925}"/>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9397" name="Pace panel">
            <a:extLst>
              <a:ext uri="{FF2B5EF4-FFF2-40B4-BE49-F238E27FC236}">
                <a16:creationId xmlns:a16="http://schemas.microsoft.com/office/drawing/2014/main" id="{F02F9596-14C7-71D1-69FB-161E58C80290}"/>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447" name="Pace line">
            <a:extLst>
              <a:ext uri="{FF2B5EF4-FFF2-40B4-BE49-F238E27FC236}">
                <a16:creationId xmlns:a16="http://schemas.microsoft.com/office/drawing/2014/main" id="{D5928428-E077-9BEE-D808-96B6899C2328}"/>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9498" name="Pace number">
            <a:extLst>
              <a:ext uri="{FF2B5EF4-FFF2-40B4-BE49-F238E27FC236}">
                <a16:creationId xmlns:a16="http://schemas.microsoft.com/office/drawing/2014/main" id="{A361C2A6-3245-E3A5-93D8-AE6E0C86A094}"/>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9550" name="Pace unit">
            <a:extLst>
              <a:ext uri="{FF2B5EF4-FFF2-40B4-BE49-F238E27FC236}">
                <a16:creationId xmlns:a16="http://schemas.microsoft.com/office/drawing/2014/main" id="{74BA9896-7F6A-49D2-6915-B0574A5B5E3D}"/>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Tree>
    <p:extLst>
      <p:ext uri="{BB962C8B-B14F-4D97-AF65-F5344CB8AC3E}">
        <p14:creationId xmlns:p14="http://schemas.microsoft.com/office/powerpoint/2010/main" val="72677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433" name="Eyebrow">
            <a:extLst>
              <a:ext uri="{FF2B5EF4-FFF2-40B4-BE49-F238E27FC236}">
                <a16:creationId xmlns:a16="http://schemas.microsoft.com/office/drawing/2014/main" id="{4CFD09D8-52BE-135E-EB23-28B8D6154D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6435" name="Slide title">
            <a:extLst>
              <a:ext uri="{FF2B5EF4-FFF2-40B4-BE49-F238E27FC236}">
                <a16:creationId xmlns:a16="http://schemas.microsoft.com/office/drawing/2014/main" id="{626F40A7-12B4-9844-6CE5-B4F08FFEB83C}"/>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6438" name="Footer sources">
            <a:extLst>
              <a:ext uri="{FF2B5EF4-FFF2-40B4-BE49-F238E27FC236}">
                <a16:creationId xmlns:a16="http://schemas.microsoft.com/office/drawing/2014/main" id="{E4CD17AE-B6FE-A9DD-CBAF-C1B9E3329F6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Forecast: 15,600 homes; E21: assumed workload + secondary price (23 Oct 2026). Grant subject to eligibility, allocation, award and claim.</a:t>
            </a:r>
          </a:p>
        </p:txBody>
      </p:sp>
      <p:sp>
        <p:nvSpPr>
          <p:cNvPr id="26442" name="Footer navigation">
            <a:extLst>
              <a:ext uri="{FF2B5EF4-FFF2-40B4-BE49-F238E27FC236}">
                <a16:creationId xmlns:a16="http://schemas.microsoft.com/office/drawing/2014/main" id="{156FE653-32A5-B9E7-CA77-0F085AD791BF}"/>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6447" name="Forecast pill">
            <a:extLst>
              <a:ext uri="{FF2B5EF4-FFF2-40B4-BE49-F238E27FC236}">
                <a16:creationId xmlns:a16="http://schemas.microsoft.com/office/drawing/2014/main" id="{CCBCC61C-47CF-BF2E-762D-2896AA75D666}"/>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6453" name="Chart caption">
            <a:extLst>
              <a:ext uri="{FF2B5EF4-FFF2-40B4-BE49-F238E27FC236}">
                <a16:creationId xmlns:a16="http://schemas.microsoft.com/office/drawing/2014/main" id="{AFC13952-A191-26E8-B114-4699B17E5047}"/>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6460" name="Tick 0">
            <a:extLst>
              <a:ext uri="{FF2B5EF4-FFF2-40B4-BE49-F238E27FC236}">
                <a16:creationId xmlns:a16="http://schemas.microsoft.com/office/drawing/2014/main" id="{67CC1A02-C4B2-85D1-48E0-EC4DA019D9B9}"/>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468" name="Gridline 4000">
            <a:extLst>
              <a:ext uri="{FF2B5EF4-FFF2-40B4-BE49-F238E27FC236}">
                <a16:creationId xmlns:a16="http://schemas.microsoft.com/office/drawing/2014/main" id="{5F57E77C-ED77-9E0E-00C9-70610B6B64C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77" name="Tick 4000">
            <a:extLst>
              <a:ext uri="{FF2B5EF4-FFF2-40B4-BE49-F238E27FC236}">
                <a16:creationId xmlns:a16="http://schemas.microsoft.com/office/drawing/2014/main" id="{C1E351E2-6F23-653A-DA90-37D625E2CB76}"/>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6487" name="Gridline 8000">
            <a:extLst>
              <a:ext uri="{FF2B5EF4-FFF2-40B4-BE49-F238E27FC236}">
                <a16:creationId xmlns:a16="http://schemas.microsoft.com/office/drawing/2014/main" id="{F852A850-7A7E-25C4-6FE3-5E98A3F0A773}"/>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98" name="Tick 8000">
            <a:extLst>
              <a:ext uri="{FF2B5EF4-FFF2-40B4-BE49-F238E27FC236}">
                <a16:creationId xmlns:a16="http://schemas.microsoft.com/office/drawing/2014/main" id="{E589BE57-8CE7-41B7-25A6-8D3AA9C3A6F3}"/>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6510" name="Gridline 12000">
            <a:extLst>
              <a:ext uri="{FF2B5EF4-FFF2-40B4-BE49-F238E27FC236}">
                <a16:creationId xmlns:a16="http://schemas.microsoft.com/office/drawing/2014/main" id="{04059E30-2C8F-5872-F4AF-639835908D09}"/>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23" name="Tick 12000">
            <a:extLst>
              <a:ext uri="{FF2B5EF4-FFF2-40B4-BE49-F238E27FC236}">
                <a16:creationId xmlns:a16="http://schemas.microsoft.com/office/drawing/2014/main" id="{0B0D5A5E-21C4-896E-34CB-F1FB7C9D40CF}"/>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6537" name="Tick 16000">
            <a:extLst>
              <a:ext uri="{FF2B5EF4-FFF2-40B4-BE49-F238E27FC236}">
                <a16:creationId xmlns:a16="http://schemas.microsoft.com/office/drawing/2014/main" id="{E990F95E-141E-F3A0-10F5-8396EB23DCB7}"/>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6552" name="Bar End 2027">
            <a:extLst>
              <a:ext uri="{FF2B5EF4-FFF2-40B4-BE49-F238E27FC236}">
                <a16:creationId xmlns:a16="http://schemas.microsoft.com/office/drawing/2014/main" id="{93C611BE-587B-DC8D-922A-FBCB8E1334B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68" name="Value End 2027">
            <a:extLst>
              <a:ext uri="{FF2B5EF4-FFF2-40B4-BE49-F238E27FC236}">
                <a16:creationId xmlns:a16="http://schemas.microsoft.com/office/drawing/2014/main" id="{1AA893F5-60AF-B553-82C6-C849A2FD6214}"/>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6585" name="Category End 2027">
            <a:extLst>
              <a:ext uri="{FF2B5EF4-FFF2-40B4-BE49-F238E27FC236}">
                <a16:creationId xmlns:a16="http://schemas.microsoft.com/office/drawing/2014/main" id="{1614845E-CE3E-5079-4344-2F4101F7AFB0}"/>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6603" name="Bar End 2028">
            <a:extLst>
              <a:ext uri="{FF2B5EF4-FFF2-40B4-BE49-F238E27FC236}">
                <a16:creationId xmlns:a16="http://schemas.microsoft.com/office/drawing/2014/main" id="{6F8F74AA-CD4F-8265-D50A-E81027A7AA35}"/>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22" name="Value End 2028">
            <a:extLst>
              <a:ext uri="{FF2B5EF4-FFF2-40B4-BE49-F238E27FC236}">
                <a16:creationId xmlns:a16="http://schemas.microsoft.com/office/drawing/2014/main" id="{29EB25E9-4361-F8CC-B1EF-BEB82B3E8C70}"/>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6642" name="Category End 2028">
            <a:extLst>
              <a:ext uri="{FF2B5EF4-FFF2-40B4-BE49-F238E27FC236}">
                <a16:creationId xmlns:a16="http://schemas.microsoft.com/office/drawing/2014/main" id="{A3C8722D-CEEE-EB27-EDEC-53103F05E4CA}"/>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6663" name="Bar End 2029">
            <a:extLst>
              <a:ext uri="{FF2B5EF4-FFF2-40B4-BE49-F238E27FC236}">
                <a16:creationId xmlns:a16="http://schemas.microsoft.com/office/drawing/2014/main" id="{EAF34719-2BC7-DFC5-F85D-2F3E15416900}"/>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85" name="Value End 2029">
            <a:extLst>
              <a:ext uri="{FF2B5EF4-FFF2-40B4-BE49-F238E27FC236}">
                <a16:creationId xmlns:a16="http://schemas.microsoft.com/office/drawing/2014/main" id="{549A4EBF-D86B-FF3C-3D62-0885A157E4A0}"/>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6708" name="Category End 2029">
            <a:extLst>
              <a:ext uri="{FF2B5EF4-FFF2-40B4-BE49-F238E27FC236}">
                <a16:creationId xmlns:a16="http://schemas.microsoft.com/office/drawing/2014/main" id="{2740D601-92DE-9533-B12B-FB6FDB09FF6E}"/>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6732" name="Bar 1 Apr 2030">
            <a:extLst>
              <a:ext uri="{FF2B5EF4-FFF2-40B4-BE49-F238E27FC236}">
                <a16:creationId xmlns:a16="http://schemas.microsoft.com/office/drawing/2014/main" id="{D5E4BCBE-C7F5-6FB6-A3AA-CFC5C4875BFD}"/>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57" name="Value 1 Apr 2030">
            <a:extLst>
              <a:ext uri="{FF2B5EF4-FFF2-40B4-BE49-F238E27FC236}">
                <a16:creationId xmlns:a16="http://schemas.microsoft.com/office/drawing/2014/main" id="{5561D869-74F8-7CD8-2E02-1CAB3D7C12B6}"/>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6783" name="Category 1 Apr 2030">
            <a:extLst>
              <a:ext uri="{FF2B5EF4-FFF2-40B4-BE49-F238E27FC236}">
                <a16:creationId xmlns:a16="http://schemas.microsoft.com/office/drawing/2014/main" id="{0BE60C14-9767-4DA0-1678-7F6AD66B5753}"/>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6810" name="Baseline">
            <a:extLst>
              <a:ext uri="{FF2B5EF4-FFF2-40B4-BE49-F238E27FC236}">
                <a16:creationId xmlns:a16="http://schemas.microsoft.com/office/drawing/2014/main" id="{D185D825-0E18-0E21-657B-B15B7FCBF79D}"/>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38" name="Target dash 01">
            <a:extLst>
              <a:ext uri="{FF2B5EF4-FFF2-40B4-BE49-F238E27FC236}">
                <a16:creationId xmlns:a16="http://schemas.microsoft.com/office/drawing/2014/main" id="{42178780-D3F6-2E08-01BF-09B26EC12FE6}"/>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67" name="Target dash 02">
            <a:extLst>
              <a:ext uri="{FF2B5EF4-FFF2-40B4-BE49-F238E27FC236}">
                <a16:creationId xmlns:a16="http://schemas.microsoft.com/office/drawing/2014/main" id="{19B62156-AA98-C707-6A66-BD255C3573F1}"/>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97" name="Target dash 03">
            <a:extLst>
              <a:ext uri="{FF2B5EF4-FFF2-40B4-BE49-F238E27FC236}">
                <a16:creationId xmlns:a16="http://schemas.microsoft.com/office/drawing/2014/main" id="{9F516A57-C59D-F4AA-6C53-D9626E57B134}"/>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28" name="Target dash 04">
            <a:extLst>
              <a:ext uri="{FF2B5EF4-FFF2-40B4-BE49-F238E27FC236}">
                <a16:creationId xmlns:a16="http://schemas.microsoft.com/office/drawing/2014/main" id="{E99A25EE-4508-2CCA-C8BC-83E259FEB99A}"/>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60" name="Target dash 05">
            <a:extLst>
              <a:ext uri="{FF2B5EF4-FFF2-40B4-BE49-F238E27FC236}">
                <a16:creationId xmlns:a16="http://schemas.microsoft.com/office/drawing/2014/main" id="{D76A0A1B-CC01-93C6-C2A8-1CC953F4D651}"/>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93" name="Target dash 06">
            <a:extLst>
              <a:ext uri="{FF2B5EF4-FFF2-40B4-BE49-F238E27FC236}">
                <a16:creationId xmlns:a16="http://schemas.microsoft.com/office/drawing/2014/main" id="{27EC061C-D754-8900-BB1F-0D4D39EBDFAF}"/>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27" name="Target dash 07">
            <a:extLst>
              <a:ext uri="{FF2B5EF4-FFF2-40B4-BE49-F238E27FC236}">
                <a16:creationId xmlns:a16="http://schemas.microsoft.com/office/drawing/2014/main" id="{3C355F20-0860-802A-3BDF-A1D77FE83B42}"/>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62" name="Target dash 08">
            <a:extLst>
              <a:ext uri="{FF2B5EF4-FFF2-40B4-BE49-F238E27FC236}">
                <a16:creationId xmlns:a16="http://schemas.microsoft.com/office/drawing/2014/main" id="{E8039446-9FA0-F321-EB29-DE7053053EFE}"/>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98" name="Target dash 09">
            <a:extLst>
              <a:ext uri="{FF2B5EF4-FFF2-40B4-BE49-F238E27FC236}">
                <a16:creationId xmlns:a16="http://schemas.microsoft.com/office/drawing/2014/main" id="{B7A85479-9E02-38F4-987D-34E63ECE6907}"/>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35" name="Target dash 10">
            <a:extLst>
              <a:ext uri="{FF2B5EF4-FFF2-40B4-BE49-F238E27FC236}">
                <a16:creationId xmlns:a16="http://schemas.microsoft.com/office/drawing/2014/main" id="{86B4BE70-0449-6F32-63A9-0FFBD2B3853B}"/>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73" name="Target dash 11">
            <a:extLst>
              <a:ext uri="{FF2B5EF4-FFF2-40B4-BE49-F238E27FC236}">
                <a16:creationId xmlns:a16="http://schemas.microsoft.com/office/drawing/2014/main" id="{DA4203C0-B5E1-3FB1-9ACB-AD3A388EF3F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12" name="Target dash 12">
            <a:extLst>
              <a:ext uri="{FF2B5EF4-FFF2-40B4-BE49-F238E27FC236}">
                <a16:creationId xmlns:a16="http://schemas.microsoft.com/office/drawing/2014/main" id="{ABE0BDD0-1C22-3D7C-779E-F7A782B51010}"/>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52" name="Target dash 13">
            <a:extLst>
              <a:ext uri="{FF2B5EF4-FFF2-40B4-BE49-F238E27FC236}">
                <a16:creationId xmlns:a16="http://schemas.microsoft.com/office/drawing/2014/main" id="{4AEAA6AC-33F9-E38E-CCBB-6EB6F3979B25}"/>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93" name="Target dash 14">
            <a:extLst>
              <a:ext uri="{FF2B5EF4-FFF2-40B4-BE49-F238E27FC236}">
                <a16:creationId xmlns:a16="http://schemas.microsoft.com/office/drawing/2014/main" id="{8E454544-D293-5337-A129-868854525A93}"/>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35" name="Target dash 15">
            <a:extLst>
              <a:ext uri="{FF2B5EF4-FFF2-40B4-BE49-F238E27FC236}">
                <a16:creationId xmlns:a16="http://schemas.microsoft.com/office/drawing/2014/main" id="{3FE48AD1-96A6-7881-C7D8-1CA8ED8DF2EF}"/>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78" name="Target dash 16">
            <a:extLst>
              <a:ext uri="{FF2B5EF4-FFF2-40B4-BE49-F238E27FC236}">
                <a16:creationId xmlns:a16="http://schemas.microsoft.com/office/drawing/2014/main" id="{6E718636-6653-3055-8105-06629A189DFB}"/>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22" name="Target dash 17">
            <a:extLst>
              <a:ext uri="{FF2B5EF4-FFF2-40B4-BE49-F238E27FC236}">
                <a16:creationId xmlns:a16="http://schemas.microsoft.com/office/drawing/2014/main" id="{E65AE2AC-DEA5-BC08-B4B0-595C762EF682}"/>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67" name="Target dash 18">
            <a:extLst>
              <a:ext uri="{FF2B5EF4-FFF2-40B4-BE49-F238E27FC236}">
                <a16:creationId xmlns:a16="http://schemas.microsoft.com/office/drawing/2014/main" id="{2D131DB0-4A14-FE10-D739-1A318698134A}"/>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13" name="Target dash 19">
            <a:extLst>
              <a:ext uri="{FF2B5EF4-FFF2-40B4-BE49-F238E27FC236}">
                <a16:creationId xmlns:a16="http://schemas.microsoft.com/office/drawing/2014/main" id="{6A68B879-1CD4-47DD-733C-A126A0F07684}"/>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60" name="Target dash 20">
            <a:extLst>
              <a:ext uri="{FF2B5EF4-FFF2-40B4-BE49-F238E27FC236}">
                <a16:creationId xmlns:a16="http://schemas.microsoft.com/office/drawing/2014/main" id="{AD070200-CED2-F4F4-F17B-185C6B8A62C3}"/>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08" name="Target label">
            <a:extLst>
              <a:ext uri="{FF2B5EF4-FFF2-40B4-BE49-F238E27FC236}">
                <a16:creationId xmlns:a16="http://schemas.microsoft.com/office/drawing/2014/main" id="{F2F7CB3E-A7D4-8D77-4129-67345A3F867C}"/>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7657" name="Pace panel">
            <a:extLst>
              <a:ext uri="{FF2B5EF4-FFF2-40B4-BE49-F238E27FC236}">
                <a16:creationId xmlns:a16="http://schemas.microsoft.com/office/drawing/2014/main" id="{50045BD8-9B34-D037-5564-803A64C4E796}"/>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07" name="Pace line">
            <a:extLst>
              <a:ext uri="{FF2B5EF4-FFF2-40B4-BE49-F238E27FC236}">
                <a16:creationId xmlns:a16="http://schemas.microsoft.com/office/drawing/2014/main" id="{5AF8D75C-7F25-C30E-E9EE-EE807521A53C}"/>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7758" name="Pace number">
            <a:extLst>
              <a:ext uri="{FF2B5EF4-FFF2-40B4-BE49-F238E27FC236}">
                <a16:creationId xmlns:a16="http://schemas.microsoft.com/office/drawing/2014/main" id="{B6220E56-F6D6-F1C7-BBDC-DA661BE4BAA0}"/>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7810" name="Pace unit">
            <a:extLst>
              <a:ext uri="{FF2B5EF4-FFF2-40B4-BE49-F238E27FC236}">
                <a16:creationId xmlns:a16="http://schemas.microsoft.com/office/drawing/2014/main" id="{0DAFAE35-AD87-222D-11A7-C35A5856352E}"/>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
        <p:nvSpPr>
          <p:cNvPr id="27863" name="Money tile 1">
            <a:extLst>
              <a:ext uri="{FF2B5EF4-FFF2-40B4-BE49-F238E27FC236}">
                <a16:creationId xmlns:a16="http://schemas.microsoft.com/office/drawing/2014/main" id="{E1DCB621-1F82-FCC7-8107-5FA20A272388}"/>
              </a:ext>
            </a:extLst>
          </p:cNvPr>
          <p:cNvSpPr/>
          <p:nvPr/>
        </p:nvSpPr>
        <p:spPr>
          <a:xfrm>
            <a:off x="630936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17" name="Money tile 1 text">
            <a:extLst>
              <a:ext uri="{FF2B5EF4-FFF2-40B4-BE49-F238E27FC236}">
                <a16:creationId xmlns:a16="http://schemas.microsoft.com/office/drawing/2014/main" id="{DF1330D8-F053-F825-D974-F607F26A0764}"/>
              </a:ext>
            </a:extLst>
          </p:cNvPr>
          <p:cNvSpPr/>
          <p:nvPr/>
        </p:nvSpPr>
        <p:spPr>
          <a:xfrm>
            <a:off x="640080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7A4B00"/>
                </a:solidFill>
                <a:effectLst/>
                <a:latin typeface="Arial" panose="020B0604020202020204" pitchFamily="34" charset="0"/>
              </a:rPr>
              <a:t>GBP 95m</a:t>
            </a:r>
          </a:p>
          <a:p>
            <a:pPr algn="l">
              <a:buNone/>
            </a:pPr>
            <a:r>
              <a:rPr lang="en-US" sz="1400" b="1">
                <a:solidFill>
                  <a:srgbClr val="7A4B00"/>
                </a:solidFill>
                <a:effectLst/>
                <a:latin typeface="Arial" panose="020B0604020202020204" pitchFamily="34" charset="0"/>
              </a:rPr>
              <a:t>works benchmark</a:t>
            </a:r>
            <a:endParaRPr lang="en-US"/>
          </a:p>
        </p:txBody>
      </p:sp>
      <p:sp>
        <p:nvSpPr>
          <p:cNvPr id="27972" name="Money tile 2">
            <a:extLst>
              <a:ext uri="{FF2B5EF4-FFF2-40B4-BE49-F238E27FC236}">
                <a16:creationId xmlns:a16="http://schemas.microsoft.com/office/drawing/2014/main" id="{28D69BB6-42ED-197C-58AC-A397578F13B3}"/>
              </a:ext>
            </a:extLst>
          </p:cNvPr>
          <p:cNvSpPr/>
          <p:nvPr/>
        </p:nvSpPr>
        <p:spPr>
          <a:xfrm>
            <a:off x="904494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028" name="Money tile 2 text">
            <a:extLst>
              <a:ext uri="{FF2B5EF4-FFF2-40B4-BE49-F238E27FC236}">
                <a16:creationId xmlns:a16="http://schemas.microsoft.com/office/drawing/2014/main" id="{48489CAB-C27F-5580-521A-9E59608E9BB1}"/>
              </a:ext>
            </a:extLst>
          </p:cNvPr>
          <p:cNvSpPr/>
          <p:nvPr/>
        </p:nvSpPr>
        <p:spPr>
          <a:xfrm>
            <a:off x="913638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7A4B00"/>
                </a:solidFill>
                <a:effectLst/>
                <a:latin typeface="Arial" panose="020B0604020202020204" pitchFamily="34" charset="0"/>
              </a:rPr>
              <a:t>GBP 47.4m</a:t>
            </a:r>
          </a:p>
          <a:p>
            <a:pPr algn="l">
              <a:buNone/>
            </a:pPr>
            <a:r>
              <a:rPr lang="en-US" sz="1200" b="1">
                <a:solidFill>
                  <a:srgbClr val="7A4B00"/>
                </a:solidFill>
                <a:effectLst/>
                <a:latin typeface="Arial" panose="020B0604020202020204" pitchFamily="34" charset="0"/>
              </a:rPr>
              <a:t>conditional grant potential</a:t>
            </a:r>
            <a:endParaRPr lang="en-US"/>
          </a:p>
        </p:txBody>
      </p:sp>
      <p:sp>
        <p:nvSpPr>
          <p:cNvPr id="28085" name="AI tile">
            <a:extLst>
              <a:ext uri="{FF2B5EF4-FFF2-40B4-BE49-F238E27FC236}">
                <a16:creationId xmlns:a16="http://schemas.microsoft.com/office/drawing/2014/main" id="{E48AD605-1923-D4A0-6FEF-432E75EBAC16}"/>
              </a:ext>
            </a:extLst>
          </p:cNvPr>
          <p:cNvSpPr/>
          <p:nvPr/>
        </p:nvSpPr>
        <p:spPr>
          <a:xfrm>
            <a:off x="6309360" y="4581144"/>
            <a:ext cx="5334000" cy="960120"/>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143" name="AI tile text">
            <a:extLst>
              <a:ext uri="{FF2B5EF4-FFF2-40B4-BE49-F238E27FC236}">
                <a16:creationId xmlns:a16="http://schemas.microsoft.com/office/drawing/2014/main" id="{14DCCFF4-D43D-62FD-EE54-C926501A4A36}"/>
              </a:ext>
            </a:extLst>
          </p:cNvPr>
          <p:cNvSpPr/>
          <p:nvPr/>
        </p:nvSpPr>
        <p:spPr>
          <a:xfrm>
            <a:off x="7086600" y="4649724"/>
            <a:ext cx="4373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3F2A72"/>
                </a:solidFill>
                <a:effectLst/>
                <a:latin typeface="Arial" panose="020B0604020202020204" pitchFamily="34" charset="0"/>
              </a:rPr>
              <a:t>USD 6,873</a:t>
            </a:r>
          </a:p>
          <a:p>
            <a:pPr algn="l">
              <a:buNone/>
            </a:pPr>
            <a:r>
              <a:rPr lang="en-US" sz="1300" b="1">
                <a:solidFill>
                  <a:srgbClr val="3F2A72"/>
                </a:solidFill>
                <a:effectLst/>
                <a:latin typeface="Arial" panose="020B0604020202020204" pitchFamily="34" charset="0"/>
              </a:rPr>
              <a:t>whole-cohort inference scenario</a:t>
            </a:r>
            <a:endParaRPr lang="en-US"/>
          </a:p>
        </p:txBody>
      </p:sp>
      <p:pic>
        <p:nvPicPr>
          <p:cNvPr id="28144" name="AI icon" descr="AI icon">
            <a:extLst>
              <a:ext uri="{FF2B5EF4-FFF2-40B4-BE49-F238E27FC236}">
                <a16:creationId xmlns:a16="http://schemas.microsoft.com/office/drawing/2014/main" id="{63B9F110-3508-A04F-2708-4F5272C994E0}"/>
              </a:ext>
            </a:extLst>
          </p:cNvPr>
          <p:cNvPicPr>
            <a:picLocks noChangeAspect="1"/>
          </p:cNvPicPr>
          <p:nvPr/>
        </p:nvPicPr>
        <p:blipFill>
          <a:blip r:embed="rId3"/>
          <a:stretch>
            <a:fillRect/>
          </a:stretch>
        </p:blipFill>
        <p:spPr>
          <a:xfrm>
            <a:off x="6492240" y="4809744"/>
            <a:ext cx="502920" cy="502920"/>
          </a:xfrm>
          <a:prstGeom prst="rect">
            <a:avLst/>
          </a:prstGeom>
        </p:spPr>
      </p:pic>
    </p:spTree>
    <p:extLst>
      <p:ext uri="{BB962C8B-B14F-4D97-AF65-F5344CB8AC3E}">
        <p14:creationId xmlns:p14="http://schemas.microsoft.com/office/powerpoint/2010/main" val="21394602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3466" name="Discovery picture" descr="Design studio wall of sticky notes, journey maps, wireframes and house photos above a table of paper prototypes and coffee cups.">
            <a:extLst>
              <a:ext uri="{FF2B5EF4-FFF2-40B4-BE49-F238E27FC236}">
                <a16:creationId xmlns:a16="http://schemas.microsoft.com/office/drawing/2014/main" id="{FCC31DCE-56D6-64E7-3654-5D53B5CCCDEB}"/>
              </a:ext>
            </a:extLst>
          </p:cNvPr>
          <p:cNvPicPr>
            <a:picLocks noChangeAspect="1"/>
          </p:cNvPicPr>
          <p:nvPr/>
        </p:nvPicPr>
        <p:blipFill>
          <a:blip r:embed="rId3"/>
          <a:srcRect b="6000"/>
          <a:stretch>
            <a:fillRect/>
          </a:stretch>
        </p:blipFill>
        <p:spPr>
          <a:xfrm>
            <a:off x="793" y="0"/>
            <a:ext cx="5484813" cy="6446520"/>
          </a:xfrm>
          <a:prstGeom prst="rect">
            <a:avLst/>
          </a:prstGeom>
        </p:spPr>
      </p:pic>
      <p:sp>
        <p:nvSpPr>
          <p:cNvPr id="33467" name="Under the waterline">
            <a:extLst>
              <a:ext uri="{FF2B5EF4-FFF2-40B4-BE49-F238E27FC236}">
                <a16:creationId xmlns:a16="http://schemas.microsoft.com/office/drawing/2014/main" id="{31B3D790-2643-0512-346F-8768E96FB494}"/>
              </a:ext>
            </a:extLst>
          </p:cNvPr>
          <p:cNvSpPr/>
          <p:nvPr/>
        </p:nvSpPr>
        <p:spPr>
          <a:xfrm>
            <a:off x="5486400" y="2194560"/>
            <a:ext cx="6705600" cy="4663440"/>
          </a:xfrm>
          <a:prstGeom prst="rect">
            <a:avLst/>
          </a:prstGeom>
          <a:solidFill>
            <a:srgbClr val="E8F2FB"/>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69" name="Waterline">
            <a:extLst>
              <a:ext uri="{FF2B5EF4-FFF2-40B4-BE49-F238E27FC236}">
                <a16:creationId xmlns:a16="http://schemas.microsoft.com/office/drawing/2014/main" id="{5ED96B17-6DA7-D727-B84E-8755EA0D7B56}"/>
              </a:ext>
            </a:extLst>
          </p:cNvPr>
          <p:cNvSpPr/>
          <p:nvPr/>
        </p:nvSpPr>
        <p:spPr>
          <a:xfrm>
            <a:off x="5486400" y="2180272"/>
            <a:ext cx="6705600" cy="28575"/>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72" name="Eyebrow">
            <a:extLst>
              <a:ext uri="{FF2B5EF4-FFF2-40B4-BE49-F238E27FC236}">
                <a16:creationId xmlns:a16="http://schemas.microsoft.com/office/drawing/2014/main" id="{F3732923-56C7-64F7-7D4A-4231FE72711E}"/>
              </a:ext>
            </a:extLst>
          </p:cNvPr>
          <p:cNvSpPr/>
          <p:nvPr/>
        </p:nvSpPr>
        <p:spPr>
          <a:xfrm>
            <a:off x="5943600" y="365760"/>
            <a:ext cx="56997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476" name="Slide title">
            <a:extLst>
              <a:ext uri="{FF2B5EF4-FFF2-40B4-BE49-F238E27FC236}">
                <a16:creationId xmlns:a16="http://schemas.microsoft.com/office/drawing/2014/main" id="{3DF678EE-A55A-2E95-8473-A8F4FE846816}"/>
              </a:ext>
            </a:extLst>
          </p:cNvPr>
          <p:cNvSpPr/>
          <p:nvPr/>
        </p:nvSpPr>
        <p:spPr>
          <a:xfrm>
            <a:off x="5943600" y="685800"/>
            <a:ext cx="569976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Six weeks of product work</a:t>
            </a:r>
          </a:p>
          <a:p>
            <a:pPr algn="l">
              <a:buNone/>
            </a:pPr>
            <a:r>
              <a:rPr lang="en-US" sz="3200" b="1">
                <a:solidFill>
                  <a:srgbClr val="173F35"/>
                </a:solidFill>
                <a:effectLst/>
                <a:latin typeface="Arial" panose="020B0604020202020204" pitchFamily="34" charset="0"/>
              </a:rPr>
              <a:t>sit under these slides.</a:t>
            </a:r>
            <a:endParaRPr lang="en-US"/>
          </a:p>
        </p:txBody>
      </p:sp>
      <p:sp>
        <p:nvSpPr>
          <p:cNvPr id="33481" name="Iceberg tip">
            <a:extLst>
              <a:ext uri="{FF2B5EF4-FFF2-40B4-BE49-F238E27FC236}">
                <a16:creationId xmlns:a16="http://schemas.microsoft.com/office/drawing/2014/main" id="{AB18F120-CEFF-5DE6-63CA-F63FF67BDAB8}"/>
              </a:ext>
            </a:extLst>
          </p:cNvPr>
          <p:cNvSpPr/>
          <p:nvPr/>
        </p:nvSpPr>
        <p:spPr>
          <a:xfrm>
            <a:off x="6035040" y="1874520"/>
            <a:ext cx="594360" cy="320040"/>
          </a:xfrm>
          <a:prstGeom prst="triangle">
            <a:avLst/>
          </a:prstGeom>
          <a:solidFill>
            <a:srgbClr val="FFFFFF"/>
          </a:solidFill>
          <a:ln w="1905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87" name="Above the waterline">
            <a:extLst>
              <a:ext uri="{FF2B5EF4-FFF2-40B4-BE49-F238E27FC236}">
                <a16:creationId xmlns:a16="http://schemas.microsoft.com/office/drawing/2014/main" id="{EC57D119-525A-DE34-7EED-CDE60426BEFC}"/>
              </a:ext>
            </a:extLst>
          </p:cNvPr>
          <p:cNvSpPr/>
          <p:nvPr/>
        </p:nvSpPr>
        <p:spPr>
          <a:xfrm>
            <a:off x="6675120" y="1787996"/>
            <a:ext cx="49682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What you see: this deck</a:t>
            </a:r>
          </a:p>
          <a:p>
            <a:pPr algn="l">
              <a:buNone/>
            </a:pPr>
            <a:r>
              <a:rPr lang="en-US" sz="100">
                <a:effectLst/>
              </a:rPr>
              <a:t> </a:t>
            </a:r>
            <a:endParaRPr lang="en-US"/>
          </a:p>
        </p:txBody>
      </p:sp>
      <p:sp>
        <p:nvSpPr>
          <p:cNvPr id="33494" name="Counter 480">
            <a:extLst>
              <a:ext uri="{FF2B5EF4-FFF2-40B4-BE49-F238E27FC236}">
                <a16:creationId xmlns:a16="http://schemas.microsoft.com/office/drawing/2014/main" id="{BC069967-BDD4-C644-A222-D6BA3B8E145D}"/>
              </a:ext>
            </a:extLst>
          </p:cNvPr>
          <p:cNvSpPr/>
          <p:nvPr/>
        </p:nvSpPr>
        <p:spPr>
          <a:xfrm>
            <a:off x="594360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480</a:t>
            </a:r>
          </a:p>
          <a:p>
            <a:pPr algn="l">
              <a:buNone/>
            </a:pPr>
            <a:r>
              <a:rPr lang="en-US" sz="100">
                <a:effectLst/>
              </a:rPr>
              <a:t> </a:t>
            </a:r>
            <a:endParaRPr lang="en-US"/>
          </a:p>
        </p:txBody>
      </p:sp>
      <p:sp>
        <p:nvSpPr>
          <p:cNvPr id="33502" name="Counter 480 label">
            <a:extLst>
              <a:ext uri="{FF2B5EF4-FFF2-40B4-BE49-F238E27FC236}">
                <a16:creationId xmlns:a16="http://schemas.microsoft.com/office/drawing/2014/main" id="{958138B2-CD0F-62CF-62A2-0A7475BCE19A}"/>
              </a:ext>
            </a:extLst>
          </p:cNvPr>
          <p:cNvSpPr/>
          <p:nvPr/>
        </p:nvSpPr>
        <p:spPr>
          <a:xfrm>
            <a:off x="594360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commits</a:t>
            </a:r>
          </a:p>
          <a:p>
            <a:pPr algn="l">
              <a:buNone/>
            </a:pPr>
            <a:r>
              <a:rPr lang="en-US" sz="100">
                <a:effectLst/>
              </a:rPr>
              <a:t> </a:t>
            </a:r>
            <a:endParaRPr lang="en-US"/>
          </a:p>
        </p:txBody>
      </p:sp>
      <p:sp>
        <p:nvSpPr>
          <p:cNvPr id="33511" name="Counter 233">
            <a:extLst>
              <a:ext uri="{FF2B5EF4-FFF2-40B4-BE49-F238E27FC236}">
                <a16:creationId xmlns:a16="http://schemas.microsoft.com/office/drawing/2014/main" id="{BDBA8478-B452-82F8-F402-CAE1FDBFBD34}"/>
              </a:ext>
            </a:extLst>
          </p:cNvPr>
          <p:cNvSpPr/>
          <p:nvPr/>
        </p:nvSpPr>
        <p:spPr>
          <a:xfrm>
            <a:off x="736854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233</a:t>
            </a:r>
          </a:p>
          <a:p>
            <a:pPr algn="l">
              <a:buNone/>
            </a:pPr>
            <a:r>
              <a:rPr lang="en-US" sz="100">
                <a:effectLst/>
              </a:rPr>
              <a:t> </a:t>
            </a:r>
            <a:endParaRPr lang="en-US"/>
          </a:p>
        </p:txBody>
      </p:sp>
      <p:sp>
        <p:nvSpPr>
          <p:cNvPr id="33521" name="Counter 233 label">
            <a:extLst>
              <a:ext uri="{FF2B5EF4-FFF2-40B4-BE49-F238E27FC236}">
                <a16:creationId xmlns:a16="http://schemas.microsoft.com/office/drawing/2014/main" id="{7D16FC25-9629-69A4-148C-F0C51F07D112}"/>
              </a:ext>
            </a:extLst>
          </p:cNvPr>
          <p:cNvSpPr/>
          <p:nvPr/>
        </p:nvSpPr>
        <p:spPr>
          <a:xfrm>
            <a:off x="736854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merged pull requests</a:t>
            </a:r>
          </a:p>
          <a:p>
            <a:pPr algn="l">
              <a:buNone/>
            </a:pPr>
            <a:r>
              <a:rPr lang="en-US" sz="100">
                <a:effectLst/>
              </a:rPr>
              <a:t> </a:t>
            </a:r>
            <a:endParaRPr lang="en-US"/>
          </a:p>
        </p:txBody>
      </p:sp>
      <p:sp>
        <p:nvSpPr>
          <p:cNvPr id="33532" name="Counter 6">
            <a:extLst>
              <a:ext uri="{FF2B5EF4-FFF2-40B4-BE49-F238E27FC236}">
                <a16:creationId xmlns:a16="http://schemas.microsoft.com/office/drawing/2014/main" id="{00DED3D4-429B-618D-C986-6DFD87C266B8}"/>
              </a:ext>
            </a:extLst>
          </p:cNvPr>
          <p:cNvSpPr/>
          <p:nvPr/>
        </p:nvSpPr>
        <p:spPr>
          <a:xfrm>
            <a:off x="879348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6</a:t>
            </a:r>
          </a:p>
          <a:p>
            <a:pPr algn="l">
              <a:buNone/>
            </a:pPr>
            <a:r>
              <a:rPr lang="en-US" sz="100">
                <a:effectLst/>
              </a:rPr>
              <a:t> </a:t>
            </a:r>
            <a:endParaRPr lang="en-US"/>
          </a:p>
        </p:txBody>
      </p:sp>
      <p:sp>
        <p:nvSpPr>
          <p:cNvPr id="33544" name="Counter 6 label">
            <a:extLst>
              <a:ext uri="{FF2B5EF4-FFF2-40B4-BE49-F238E27FC236}">
                <a16:creationId xmlns:a16="http://schemas.microsoft.com/office/drawing/2014/main" id="{827EB82A-8BE1-976E-8493-E5810FD1B760}"/>
              </a:ext>
            </a:extLst>
          </p:cNvPr>
          <p:cNvSpPr/>
          <p:nvPr/>
        </p:nvSpPr>
        <p:spPr>
          <a:xfrm>
            <a:off x="879348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architecture decisions</a:t>
            </a:r>
          </a:p>
          <a:p>
            <a:pPr algn="l">
              <a:buNone/>
            </a:pPr>
            <a:r>
              <a:rPr lang="en-US" sz="100">
                <a:effectLst/>
              </a:rPr>
              <a:t> </a:t>
            </a:r>
            <a:endParaRPr lang="en-US"/>
          </a:p>
        </p:txBody>
      </p:sp>
      <p:sp>
        <p:nvSpPr>
          <p:cNvPr id="33557" name="Counter 142">
            <a:extLst>
              <a:ext uri="{FF2B5EF4-FFF2-40B4-BE49-F238E27FC236}">
                <a16:creationId xmlns:a16="http://schemas.microsoft.com/office/drawing/2014/main" id="{8625DA5F-C35C-FCBD-BD0C-F838F942376D}"/>
              </a:ext>
            </a:extLst>
          </p:cNvPr>
          <p:cNvSpPr/>
          <p:nvPr/>
        </p:nvSpPr>
        <p:spPr>
          <a:xfrm>
            <a:off x="1021842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142</a:t>
            </a:r>
          </a:p>
          <a:p>
            <a:pPr algn="l">
              <a:buNone/>
            </a:pPr>
            <a:r>
              <a:rPr lang="en-US" sz="100">
                <a:effectLst/>
              </a:rPr>
              <a:t> </a:t>
            </a:r>
            <a:endParaRPr lang="en-US"/>
          </a:p>
        </p:txBody>
      </p:sp>
      <p:sp>
        <p:nvSpPr>
          <p:cNvPr id="33571" name="Counter 142 label">
            <a:extLst>
              <a:ext uri="{FF2B5EF4-FFF2-40B4-BE49-F238E27FC236}">
                <a16:creationId xmlns:a16="http://schemas.microsoft.com/office/drawing/2014/main" id="{E3ADCD27-D464-53A5-E5E5-12C43FFA0E72}"/>
              </a:ext>
            </a:extLst>
          </p:cNvPr>
          <p:cNvSpPr/>
          <p:nvPr/>
        </p:nvSpPr>
        <p:spPr>
          <a:xfrm>
            <a:off x="1021842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requirements</a:t>
            </a:r>
          </a:p>
          <a:p>
            <a:pPr algn="l">
              <a:buNone/>
            </a:pPr>
            <a:r>
              <a:rPr lang="en-US" sz="100">
                <a:effectLst/>
              </a:rPr>
              <a:t> </a:t>
            </a:r>
            <a:endParaRPr lang="en-US"/>
          </a:p>
        </p:txBody>
      </p:sp>
      <p:sp>
        <p:nvSpPr>
          <p:cNvPr id="33586" name="Counter 196">
            <a:extLst>
              <a:ext uri="{FF2B5EF4-FFF2-40B4-BE49-F238E27FC236}">
                <a16:creationId xmlns:a16="http://schemas.microsoft.com/office/drawing/2014/main" id="{F81062BA-2E57-10C1-C585-49A65E50898F}"/>
              </a:ext>
            </a:extLst>
          </p:cNvPr>
          <p:cNvSpPr/>
          <p:nvPr/>
        </p:nvSpPr>
        <p:spPr>
          <a:xfrm>
            <a:off x="594360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196</a:t>
            </a:r>
          </a:p>
          <a:p>
            <a:pPr algn="l">
              <a:buNone/>
            </a:pPr>
            <a:r>
              <a:rPr lang="en-US" sz="100">
                <a:effectLst/>
              </a:rPr>
              <a:t> </a:t>
            </a:r>
            <a:endParaRPr lang="en-US"/>
          </a:p>
        </p:txBody>
      </p:sp>
      <p:sp>
        <p:nvSpPr>
          <p:cNvPr id="33602" name="Counter 196 label">
            <a:extLst>
              <a:ext uri="{FF2B5EF4-FFF2-40B4-BE49-F238E27FC236}">
                <a16:creationId xmlns:a16="http://schemas.microsoft.com/office/drawing/2014/main" id="{7F73B3C9-5D78-87B8-E3E5-0DEA5EA9A0B4}"/>
              </a:ext>
            </a:extLst>
          </p:cNvPr>
          <p:cNvSpPr/>
          <p:nvPr/>
        </p:nvSpPr>
        <p:spPr>
          <a:xfrm>
            <a:off x="594360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acceptance criteria</a:t>
            </a:r>
          </a:p>
          <a:p>
            <a:pPr algn="l">
              <a:buNone/>
            </a:pPr>
            <a:r>
              <a:rPr lang="en-US" sz="100">
                <a:effectLst/>
              </a:rPr>
              <a:t> </a:t>
            </a:r>
            <a:endParaRPr lang="en-US"/>
          </a:p>
        </p:txBody>
      </p:sp>
      <p:sp>
        <p:nvSpPr>
          <p:cNvPr id="33619" name="Counter 34">
            <a:extLst>
              <a:ext uri="{FF2B5EF4-FFF2-40B4-BE49-F238E27FC236}">
                <a16:creationId xmlns:a16="http://schemas.microsoft.com/office/drawing/2014/main" id="{1D790FDD-679D-8A99-1DD7-F0A56916BE73}"/>
              </a:ext>
            </a:extLst>
          </p:cNvPr>
          <p:cNvSpPr/>
          <p:nvPr/>
        </p:nvSpPr>
        <p:spPr>
          <a:xfrm>
            <a:off x="736854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34</a:t>
            </a:r>
          </a:p>
          <a:p>
            <a:pPr algn="l">
              <a:buNone/>
            </a:pPr>
            <a:r>
              <a:rPr lang="en-US" sz="100">
                <a:effectLst/>
              </a:rPr>
              <a:t> </a:t>
            </a:r>
            <a:endParaRPr lang="en-US"/>
          </a:p>
        </p:txBody>
      </p:sp>
      <p:sp>
        <p:nvSpPr>
          <p:cNvPr id="33637" name="Counter 34 label">
            <a:extLst>
              <a:ext uri="{FF2B5EF4-FFF2-40B4-BE49-F238E27FC236}">
                <a16:creationId xmlns:a16="http://schemas.microsoft.com/office/drawing/2014/main" id="{E99CE2C4-9472-5C3B-B3DF-F07DD9104992}"/>
              </a:ext>
            </a:extLst>
          </p:cNvPr>
          <p:cNvSpPr/>
          <p:nvPr/>
        </p:nvSpPr>
        <p:spPr>
          <a:xfrm>
            <a:off x="736854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research documents</a:t>
            </a:r>
          </a:p>
          <a:p>
            <a:pPr algn="l">
              <a:buNone/>
            </a:pPr>
            <a:r>
              <a:rPr lang="en-US" sz="100">
                <a:effectLst/>
              </a:rPr>
              <a:t> </a:t>
            </a:r>
            <a:endParaRPr lang="en-US"/>
          </a:p>
        </p:txBody>
      </p:sp>
      <p:sp>
        <p:nvSpPr>
          <p:cNvPr id="33656" name="Counter 28">
            <a:extLst>
              <a:ext uri="{FF2B5EF4-FFF2-40B4-BE49-F238E27FC236}">
                <a16:creationId xmlns:a16="http://schemas.microsoft.com/office/drawing/2014/main" id="{CB0960BF-71CF-9CE4-4CB4-CB9127E4FA92}"/>
              </a:ext>
            </a:extLst>
          </p:cNvPr>
          <p:cNvSpPr/>
          <p:nvPr/>
        </p:nvSpPr>
        <p:spPr>
          <a:xfrm>
            <a:off x="879348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28</a:t>
            </a:r>
          </a:p>
          <a:p>
            <a:pPr algn="l">
              <a:buNone/>
            </a:pPr>
            <a:r>
              <a:rPr lang="en-US" sz="100">
                <a:effectLst/>
              </a:rPr>
              <a:t> </a:t>
            </a:r>
            <a:endParaRPr lang="en-US"/>
          </a:p>
        </p:txBody>
      </p:sp>
      <p:sp>
        <p:nvSpPr>
          <p:cNvPr id="33676" name="Counter 28 label">
            <a:extLst>
              <a:ext uri="{FF2B5EF4-FFF2-40B4-BE49-F238E27FC236}">
                <a16:creationId xmlns:a16="http://schemas.microsoft.com/office/drawing/2014/main" id="{5BE7F070-7472-1601-67C5-B19E1756B4C9}"/>
              </a:ext>
            </a:extLst>
          </p:cNvPr>
          <p:cNvSpPr/>
          <p:nvPr/>
        </p:nvSpPr>
        <p:spPr>
          <a:xfrm>
            <a:off x="879348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journey maps</a:t>
            </a:r>
          </a:p>
          <a:p>
            <a:pPr algn="l">
              <a:buNone/>
            </a:pPr>
            <a:r>
              <a:rPr lang="en-US" sz="100">
                <a:effectLst/>
              </a:rPr>
              <a:t> </a:t>
            </a:r>
            <a:endParaRPr lang="en-US"/>
          </a:p>
        </p:txBody>
      </p:sp>
      <p:sp>
        <p:nvSpPr>
          <p:cNvPr id="33697" name="Counter 189">
            <a:extLst>
              <a:ext uri="{FF2B5EF4-FFF2-40B4-BE49-F238E27FC236}">
                <a16:creationId xmlns:a16="http://schemas.microsoft.com/office/drawing/2014/main" id="{CBB45161-C89D-8B7C-B668-7B8A54CD4665}"/>
              </a:ext>
            </a:extLst>
          </p:cNvPr>
          <p:cNvSpPr/>
          <p:nvPr/>
        </p:nvSpPr>
        <p:spPr>
          <a:xfrm>
            <a:off x="1021842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189</a:t>
            </a:r>
          </a:p>
          <a:p>
            <a:pPr algn="l">
              <a:buNone/>
            </a:pPr>
            <a:r>
              <a:rPr lang="en-US" sz="100">
                <a:effectLst/>
              </a:rPr>
              <a:t> </a:t>
            </a:r>
            <a:endParaRPr lang="en-US"/>
          </a:p>
        </p:txBody>
      </p:sp>
      <p:sp>
        <p:nvSpPr>
          <p:cNvPr id="33719" name="Counter 189 label">
            <a:extLst>
              <a:ext uri="{FF2B5EF4-FFF2-40B4-BE49-F238E27FC236}">
                <a16:creationId xmlns:a16="http://schemas.microsoft.com/office/drawing/2014/main" id="{DFC2FCCA-8696-3BAB-FE99-81CB8ED9673C}"/>
              </a:ext>
            </a:extLst>
          </p:cNvPr>
          <p:cNvSpPr/>
          <p:nvPr/>
        </p:nvSpPr>
        <p:spPr>
          <a:xfrm>
            <a:off x="1021842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backlog items</a:t>
            </a:r>
          </a:p>
          <a:p>
            <a:pPr algn="l">
              <a:buNone/>
            </a:pPr>
            <a:r>
              <a:rPr lang="en-US" sz="100">
                <a:effectLst/>
              </a:rPr>
              <a:t> </a:t>
            </a:r>
            <a:endParaRPr lang="en-US"/>
          </a:p>
        </p:txBody>
      </p:sp>
      <p:sp>
        <p:nvSpPr>
          <p:cNvPr id="33742" name="Since line">
            <a:extLst>
              <a:ext uri="{FF2B5EF4-FFF2-40B4-BE49-F238E27FC236}">
                <a16:creationId xmlns:a16="http://schemas.microsoft.com/office/drawing/2014/main" id="{F3258B4A-6914-0263-89DD-67F0443F2DBF}"/>
              </a:ext>
            </a:extLst>
          </p:cNvPr>
          <p:cNvSpPr/>
          <p:nvPr/>
        </p:nvSpPr>
        <p:spPr>
          <a:xfrm>
            <a:off x="5943600" y="5196840"/>
            <a:ext cx="56997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Since 11 Sep 2026</a:t>
            </a:r>
          </a:p>
          <a:p>
            <a:pPr algn="l">
              <a:buNone/>
            </a:pPr>
            <a:r>
              <a:rPr lang="en-US" sz="1600" b="1">
                <a:solidFill>
                  <a:srgbClr val="173F35"/>
                </a:solidFill>
                <a:effectLst/>
                <a:latin typeface="Arial" panose="020B0604020202020204" pitchFamily="34" charset="0"/>
              </a:rPr>
              <a:t>one architect, GitHub Copilot and automation</a:t>
            </a:r>
            <a:endParaRPr lang="en-US"/>
          </a:p>
        </p:txBody>
      </p:sp>
      <p:sp>
        <p:nvSpPr>
          <p:cNvPr id="33766" name="Footer sources">
            <a:extLst>
              <a:ext uri="{FF2B5EF4-FFF2-40B4-BE49-F238E27FC236}">
                <a16:creationId xmlns:a16="http://schemas.microsoft.com/office/drawing/2014/main" id="{C9C97154-3EF2-D730-28F6-89B31189621E}"/>
              </a:ext>
            </a:extLst>
          </p:cNvPr>
          <p:cNvSpPr/>
          <p:nvPr/>
        </p:nvSpPr>
        <p:spPr>
          <a:xfrm>
            <a:off x="5943600" y="5943600"/>
            <a:ext cx="5105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public repository jmservera/ama at 140d8f4 (23 Oct 2026) · BRD v0.19.0 · PRD v0.18.0 · AMA Plan board</a:t>
            </a:r>
          </a:p>
          <a:p>
            <a:pPr algn="l">
              <a:buNone/>
            </a:pPr>
            <a:r>
              <a:rPr lang="en-US" sz="100">
                <a:effectLst/>
              </a:rPr>
              <a:t> </a:t>
            </a:r>
            <a:endParaRPr lang="en-US"/>
          </a:p>
        </p:txBody>
      </p:sp>
      <p:sp>
        <p:nvSpPr>
          <p:cNvPr id="33791" name="Footer navigation">
            <a:extLst>
              <a:ext uri="{FF2B5EF4-FFF2-40B4-BE49-F238E27FC236}">
                <a16:creationId xmlns:a16="http://schemas.microsoft.com/office/drawing/2014/main" id="{C81A7366-687D-9B03-AB54-58442AC2FF00}"/>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S06</a:t>
            </a:r>
          </a:p>
          <a:p>
            <a:pPr algn="r">
              <a:buNone/>
            </a:pPr>
            <a:r>
              <a:rPr lang="en-US" sz="100">
                <a:effectLst/>
              </a:rPr>
              <a:t> </a:t>
            </a:r>
            <a:endParaRPr lang="en-US"/>
          </a:p>
        </p:txBody>
      </p:sp>
    </p:spTree>
    <p:extLst>
      <p:ext uri="{BB962C8B-B14F-4D97-AF65-F5344CB8AC3E}">
        <p14:creationId xmlns:p14="http://schemas.microsoft.com/office/powerpoint/2010/main" val="3781609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792" name="Eyebrow">
            <a:extLst>
              <a:ext uri="{FF2B5EF4-FFF2-40B4-BE49-F238E27FC236}">
                <a16:creationId xmlns:a16="http://schemas.microsoft.com/office/drawing/2014/main" id="{52D5FC37-8420-384B-85DC-C8039271F3D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794" name="Slide title">
            <a:extLst>
              <a:ext uri="{FF2B5EF4-FFF2-40B4-BE49-F238E27FC236}">
                <a16:creationId xmlns:a16="http://schemas.microsoft.com/office/drawing/2014/main" id="{EE5C6520-8647-A940-478F-BACD7D0B797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designed for the people who move a home forward.</a:t>
            </a:r>
          </a:p>
          <a:p>
            <a:pPr algn="l">
              <a:buNone/>
            </a:pPr>
            <a:r>
              <a:rPr lang="en-US" sz="100">
                <a:effectLst/>
              </a:rPr>
              <a:t> </a:t>
            </a:r>
            <a:endParaRPr lang="en-US"/>
          </a:p>
        </p:txBody>
      </p:sp>
      <p:sp>
        <p:nvSpPr>
          <p:cNvPr id="33797" name="Footer sources">
            <a:extLst>
              <a:ext uri="{FF2B5EF4-FFF2-40B4-BE49-F238E27FC236}">
                <a16:creationId xmlns:a16="http://schemas.microsoft.com/office/drawing/2014/main" id="{CDD81867-194D-F8E0-39A9-C33AA9D003B0}"/>
              </a:ext>
            </a:extLst>
          </p:cNvPr>
          <p:cNvSpPr/>
          <p:nvPr/>
        </p:nvSpPr>
        <p:spPr>
          <a:xfrm>
            <a:off x="548640" y="6126480"/>
            <a:ext cx="9430512"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company profile research (8-role decision map) · customer journey atlas · PRD role perspectives</a:t>
            </a:r>
          </a:p>
          <a:p>
            <a:pPr algn="l">
              <a:buNone/>
            </a:pPr>
            <a:r>
              <a:rPr lang="en-US" sz="100">
                <a:effectLst/>
              </a:rPr>
              <a:t> </a:t>
            </a:r>
            <a:endParaRPr lang="en-US"/>
          </a:p>
        </p:txBody>
      </p:sp>
      <p:sp>
        <p:nvSpPr>
          <p:cNvPr id="33801" name="Footer navigation">
            <a:extLst>
              <a:ext uri="{FF2B5EF4-FFF2-40B4-BE49-F238E27FC236}">
                <a16:creationId xmlns:a16="http://schemas.microsoft.com/office/drawing/2014/main" id="{04A6873D-EAF4-D3A6-7B0C-07AC28580599}"/>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S07 · Answers: B12</a:t>
            </a:r>
          </a:p>
          <a:p>
            <a:pPr algn="r">
              <a:buNone/>
            </a:pPr>
            <a:r>
              <a:rPr lang="en-US" sz="100">
                <a:effectLst/>
              </a:rPr>
              <a:t> </a:t>
            </a:r>
            <a:endParaRPr lang="en-US"/>
          </a:p>
        </p:txBody>
      </p:sp>
      <p:sp xmlns:p="http://schemas.openxmlformats.org/presentationml/2006/main" xmlns:a="http://schemas.openxmlformats.org/drawingml/2006/main">
        <p:nvSpPr>
          <p:cNvPr id="900000" name="Story-8-metrics" descr="9 role contributions     /     28 stage-based maps     /     24 bounded opportunities"/>
          <p:cNvSpPr txBox="1"/>
          <p:nvPr/>
        </p:nvSpPr>
        <p:spPr>
          <a:xfrm>
            <a:off x="548640" y="1417320"/>
            <a:ext cx="11091672" cy="384048"/>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9 role contributions     /     28 stage-based maps     /     24 bounded opportunities</a:t>
            </a:r>
          </a:p>
        </p:txBody>
      </p:sp>
      <p:sp xmlns:p="http://schemas.openxmlformats.org/presentationml/2006/main" xmlns:a="http://schemas.openxmlformats.org/drawingml/2006/main">
        <p:nvSpPr>
          <p:cNvPr id="900001" name="Story-8-status" descr="Desk research + role instruments, not resident or staff validation"/>
          <p:cNvSpPr txBox="1"/>
          <p:nvPr/>
        </p:nvSpPr>
        <p:spPr>
          <a:xfrm>
            <a:off x="548640" y="1874520"/>
            <a:ext cx="11091672" cy="27432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Desk research + role instruments, not resident or staff validation</a:t>
            </a:r>
          </a:p>
        </p:txBody>
      </p:sp>
      <p:sp xmlns:p="http://schemas.openxmlformats.org/presentationml/2006/main" xmlns:a="http://schemas.openxmlformats.org/drawingml/2006/main">
        <p:nvSpPr>
          <p:cNvPr id="900002" name="Story-8-journey-1" descr="1 Report /&#10;nominate"/>
          <p:cNvSpPr txBox="1"/>
          <p:nvPr/>
        </p:nvSpPr>
        <p:spPr>
          <a:xfrm>
            <a:off x="548640" y="2331720"/>
            <a:ext cx="1389888" cy="822960"/>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1 Report /</a:t>
            </a:r>
          </a:p>
          <a:p>
            <a:pPr algn="l">
              <a:lnSpc>
                <a:spcPct val="105000"/>
              </a:lnSpc>
              <a:buNone/>
            </a:pPr>
            <a:r>
              <a:rPr lang="en-GB" sz="1400" b="1">
                <a:solidFill>
                  <a:srgbClr val="173F35"/>
                </a:solidFill>
                <a:latin typeface="Arial"/>
              </a:rPr>
              <a:t>nominate</a:t>
            </a:r>
          </a:p>
        </p:txBody>
      </p:sp>
      <p:sp xmlns:p="http://schemas.openxmlformats.org/presentationml/2006/main" xmlns:a="http://schemas.openxmlformats.org/drawingml/2006/main">
        <p:nvSpPr>
          <p:cNvPr id="900003" name="Story-8-journey-2" descr="2 Understand&#10;home"/>
          <p:cNvSpPr txBox="1"/>
          <p:nvPr/>
        </p:nvSpPr>
        <p:spPr>
          <a:xfrm>
            <a:off x="1938528" y="2331720"/>
            <a:ext cx="1389888" cy="822960"/>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2 Understand</a:t>
            </a:r>
          </a:p>
          <a:p>
            <a:pPr algn="l">
              <a:lnSpc>
                <a:spcPct val="105000"/>
              </a:lnSpc>
              <a:buNone/>
            </a:pPr>
            <a:r>
              <a:rPr lang="en-GB" sz="1400" b="1">
                <a:solidFill>
                  <a:srgbClr val="173F35"/>
                </a:solidFill>
                <a:latin typeface="Arial"/>
              </a:rPr>
              <a:t>home</a:t>
            </a:r>
          </a:p>
        </p:txBody>
      </p:sp>
      <p:sp xmlns:p="http://schemas.openxmlformats.org/presentationml/2006/main" xmlns:a="http://schemas.openxmlformats.org/drawingml/2006/main">
        <p:nvSpPr>
          <p:cNvPr id="900004" name="Story-8-journey-3" descr="3 Decide&#10;scope"/>
          <p:cNvSpPr txBox="1"/>
          <p:nvPr/>
        </p:nvSpPr>
        <p:spPr>
          <a:xfrm>
            <a:off x="3328416" y="2331720"/>
            <a:ext cx="1389888" cy="822960"/>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3 Decide</a:t>
            </a:r>
          </a:p>
          <a:p>
            <a:pPr algn="l">
              <a:lnSpc>
                <a:spcPct val="105000"/>
              </a:lnSpc>
              <a:buNone/>
            </a:pPr>
            <a:r>
              <a:rPr lang="en-GB" sz="1400" b="1">
                <a:solidFill>
                  <a:srgbClr val="173F35"/>
                </a:solidFill>
                <a:latin typeface="Arial"/>
              </a:rPr>
              <a:t>scope</a:t>
            </a:r>
          </a:p>
        </p:txBody>
      </p:sp>
      <p:sp xmlns:p="http://schemas.openxmlformats.org/presentationml/2006/main" xmlns:a="http://schemas.openxmlformats.org/drawingml/2006/main">
        <p:nvSpPr>
          <p:cNvPr id="900005" name="Story-8-journey-4" descr="4 Coordinate&#10;ready work"/>
          <p:cNvSpPr txBox="1"/>
          <p:nvPr/>
        </p:nvSpPr>
        <p:spPr>
          <a:xfrm>
            <a:off x="4718304" y="2331720"/>
            <a:ext cx="1389888" cy="822960"/>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4 Coordinate</a:t>
            </a:r>
          </a:p>
          <a:p>
            <a:pPr algn="l">
              <a:lnSpc>
                <a:spcPct val="105000"/>
              </a:lnSpc>
              <a:buNone/>
            </a:pPr>
            <a:r>
              <a:rPr lang="en-GB" sz="1400" b="1">
                <a:solidFill>
                  <a:srgbClr val="173F35"/>
                </a:solidFill>
                <a:latin typeface="Arial"/>
              </a:rPr>
              <a:t>ready work</a:t>
            </a:r>
          </a:p>
        </p:txBody>
      </p:sp>
      <p:sp xmlns:p="http://schemas.openxmlformats.org/presentationml/2006/main" xmlns:a="http://schemas.openxmlformats.org/drawingml/2006/main">
        <p:nvSpPr>
          <p:cNvPr id="900006" name="Story-8-journey-5" descr="5 Deliver /&#10;capture"/>
          <p:cNvSpPr txBox="1"/>
          <p:nvPr/>
        </p:nvSpPr>
        <p:spPr>
          <a:xfrm>
            <a:off x="6108192" y="2331720"/>
            <a:ext cx="1389888" cy="822960"/>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5 Deliver /</a:t>
            </a:r>
          </a:p>
          <a:p>
            <a:pPr algn="l">
              <a:lnSpc>
                <a:spcPct val="105000"/>
              </a:lnSpc>
              <a:buNone/>
            </a:pPr>
            <a:r>
              <a:rPr lang="en-GB" sz="1400" b="1">
                <a:solidFill>
                  <a:srgbClr val="173F35"/>
                </a:solidFill>
                <a:latin typeface="Arial"/>
              </a:rPr>
              <a:t>capture</a:t>
            </a:r>
          </a:p>
        </p:txBody>
      </p:sp>
      <p:sp xmlns:p="http://schemas.openxmlformats.org/presentationml/2006/main" xmlns:a="http://schemas.openxmlformats.org/drawingml/2006/main">
        <p:nvSpPr>
          <p:cNvPr id="900007" name="Story-8-journey-6" descr="6 Inspect /&#10;remedy"/>
          <p:cNvSpPr txBox="1"/>
          <p:nvPr/>
        </p:nvSpPr>
        <p:spPr>
          <a:xfrm>
            <a:off x="7498080" y="2331720"/>
            <a:ext cx="1389888" cy="822960"/>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6 Inspect /</a:t>
            </a:r>
          </a:p>
          <a:p>
            <a:pPr algn="l">
              <a:lnSpc>
                <a:spcPct val="105000"/>
              </a:lnSpc>
              <a:buNone/>
            </a:pPr>
            <a:r>
              <a:rPr lang="en-GB" sz="1400" b="1">
                <a:solidFill>
                  <a:srgbClr val="173F35"/>
                </a:solidFill>
                <a:latin typeface="Arial"/>
              </a:rPr>
              <a:t>remedy</a:t>
            </a:r>
          </a:p>
        </p:txBody>
      </p:sp>
      <p:sp xmlns:p="http://schemas.openxmlformats.org/presentationml/2006/main" xmlns:a="http://schemas.openxmlformats.org/drawingml/2006/main">
        <p:nvSpPr>
          <p:cNvPr id="900008" name="Story-8-journey-7" descr="7 Handover /&#10;live with it"/>
          <p:cNvSpPr txBox="1"/>
          <p:nvPr/>
        </p:nvSpPr>
        <p:spPr>
          <a:xfrm>
            <a:off x="8887968" y="2331720"/>
            <a:ext cx="1389888" cy="822960"/>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7 Handover /</a:t>
            </a:r>
          </a:p>
          <a:p>
            <a:pPr algn="l">
              <a:lnSpc>
                <a:spcPct val="105000"/>
              </a:lnSpc>
              <a:buNone/>
            </a:pPr>
            <a:r>
              <a:rPr lang="en-GB" sz="1400" b="1">
                <a:solidFill>
                  <a:srgbClr val="173F35"/>
                </a:solidFill>
                <a:latin typeface="Arial"/>
              </a:rPr>
              <a:t>live with it</a:t>
            </a:r>
          </a:p>
        </p:txBody>
      </p:sp>
      <p:sp xmlns:p="http://schemas.openxmlformats.org/presentationml/2006/main" xmlns:a="http://schemas.openxmlformats.org/drawingml/2006/main">
        <p:nvSpPr>
          <p:cNvPr id="900009" name="Story-8-journey-8" descr="8 Reconcile /&#10;learn"/>
          <p:cNvSpPr txBox="1"/>
          <p:nvPr/>
        </p:nvSpPr>
        <p:spPr>
          <a:xfrm>
            <a:off x="10277856" y="2331720"/>
            <a:ext cx="1362456" cy="822960"/>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8 Reconcile /</a:t>
            </a:r>
          </a:p>
          <a:p>
            <a:pPr algn="l">
              <a:lnSpc>
                <a:spcPct val="105000"/>
              </a:lnSpc>
              <a:buNone/>
            </a:pPr>
            <a:r>
              <a:rPr lang="en-GB" sz="1400" b="1">
                <a:solidFill>
                  <a:srgbClr val="173F35"/>
                </a:solidFill>
                <a:latin typeface="Arial"/>
              </a:rPr>
              <a:t>learn</a:t>
            </a:r>
          </a:p>
        </p:txBody>
      </p:sp>
      <p:sp xmlns:p="http://schemas.openxmlformats.org/presentationml/2006/main" xmlns:a="http://schemas.openxmlformats.org/drawingml/2006/main">
        <p:nvSpPr>
          <p:cNvPr id="900010" name="Story-8-pain-link-1" descr=""/>
          <p:cNvSpPr txBox="1"/>
          <p:nvPr/>
        </p:nvSpPr>
        <p:spPr>
          <a:xfrm>
            <a:off x="2432304" y="3209544"/>
            <a:ext cx="237744" cy="292608"/>
          </a:xfrm>
          <a:prstGeom prst="down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8-pain-link-2" descr=""/>
          <p:cNvSpPr txBox="1"/>
          <p:nvPr/>
        </p:nvSpPr>
        <p:spPr>
          <a:xfrm>
            <a:off x="5257800" y="3209544"/>
            <a:ext cx="237744" cy="292608"/>
          </a:xfrm>
          <a:prstGeom prst="down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8-pain-link-3" descr=""/>
          <p:cNvSpPr txBox="1"/>
          <p:nvPr/>
        </p:nvSpPr>
        <p:spPr>
          <a:xfrm>
            <a:off x="8083296" y="3209544"/>
            <a:ext cx="237744" cy="292608"/>
          </a:xfrm>
          <a:prstGeom prst="down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8-hypothesis-label-1" descr="1-2 / PAIN HYPOTHESIS"/>
          <p:cNvSpPr txBox="1"/>
          <p:nvPr/>
        </p:nvSpPr>
        <p:spPr>
          <a:xfrm>
            <a:off x="548640" y="3657600"/>
            <a:ext cx="3383280" cy="301752"/>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173F35"/>
                </a:solidFill>
                <a:latin typeface="Arial"/>
              </a:rPr>
              <a:t>1-2 / PAIN HYPOTHESIS</a:t>
            </a:r>
          </a:p>
        </p:txBody>
      </p:sp>
      <p:sp xmlns:p="http://schemas.openxmlformats.org/presentationml/2006/main" xmlns:a="http://schemas.openxmlformats.org/drawingml/2006/main">
        <p:nvSpPr>
          <p:cNvPr id="900014" name="Story-8-hypothesis-label-2" descr="4 / PAIN HYPOTHESIS"/>
          <p:cNvSpPr txBox="1"/>
          <p:nvPr/>
        </p:nvSpPr>
        <p:spPr>
          <a:xfrm>
            <a:off x="4343400" y="3657600"/>
            <a:ext cx="3383280" cy="301752"/>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173F35"/>
                </a:solidFill>
                <a:latin typeface="Arial"/>
              </a:rPr>
              <a:t>4 / PAIN HYPOTHESIS</a:t>
            </a:r>
          </a:p>
        </p:txBody>
      </p:sp>
      <p:sp xmlns:p="http://schemas.openxmlformats.org/presentationml/2006/main" xmlns:a="http://schemas.openxmlformats.org/drawingml/2006/main">
        <p:nvSpPr>
          <p:cNvPr id="900015" name="Story-8-hypothesis-label-3" descr="3 + 6 / PAIN HYPOTHESIS"/>
          <p:cNvSpPr txBox="1"/>
          <p:nvPr/>
        </p:nvSpPr>
        <p:spPr>
          <a:xfrm>
            <a:off x="8138160" y="3657600"/>
            <a:ext cx="3502152" cy="301752"/>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173F35"/>
                </a:solidFill>
                <a:latin typeface="Arial"/>
              </a:rPr>
              <a:t>3 + 6 / PAIN HYPOTHESIS</a:t>
            </a:r>
          </a:p>
        </p:txBody>
      </p:sp>
      <p:sp xmlns:p="http://schemas.openxmlformats.org/presentationml/2006/main" xmlns:a="http://schemas.openxmlformats.org/drawingml/2006/main">
        <p:nvSpPr>
          <p:cNvPr id="900016" name="Story-8-hypothesis-1" descr="Repeated story"/>
          <p:cNvSpPr txBox="1"/>
          <p:nvPr/>
        </p:nvSpPr>
        <p:spPr>
          <a:xfrm>
            <a:off x="548640" y="4069080"/>
            <a:ext cx="3383280" cy="36576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Repeated story</a:t>
            </a:r>
          </a:p>
        </p:txBody>
      </p:sp>
      <p:sp xmlns:p="http://schemas.openxmlformats.org/presentationml/2006/main" xmlns:a="http://schemas.openxmlformats.org/drawingml/2006/main">
        <p:nvSpPr>
          <p:cNvPr id="900017" name="Story-8-hypothesis-2" descr="Unowned promises"/>
          <p:cNvSpPr txBox="1"/>
          <p:nvPr/>
        </p:nvSpPr>
        <p:spPr>
          <a:xfrm>
            <a:off x="4343400" y="4069080"/>
            <a:ext cx="3383280" cy="36576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Unowned promises</a:t>
            </a:r>
          </a:p>
        </p:txBody>
      </p:sp>
      <p:sp xmlns:p="http://schemas.openxmlformats.org/presentationml/2006/main" xmlns:a="http://schemas.openxmlformats.org/drawingml/2006/main">
        <p:nvSpPr>
          <p:cNvPr id="900018" name="Story-8-hypothesis-3" descr="Stale reviews"/>
          <p:cNvSpPr txBox="1"/>
          <p:nvPr/>
        </p:nvSpPr>
        <p:spPr>
          <a:xfrm>
            <a:off x="8138160" y="4069080"/>
            <a:ext cx="3502152" cy="36576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Stale reviews</a:t>
            </a:r>
          </a:p>
        </p:txBody>
      </p:sp>
      <p:sp xmlns:p="http://schemas.openxmlformats.org/presentationml/2006/main" xmlns:a="http://schemas.openxmlformats.org/drawingml/2006/main">
        <p:nvSpPr>
          <p:cNvPr id="900019" name="Story-8-response-1" descr="TEST: one sourced case;&#10;safe sharing, less repetition"/>
          <p:cNvSpPr txBox="1"/>
          <p:nvPr/>
        </p:nvSpPr>
        <p:spPr>
          <a:xfrm>
            <a:off x="548640" y="4617720"/>
            <a:ext cx="3383280" cy="8229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TEST: one sourced case;</a:t>
            </a:r>
          </a:p>
          <a:p>
            <a:pPr algn="l">
              <a:lnSpc>
                <a:spcPct val="105000"/>
              </a:lnSpc>
              <a:buNone/>
            </a:pPr>
            <a:r>
              <a:rPr lang="en-GB" sz="1700" b="0">
                <a:solidFill>
                  <a:srgbClr val="173F35"/>
                </a:solidFill>
                <a:latin typeface="Arial"/>
              </a:rPr>
              <a:t>safe sharing, less repetition</a:t>
            </a:r>
          </a:p>
        </p:txBody>
      </p:sp>
      <p:sp xmlns:p="http://schemas.openxmlformats.org/presentationml/2006/main" xmlns:a="http://schemas.openxmlformats.org/drawingml/2006/main">
        <p:nvSpPr>
          <p:cNvPr id="900020" name="Story-8-response-2" descr="TEST: named receiver;&#10;sender chases acceptance"/>
          <p:cNvSpPr txBox="1"/>
          <p:nvPr/>
        </p:nvSpPr>
        <p:spPr>
          <a:xfrm>
            <a:off x="4343400" y="4617720"/>
            <a:ext cx="3383280" cy="8229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TEST: named receiver;</a:t>
            </a:r>
          </a:p>
          <a:p>
            <a:pPr algn="l">
              <a:lnSpc>
                <a:spcPct val="105000"/>
              </a:lnSpc>
              <a:buNone/>
            </a:pPr>
            <a:r>
              <a:rPr lang="en-GB" sz="1700" b="0">
                <a:solidFill>
                  <a:srgbClr val="173F35"/>
                </a:solidFill>
                <a:latin typeface="Arial"/>
              </a:rPr>
              <a:t>sender chases acceptance</a:t>
            </a:r>
          </a:p>
        </p:txBody>
      </p:sp>
      <p:sp xmlns:p="http://schemas.openxmlformats.org/presentationml/2006/main" xmlns:a="http://schemas.openxmlformats.org/drawingml/2006/main">
        <p:nvSpPr>
          <p:cNvPr id="900021" name="Story-8-response-3" descr="TEST: separate decisions;&#10;reopen affected reviews"/>
          <p:cNvSpPr txBox="1"/>
          <p:nvPr/>
        </p:nvSpPr>
        <p:spPr>
          <a:xfrm>
            <a:off x="8138160" y="4617720"/>
            <a:ext cx="3502152" cy="8229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TEST: separate decisions;</a:t>
            </a:r>
          </a:p>
          <a:p>
            <a:pPr algn="l">
              <a:lnSpc>
                <a:spcPct val="105000"/>
              </a:lnSpc>
              <a:buNone/>
            </a:pPr>
            <a:r>
              <a:rPr lang="en-GB" sz="1700" b="0">
                <a:solidFill>
                  <a:srgbClr val="173F35"/>
                </a:solidFill>
                <a:latin typeface="Arial"/>
              </a:rPr>
              <a:t>reopen affected reviews</a:t>
            </a:r>
          </a:p>
        </p:txBody>
      </p:sp>
      <p:sp xmlns:p="http://schemas.openxmlformats.org/presentationml/2006/main" xmlns:a="http://schemas.openxmlformats.org/drawingml/2006/main">
        <p:nvSpPr>
          <p:cNvPr id="900022" name="Story-8-source-date" descr="Journey atlas: 14 Oct research / 23 Oct reconciliation. Counts describe research coverage, not measured benefit."/>
          <p:cNvSpPr txBox="1"/>
          <p:nvPr/>
        </p:nvSpPr>
        <p:spPr>
          <a:xfrm>
            <a:off x="548640" y="5715000"/>
            <a:ext cx="11091672" cy="256032"/>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Journey atlas: 14 Oct research / 23 Oct reconciliation. Counts describe research coverage, not measured benefit.</a:t>
            </a:r>
          </a:p>
        </p:txBody>
      </p:sp>
    </p:spTree>
    <p:extLst>
      <p:ext uri="{BB962C8B-B14F-4D97-AF65-F5344CB8AC3E}">
        <p14:creationId xmlns:p14="http://schemas.microsoft.com/office/powerpoint/2010/main" val="91711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4467" name="Eyebrow">
            <a:extLst>
              <a:ext uri="{FF2B5EF4-FFF2-40B4-BE49-F238E27FC236}">
                <a16:creationId xmlns:a16="http://schemas.microsoft.com/office/drawing/2014/main" id="{82CEED6A-3A9A-3CC6-FB51-F7B5D6F3DF52}"/>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4469" name="Slide title">
            <a:extLst>
              <a:ext uri="{FF2B5EF4-FFF2-40B4-BE49-F238E27FC236}">
                <a16:creationId xmlns:a16="http://schemas.microsoft.com/office/drawing/2014/main" id="{AA720D46-E02A-71CC-9946-EEB3943C2DF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challenged the brief to make it shippable.</a:t>
            </a:r>
          </a:p>
          <a:p>
            <a:pPr algn="l">
              <a:buNone/>
            </a:pPr>
            <a:r>
              <a:rPr lang="en-US" sz="100">
                <a:effectLst/>
              </a:rPr>
              <a:t> </a:t>
            </a:r>
            <a:endParaRPr lang="en-US"/>
          </a:p>
        </p:txBody>
      </p:sp>
      <p:sp>
        <p:nvSpPr>
          <p:cNvPr id="34472" name="Footer sources">
            <a:extLst>
              <a:ext uri="{FF2B5EF4-FFF2-40B4-BE49-F238E27FC236}">
                <a16:creationId xmlns:a16="http://schemas.microsoft.com/office/drawing/2014/main" id="{0D85AA13-DE32-3750-8A60-93F460E2B47B}"/>
              </a:ext>
            </a:extLst>
          </p:cNvPr>
          <p:cNvSpPr/>
          <p:nvPr/>
        </p:nvSpPr>
        <p:spPr>
          <a:xfrm>
            <a:off x="548640" y="6126480"/>
            <a:ext cx="9028176"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agent-request challenge (E03) · ADR 0002 and ADR 0003 (E06, E08, E09)</a:t>
            </a:r>
          </a:p>
          <a:p>
            <a:pPr algn="l">
              <a:buNone/>
            </a:pPr>
            <a:r>
              <a:rPr lang="en-US" sz="100">
                <a:effectLst/>
              </a:rPr>
              <a:t> </a:t>
            </a:r>
            <a:endParaRPr lang="en-US"/>
          </a:p>
        </p:txBody>
      </p:sp>
      <p:sp>
        <p:nvSpPr>
          <p:cNvPr id="34476" name="Footer navigation">
            <a:extLst>
              <a:ext uri="{FF2B5EF4-FFF2-40B4-BE49-F238E27FC236}">
                <a16:creationId xmlns:a16="http://schemas.microsoft.com/office/drawing/2014/main" id="{296EB712-72AF-15C1-52DD-BFA462CA9ABB}"/>
              </a:ext>
            </a:extLst>
          </p:cNvPr>
          <p:cNvSpPr/>
          <p:nvPr/>
        </p:nvSpPr>
        <p:spPr>
          <a:xfrm>
            <a:off x="9668256" y="6126480"/>
            <a:ext cx="1975104"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S08 · Answers: B03 · B14</a:t>
            </a:r>
          </a:p>
          <a:p>
            <a:pPr algn="r">
              <a:buNone/>
            </a:pPr>
            <a:r>
              <a:rPr lang="en-US" sz="100">
                <a:effectLst/>
              </a:rPr>
              <a:t> </a:t>
            </a:r>
            <a:endParaRPr lang="en-US"/>
          </a:p>
        </p:txBody>
      </p:sp>
      <p:sp>
        <p:nvSpPr>
          <p:cNvPr id="34481" name="Card 1">
            <a:extLst>
              <a:ext uri="{FF2B5EF4-FFF2-40B4-BE49-F238E27FC236}">
                <a16:creationId xmlns:a16="http://schemas.microsoft.com/office/drawing/2014/main" id="{515F4483-F59A-588B-08C5-ADEB9EAFC605}"/>
              </a:ext>
            </a:extLst>
          </p:cNvPr>
          <p:cNvSpPr/>
          <p:nvPr/>
        </p:nvSpPr>
        <p:spPr>
          <a:xfrm>
            <a:off x="5486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87" name="Card 1 we built panel">
            <a:extLst>
              <a:ext uri="{FF2B5EF4-FFF2-40B4-BE49-F238E27FC236}">
                <a16:creationId xmlns:a16="http://schemas.microsoft.com/office/drawing/2014/main" id="{D82D93E3-A1C3-9540-5D47-31D30554B081}"/>
              </a:ext>
            </a:extLst>
          </p:cNvPr>
          <p:cNvSpPr/>
          <p:nvPr/>
        </p:nvSpPr>
        <p:spPr>
          <a:xfrm>
            <a:off x="24323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94" name="Card 1 brief said label">
            <a:extLst>
              <a:ext uri="{FF2B5EF4-FFF2-40B4-BE49-F238E27FC236}">
                <a16:creationId xmlns:a16="http://schemas.microsoft.com/office/drawing/2014/main" id="{7FEF0890-A3F5-2F27-D5C9-1034E31DDA50}"/>
              </a:ext>
            </a:extLst>
          </p:cNvPr>
          <p:cNvSpPr/>
          <p:nvPr/>
        </p:nvSpPr>
        <p:spPr>
          <a:xfrm>
            <a:off x="6096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502" name="Card 1 arrow">
            <a:extLst>
              <a:ext uri="{FF2B5EF4-FFF2-40B4-BE49-F238E27FC236}">
                <a16:creationId xmlns:a16="http://schemas.microsoft.com/office/drawing/2014/main" id="{0DAFAF78-1E92-4A05-4DB1-D27B82FC3FCD}"/>
              </a:ext>
            </a:extLst>
          </p:cNvPr>
          <p:cNvSpPr/>
          <p:nvPr/>
        </p:nvSpPr>
        <p:spPr>
          <a:xfrm>
            <a:off x="19751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11" name="Card 1 icon disc">
            <a:extLst>
              <a:ext uri="{FF2B5EF4-FFF2-40B4-BE49-F238E27FC236}">
                <a16:creationId xmlns:a16="http://schemas.microsoft.com/office/drawing/2014/main" id="{6CDC95DD-D16D-460A-1D56-DF849A7AB00C}"/>
              </a:ext>
            </a:extLst>
          </p:cNvPr>
          <p:cNvSpPr/>
          <p:nvPr/>
        </p:nvSpPr>
        <p:spPr>
          <a:xfrm>
            <a:off x="25847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21" name="Card 1 we built label">
            <a:extLst>
              <a:ext uri="{FF2B5EF4-FFF2-40B4-BE49-F238E27FC236}">
                <a16:creationId xmlns:a16="http://schemas.microsoft.com/office/drawing/2014/main" id="{B5FD270E-5E19-2806-BEE2-CC59C191B088}"/>
              </a:ext>
            </a:extLst>
          </p:cNvPr>
          <p:cNvSpPr/>
          <p:nvPr/>
        </p:nvSpPr>
        <p:spPr>
          <a:xfrm>
            <a:off x="31790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532" name="Card 1 brief said">
            <a:extLst>
              <a:ext uri="{FF2B5EF4-FFF2-40B4-BE49-F238E27FC236}">
                <a16:creationId xmlns:a16="http://schemas.microsoft.com/office/drawing/2014/main" id="{9BDEB818-E2F5-61FD-A4D2-EB0B1563CEDF}"/>
              </a:ext>
            </a:extLst>
          </p:cNvPr>
          <p:cNvSpPr/>
          <p:nvPr/>
        </p:nvSpPr>
        <p:spPr>
          <a:xfrm>
            <a:off x="609600" y="2346960"/>
            <a:ext cx="1761744"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Five autonomous agents, autonomy L2-L4</a:t>
            </a:r>
          </a:p>
          <a:p>
            <a:pPr algn="l">
              <a:buNone/>
            </a:pPr>
            <a:r>
              <a:rPr lang="en-US" sz="100">
                <a:effectLst/>
              </a:rPr>
              <a:t> </a:t>
            </a:r>
            <a:endParaRPr lang="en-US"/>
          </a:p>
        </p:txBody>
      </p:sp>
      <p:sp>
        <p:nvSpPr>
          <p:cNvPr id="34544" name="Card 1 we built">
            <a:extLst>
              <a:ext uri="{FF2B5EF4-FFF2-40B4-BE49-F238E27FC236}">
                <a16:creationId xmlns:a16="http://schemas.microsoft.com/office/drawing/2014/main" id="{15A07E15-51B4-DF51-4FB2-B98CEAEAEB83}"/>
              </a:ext>
            </a:extLst>
          </p:cNvPr>
          <p:cNvSpPr/>
          <p:nvPr/>
        </p:nvSpPr>
        <p:spPr>
          <a:xfrm>
            <a:off x="24932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bounded assistants on one proposal service</a:t>
            </a:r>
          </a:p>
          <a:p>
            <a:pPr algn="l">
              <a:buNone/>
            </a:pPr>
            <a:r>
              <a:rPr lang="en-US" sz="100">
                <a:effectLst/>
              </a:rPr>
              <a:t> </a:t>
            </a:r>
            <a:endParaRPr lang="en-US"/>
          </a:p>
        </p:txBody>
      </p:sp>
      <p:sp>
        <p:nvSpPr>
          <p:cNvPr id="34557" name="Card 1 why">
            <a:extLst>
              <a:ext uri="{FF2B5EF4-FFF2-40B4-BE49-F238E27FC236}">
                <a16:creationId xmlns:a16="http://schemas.microsoft.com/office/drawing/2014/main" id="{8114C4C5-A547-E3F7-EFF3-1F62B155DD3A}"/>
              </a:ext>
            </a:extLst>
          </p:cNvPr>
          <p:cNvSpPr/>
          <p:nvPr/>
        </p:nvSpPr>
        <p:spPr>
          <a:xfrm>
            <a:off x="24932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our 9 role instruments concluded none of the five should run end to end.</a:t>
            </a:r>
          </a:p>
          <a:p>
            <a:pPr algn="l">
              <a:buNone/>
            </a:pPr>
            <a:r>
              <a:rPr lang="en-US" sz="100">
                <a:effectLst/>
              </a:rPr>
              <a:t> </a:t>
            </a:r>
            <a:endParaRPr lang="en-US"/>
          </a:p>
        </p:txBody>
      </p:sp>
      <p:sp>
        <p:nvSpPr>
          <p:cNvPr id="34571" name="Card 2">
            <a:extLst>
              <a:ext uri="{FF2B5EF4-FFF2-40B4-BE49-F238E27FC236}">
                <a16:creationId xmlns:a16="http://schemas.microsoft.com/office/drawing/2014/main" id="{AD84E105-2D8B-43E6-4D59-E1C691044A6F}"/>
              </a:ext>
            </a:extLst>
          </p:cNvPr>
          <p:cNvSpPr/>
          <p:nvPr/>
        </p:nvSpPr>
        <p:spPr>
          <a:xfrm>
            <a:off x="61874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86" name="Card 2 we built panel">
            <a:extLst>
              <a:ext uri="{FF2B5EF4-FFF2-40B4-BE49-F238E27FC236}">
                <a16:creationId xmlns:a16="http://schemas.microsoft.com/office/drawing/2014/main" id="{A8A89EF4-926C-32C7-B32A-6FC07540406E}"/>
              </a:ext>
            </a:extLst>
          </p:cNvPr>
          <p:cNvSpPr/>
          <p:nvPr/>
        </p:nvSpPr>
        <p:spPr>
          <a:xfrm>
            <a:off x="80711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02" name="Card 2 brief said label">
            <a:extLst>
              <a:ext uri="{FF2B5EF4-FFF2-40B4-BE49-F238E27FC236}">
                <a16:creationId xmlns:a16="http://schemas.microsoft.com/office/drawing/2014/main" id="{7D9B38A4-8B9B-EA79-3B93-247E99E229A4}"/>
              </a:ext>
            </a:extLst>
          </p:cNvPr>
          <p:cNvSpPr/>
          <p:nvPr/>
        </p:nvSpPr>
        <p:spPr>
          <a:xfrm>
            <a:off x="62484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619" name="Card 2 arrow">
            <a:extLst>
              <a:ext uri="{FF2B5EF4-FFF2-40B4-BE49-F238E27FC236}">
                <a16:creationId xmlns:a16="http://schemas.microsoft.com/office/drawing/2014/main" id="{BA2C6D81-DFFD-7DA7-6F7C-57BC1731A2E6}"/>
              </a:ext>
            </a:extLst>
          </p:cNvPr>
          <p:cNvSpPr/>
          <p:nvPr/>
        </p:nvSpPr>
        <p:spPr>
          <a:xfrm>
            <a:off x="76139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37" name="Card 2 icon disc">
            <a:extLst>
              <a:ext uri="{FF2B5EF4-FFF2-40B4-BE49-F238E27FC236}">
                <a16:creationId xmlns:a16="http://schemas.microsoft.com/office/drawing/2014/main" id="{23A2B241-ABD8-5D14-4C13-4D15F112E894}"/>
              </a:ext>
            </a:extLst>
          </p:cNvPr>
          <p:cNvSpPr/>
          <p:nvPr/>
        </p:nvSpPr>
        <p:spPr>
          <a:xfrm>
            <a:off x="82235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56" name="Card 2 we built label">
            <a:extLst>
              <a:ext uri="{FF2B5EF4-FFF2-40B4-BE49-F238E27FC236}">
                <a16:creationId xmlns:a16="http://schemas.microsoft.com/office/drawing/2014/main" id="{D91FA6C1-1D21-9479-C0F6-9F3F68A53C3A}"/>
              </a:ext>
            </a:extLst>
          </p:cNvPr>
          <p:cNvSpPr/>
          <p:nvPr/>
        </p:nvSpPr>
        <p:spPr>
          <a:xfrm>
            <a:off x="88178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676" name="Card 2 brief said">
            <a:extLst>
              <a:ext uri="{FF2B5EF4-FFF2-40B4-BE49-F238E27FC236}">
                <a16:creationId xmlns:a16="http://schemas.microsoft.com/office/drawing/2014/main" id="{1B59F6DB-5B8F-C333-A2B7-651079EB21D1}"/>
              </a:ext>
            </a:extLst>
          </p:cNvPr>
          <p:cNvSpPr/>
          <p:nvPr/>
        </p:nvSpPr>
        <p:spPr>
          <a:xfrm>
            <a:off x="6248400" y="234696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Fix the spreadsheets</a:t>
            </a:r>
          </a:p>
          <a:p>
            <a:pPr algn="l">
              <a:buNone/>
            </a:pPr>
            <a:r>
              <a:rPr lang="en-US" sz="100">
                <a:effectLst/>
              </a:rPr>
              <a:t> </a:t>
            </a:r>
            <a:endParaRPr lang="en-US"/>
          </a:p>
        </p:txBody>
      </p:sp>
      <p:sp>
        <p:nvSpPr>
          <p:cNvPr id="34697" name="Card 2 we built">
            <a:extLst>
              <a:ext uri="{FF2B5EF4-FFF2-40B4-BE49-F238E27FC236}">
                <a16:creationId xmlns:a16="http://schemas.microsoft.com/office/drawing/2014/main" id="{12D1BA9B-EDA3-C17C-A7E3-0579EDFF950A}"/>
              </a:ext>
            </a:extLst>
          </p:cNvPr>
          <p:cNvSpPr/>
          <p:nvPr/>
        </p:nvSpPr>
        <p:spPr>
          <a:xfrm>
            <a:off x="81320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Data ownership and workflow instrumentation first, then AI</a:t>
            </a:r>
          </a:p>
          <a:p>
            <a:pPr algn="l">
              <a:buNone/>
            </a:pPr>
            <a:r>
              <a:rPr lang="en-US" sz="100">
                <a:effectLst/>
              </a:rPr>
              <a:t> </a:t>
            </a:r>
            <a:endParaRPr lang="en-US"/>
          </a:p>
        </p:txBody>
      </p:sp>
      <p:sp>
        <p:nvSpPr>
          <p:cNvPr id="34719" name="Card 2 why">
            <a:extLst>
              <a:ext uri="{FF2B5EF4-FFF2-40B4-BE49-F238E27FC236}">
                <a16:creationId xmlns:a16="http://schemas.microsoft.com/office/drawing/2014/main" id="{61E8A7F5-C801-677E-5188-841150C02E68}"/>
              </a:ext>
            </a:extLst>
          </p:cNvPr>
          <p:cNvSpPr/>
          <p:nvPr/>
        </p:nvSpPr>
        <p:spPr>
          <a:xfrm>
            <a:off x="81320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slow delivery is a coordination problem that spreadsheets hide.</a:t>
            </a:r>
          </a:p>
          <a:p>
            <a:pPr algn="l">
              <a:buNone/>
            </a:pPr>
            <a:r>
              <a:rPr lang="en-US" sz="100">
                <a:effectLst/>
              </a:rPr>
              <a:t> </a:t>
            </a:r>
            <a:endParaRPr lang="en-US"/>
          </a:p>
        </p:txBody>
      </p:sp>
      <p:sp>
        <p:nvSpPr>
          <p:cNvPr id="34742" name="Card 3">
            <a:extLst>
              <a:ext uri="{FF2B5EF4-FFF2-40B4-BE49-F238E27FC236}">
                <a16:creationId xmlns:a16="http://schemas.microsoft.com/office/drawing/2014/main" id="{8AA14C8F-9F83-DEA6-6E09-36DB7D843CDA}"/>
              </a:ext>
            </a:extLst>
          </p:cNvPr>
          <p:cNvSpPr/>
          <p:nvPr/>
        </p:nvSpPr>
        <p:spPr>
          <a:xfrm>
            <a:off x="5486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66" name="Card 3 we built panel">
            <a:extLst>
              <a:ext uri="{FF2B5EF4-FFF2-40B4-BE49-F238E27FC236}">
                <a16:creationId xmlns:a16="http://schemas.microsoft.com/office/drawing/2014/main" id="{B77AF3CD-D7F9-76DD-10F8-937D706B865E}"/>
              </a:ext>
            </a:extLst>
          </p:cNvPr>
          <p:cNvSpPr/>
          <p:nvPr/>
        </p:nvSpPr>
        <p:spPr>
          <a:xfrm>
            <a:off x="24323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91" name="Card 3 brief said label">
            <a:extLst>
              <a:ext uri="{FF2B5EF4-FFF2-40B4-BE49-F238E27FC236}">
                <a16:creationId xmlns:a16="http://schemas.microsoft.com/office/drawing/2014/main" id="{10CFD47A-CC03-27D3-1075-B25684AE02FE}"/>
              </a:ext>
            </a:extLst>
          </p:cNvPr>
          <p:cNvSpPr/>
          <p:nvPr/>
        </p:nvSpPr>
        <p:spPr>
          <a:xfrm>
            <a:off x="6096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817" name="Card 3 arrow">
            <a:extLst>
              <a:ext uri="{FF2B5EF4-FFF2-40B4-BE49-F238E27FC236}">
                <a16:creationId xmlns:a16="http://schemas.microsoft.com/office/drawing/2014/main" id="{9FA7F295-6FD1-7433-6DDC-5F8EA2281CA9}"/>
              </a:ext>
            </a:extLst>
          </p:cNvPr>
          <p:cNvSpPr/>
          <p:nvPr/>
        </p:nvSpPr>
        <p:spPr>
          <a:xfrm>
            <a:off x="19751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44" name="Card 3 icon disc">
            <a:extLst>
              <a:ext uri="{FF2B5EF4-FFF2-40B4-BE49-F238E27FC236}">
                <a16:creationId xmlns:a16="http://schemas.microsoft.com/office/drawing/2014/main" id="{FD3C80C3-9CB8-B081-1E78-4E6973C01514}"/>
              </a:ext>
            </a:extLst>
          </p:cNvPr>
          <p:cNvSpPr/>
          <p:nvPr/>
        </p:nvSpPr>
        <p:spPr>
          <a:xfrm>
            <a:off x="25847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72" name="Card 3 we built label">
            <a:extLst>
              <a:ext uri="{FF2B5EF4-FFF2-40B4-BE49-F238E27FC236}">
                <a16:creationId xmlns:a16="http://schemas.microsoft.com/office/drawing/2014/main" id="{2DC1A4BE-0777-F4A0-BB7E-635B9D83EC71}"/>
              </a:ext>
            </a:extLst>
          </p:cNvPr>
          <p:cNvSpPr/>
          <p:nvPr/>
        </p:nvSpPr>
        <p:spPr>
          <a:xfrm>
            <a:off x="31790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901" name="Card 3 brief said">
            <a:extLst>
              <a:ext uri="{FF2B5EF4-FFF2-40B4-BE49-F238E27FC236}">
                <a16:creationId xmlns:a16="http://schemas.microsoft.com/office/drawing/2014/main" id="{5C893BE7-EBCF-1418-289D-6D23C23074F6}"/>
              </a:ext>
            </a:extLst>
          </p:cNvPr>
          <p:cNvSpPr/>
          <p:nvPr/>
        </p:nvSpPr>
        <p:spPr>
          <a:xfrm>
            <a:off x="609600" y="467868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AI makes decisions</a:t>
            </a:r>
          </a:p>
          <a:p>
            <a:pPr algn="l">
              <a:buNone/>
            </a:pPr>
            <a:r>
              <a:rPr lang="en-US" sz="100">
                <a:effectLst/>
              </a:rPr>
              <a:t> </a:t>
            </a:r>
            <a:endParaRPr lang="en-US"/>
          </a:p>
        </p:txBody>
      </p:sp>
      <p:sp>
        <p:nvSpPr>
          <p:cNvPr id="34931" name="Card 3 we built">
            <a:extLst>
              <a:ext uri="{FF2B5EF4-FFF2-40B4-BE49-F238E27FC236}">
                <a16:creationId xmlns:a16="http://schemas.microsoft.com/office/drawing/2014/main" id="{269D7CD8-0EE2-3AD3-4E41-0142D325D658}"/>
              </a:ext>
            </a:extLst>
          </p:cNvPr>
          <p:cNvSpPr/>
          <p:nvPr/>
        </p:nvSpPr>
        <p:spPr>
          <a:xfrm>
            <a:off x="24932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prepares, people decide</a:t>
            </a:r>
          </a:p>
          <a:p>
            <a:pPr algn="l">
              <a:buNone/>
            </a:pPr>
            <a:r>
              <a:rPr lang="en-US" sz="100">
                <a:effectLst/>
              </a:rPr>
              <a:t> </a:t>
            </a:r>
            <a:endParaRPr lang="en-US"/>
          </a:p>
        </p:txBody>
      </p:sp>
      <p:sp>
        <p:nvSpPr>
          <p:cNvPr id="34962" name="Card 3 why">
            <a:extLst>
              <a:ext uri="{FF2B5EF4-FFF2-40B4-BE49-F238E27FC236}">
                <a16:creationId xmlns:a16="http://schemas.microsoft.com/office/drawing/2014/main" id="{A7B99BE8-1135-E180-6DE5-7C4981AA71EF}"/>
              </a:ext>
            </a:extLst>
          </p:cNvPr>
          <p:cNvSpPr/>
          <p:nvPr/>
        </p:nvSpPr>
        <p:spPr>
          <a:xfrm>
            <a:off x="24932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consent, safety and money need a named human.</a:t>
            </a:r>
          </a:p>
          <a:p>
            <a:pPr algn="l">
              <a:buNone/>
            </a:pPr>
            <a:r>
              <a:rPr lang="en-US" sz="100">
                <a:effectLst/>
              </a:rPr>
              <a:t> </a:t>
            </a:r>
            <a:endParaRPr lang="en-US"/>
          </a:p>
        </p:txBody>
      </p:sp>
      <p:sp>
        <p:nvSpPr>
          <p:cNvPr id="34994" name="Card 4">
            <a:extLst>
              <a:ext uri="{FF2B5EF4-FFF2-40B4-BE49-F238E27FC236}">
                <a16:creationId xmlns:a16="http://schemas.microsoft.com/office/drawing/2014/main" id="{C0D3AC6E-1D98-6710-5E24-170F4976E7F8}"/>
              </a:ext>
            </a:extLst>
          </p:cNvPr>
          <p:cNvSpPr/>
          <p:nvPr/>
        </p:nvSpPr>
        <p:spPr>
          <a:xfrm>
            <a:off x="61874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27" name="Card 4 we built panel">
            <a:extLst>
              <a:ext uri="{FF2B5EF4-FFF2-40B4-BE49-F238E27FC236}">
                <a16:creationId xmlns:a16="http://schemas.microsoft.com/office/drawing/2014/main" id="{97D55D32-6423-D4DE-B22F-A586E5D044F0}"/>
              </a:ext>
            </a:extLst>
          </p:cNvPr>
          <p:cNvSpPr/>
          <p:nvPr/>
        </p:nvSpPr>
        <p:spPr>
          <a:xfrm>
            <a:off x="80711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61" name="Card 4 brief said label">
            <a:extLst>
              <a:ext uri="{FF2B5EF4-FFF2-40B4-BE49-F238E27FC236}">
                <a16:creationId xmlns:a16="http://schemas.microsoft.com/office/drawing/2014/main" id="{4A57C5EE-8A94-DA03-256C-B55DC64BDF90}"/>
              </a:ext>
            </a:extLst>
          </p:cNvPr>
          <p:cNvSpPr/>
          <p:nvPr/>
        </p:nvSpPr>
        <p:spPr>
          <a:xfrm>
            <a:off x="62484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5096" name="Card 4 arrow">
            <a:extLst>
              <a:ext uri="{FF2B5EF4-FFF2-40B4-BE49-F238E27FC236}">
                <a16:creationId xmlns:a16="http://schemas.microsoft.com/office/drawing/2014/main" id="{6107CC56-B50A-85C7-3AED-0D2963B94C9D}"/>
              </a:ext>
            </a:extLst>
          </p:cNvPr>
          <p:cNvSpPr/>
          <p:nvPr/>
        </p:nvSpPr>
        <p:spPr>
          <a:xfrm>
            <a:off x="76139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32" name="Card 4 icon disc">
            <a:extLst>
              <a:ext uri="{FF2B5EF4-FFF2-40B4-BE49-F238E27FC236}">
                <a16:creationId xmlns:a16="http://schemas.microsoft.com/office/drawing/2014/main" id="{AEAEEDCB-554E-C609-6B0B-6393271406CE}"/>
              </a:ext>
            </a:extLst>
          </p:cNvPr>
          <p:cNvSpPr/>
          <p:nvPr/>
        </p:nvSpPr>
        <p:spPr>
          <a:xfrm>
            <a:off x="82235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69" name="Card 4 we built label">
            <a:extLst>
              <a:ext uri="{FF2B5EF4-FFF2-40B4-BE49-F238E27FC236}">
                <a16:creationId xmlns:a16="http://schemas.microsoft.com/office/drawing/2014/main" id="{00B9A193-753A-FF7B-DADE-52A0AAF7032B}"/>
              </a:ext>
            </a:extLst>
          </p:cNvPr>
          <p:cNvSpPr/>
          <p:nvPr/>
        </p:nvSpPr>
        <p:spPr>
          <a:xfrm>
            <a:off x="88178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UNDER ASSESSMENT</a:t>
            </a:r>
          </a:p>
          <a:p>
            <a:pPr algn="l">
              <a:buNone/>
            </a:pPr>
            <a:r>
              <a:rPr lang="en-US" sz="100">
                <a:effectLst/>
              </a:rPr>
              <a:t> </a:t>
            </a:r>
            <a:endParaRPr lang="en-US"/>
          </a:p>
        </p:txBody>
      </p:sp>
      <p:sp>
        <p:nvSpPr>
          <p:cNvPr id="35207" name="Card 4 brief said">
            <a:extLst>
              <a:ext uri="{FF2B5EF4-FFF2-40B4-BE49-F238E27FC236}">
                <a16:creationId xmlns:a16="http://schemas.microsoft.com/office/drawing/2014/main" id="{5576E200-B51B-CC16-B4FF-9376523571D1}"/>
              </a:ext>
            </a:extLst>
          </p:cNvPr>
          <p:cNvSpPr/>
          <p:nvPr/>
        </p:nvSpPr>
        <p:spPr>
          <a:xfrm>
            <a:off x="6248400" y="4593680"/>
            <a:ext cx="1761744"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Resident portal</a:t>
            </a:r>
          </a:p>
          <a:p>
            <a:pPr algn="l">
              <a:buNone/>
            </a:pPr>
            <a:r>
              <a:rPr lang="en-US" sz="100">
                <a:effectLst/>
              </a:rPr>
              <a:t> </a:t>
            </a:r>
            <a:endParaRPr lang="en-US"/>
          </a:p>
        </p:txBody>
      </p:sp>
      <p:sp>
        <p:nvSpPr>
          <p:cNvPr id="35246" name="Card 4 we built">
            <a:extLst>
              <a:ext uri="{FF2B5EF4-FFF2-40B4-BE49-F238E27FC236}">
                <a16:creationId xmlns:a16="http://schemas.microsoft.com/office/drawing/2014/main" id="{46E15DE0-DA6F-094E-3A69-D88A957C67D7}"/>
              </a:ext>
            </a:extLst>
          </p:cNvPr>
          <p:cNvSpPr/>
          <p:nvPr/>
        </p:nvSpPr>
        <p:spPr>
          <a:xfrm>
            <a:off x="81320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35286" name="Card 4 why">
            <a:extLst>
              <a:ext uri="{FF2B5EF4-FFF2-40B4-BE49-F238E27FC236}">
                <a16:creationId xmlns:a16="http://schemas.microsoft.com/office/drawing/2014/main" id="{B36ECA45-ACB4-00ED-627A-5E8534DE5B0B}"/>
              </a:ext>
            </a:extLst>
          </p:cNvPr>
          <p:cNvSpPr/>
          <p:nvPr/>
        </p:nvSpPr>
        <p:spPr>
          <a:xfrm>
            <a:off x="81320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Test fewer calls and staff interruptions (#441).</a:t>
            </a:r>
          </a:p>
          <a:p>
            <a:pPr algn="l">
              <a:buNone/>
            </a:pPr>
            <a:r>
              <a:rPr lang="en-US" sz="100">
                <a:effectLst/>
              </a:rPr>
              <a:t> </a:t>
            </a:r>
            <a:endParaRPr lang="en-US"/>
          </a:p>
        </p:txBody>
      </p:sp>
      <p:pic>
        <p:nvPicPr>
          <p:cNvPr id="35287" name="Card 1 icon" descr="AI icon">
            <a:extLst>
              <a:ext uri="{FF2B5EF4-FFF2-40B4-BE49-F238E27FC236}">
                <a16:creationId xmlns:a16="http://schemas.microsoft.com/office/drawing/2014/main" id="{145386CA-DA80-D70D-783A-07C7C1AF8026}"/>
              </a:ext>
            </a:extLst>
          </p:cNvPr>
          <p:cNvPicPr>
            <a:picLocks noChangeAspect="1"/>
          </p:cNvPicPr>
          <p:nvPr/>
        </p:nvPicPr>
        <p:blipFill>
          <a:blip r:embed="rId3"/>
          <a:stretch>
            <a:fillRect/>
          </a:stretch>
        </p:blipFill>
        <p:spPr>
          <a:xfrm>
            <a:off x="2676144" y="1752600"/>
            <a:ext cx="411480" cy="411480"/>
          </a:xfrm>
          <a:prstGeom prst="rect">
            <a:avLst/>
          </a:prstGeom>
        </p:spPr>
      </p:pic>
      <p:pic>
        <p:nvPicPr>
          <p:cNvPr id="35288" name="Card 2 icon" descr="Spreadsheet icon">
            <a:extLst>
              <a:ext uri="{FF2B5EF4-FFF2-40B4-BE49-F238E27FC236}">
                <a16:creationId xmlns:a16="http://schemas.microsoft.com/office/drawing/2014/main" id="{2A2CFB0E-A61F-D0F8-8E54-B56FD55E433B}"/>
              </a:ext>
            </a:extLst>
          </p:cNvPr>
          <p:cNvPicPr>
            <a:picLocks noChangeAspect="1"/>
          </p:cNvPicPr>
          <p:nvPr/>
        </p:nvPicPr>
        <p:blipFill>
          <a:blip r:embed="rId4"/>
          <a:stretch>
            <a:fillRect/>
          </a:stretch>
        </p:blipFill>
        <p:spPr>
          <a:xfrm>
            <a:off x="8314944" y="1752600"/>
            <a:ext cx="411480" cy="411480"/>
          </a:xfrm>
          <a:prstGeom prst="rect">
            <a:avLst/>
          </a:prstGeom>
        </p:spPr>
      </p:pic>
      <p:pic>
        <p:nvPicPr>
          <p:cNvPr id="35289" name="Card 3 icon" descr="Decision icon">
            <a:extLst>
              <a:ext uri="{FF2B5EF4-FFF2-40B4-BE49-F238E27FC236}">
                <a16:creationId xmlns:a16="http://schemas.microsoft.com/office/drawing/2014/main" id="{3D69DE20-B377-A247-F21E-0B6FE9710CDD}"/>
              </a:ext>
            </a:extLst>
          </p:cNvPr>
          <p:cNvPicPr>
            <a:picLocks noChangeAspect="1"/>
          </p:cNvPicPr>
          <p:nvPr/>
        </p:nvPicPr>
        <p:blipFill>
          <a:blip r:embed="rId5"/>
          <a:stretch>
            <a:fillRect/>
          </a:stretch>
        </p:blipFill>
        <p:spPr>
          <a:xfrm>
            <a:off x="2676144" y="4084320"/>
            <a:ext cx="411480" cy="411480"/>
          </a:xfrm>
          <a:prstGeom prst="rect">
            <a:avLst/>
          </a:prstGeom>
        </p:spPr>
      </p:pic>
      <p:pic>
        <p:nvPicPr>
          <p:cNvPr id="35290" name="Card 4 icon" descr="House icon">
            <a:extLst>
              <a:ext uri="{FF2B5EF4-FFF2-40B4-BE49-F238E27FC236}">
                <a16:creationId xmlns:a16="http://schemas.microsoft.com/office/drawing/2014/main" id="{B95DA5AE-70D0-0CC6-484A-C2EB422CA563}"/>
              </a:ext>
            </a:extLst>
          </p:cNvPr>
          <p:cNvPicPr>
            <a:picLocks noChangeAspect="1"/>
          </p:cNvPicPr>
          <p:nvPr/>
        </p:nvPicPr>
        <p:blipFill>
          <a:blip r:embed="rId6"/>
          <a:stretch>
            <a:fillRect/>
          </a:stretch>
        </p:blipFill>
        <p:spPr>
          <a:xfrm>
            <a:off x="8314944" y="4084320"/>
            <a:ext cx="411480" cy="411480"/>
          </a:xfrm>
          <a:prstGeom prst="rect">
            <a:avLst/>
          </a:prstGeom>
        </p:spPr>
      </p:pic>
    </p:spTree>
    <p:extLst>
      <p:ext uri="{BB962C8B-B14F-4D97-AF65-F5344CB8AC3E}">
        <p14:creationId xmlns:p14="http://schemas.microsoft.com/office/powerpoint/2010/main" val="118431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291" name="Eyebrow">
            <a:extLst>
              <a:ext uri="{FF2B5EF4-FFF2-40B4-BE49-F238E27FC236}">
                <a16:creationId xmlns:a16="http://schemas.microsoft.com/office/drawing/2014/main" id="{644EFCB7-204F-E5E4-977B-592C0E6291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293" name="Slide title">
            <a:extLst>
              <a:ext uri="{FF2B5EF4-FFF2-40B4-BE49-F238E27FC236}">
                <a16:creationId xmlns:a16="http://schemas.microsoft.com/office/drawing/2014/main" id="{F32FAAAF-48C2-648E-6536-C2C85221A968}"/>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Every prototype taught us something we kept.</a:t>
            </a:r>
          </a:p>
          <a:p>
            <a:pPr algn="l">
              <a:buNone/>
            </a:pPr>
            <a:r>
              <a:rPr lang="en-US" sz="100">
                <a:effectLst/>
              </a:rPr>
              <a:t> </a:t>
            </a:r>
            <a:endParaRPr lang="en-US"/>
          </a:p>
        </p:txBody>
      </p:sp>
      <p:sp>
        <p:nvSpPr>
          <p:cNvPr id="35296" name="Footer sources">
            <a:extLst>
              <a:ext uri="{FF2B5EF4-FFF2-40B4-BE49-F238E27FC236}">
                <a16:creationId xmlns:a16="http://schemas.microsoft.com/office/drawing/2014/main" id="{14A7E3CC-8121-6148-23C4-2AC60A860DB6}"/>
              </a:ext>
            </a:extLst>
          </p:cNvPr>
          <p:cNvSpPr/>
          <p:nvPr/>
        </p:nvSpPr>
        <p:spPr>
          <a:xfrm>
            <a:off x="548640" y="6126480"/>
            <a:ext cx="1050036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revision history and learnings · exercise addendum · prototype learnings review · pull requests #1, #19, #58, #433</a:t>
            </a:r>
          </a:p>
          <a:p>
            <a:pPr algn="l">
              <a:buNone/>
            </a:pPr>
            <a:r>
              <a:rPr lang="en-US" sz="100">
                <a:effectLst/>
              </a:rPr>
              <a:t> </a:t>
            </a:r>
            <a:endParaRPr lang="en-US"/>
          </a:p>
        </p:txBody>
      </p:sp>
      <p:sp>
        <p:nvSpPr>
          <p:cNvPr id="35300" name="Footer navigation">
            <a:extLst>
              <a:ext uri="{FF2B5EF4-FFF2-40B4-BE49-F238E27FC236}">
                <a16:creationId xmlns:a16="http://schemas.microsoft.com/office/drawing/2014/main" id="{DAE46EB9-AF63-7AA9-64AE-576A9B1CC7A2}"/>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S09</a:t>
            </a:r>
          </a:p>
          <a:p>
            <a:pPr algn="r">
              <a:buNone/>
            </a:pPr>
            <a:r>
              <a:rPr lang="en-US" sz="100">
                <a:effectLst/>
              </a:rPr>
              <a:t> </a:t>
            </a:r>
            <a:endParaRPr lang="en-US"/>
          </a:p>
        </p:txBody>
      </p:sp>
      <p:sp>
        <p:nvSpPr>
          <p:cNvPr id="35305" name="Timeline rail">
            <a:extLst>
              <a:ext uri="{FF2B5EF4-FFF2-40B4-BE49-F238E27FC236}">
                <a16:creationId xmlns:a16="http://schemas.microsoft.com/office/drawing/2014/main" id="{1433818E-91C7-E31A-EE9A-6B778168F8CD}"/>
              </a:ext>
            </a:extLst>
          </p:cNvPr>
          <p:cNvSpPr/>
          <p:nvPr/>
        </p:nvSpPr>
        <p:spPr>
          <a:xfrm>
            <a:off x="548640" y="296418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1" name="Milestone 1 disc">
            <a:extLst>
              <a:ext uri="{FF2B5EF4-FFF2-40B4-BE49-F238E27FC236}">
                <a16:creationId xmlns:a16="http://schemas.microsoft.com/office/drawing/2014/main" id="{156D5F29-F8CD-BB08-307E-44F3CB9A1788}"/>
              </a:ext>
            </a:extLst>
          </p:cNvPr>
          <p:cNvSpPr/>
          <p:nvPr/>
        </p:nvSpPr>
        <p:spPr>
          <a:xfrm>
            <a:off x="15087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8" name="Milestone 2 disc">
            <a:extLst>
              <a:ext uri="{FF2B5EF4-FFF2-40B4-BE49-F238E27FC236}">
                <a16:creationId xmlns:a16="http://schemas.microsoft.com/office/drawing/2014/main" id="{89E4770B-B453-37F9-D523-97B2CE0210D9}"/>
              </a:ext>
            </a:extLst>
          </p:cNvPr>
          <p:cNvSpPr/>
          <p:nvPr/>
        </p:nvSpPr>
        <p:spPr>
          <a:xfrm>
            <a:off x="29159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26" name="Milestone 3 disc">
            <a:extLst>
              <a:ext uri="{FF2B5EF4-FFF2-40B4-BE49-F238E27FC236}">
                <a16:creationId xmlns:a16="http://schemas.microsoft.com/office/drawing/2014/main" id="{D0BC4595-C998-CA2D-8C11-21EC23E65982}"/>
              </a:ext>
            </a:extLst>
          </p:cNvPr>
          <p:cNvSpPr/>
          <p:nvPr/>
        </p:nvSpPr>
        <p:spPr>
          <a:xfrm>
            <a:off x="432308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35" name="Milestone 4 disc">
            <a:extLst>
              <a:ext uri="{FF2B5EF4-FFF2-40B4-BE49-F238E27FC236}">
                <a16:creationId xmlns:a16="http://schemas.microsoft.com/office/drawing/2014/main" id="{1AF9B844-2F0F-417C-F704-BD06E8E63A49}"/>
              </a:ext>
            </a:extLst>
          </p:cNvPr>
          <p:cNvSpPr/>
          <p:nvPr/>
        </p:nvSpPr>
        <p:spPr>
          <a:xfrm>
            <a:off x="573024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45" name="Milestone 5 disc">
            <a:extLst>
              <a:ext uri="{FF2B5EF4-FFF2-40B4-BE49-F238E27FC236}">
                <a16:creationId xmlns:a16="http://schemas.microsoft.com/office/drawing/2014/main" id="{B83401D6-3E54-F021-08F8-A8E66A04144D}"/>
              </a:ext>
            </a:extLst>
          </p:cNvPr>
          <p:cNvSpPr/>
          <p:nvPr/>
        </p:nvSpPr>
        <p:spPr>
          <a:xfrm>
            <a:off x="713740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56" name="Milestone 6 disc">
            <a:extLst>
              <a:ext uri="{FF2B5EF4-FFF2-40B4-BE49-F238E27FC236}">
                <a16:creationId xmlns:a16="http://schemas.microsoft.com/office/drawing/2014/main" id="{F854E815-0FAD-BA85-38F0-D6C8325BB85A}"/>
              </a:ext>
            </a:extLst>
          </p:cNvPr>
          <p:cNvSpPr/>
          <p:nvPr/>
        </p:nvSpPr>
        <p:spPr>
          <a:xfrm>
            <a:off x="85445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68" name="Milestone 7 disc">
            <a:extLst>
              <a:ext uri="{FF2B5EF4-FFF2-40B4-BE49-F238E27FC236}">
                <a16:creationId xmlns:a16="http://schemas.microsoft.com/office/drawing/2014/main" id="{1DE838D4-9CF6-604F-AC68-8C50BFAB88D9}"/>
              </a:ext>
            </a:extLst>
          </p:cNvPr>
          <p:cNvSpPr/>
          <p:nvPr/>
        </p:nvSpPr>
        <p:spPr>
          <a:xfrm>
            <a:off x="99517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81" name="Milestone 1 text">
            <a:extLst>
              <a:ext uri="{FF2B5EF4-FFF2-40B4-BE49-F238E27FC236}">
                <a16:creationId xmlns:a16="http://schemas.microsoft.com/office/drawing/2014/main" id="{E1E3E0E6-2368-93A5-C0C4-B16391ACFC7B}"/>
              </a:ext>
            </a:extLst>
          </p:cNvPr>
          <p:cNvSpPr/>
          <p:nvPr/>
        </p:nvSpPr>
        <p:spPr>
          <a:xfrm>
            <a:off x="548640" y="146304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20 Sep</a:t>
            </a:r>
          </a:p>
          <a:p>
            <a:pPr algn="ctr">
              <a:buNone/>
            </a:pPr>
            <a:r>
              <a:rPr lang="en-US" sz="1400" b="1">
                <a:solidFill>
                  <a:srgbClr val="173F35"/>
                </a:solidFill>
                <a:effectLst/>
                <a:latin typeface="Arial" panose="020B0604020202020204" pitchFamily="34" charset="0"/>
              </a:rPr>
              <a:t>PR #1 requirements review</a:t>
            </a:r>
          </a:p>
          <a:p>
            <a:pPr algn="ctr">
              <a:buNone/>
            </a:pPr>
            <a:r>
              <a:rPr lang="en-US" sz="1300">
                <a:solidFill>
                  <a:srgbClr val="2E6B5E"/>
                </a:solidFill>
                <a:effectLst/>
                <a:latin typeface="Arial" panose="020B0604020202020204" pitchFamily="34" charset="0"/>
              </a:rPr>
              <a:t>open decisions made explicit</a:t>
            </a:r>
            <a:endParaRPr lang="en-US"/>
          </a:p>
        </p:txBody>
      </p:sp>
      <p:sp>
        <p:nvSpPr>
          <p:cNvPr id="35395" name="Milestone 2 text">
            <a:extLst>
              <a:ext uri="{FF2B5EF4-FFF2-40B4-BE49-F238E27FC236}">
                <a16:creationId xmlns:a16="http://schemas.microsoft.com/office/drawing/2014/main" id="{80A2DB65-7B21-47D8-B9E2-0D2140411B16}"/>
              </a:ext>
            </a:extLst>
          </p:cNvPr>
          <p:cNvSpPr/>
          <p:nvPr/>
        </p:nvSpPr>
        <p:spPr>
          <a:xfrm>
            <a:off x="195580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#19</a:t>
            </a:r>
          </a:p>
          <a:p>
            <a:pPr algn="ctr">
              <a:buNone/>
            </a:pPr>
            <a:r>
              <a:rPr lang="en-US" sz="1400" b="1">
                <a:solidFill>
                  <a:srgbClr val="173F35"/>
                </a:solidFill>
                <a:effectLst/>
                <a:latin typeface="Arial" panose="020B0604020202020204" pitchFamily="34" charset="0"/>
              </a:rPr>
              <a:t>four role-based perspectives</a:t>
            </a:r>
          </a:p>
          <a:p>
            <a:pPr algn="ctr">
              <a:buNone/>
            </a:pPr>
            <a:r>
              <a:rPr lang="en-US" sz="1300">
                <a:solidFill>
                  <a:srgbClr val="2E6B5E"/>
                </a:solidFill>
                <a:effectLst/>
                <a:latin typeface="Arial" panose="020B0604020202020204" pitchFamily="34" charset="0"/>
              </a:rPr>
              <a:t>roles need their own queues</a:t>
            </a:r>
            <a:endParaRPr lang="en-US"/>
          </a:p>
        </p:txBody>
      </p:sp>
      <p:sp>
        <p:nvSpPr>
          <p:cNvPr id="35410" name="Milestone 3 text">
            <a:extLst>
              <a:ext uri="{FF2B5EF4-FFF2-40B4-BE49-F238E27FC236}">
                <a16:creationId xmlns:a16="http://schemas.microsoft.com/office/drawing/2014/main" id="{589C2294-E4D5-06A2-D04B-02420BE46239}"/>
              </a:ext>
            </a:extLst>
          </p:cNvPr>
          <p:cNvSpPr/>
          <p:nvPr/>
        </p:nvSpPr>
        <p:spPr>
          <a:xfrm>
            <a:off x="336296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6 Oct</a:t>
            </a:r>
          </a:p>
          <a:p>
            <a:pPr algn="ctr">
              <a:buNone/>
            </a:pPr>
            <a:r>
              <a:rPr lang="en-US" sz="1400" b="1">
                <a:solidFill>
                  <a:srgbClr val="173F35"/>
                </a:solidFill>
                <a:effectLst/>
                <a:latin typeface="Arial" panose="020B0604020202020204" pitchFamily="34" charset="0"/>
              </a:rPr>
              <a:t>review of 11 perspectives,</a:t>
            </a:r>
          </a:p>
          <a:p>
            <a:pPr algn="ctr">
              <a:buNone/>
            </a:pPr>
            <a:r>
              <a:rPr lang="en-US" sz="1400" b="1">
                <a:solidFill>
                  <a:srgbClr val="173F35"/>
                </a:solidFill>
                <a:effectLst/>
                <a:latin typeface="Arial" panose="020B0604020202020204" pitchFamily="34" charset="0"/>
              </a:rPr>
              <a:t>9 filters, 8 cases</a:t>
            </a:r>
          </a:p>
          <a:p>
            <a:pPr algn="ctr">
              <a:buNone/>
            </a:pPr>
            <a:r>
              <a:rPr lang="en-US" sz="1300">
                <a:solidFill>
                  <a:srgbClr val="2E6B5E"/>
                </a:solidFill>
                <a:effectLst/>
                <a:latin typeface="Arial" panose="020B0604020202020204" pitchFamily="34" charset="0"/>
              </a:rPr>
              <a:t>inconsistent owner labels</a:t>
            </a:r>
          </a:p>
          <a:p>
            <a:pPr algn="ctr">
              <a:buNone/>
            </a:pPr>
            <a:r>
              <a:rPr lang="en-US" sz="1300">
                <a:solidFill>
                  <a:srgbClr val="2E6B5E"/>
                </a:solidFill>
                <a:effectLst/>
                <a:latin typeface="Arial" panose="020B0604020202020204" pitchFamily="34" charset="0"/>
              </a:rPr>
              <a:t>fixed in requirements</a:t>
            </a:r>
            <a:endParaRPr lang="en-US"/>
          </a:p>
        </p:txBody>
      </p:sp>
      <p:sp>
        <p:nvSpPr>
          <p:cNvPr id="35426" name="Milestone 4 text">
            <a:extLst>
              <a:ext uri="{FF2B5EF4-FFF2-40B4-BE49-F238E27FC236}">
                <a16:creationId xmlns:a16="http://schemas.microsoft.com/office/drawing/2014/main" id="{1EAF46C3-3A4E-A807-0593-FB06B3D8196B}"/>
              </a:ext>
            </a:extLst>
          </p:cNvPr>
          <p:cNvSpPr/>
          <p:nvPr/>
        </p:nvSpPr>
        <p:spPr>
          <a:xfrm>
            <a:off x="477012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8 Oct</a:t>
            </a:r>
          </a:p>
          <a:p>
            <a:pPr algn="ctr">
              <a:buNone/>
            </a:pPr>
            <a:r>
              <a:rPr lang="en-US" sz="1400" b="1">
                <a:solidFill>
                  <a:srgbClr val="173F35"/>
                </a:solidFill>
                <a:effectLst/>
                <a:latin typeface="Arial" panose="020B0604020202020204" pitchFamily="34" charset="0"/>
              </a:rPr>
              <a:t>MVP replaces prototype</a:t>
            </a:r>
          </a:p>
          <a:p>
            <a:pPr algn="ctr">
              <a:buNone/>
            </a:pPr>
            <a:r>
              <a:rPr lang="en-US" sz="1300">
                <a:solidFill>
                  <a:srgbClr val="2E6B5E"/>
                </a:solidFill>
                <a:effectLst/>
                <a:latin typeface="Arial" panose="020B0604020202020204" pitchFamily="34" charset="0"/>
              </a:rPr>
              <a:t>one shared workbench</a:t>
            </a:r>
            <a:endParaRPr lang="en-US"/>
          </a:p>
        </p:txBody>
      </p:sp>
      <p:sp>
        <p:nvSpPr>
          <p:cNvPr id="35443" name="Milestone 5 text">
            <a:extLst>
              <a:ext uri="{FF2B5EF4-FFF2-40B4-BE49-F238E27FC236}">
                <a16:creationId xmlns:a16="http://schemas.microsoft.com/office/drawing/2014/main" id="{C8401D7F-E9A6-080E-591D-FCD2F78C3350}"/>
              </a:ext>
            </a:extLst>
          </p:cNvPr>
          <p:cNvSpPr/>
          <p:nvPr/>
        </p:nvSpPr>
        <p:spPr>
          <a:xfrm>
            <a:off x="617728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11 Oct</a:t>
            </a:r>
          </a:p>
          <a:p>
            <a:pPr algn="ctr">
              <a:buNone/>
            </a:pPr>
            <a:r>
              <a:rPr lang="en-US" sz="1400" b="1">
                <a:solidFill>
                  <a:srgbClr val="173F35"/>
                </a:solidFill>
                <a:effectLst/>
                <a:latin typeface="Arial" panose="020B0604020202020204" pitchFamily="34" charset="0"/>
              </a:rPr>
              <a:t>PR #58 real AI,</a:t>
            </a:r>
          </a:p>
          <a:p>
            <a:pPr algn="ctr">
              <a:buNone/>
            </a:pPr>
            <a:r>
              <a:rPr lang="en-US" sz="1400" b="1">
                <a:solidFill>
                  <a:srgbClr val="173F35"/>
                </a:solidFill>
                <a:effectLst/>
                <a:latin typeface="Arial" panose="020B0604020202020204" pitchFamily="34" charset="0"/>
              </a:rPr>
              <a:t>Azure SQL and Blob</a:t>
            </a:r>
          </a:p>
          <a:p>
            <a:pPr algn="ctr">
              <a:buNone/>
            </a:pPr>
            <a:r>
              <a:rPr lang="en-US" sz="1300">
                <a:solidFill>
                  <a:srgbClr val="2E6B5E"/>
                </a:solidFill>
                <a:effectLst/>
                <a:latin typeface="Arial" panose="020B0604020202020204" pitchFamily="34" charset="0"/>
              </a:rPr>
              <a:t>decision model +</a:t>
            </a:r>
          </a:p>
          <a:p>
            <a:pPr algn="ctr">
              <a:buNone/>
            </a:pPr>
            <a:r>
              <a:rPr lang="en-US" sz="1300">
                <a:solidFill>
                  <a:srgbClr val="2E6B5E"/>
                </a:solidFill>
                <a:effectLst/>
                <a:latin typeface="Arial" panose="020B0604020202020204" pitchFamily="34" charset="0"/>
              </a:rPr>
              <a:t>generative calls work</a:t>
            </a:r>
            <a:endParaRPr lang="en-US"/>
          </a:p>
        </p:txBody>
      </p:sp>
      <p:sp>
        <p:nvSpPr>
          <p:cNvPr id="35461" name="Milestone 6 text">
            <a:extLst>
              <a:ext uri="{FF2B5EF4-FFF2-40B4-BE49-F238E27FC236}">
                <a16:creationId xmlns:a16="http://schemas.microsoft.com/office/drawing/2014/main" id="{8EE85162-21C3-E06B-BB65-FDC5981774E2}"/>
              </a:ext>
            </a:extLst>
          </p:cNvPr>
          <p:cNvSpPr/>
          <p:nvPr/>
        </p:nvSpPr>
        <p:spPr>
          <a:xfrm>
            <a:off x="7584440" y="3535680"/>
            <a:ext cx="2651760" cy="1173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14 Oct</a:t>
            </a:r>
          </a:p>
          <a:p>
            <a:pPr algn="ctr">
              <a:buNone/>
            </a:pPr>
            <a:r>
              <a:rPr lang="en-US" sz="1400" b="1">
                <a:solidFill>
                  <a:srgbClr val="173F35"/>
                </a:solidFill>
                <a:effectLst/>
                <a:latin typeface="Arial" panose="020B0604020202020204" pitchFamily="34" charset="0"/>
              </a:rPr>
              <a:t>five assistants, real proposals, 73 SQL tests, survived a restart</a:t>
            </a:r>
          </a:p>
          <a:p>
            <a:pPr algn="ctr">
              <a:buNone/>
            </a:pPr>
            <a:r>
              <a:rPr lang="en-US" sz="1300">
                <a:solidFill>
                  <a:srgbClr val="2E6B5E"/>
                </a:solidFill>
                <a:effectLst/>
                <a:latin typeface="Arial" panose="020B0604020202020204" pitchFamily="34" charset="0"/>
              </a:rPr>
              <a:t>the proposal service holds</a:t>
            </a:r>
            <a:endParaRPr lang="en-US"/>
          </a:p>
        </p:txBody>
      </p:sp>
      <p:sp>
        <p:nvSpPr>
          <p:cNvPr id="35480" name="Milestone 7 text">
            <a:extLst>
              <a:ext uri="{FF2B5EF4-FFF2-40B4-BE49-F238E27FC236}">
                <a16:creationId xmlns:a16="http://schemas.microsoft.com/office/drawing/2014/main" id="{DADFFCFE-B2D1-5E78-00FC-41EDBCAE1E6E}"/>
              </a:ext>
            </a:extLst>
          </p:cNvPr>
          <p:cNvSpPr/>
          <p:nvPr/>
        </p:nvSpPr>
        <p:spPr>
          <a:xfrm>
            <a:off x="8991600" y="1463040"/>
            <a:ext cx="265176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23 Oct</a:t>
            </a:r>
          </a:p>
          <a:p>
            <a:pPr algn="ctr">
              <a:buNone/>
            </a:pPr>
            <a:r>
              <a:rPr lang="en-US" sz="1400" b="1">
                <a:solidFill>
                  <a:srgbClr val="173F35"/>
                </a:solidFill>
                <a:effectLst/>
                <a:latin typeface="Arial" panose="020B0604020202020204" pitchFamily="34" charset="0"/>
              </a:rPr>
              <a:t>PR #433 Tokenomics</a:t>
            </a:r>
          </a:p>
          <a:p>
            <a:pPr algn="ctr">
              <a:buNone/>
            </a:pPr>
            <a:r>
              <a:rPr lang="en-US" sz="1300">
                <a:solidFill>
                  <a:srgbClr val="2E6B5E"/>
                </a:solidFill>
                <a:effectLst/>
                <a:latin typeface="Arial" panose="020B0604020202020204" pitchFamily="34" charset="0"/>
              </a:rPr>
              <a:t>AI is managed by cost per accepted outcome</a:t>
            </a:r>
            <a:endParaRPr lang="en-US"/>
          </a:p>
        </p:txBody>
      </p:sp>
      <p:sp>
        <p:nvSpPr>
          <p:cNvPr id="35500" name="Lessons band">
            <a:extLst>
              <a:ext uri="{FF2B5EF4-FFF2-40B4-BE49-F238E27FC236}">
                <a16:creationId xmlns:a16="http://schemas.microsoft.com/office/drawing/2014/main" id="{C94E423B-05AB-9F76-BE65-9AB2AD04E462}"/>
              </a:ext>
            </a:extLst>
          </p:cNvPr>
          <p:cNvSpPr/>
          <p:nvPr/>
        </p:nvSpPr>
        <p:spPr>
          <a:xfrm>
            <a:off x="548640" y="4892040"/>
            <a:ext cx="11094720" cy="85344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21" name="Statement 1">
            <a:extLst>
              <a:ext uri="{FF2B5EF4-FFF2-40B4-BE49-F238E27FC236}">
                <a16:creationId xmlns:a16="http://schemas.microsoft.com/office/drawing/2014/main" id="{EC249819-E07A-C23D-6596-30C031C22FD3}"/>
              </a:ext>
            </a:extLst>
          </p:cNvPr>
          <p:cNvSpPr/>
          <p:nvPr/>
        </p:nvSpPr>
        <p:spPr>
          <a:xfrm>
            <a:off x="685800" y="5029200"/>
            <a:ext cx="3442255"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E9B14C"/>
                </a:solidFill>
                <a:effectLst/>
                <a:latin typeface="Arial" panose="020B0604020202020204" pitchFamily="34" charset="0"/>
              </a:rPr>
              <a:t>From a requirements review to five real AI assistants in 25 days</a:t>
            </a:r>
          </a:p>
          <a:p>
            <a:pPr algn="l">
              <a:buNone/>
            </a:pPr>
            <a:r>
              <a:rPr lang="en-US" sz="100">
                <a:effectLst/>
              </a:rPr>
              <a:t> </a:t>
            </a:r>
            <a:endParaRPr lang="en-US"/>
          </a:p>
        </p:txBody>
      </p:sp>
      <p:sp>
        <p:nvSpPr>
          <p:cNvPr id="35543" name="Band divider 1">
            <a:extLst>
              <a:ext uri="{FF2B5EF4-FFF2-40B4-BE49-F238E27FC236}">
                <a16:creationId xmlns:a16="http://schemas.microsoft.com/office/drawing/2014/main" id="{7E7F7D14-B81C-E7F1-58BD-7C7C8CCA9262}"/>
              </a:ext>
            </a:extLst>
          </p:cNvPr>
          <p:cNvSpPr/>
          <p:nvPr/>
        </p:nvSpPr>
        <p:spPr>
          <a:xfrm>
            <a:off x="4213145"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66" name="Statement 2">
            <a:extLst>
              <a:ext uri="{FF2B5EF4-FFF2-40B4-BE49-F238E27FC236}">
                <a16:creationId xmlns:a16="http://schemas.microsoft.com/office/drawing/2014/main" id="{49267F8A-09CA-1A1C-C2DB-B14D5ADCA707}"/>
              </a:ext>
            </a:extLst>
          </p:cNvPr>
          <p:cNvSpPr/>
          <p:nvPr/>
        </p:nvSpPr>
        <p:spPr>
          <a:xfrm>
            <a:off x="4310935" y="5029200"/>
            <a:ext cx="377792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Owner feedback reshaped the screen: my cases, next owner, plain status</a:t>
            </a:r>
          </a:p>
          <a:p>
            <a:pPr algn="l">
              <a:buNone/>
            </a:pPr>
            <a:r>
              <a:rPr lang="en-US" sz="100">
                <a:effectLst/>
              </a:rPr>
              <a:t> </a:t>
            </a:r>
            <a:endParaRPr lang="en-US"/>
          </a:p>
        </p:txBody>
      </p:sp>
      <p:sp>
        <p:nvSpPr>
          <p:cNvPr id="35590" name="Band divider 2">
            <a:extLst>
              <a:ext uri="{FF2B5EF4-FFF2-40B4-BE49-F238E27FC236}">
                <a16:creationId xmlns:a16="http://schemas.microsoft.com/office/drawing/2014/main" id="{6AF3D692-354B-A19D-42C0-071161456DDB}"/>
              </a:ext>
            </a:extLst>
          </p:cNvPr>
          <p:cNvSpPr/>
          <p:nvPr/>
        </p:nvSpPr>
        <p:spPr>
          <a:xfrm>
            <a:off x="8173947"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15" name="Statement 3">
            <a:extLst>
              <a:ext uri="{FF2B5EF4-FFF2-40B4-BE49-F238E27FC236}">
                <a16:creationId xmlns:a16="http://schemas.microsoft.com/office/drawing/2014/main" id="{A2FC0FE6-4C31-D40D-A259-FD490527C2D0}"/>
              </a:ext>
            </a:extLst>
          </p:cNvPr>
          <p:cNvSpPr/>
          <p:nvPr/>
        </p:nvSpPr>
        <p:spPr>
          <a:xfrm>
            <a:off x="8271737" y="5029200"/>
            <a:ext cx="3234461"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Every lesson became a requirement, a decision or a test</a:t>
            </a:r>
          </a:p>
          <a:p>
            <a:pPr algn="l">
              <a:buNone/>
            </a:pPr>
            <a:r>
              <a:rPr lang="en-US" sz="100">
                <a:effectLst/>
              </a:rPr>
              <a:t> </a:t>
            </a:r>
            <a:endParaRPr lang="en-US"/>
          </a:p>
        </p:txBody>
      </p:sp>
      <p:pic>
        <p:nvPicPr>
          <p:cNvPr id="35616" name="Milestone 1 icon" descr="Research icon">
            <a:extLst>
              <a:ext uri="{FF2B5EF4-FFF2-40B4-BE49-F238E27FC236}">
                <a16:creationId xmlns:a16="http://schemas.microsoft.com/office/drawing/2014/main" id="{915E04F5-44A1-72D9-0F54-27A1D37E2943}"/>
              </a:ext>
            </a:extLst>
          </p:cNvPr>
          <p:cNvPicPr>
            <a:picLocks noChangeAspect="1"/>
          </p:cNvPicPr>
          <p:nvPr/>
        </p:nvPicPr>
        <p:blipFill>
          <a:blip r:embed="rId3"/>
          <a:stretch>
            <a:fillRect/>
          </a:stretch>
        </p:blipFill>
        <p:spPr>
          <a:xfrm>
            <a:off x="1623060" y="2827020"/>
            <a:ext cx="502920" cy="502920"/>
          </a:xfrm>
          <a:prstGeom prst="rect">
            <a:avLst/>
          </a:prstGeom>
        </p:spPr>
      </p:pic>
      <p:pic>
        <p:nvPicPr>
          <p:cNvPr id="35617" name="Milestone 2 icon" descr="Prototype icon">
            <a:extLst>
              <a:ext uri="{FF2B5EF4-FFF2-40B4-BE49-F238E27FC236}">
                <a16:creationId xmlns:a16="http://schemas.microsoft.com/office/drawing/2014/main" id="{F8E3716F-88A5-415B-59B6-DC47CB186036}"/>
              </a:ext>
            </a:extLst>
          </p:cNvPr>
          <p:cNvPicPr>
            <a:picLocks noChangeAspect="1"/>
          </p:cNvPicPr>
          <p:nvPr/>
        </p:nvPicPr>
        <p:blipFill>
          <a:blip r:embed="rId4"/>
          <a:stretch>
            <a:fillRect/>
          </a:stretch>
        </p:blipFill>
        <p:spPr>
          <a:xfrm>
            <a:off x="3030220" y="2827020"/>
            <a:ext cx="502920" cy="502920"/>
          </a:xfrm>
          <a:prstGeom prst="rect">
            <a:avLst/>
          </a:prstGeom>
        </p:spPr>
      </p:pic>
      <p:pic>
        <p:nvPicPr>
          <p:cNvPr id="35618" name="Milestone 3 icon" descr="Idea icon">
            <a:extLst>
              <a:ext uri="{FF2B5EF4-FFF2-40B4-BE49-F238E27FC236}">
                <a16:creationId xmlns:a16="http://schemas.microsoft.com/office/drawing/2014/main" id="{ECA09EB6-9921-4D86-59BA-9FCF4B7274E4}"/>
              </a:ext>
            </a:extLst>
          </p:cNvPr>
          <p:cNvPicPr>
            <a:picLocks noChangeAspect="1"/>
          </p:cNvPicPr>
          <p:nvPr/>
        </p:nvPicPr>
        <p:blipFill>
          <a:blip r:embed="rId5"/>
          <a:stretch>
            <a:fillRect/>
          </a:stretch>
        </p:blipFill>
        <p:spPr>
          <a:xfrm>
            <a:off x="4437380" y="2827020"/>
            <a:ext cx="502920" cy="502920"/>
          </a:xfrm>
          <a:prstGeom prst="rect">
            <a:avLst/>
          </a:prstGeom>
        </p:spPr>
      </p:pic>
      <p:pic>
        <p:nvPicPr>
          <p:cNvPr id="35619" name="Milestone 4 icon" descr="AI icon">
            <a:extLst>
              <a:ext uri="{FF2B5EF4-FFF2-40B4-BE49-F238E27FC236}">
                <a16:creationId xmlns:a16="http://schemas.microsoft.com/office/drawing/2014/main" id="{C0E0D7C4-2A42-ED94-8BFA-8B3B6F1A7BE8}"/>
              </a:ext>
            </a:extLst>
          </p:cNvPr>
          <p:cNvPicPr>
            <a:picLocks noChangeAspect="1"/>
          </p:cNvPicPr>
          <p:nvPr/>
        </p:nvPicPr>
        <p:blipFill>
          <a:blip r:embed="rId6"/>
          <a:stretch>
            <a:fillRect/>
          </a:stretch>
        </p:blipFill>
        <p:spPr>
          <a:xfrm>
            <a:off x="5844540" y="2827020"/>
            <a:ext cx="502920" cy="502920"/>
          </a:xfrm>
          <a:prstGeom prst="rect">
            <a:avLst/>
          </a:prstGeom>
        </p:spPr>
      </p:pic>
      <p:pic>
        <p:nvPicPr>
          <p:cNvPr id="35620" name="Milestone 5 icon" descr="Approval gate icon">
            <a:extLst>
              <a:ext uri="{FF2B5EF4-FFF2-40B4-BE49-F238E27FC236}">
                <a16:creationId xmlns:a16="http://schemas.microsoft.com/office/drawing/2014/main" id="{20C5465A-3C60-3F18-EC7A-187377701806}"/>
              </a:ext>
            </a:extLst>
          </p:cNvPr>
          <p:cNvPicPr>
            <a:picLocks noChangeAspect="1"/>
          </p:cNvPicPr>
          <p:nvPr/>
        </p:nvPicPr>
        <p:blipFill>
          <a:blip r:embed="rId7"/>
          <a:stretch>
            <a:fillRect/>
          </a:stretch>
        </p:blipFill>
        <p:spPr>
          <a:xfrm>
            <a:off x="7251700" y="2827020"/>
            <a:ext cx="502920" cy="502920"/>
          </a:xfrm>
          <a:prstGeom prst="rect">
            <a:avLst/>
          </a:prstGeom>
        </p:spPr>
      </p:pic>
      <p:pic>
        <p:nvPicPr>
          <p:cNvPr id="35621" name="Milestone 6 icon" descr="Route icon">
            <a:extLst>
              <a:ext uri="{FF2B5EF4-FFF2-40B4-BE49-F238E27FC236}">
                <a16:creationId xmlns:a16="http://schemas.microsoft.com/office/drawing/2014/main" id="{6B9BFA04-8096-ACB9-8A79-076454A30EAB}"/>
              </a:ext>
            </a:extLst>
          </p:cNvPr>
          <p:cNvPicPr>
            <a:picLocks noChangeAspect="1"/>
          </p:cNvPicPr>
          <p:nvPr/>
        </p:nvPicPr>
        <p:blipFill>
          <a:blip r:embed="rId8"/>
          <a:stretch>
            <a:fillRect/>
          </a:stretch>
        </p:blipFill>
        <p:spPr>
          <a:xfrm>
            <a:off x="8658860" y="2827020"/>
            <a:ext cx="502920" cy="502920"/>
          </a:xfrm>
          <a:prstGeom prst="rect">
            <a:avLst/>
          </a:prstGeom>
        </p:spPr>
      </p:pic>
      <p:pic>
        <p:nvPicPr>
          <p:cNvPr id="35622" name="Milestone 7 icon" descr="Cost icon">
            <a:extLst>
              <a:ext uri="{FF2B5EF4-FFF2-40B4-BE49-F238E27FC236}">
                <a16:creationId xmlns:a16="http://schemas.microsoft.com/office/drawing/2014/main" id="{BBFA3FBE-55F2-A951-9491-5551797DD6E2}"/>
              </a:ext>
            </a:extLst>
          </p:cNvPr>
          <p:cNvPicPr>
            <a:picLocks noChangeAspect="1"/>
          </p:cNvPicPr>
          <p:nvPr/>
        </p:nvPicPr>
        <p:blipFill>
          <a:blip r:embed="rId9"/>
          <a:stretch>
            <a:fillRect/>
          </a:stretch>
        </p:blipFill>
        <p:spPr>
          <a:xfrm>
            <a:off x="10066020" y="2827020"/>
            <a:ext cx="502920" cy="502920"/>
          </a:xfrm>
          <a:prstGeom prst="rect">
            <a:avLst/>
          </a:prstGeom>
        </p:spPr>
      </p:pic>
    </p:spTree>
    <p:extLst>
      <p:ext uri="{BB962C8B-B14F-4D97-AF65-F5344CB8AC3E}">
        <p14:creationId xmlns:p14="http://schemas.microsoft.com/office/powerpoint/2010/main" val="1302422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623" name="Eyebrow">
            <a:extLst>
              <a:ext uri="{FF2B5EF4-FFF2-40B4-BE49-F238E27FC236}">
                <a16:creationId xmlns:a16="http://schemas.microsoft.com/office/drawing/2014/main" id="{261532A3-2C41-514B-D0DF-79B668EB082C}"/>
              </a:ext>
            </a:extLst>
          </p:cNvPr>
          <p:cNvSpPr/>
          <p:nvPr/>
        </p:nvSpPr>
        <p:spPr>
          <a:xfrm>
            <a:off x="548640" y="36576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625" name="Slide title">
            <a:extLst>
              <a:ext uri="{FF2B5EF4-FFF2-40B4-BE49-F238E27FC236}">
                <a16:creationId xmlns:a16="http://schemas.microsoft.com/office/drawing/2014/main" id="{5A136B73-102A-C251-E44C-CA351D567846}"/>
              </a:ext>
            </a:extLst>
          </p:cNvPr>
          <p:cNvSpPr/>
          <p:nvPr/>
        </p:nvSpPr>
        <p:spPr>
          <a:xfrm>
            <a:off x="548640" y="685800"/>
            <a:ext cx="6477873"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stress-tested the economics</a:t>
            </a:r>
          </a:p>
          <a:p>
            <a:pPr algn="l">
              <a:buNone/>
            </a:pPr>
            <a:r>
              <a:rPr lang="en-US" sz="3200" b="1">
                <a:solidFill>
                  <a:srgbClr val="173F35"/>
                </a:solidFill>
                <a:effectLst/>
                <a:latin typeface="Arial" panose="020B0604020202020204" pitchFamily="34" charset="0"/>
              </a:rPr>
              <a:t>before we wrote the product.</a:t>
            </a:r>
            <a:endParaRPr lang="en-US"/>
          </a:p>
        </p:txBody>
      </p:sp>
      <p:sp>
        <p:nvSpPr>
          <p:cNvPr id="35628" name="Footer sources">
            <a:extLst>
              <a:ext uri="{FF2B5EF4-FFF2-40B4-BE49-F238E27FC236}">
                <a16:creationId xmlns:a16="http://schemas.microsoft.com/office/drawing/2014/main" id="{766DCFB1-5203-8B50-540C-478555774368}"/>
              </a:ext>
            </a:extLst>
          </p:cNvPr>
          <p:cNvSpPr/>
          <p:nvPr/>
        </p:nvSpPr>
        <p:spPr>
          <a:xfrm>
            <a:off x="548640" y="5943600"/>
            <a:ext cx="5233588"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dated benchmark, not a quote. Grant assumes eligible homes/costs, allocation, award and claim. GBP 20,000 fixture remains separate.</a:t>
            </a:r>
          </a:p>
        </p:txBody>
      </p:sp>
      <p:sp>
        <p:nvSpPr>
          <p:cNvPr id="35632" name="Footer navigation">
            <a:extLst>
              <a:ext uri="{FF2B5EF4-FFF2-40B4-BE49-F238E27FC236}">
                <a16:creationId xmlns:a16="http://schemas.microsoft.com/office/drawing/2014/main" id="{5D266012-D388-3DCC-14ED-D7F3E197CEB1}"/>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S10 · Answers: B09</a:t>
            </a:r>
          </a:p>
          <a:p>
            <a:pPr algn="r">
              <a:buNone/>
            </a:pPr>
            <a:r>
              <a:rPr lang="en-US" sz="100">
                <a:effectLst/>
              </a:rPr>
              <a:t> </a:t>
            </a:r>
            <a:endParaRPr lang="en-US"/>
          </a:p>
        </p:txBody>
      </p:sp>
      <p:sp>
        <p:nvSpPr>
          <p:cNvPr id="35637" name="What-if pill">
            <a:extLst>
              <a:ext uri="{FF2B5EF4-FFF2-40B4-BE49-F238E27FC236}">
                <a16:creationId xmlns:a16="http://schemas.microsoft.com/office/drawing/2014/main" id="{BF127DB5-FBD4-E69C-B851-B637ED51FCE5}"/>
              </a:ext>
            </a:extLst>
          </p:cNvPr>
          <p:cNvSpPr/>
          <p:nvPr/>
        </p:nvSpPr>
        <p:spPr>
          <a:xfrm>
            <a:off x="10472928" y="365760"/>
            <a:ext cx="1170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WHAT-IF</a:t>
            </a:r>
          </a:p>
          <a:p>
            <a:pPr algn="ctr">
              <a:buNone/>
            </a:pPr>
            <a:r>
              <a:rPr lang="en-US" sz="100">
                <a:effectLst/>
              </a:rPr>
              <a:t> </a:t>
            </a:r>
            <a:endParaRPr lang="en-US"/>
          </a:p>
        </p:txBody>
      </p:sp>
      <p:sp>
        <p:nvSpPr>
          <p:cNvPr id="35643" name="Scenarios callout">
            <a:extLst>
              <a:ext uri="{FF2B5EF4-FFF2-40B4-BE49-F238E27FC236}">
                <a16:creationId xmlns:a16="http://schemas.microsoft.com/office/drawing/2014/main" id="{922D64ED-AB22-F3F3-8FD6-97CAEEE5CC38}"/>
              </a:ext>
            </a:extLst>
          </p:cNvPr>
          <p:cNvSpPr/>
          <p:nvPr/>
        </p:nvSpPr>
        <p:spPr>
          <a:xfrm>
            <a:off x="7209393" y="777240"/>
            <a:ext cx="4433967"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0" name="Scenarios icon disc">
            <a:extLst>
              <a:ext uri="{FF2B5EF4-FFF2-40B4-BE49-F238E27FC236}">
                <a16:creationId xmlns:a16="http://schemas.microsoft.com/office/drawing/2014/main" id="{46FA7724-EFFB-AD44-887F-0F78043D9040}"/>
              </a:ext>
            </a:extLst>
          </p:cNvPr>
          <p:cNvSpPr/>
          <p:nvPr/>
        </p:nvSpPr>
        <p:spPr>
          <a:xfrm>
            <a:off x="7361793" y="9829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8" name="Scenarios text">
            <a:extLst>
              <a:ext uri="{FF2B5EF4-FFF2-40B4-BE49-F238E27FC236}">
                <a16:creationId xmlns:a16="http://schemas.microsoft.com/office/drawing/2014/main" id="{546A9D23-10C6-0E66-E048-214E8FEC5B18}"/>
              </a:ext>
            </a:extLst>
          </p:cNvPr>
          <p:cNvSpPr/>
          <p:nvPr/>
        </p:nvSpPr>
        <p:spPr>
          <a:xfrm>
            <a:off x="8001873" y="868680"/>
            <a:ext cx="3595767"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2E6B5E"/>
                </a:solidFill>
                <a:effectLst/>
                <a:latin typeface="Arial" panose="020B0604020202020204" pitchFamily="34" charset="0"/>
              </a:rPr>
              <a:t>20 scenarios</a:t>
            </a:r>
          </a:p>
          <a:p>
            <a:pPr algn="l">
              <a:buNone/>
            </a:pPr>
            <a:r>
              <a:rPr lang="en-US" sz="1400">
                <a:solidFill>
                  <a:srgbClr val="173F35"/>
                </a:solidFill>
                <a:effectLst/>
                <a:latin typeface="Arial" panose="020B0604020202020204" pitchFamily="34" charset="0"/>
              </a:rPr>
              <a:t>five agents, a programme supervisor and a damp and mould loop</a:t>
            </a:r>
            <a:endParaRPr lang="en-US"/>
          </a:p>
        </p:txBody>
      </p:sp>
      <p:sp>
        <p:nvSpPr>
          <p:cNvPr id="35667" name="One home panel">
            <a:extLst>
              <a:ext uri="{FF2B5EF4-FFF2-40B4-BE49-F238E27FC236}">
                <a16:creationId xmlns:a16="http://schemas.microsoft.com/office/drawing/2014/main" id="{7A51534E-0CF1-5C8E-3615-530C68D48BA1}"/>
              </a:ext>
            </a:extLst>
          </p:cNvPr>
          <p:cNvSpPr/>
          <p:nvPr/>
        </p:nvSpPr>
        <p:spPr>
          <a:xfrm>
            <a:off x="548640" y="2057400"/>
            <a:ext cx="411480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77" name="Programme panel">
            <a:extLst>
              <a:ext uri="{FF2B5EF4-FFF2-40B4-BE49-F238E27FC236}">
                <a16:creationId xmlns:a16="http://schemas.microsoft.com/office/drawing/2014/main" id="{AA6E6D80-69B1-62F1-57C0-4681AB0F473D}"/>
              </a:ext>
            </a:extLst>
          </p:cNvPr>
          <p:cNvSpPr/>
          <p:nvPr/>
        </p:nvSpPr>
        <p:spPr>
          <a:xfrm>
            <a:off x="4892040" y="2057400"/>
            <a:ext cx="675132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88" name="One home header">
            <a:extLst>
              <a:ext uri="{FF2B5EF4-FFF2-40B4-BE49-F238E27FC236}">
                <a16:creationId xmlns:a16="http://schemas.microsoft.com/office/drawing/2014/main" id="{857F6F12-58A5-2FE9-3C8E-4FA1CAF0E33E}"/>
              </a:ext>
            </a:extLst>
          </p:cNvPr>
          <p:cNvSpPr/>
          <p:nvPr/>
        </p:nvSpPr>
        <p:spPr>
          <a:xfrm>
            <a:off x="609600" y="2124800"/>
            <a:ext cx="39928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ONE HOME · exercise fixture (fictional)</a:t>
            </a:r>
          </a:p>
          <a:p>
            <a:pPr algn="l">
              <a:buNone/>
            </a:pPr>
            <a:r>
              <a:rPr lang="en-US" sz="100">
                <a:effectLst/>
              </a:rPr>
              <a:t> </a:t>
            </a:r>
            <a:endParaRPr lang="en-US"/>
          </a:p>
        </p:txBody>
      </p:sp>
      <p:sp>
        <p:nvSpPr>
          <p:cNvPr id="35700" name="Programme header">
            <a:extLst>
              <a:ext uri="{FF2B5EF4-FFF2-40B4-BE49-F238E27FC236}">
                <a16:creationId xmlns:a16="http://schemas.microsoft.com/office/drawing/2014/main" id="{D5CCE06B-BEF5-877C-4953-CF3A75B1FAD3}"/>
              </a:ext>
            </a:extLst>
          </p:cNvPr>
          <p:cNvSpPr/>
          <p:nvPr/>
        </p:nvSpPr>
        <p:spPr>
          <a:xfrm>
            <a:off x="4953000" y="2124800"/>
            <a:ext cx="6629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THE PROGRAMME · 15,600 homes</a:t>
            </a:r>
          </a:p>
          <a:p>
            <a:pPr algn="l">
              <a:buNone/>
            </a:pPr>
            <a:r>
              <a:rPr lang="en-US" sz="100">
                <a:effectLst/>
              </a:rPr>
              <a:t> </a:t>
            </a:r>
            <a:endParaRPr lang="en-US"/>
          </a:p>
        </p:txBody>
      </p:sp>
      <p:pic>
        <p:nvPicPr>
          <p:cNvPr id="37901" name="Scenarios icon" descr="Research icon">
            <a:extLst>
              <a:ext uri="{FF2B5EF4-FFF2-40B4-BE49-F238E27FC236}">
                <a16:creationId xmlns:a16="http://schemas.microsoft.com/office/drawing/2014/main" id="{CD989EC1-0974-5710-EDCE-836484A89063}"/>
              </a:ext>
            </a:extLst>
          </p:cNvPr>
          <p:cNvPicPr>
            <a:picLocks noChangeAspect="1"/>
          </p:cNvPicPr>
          <p:nvPr/>
        </p:nvPicPr>
        <p:blipFill>
          <a:blip r:embed="rId3"/>
          <a:stretch>
            <a:fillRect/>
          </a:stretch>
        </p:blipFill>
        <p:spPr>
          <a:xfrm>
            <a:off x="7453233" y="1074420"/>
            <a:ext cx="411480" cy="411480"/>
          </a:xfrm>
          <a:prstGeom prst="rect">
            <a:avLst/>
          </a:prstGeom>
        </p:spPr>
      </p:pic>
      <p:sp>
        <p:nvSpPr>
          <p:cNvPr id="53498" name="Programme zero line">
            <a:extLst>
              <a:ext uri="{FF2B5EF4-FFF2-40B4-BE49-F238E27FC236}">
                <a16:creationId xmlns:a16="http://schemas.microsoft.com/office/drawing/2014/main" id="{945AD91C-3904-4150-765E-09A3857AB9AA}"/>
              </a:ext>
            </a:extLst>
          </p:cNvPr>
          <p:cNvSpPr/>
          <p:nvPr/>
        </p:nvSpPr>
        <p:spPr>
          <a:xfrm>
            <a:off x="8371076" y="2834640"/>
            <a:ext cx="19050" cy="227494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0" name="Home zero line">
            <a:extLst>
              <a:ext uri="{FF2B5EF4-FFF2-40B4-BE49-F238E27FC236}">
                <a16:creationId xmlns:a16="http://schemas.microsoft.com/office/drawing/2014/main" id="{EF5DF874-C5D9-7D35-8526-84318DC5724D}"/>
              </a:ext>
            </a:extLst>
          </p:cNvPr>
          <p:cNvSpPr/>
          <p:nvPr/>
        </p:nvSpPr>
        <p:spPr>
          <a:xfrm>
            <a:off x="782955" y="2804160"/>
            <a:ext cx="19050" cy="2351151"/>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3" name="Home bar 1">
            <a:extLst>
              <a:ext uri="{FF2B5EF4-FFF2-40B4-BE49-F238E27FC236}">
                <a16:creationId xmlns:a16="http://schemas.microsoft.com/office/drawing/2014/main" id="{9FE522FB-207D-5EE2-1FD9-CF70FADE2AFD}"/>
              </a:ext>
            </a:extLst>
          </p:cNvPr>
          <p:cNvSpPr/>
          <p:nvPr/>
        </p:nvSpPr>
        <p:spPr>
          <a:xfrm>
            <a:off x="792480" y="2849880"/>
            <a:ext cx="2895600" cy="292608"/>
          </a:xfrm>
          <a:prstGeom prst="rect">
            <a:avLst/>
          </a:prstGeom>
          <a:solidFill>
            <a:srgbClr val="BFC9C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7" name="Home bar 2">
            <a:extLst>
              <a:ext uri="{FF2B5EF4-FFF2-40B4-BE49-F238E27FC236}">
                <a16:creationId xmlns:a16="http://schemas.microsoft.com/office/drawing/2014/main" id="{0BAFFF3B-E904-6B38-9199-668D690DBD68}"/>
              </a:ext>
            </a:extLst>
          </p:cNvPr>
          <p:cNvSpPr/>
          <p:nvPr/>
        </p:nvSpPr>
        <p:spPr>
          <a:xfrm>
            <a:off x="792480" y="3505581"/>
            <a:ext cx="1809750" cy="29260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2" name="Home bar 3">
            <a:extLst>
              <a:ext uri="{FF2B5EF4-FFF2-40B4-BE49-F238E27FC236}">
                <a16:creationId xmlns:a16="http://schemas.microsoft.com/office/drawing/2014/main" id="{104DB3DD-95BB-09FC-93F7-6BA6DFFBE6B8}"/>
              </a:ext>
            </a:extLst>
          </p:cNvPr>
          <p:cNvSpPr/>
          <p:nvPr/>
        </p:nvSpPr>
        <p:spPr>
          <a:xfrm>
            <a:off x="792480" y="4161282"/>
            <a:ext cx="209931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8" name="Home bar 4">
            <a:extLst>
              <a:ext uri="{FF2B5EF4-FFF2-40B4-BE49-F238E27FC236}">
                <a16:creationId xmlns:a16="http://schemas.microsoft.com/office/drawing/2014/main" id="{A51DBA4B-08FD-2CA3-82C6-9E47CDBA26EC}"/>
              </a:ext>
            </a:extLst>
          </p:cNvPr>
          <p:cNvSpPr/>
          <p:nvPr/>
        </p:nvSpPr>
        <p:spPr>
          <a:xfrm>
            <a:off x="792480" y="4816983"/>
            <a:ext cx="202692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25" name="Home axis">
            <a:extLst>
              <a:ext uri="{FF2B5EF4-FFF2-40B4-BE49-F238E27FC236}">
                <a16:creationId xmlns:a16="http://schemas.microsoft.com/office/drawing/2014/main" id="{1FD8BBC8-4906-1E6B-0749-4F64550F8780}"/>
              </a:ext>
            </a:extLst>
          </p:cNvPr>
          <p:cNvSpPr/>
          <p:nvPr/>
        </p:nvSpPr>
        <p:spPr>
          <a:xfrm>
            <a:off x="787717" y="5155311"/>
            <a:ext cx="3189923"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33" name="Home tick mark 0">
            <a:extLst>
              <a:ext uri="{FF2B5EF4-FFF2-40B4-BE49-F238E27FC236}">
                <a16:creationId xmlns:a16="http://schemas.microsoft.com/office/drawing/2014/main" id="{D6B31566-83A3-5D02-C54C-7AF7BAC547F2}"/>
              </a:ext>
            </a:extLst>
          </p:cNvPr>
          <p:cNvSpPr/>
          <p:nvPr/>
        </p:nvSpPr>
        <p:spPr>
          <a:xfrm>
            <a:off x="7877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42" name="Home tick mark 5000">
            <a:extLst>
              <a:ext uri="{FF2B5EF4-FFF2-40B4-BE49-F238E27FC236}">
                <a16:creationId xmlns:a16="http://schemas.microsoft.com/office/drawing/2014/main" id="{53A0CC10-8CF0-995D-4EDF-B6D121ECC639}"/>
              </a:ext>
            </a:extLst>
          </p:cNvPr>
          <p:cNvSpPr/>
          <p:nvPr/>
        </p:nvSpPr>
        <p:spPr>
          <a:xfrm>
            <a:off x="15116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52" name="Home tick mark 10000">
            <a:extLst>
              <a:ext uri="{FF2B5EF4-FFF2-40B4-BE49-F238E27FC236}">
                <a16:creationId xmlns:a16="http://schemas.microsoft.com/office/drawing/2014/main" id="{331C6C69-6AEB-6C6C-3DD4-CC0E77E0B6B7}"/>
              </a:ext>
            </a:extLst>
          </p:cNvPr>
          <p:cNvSpPr/>
          <p:nvPr/>
        </p:nvSpPr>
        <p:spPr>
          <a:xfrm>
            <a:off x="22355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63" name="Home tick mark 15000">
            <a:extLst>
              <a:ext uri="{FF2B5EF4-FFF2-40B4-BE49-F238E27FC236}">
                <a16:creationId xmlns:a16="http://schemas.microsoft.com/office/drawing/2014/main" id="{3FBD55C3-6309-965C-4FA1-956D56106016}"/>
              </a:ext>
            </a:extLst>
          </p:cNvPr>
          <p:cNvSpPr/>
          <p:nvPr/>
        </p:nvSpPr>
        <p:spPr>
          <a:xfrm>
            <a:off x="29594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75" name="Home tick mark 20000">
            <a:extLst>
              <a:ext uri="{FF2B5EF4-FFF2-40B4-BE49-F238E27FC236}">
                <a16:creationId xmlns:a16="http://schemas.microsoft.com/office/drawing/2014/main" id="{301357DE-C695-BAC4-FB7D-163AD327A6CB}"/>
              </a:ext>
            </a:extLst>
          </p:cNvPr>
          <p:cNvSpPr/>
          <p:nvPr/>
        </p:nvSpPr>
        <p:spPr>
          <a:xfrm>
            <a:off x="36833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88" name="Programme bar £95m">
            <a:extLst>
              <a:ext uri="{FF2B5EF4-FFF2-40B4-BE49-F238E27FC236}">
                <a16:creationId xmlns:a16="http://schemas.microsoft.com/office/drawing/2014/main" id="{B71B6A50-F65E-8514-4148-DD6E946A2357}"/>
              </a:ext>
            </a:extLst>
          </p:cNvPr>
          <p:cNvSpPr/>
          <p:nvPr/>
        </p:nvSpPr>
        <p:spPr>
          <a:xfrm>
            <a:off x="8380601" y="2903220"/>
            <a:ext cx="682562"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02" name="Programme bar £107m">
            <a:extLst>
              <a:ext uri="{FF2B5EF4-FFF2-40B4-BE49-F238E27FC236}">
                <a16:creationId xmlns:a16="http://schemas.microsoft.com/office/drawing/2014/main" id="{11DFDE8C-9244-6155-0998-FA800A7674EE}"/>
              </a:ext>
            </a:extLst>
          </p:cNvPr>
          <p:cNvSpPr/>
          <p:nvPr/>
        </p:nvSpPr>
        <p:spPr>
          <a:xfrm>
            <a:off x="8380601" y="3236658"/>
            <a:ext cx="768780"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17" name="Programme bar £312m">
            <a:extLst>
              <a:ext uri="{FF2B5EF4-FFF2-40B4-BE49-F238E27FC236}">
                <a16:creationId xmlns:a16="http://schemas.microsoft.com/office/drawing/2014/main" id="{775A8242-E2E3-0985-4BD8-6B688F1ADF96}"/>
              </a:ext>
            </a:extLst>
          </p:cNvPr>
          <p:cNvSpPr/>
          <p:nvPr/>
        </p:nvSpPr>
        <p:spPr>
          <a:xfrm>
            <a:off x="8380601" y="3570096"/>
            <a:ext cx="2241678"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33" name="Programme bar £22.5m">
            <a:extLst>
              <a:ext uri="{FF2B5EF4-FFF2-40B4-BE49-F238E27FC236}">
                <a16:creationId xmlns:a16="http://schemas.microsoft.com/office/drawing/2014/main" id="{1429EBE9-5A3F-1828-AA3C-0C048C6C4DCC}"/>
              </a:ext>
            </a:extLst>
          </p:cNvPr>
          <p:cNvSpPr/>
          <p:nvPr/>
        </p:nvSpPr>
        <p:spPr>
          <a:xfrm>
            <a:off x="8380601" y="4177854"/>
            <a:ext cx="16165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50" name="Programme bar £47m">
            <a:extLst>
              <a:ext uri="{FF2B5EF4-FFF2-40B4-BE49-F238E27FC236}">
                <a16:creationId xmlns:a16="http://schemas.microsoft.com/office/drawing/2014/main" id="{9D46E419-563A-DF93-B7A7-0502D08DF01D}"/>
              </a:ext>
            </a:extLst>
          </p:cNvPr>
          <p:cNvSpPr/>
          <p:nvPr/>
        </p:nvSpPr>
        <p:spPr>
          <a:xfrm>
            <a:off x="8380601" y="4511292"/>
            <a:ext cx="337688"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68" name="Programme bar £117m">
            <a:extLst>
              <a:ext uri="{FF2B5EF4-FFF2-40B4-BE49-F238E27FC236}">
                <a16:creationId xmlns:a16="http://schemas.microsoft.com/office/drawing/2014/main" id="{8206F95D-26E3-0F0F-7C34-EB8B8670053E}"/>
              </a:ext>
            </a:extLst>
          </p:cNvPr>
          <p:cNvSpPr/>
          <p:nvPr/>
        </p:nvSpPr>
        <p:spPr>
          <a:xfrm>
            <a:off x="8380601" y="4844730"/>
            <a:ext cx="84062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87" name="Programme axis">
            <a:extLst>
              <a:ext uri="{FF2B5EF4-FFF2-40B4-BE49-F238E27FC236}">
                <a16:creationId xmlns:a16="http://schemas.microsoft.com/office/drawing/2014/main" id="{FCA22C39-ECC0-C7E0-B718-6AE816ECC64C}"/>
              </a:ext>
            </a:extLst>
          </p:cNvPr>
          <p:cNvSpPr/>
          <p:nvPr/>
        </p:nvSpPr>
        <p:spPr>
          <a:xfrm>
            <a:off x="8375838" y="5109588"/>
            <a:ext cx="2519467"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07" name="Programme tick mark 0">
            <a:extLst>
              <a:ext uri="{FF2B5EF4-FFF2-40B4-BE49-F238E27FC236}">
                <a16:creationId xmlns:a16="http://schemas.microsoft.com/office/drawing/2014/main" id="{5D5C4C83-EA5B-73B9-A719-FF5683794620}"/>
              </a:ext>
            </a:extLst>
          </p:cNvPr>
          <p:cNvSpPr/>
          <p:nvPr/>
        </p:nvSpPr>
        <p:spPr>
          <a:xfrm>
            <a:off x="837583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28" name="Programme tick mark 100">
            <a:extLst>
              <a:ext uri="{FF2B5EF4-FFF2-40B4-BE49-F238E27FC236}">
                <a16:creationId xmlns:a16="http://schemas.microsoft.com/office/drawing/2014/main" id="{3A3246EC-58E8-3735-41DF-FE8B72AA4E9C}"/>
              </a:ext>
            </a:extLst>
          </p:cNvPr>
          <p:cNvSpPr/>
          <p:nvPr/>
        </p:nvSpPr>
        <p:spPr>
          <a:xfrm>
            <a:off x="9094324"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50" name="Programme tick mark 200">
            <a:extLst>
              <a:ext uri="{FF2B5EF4-FFF2-40B4-BE49-F238E27FC236}">
                <a16:creationId xmlns:a16="http://schemas.microsoft.com/office/drawing/2014/main" id="{A1CAD44F-1855-C5BD-90E4-CD448651E256}"/>
              </a:ext>
            </a:extLst>
          </p:cNvPr>
          <p:cNvSpPr/>
          <p:nvPr/>
        </p:nvSpPr>
        <p:spPr>
          <a:xfrm>
            <a:off x="9812811"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73" name="Programme tick mark 300">
            <a:extLst>
              <a:ext uri="{FF2B5EF4-FFF2-40B4-BE49-F238E27FC236}">
                <a16:creationId xmlns:a16="http://schemas.microsoft.com/office/drawing/2014/main" id="{07AFBB3E-CCD3-A80F-3044-F6CE14732212}"/>
              </a:ext>
            </a:extLst>
          </p:cNvPr>
          <p:cNvSpPr/>
          <p:nvPr/>
        </p:nvSpPr>
        <p:spPr>
          <a:xfrm>
            <a:off x="1053129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97" name="Home label 1">
            <a:extLst>
              <a:ext uri="{FF2B5EF4-FFF2-40B4-BE49-F238E27FC236}">
                <a16:creationId xmlns:a16="http://schemas.microsoft.com/office/drawing/2014/main" id="{44A4B5C6-2FA3-1B5A-4211-C1E37576AA3E}"/>
              </a:ext>
            </a:extLst>
          </p:cNvPr>
          <p:cNvSpPr/>
          <p:nvPr/>
        </p:nvSpPr>
        <p:spPr>
          <a:xfrm>
            <a:off x="774192" y="2498180"/>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before grant</a:t>
            </a:r>
          </a:p>
          <a:p>
            <a:pPr algn="l">
              <a:buNone/>
            </a:pPr>
            <a:r>
              <a:rPr lang="en-US" sz="100">
                <a:effectLst/>
              </a:rPr>
              <a:t> </a:t>
            </a:r>
            <a:endParaRPr lang="en-US"/>
          </a:p>
        </p:txBody>
      </p:sp>
      <p:sp>
        <p:nvSpPr>
          <p:cNvPr id="53822" name="Home value 1">
            <a:extLst>
              <a:ext uri="{FF2B5EF4-FFF2-40B4-BE49-F238E27FC236}">
                <a16:creationId xmlns:a16="http://schemas.microsoft.com/office/drawing/2014/main" id="{0DA3050F-EB89-0E3B-3292-051BCF72D3D5}"/>
              </a:ext>
            </a:extLst>
          </p:cNvPr>
          <p:cNvSpPr/>
          <p:nvPr/>
        </p:nvSpPr>
        <p:spPr>
          <a:xfrm>
            <a:off x="3669792" y="2758784"/>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20,000</a:t>
            </a:r>
          </a:p>
          <a:p>
            <a:pPr algn="l">
              <a:buNone/>
            </a:pPr>
            <a:r>
              <a:rPr lang="en-US" sz="100">
                <a:effectLst/>
              </a:rPr>
              <a:t> </a:t>
            </a:r>
            <a:endParaRPr lang="en-US"/>
          </a:p>
        </p:txBody>
      </p:sp>
      <p:sp>
        <p:nvSpPr>
          <p:cNvPr id="53848" name="Home label 2">
            <a:extLst>
              <a:ext uri="{FF2B5EF4-FFF2-40B4-BE49-F238E27FC236}">
                <a16:creationId xmlns:a16="http://schemas.microsoft.com/office/drawing/2014/main" id="{FB22D47B-210F-AED5-0782-46DE928E0B61}"/>
              </a:ext>
            </a:extLst>
          </p:cNvPr>
          <p:cNvSpPr/>
          <p:nvPr/>
        </p:nvSpPr>
        <p:spPr>
          <a:xfrm>
            <a:off x="774192" y="3153881"/>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Provider funding, base case</a:t>
            </a:r>
          </a:p>
          <a:p>
            <a:pPr algn="l">
              <a:buNone/>
            </a:pPr>
            <a:r>
              <a:rPr lang="en-US" sz="100">
                <a:effectLst/>
              </a:rPr>
              <a:t> </a:t>
            </a:r>
            <a:endParaRPr lang="en-US"/>
          </a:p>
        </p:txBody>
      </p:sp>
      <p:sp>
        <p:nvSpPr>
          <p:cNvPr id="53875" name="Home value 2">
            <a:extLst>
              <a:ext uri="{FF2B5EF4-FFF2-40B4-BE49-F238E27FC236}">
                <a16:creationId xmlns:a16="http://schemas.microsoft.com/office/drawing/2014/main" id="{4F658AC9-0C6A-FB84-3901-D15DFC490C12}"/>
              </a:ext>
            </a:extLst>
          </p:cNvPr>
          <p:cNvSpPr/>
          <p:nvPr/>
        </p:nvSpPr>
        <p:spPr>
          <a:xfrm>
            <a:off x="2583942" y="3414485"/>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12,500</a:t>
            </a:r>
          </a:p>
          <a:p>
            <a:pPr algn="l">
              <a:buNone/>
            </a:pPr>
            <a:r>
              <a:rPr lang="en-US" sz="100">
                <a:effectLst/>
              </a:rPr>
              <a:t> </a:t>
            </a:r>
            <a:endParaRPr lang="en-US"/>
          </a:p>
        </p:txBody>
      </p:sp>
      <p:sp>
        <p:nvSpPr>
          <p:cNvPr id="53903" name="Home label 3">
            <a:extLst>
              <a:ext uri="{FF2B5EF4-FFF2-40B4-BE49-F238E27FC236}">
                <a16:creationId xmlns:a16="http://schemas.microsoft.com/office/drawing/2014/main" id="{1B828E4B-FE91-0563-EAD1-0F3BD860C9F9}"/>
              </a:ext>
            </a:extLst>
          </p:cNvPr>
          <p:cNvSpPr/>
          <p:nvPr/>
        </p:nvSpPr>
        <p:spPr>
          <a:xfrm>
            <a:off x="774192" y="3809582"/>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a:t>
            </a:r>
          </a:p>
          <a:p>
            <a:pPr algn="l">
              <a:buNone/>
            </a:pPr>
            <a:r>
              <a:rPr lang="en-US" sz="100">
                <a:effectLst/>
              </a:rPr>
              <a:t> </a:t>
            </a:r>
            <a:endParaRPr lang="en-US"/>
          </a:p>
        </p:txBody>
      </p:sp>
      <p:sp>
        <p:nvSpPr>
          <p:cNvPr id="53932" name="Home value 3">
            <a:extLst>
              <a:ext uri="{FF2B5EF4-FFF2-40B4-BE49-F238E27FC236}">
                <a16:creationId xmlns:a16="http://schemas.microsoft.com/office/drawing/2014/main" id="{DE4A925D-3A43-7910-3F82-1E98BA4DBABA}"/>
              </a:ext>
            </a:extLst>
          </p:cNvPr>
          <p:cNvSpPr/>
          <p:nvPr/>
        </p:nvSpPr>
        <p:spPr>
          <a:xfrm>
            <a:off x="2873502" y="4070186"/>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14,500</a:t>
            </a:r>
          </a:p>
          <a:p>
            <a:pPr algn="l">
              <a:buNone/>
            </a:pPr>
            <a:r>
              <a:rPr lang="en-US" sz="100">
                <a:effectLst/>
              </a:rPr>
              <a:t> </a:t>
            </a:r>
            <a:endParaRPr lang="en-US"/>
          </a:p>
        </p:txBody>
      </p:sp>
      <p:sp>
        <p:nvSpPr>
          <p:cNvPr id="53962" name="Home label 4">
            <a:extLst>
              <a:ext uri="{FF2B5EF4-FFF2-40B4-BE49-F238E27FC236}">
                <a16:creationId xmlns:a16="http://schemas.microsoft.com/office/drawing/2014/main" id="{338D9D23-D4BE-CC93-C48D-33634317A409}"/>
              </a:ext>
            </a:extLst>
          </p:cNvPr>
          <p:cNvSpPr/>
          <p:nvPr/>
        </p:nvSpPr>
        <p:spPr>
          <a:xfrm>
            <a:off x="774192" y="4465283"/>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Eligible cost falls to 12,000</a:t>
            </a:r>
          </a:p>
          <a:p>
            <a:pPr algn="l">
              <a:buNone/>
            </a:pPr>
            <a:r>
              <a:rPr lang="en-US" sz="100">
                <a:effectLst/>
              </a:rPr>
              <a:t> </a:t>
            </a:r>
            <a:endParaRPr lang="en-US"/>
          </a:p>
        </p:txBody>
      </p:sp>
      <p:sp>
        <p:nvSpPr>
          <p:cNvPr id="53993" name="Home value 4">
            <a:extLst>
              <a:ext uri="{FF2B5EF4-FFF2-40B4-BE49-F238E27FC236}">
                <a16:creationId xmlns:a16="http://schemas.microsoft.com/office/drawing/2014/main" id="{74DF1E51-1911-6B7C-DE23-1695A7A14FDE}"/>
              </a:ext>
            </a:extLst>
          </p:cNvPr>
          <p:cNvSpPr/>
          <p:nvPr/>
        </p:nvSpPr>
        <p:spPr>
          <a:xfrm>
            <a:off x="2801112" y="4725887"/>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14,000</a:t>
            </a:r>
          </a:p>
          <a:p>
            <a:pPr algn="l">
              <a:buNone/>
            </a:pPr>
            <a:r>
              <a:rPr lang="en-US" sz="100">
                <a:effectLst/>
              </a:rPr>
              <a:t> </a:t>
            </a:r>
            <a:endParaRPr lang="en-US"/>
          </a:p>
        </p:txBody>
      </p:sp>
      <p:sp>
        <p:nvSpPr>
          <p:cNvPr id="54025" name="Home tick 0">
            <a:extLst>
              <a:ext uri="{FF2B5EF4-FFF2-40B4-BE49-F238E27FC236}">
                <a16:creationId xmlns:a16="http://schemas.microsoft.com/office/drawing/2014/main" id="{CEE163FA-BAB7-C781-79E8-C1890C61CC82}"/>
              </a:ext>
            </a:extLst>
          </p:cNvPr>
          <p:cNvSpPr/>
          <p:nvPr/>
        </p:nvSpPr>
        <p:spPr>
          <a:xfrm>
            <a:off x="3352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058" name="Home tick 5000">
            <a:extLst>
              <a:ext uri="{FF2B5EF4-FFF2-40B4-BE49-F238E27FC236}">
                <a16:creationId xmlns:a16="http://schemas.microsoft.com/office/drawing/2014/main" id="{20EE0D55-572B-CF02-10E2-EC67CEAAC54B}"/>
              </a:ext>
            </a:extLst>
          </p:cNvPr>
          <p:cNvSpPr/>
          <p:nvPr/>
        </p:nvSpPr>
        <p:spPr>
          <a:xfrm>
            <a:off x="10591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5,000</a:t>
            </a:r>
          </a:p>
          <a:p>
            <a:pPr algn="ctr">
              <a:buNone/>
            </a:pPr>
            <a:r>
              <a:rPr lang="en-US" sz="100">
                <a:effectLst/>
              </a:rPr>
              <a:t> </a:t>
            </a:r>
            <a:endParaRPr lang="en-US"/>
          </a:p>
        </p:txBody>
      </p:sp>
      <p:sp>
        <p:nvSpPr>
          <p:cNvPr id="54092" name="Home tick 10000">
            <a:extLst>
              <a:ext uri="{FF2B5EF4-FFF2-40B4-BE49-F238E27FC236}">
                <a16:creationId xmlns:a16="http://schemas.microsoft.com/office/drawing/2014/main" id="{903F6F07-3540-A200-9DC2-ADF48C8955F6}"/>
              </a:ext>
            </a:extLst>
          </p:cNvPr>
          <p:cNvSpPr/>
          <p:nvPr/>
        </p:nvSpPr>
        <p:spPr>
          <a:xfrm>
            <a:off x="17830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10,000</a:t>
            </a:r>
          </a:p>
          <a:p>
            <a:pPr algn="ctr">
              <a:buNone/>
            </a:pPr>
            <a:r>
              <a:rPr lang="en-US" sz="100">
                <a:effectLst/>
              </a:rPr>
              <a:t> </a:t>
            </a:r>
            <a:endParaRPr lang="en-US"/>
          </a:p>
        </p:txBody>
      </p:sp>
      <p:sp>
        <p:nvSpPr>
          <p:cNvPr id="54127" name="Home tick 15000">
            <a:extLst>
              <a:ext uri="{FF2B5EF4-FFF2-40B4-BE49-F238E27FC236}">
                <a16:creationId xmlns:a16="http://schemas.microsoft.com/office/drawing/2014/main" id="{3ED9B94D-48BC-4372-788A-CAD6CA0607F6}"/>
              </a:ext>
            </a:extLst>
          </p:cNvPr>
          <p:cNvSpPr/>
          <p:nvPr/>
        </p:nvSpPr>
        <p:spPr>
          <a:xfrm>
            <a:off x="25069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15,000</a:t>
            </a:r>
          </a:p>
          <a:p>
            <a:pPr algn="ctr">
              <a:buNone/>
            </a:pPr>
            <a:r>
              <a:rPr lang="en-US" sz="100">
                <a:effectLst/>
              </a:rPr>
              <a:t> </a:t>
            </a:r>
            <a:endParaRPr lang="en-US"/>
          </a:p>
        </p:txBody>
      </p:sp>
      <p:sp>
        <p:nvSpPr>
          <p:cNvPr id="54163" name="Home tick 20000">
            <a:extLst>
              <a:ext uri="{FF2B5EF4-FFF2-40B4-BE49-F238E27FC236}">
                <a16:creationId xmlns:a16="http://schemas.microsoft.com/office/drawing/2014/main" id="{6F91F38D-B17F-1122-6E70-10BCC2BF4F5C}"/>
              </a:ext>
            </a:extLst>
          </p:cNvPr>
          <p:cNvSpPr/>
          <p:nvPr/>
        </p:nvSpPr>
        <p:spPr>
          <a:xfrm>
            <a:off x="32308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20,000</a:t>
            </a:r>
          </a:p>
          <a:p>
            <a:pPr algn="ctr">
              <a:buNone/>
            </a:pPr>
            <a:r>
              <a:rPr lang="en-US" sz="100">
                <a:effectLst/>
              </a:rPr>
              <a:t> </a:t>
            </a:r>
            <a:endParaRPr lang="en-US"/>
          </a:p>
        </p:txBody>
      </p:sp>
      <p:sp>
        <p:nvSpPr>
          <p:cNvPr id="54200" name="Home unit">
            <a:extLst>
              <a:ext uri="{FF2B5EF4-FFF2-40B4-BE49-F238E27FC236}">
                <a16:creationId xmlns:a16="http://schemas.microsoft.com/office/drawing/2014/main" id="{608EDDB8-B059-F2EB-1463-E06B578A3E43}"/>
              </a:ext>
            </a:extLst>
          </p:cNvPr>
          <p:cNvSpPr/>
          <p:nvPr/>
        </p:nvSpPr>
        <p:spPr>
          <a:xfrm>
            <a:off x="792480" y="5353775"/>
            <a:ext cx="318516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a:t>
            </a:r>
          </a:p>
          <a:p>
            <a:pPr algn="ctr">
              <a:buNone/>
            </a:pPr>
            <a:r>
              <a:rPr lang="en-US" sz="100">
                <a:effectLst/>
              </a:rPr>
              <a:t> </a:t>
            </a:r>
            <a:endParaRPr lang="en-US"/>
          </a:p>
        </p:txBody>
      </p:sp>
      <p:sp>
        <p:nvSpPr>
          <p:cNvPr id="54238" name="Group WORKS">
            <a:extLst>
              <a:ext uri="{FF2B5EF4-FFF2-40B4-BE49-F238E27FC236}">
                <a16:creationId xmlns:a16="http://schemas.microsoft.com/office/drawing/2014/main" id="{2864CCD5-8C3A-B1CA-B48B-F8BC5C4BDE88}"/>
              </a:ext>
            </a:extLst>
          </p:cNvPr>
          <p:cNvSpPr/>
          <p:nvPr/>
        </p:nvSpPr>
        <p:spPr>
          <a:xfrm>
            <a:off x="4953000" y="2475320"/>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WORKS</a:t>
            </a:r>
          </a:p>
          <a:p>
            <a:pPr algn="l">
              <a:buNone/>
            </a:pPr>
            <a:r>
              <a:rPr lang="en-US" sz="100">
                <a:effectLst/>
              </a:rPr>
              <a:t> </a:t>
            </a:r>
            <a:endParaRPr lang="en-US"/>
          </a:p>
        </p:txBody>
      </p:sp>
      <p:sp>
        <p:nvSpPr>
          <p:cNvPr id="54277" name="Programme label Light-touch to C at nati">
            <a:extLst>
              <a:ext uri="{FF2B5EF4-FFF2-40B4-BE49-F238E27FC236}">
                <a16:creationId xmlns:a16="http://schemas.microsoft.com/office/drawing/2014/main" id="{5C4AC56C-39A0-2B4B-06C2-B4147A2CC2DB}"/>
              </a:ext>
            </a:extLst>
          </p:cNvPr>
          <p:cNvSpPr/>
          <p:nvPr/>
        </p:nvSpPr>
        <p:spPr>
          <a:xfrm>
            <a:off x="4953000" y="277157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GBP 6,082/home historical HA benchmark</a:t>
            </a:r>
          </a:p>
        </p:txBody>
      </p:sp>
      <p:sp>
        <p:nvSpPr>
          <p:cNvPr id="54317" name="Programme value £95m">
            <a:extLst>
              <a:ext uri="{FF2B5EF4-FFF2-40B4-BE49-F238E27FC236}">
                <a16:creationId xmlns:a16="http://schemas.microsoft.com/office/drawing/2014/main" id="{EDE6126E-5845-5648-8D7B-6267A7DF1598}"/>
              </a:ext>
            </a:extLst>
          </p:cNvPr>
          <p:cNvSpPr/>
          <p:nvPr/>
        </p:nvSpPr>
        <p:spPr>
          <a:xfrm>
            <a:off x="9044875" y="276395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94.9m</a:t>
            </a:r>
          </a:p>
        </p:txBody>
      </p:sp>
      <p:sp>
        <p:nvSpPr>
          <p:cNvPr id="54358" name="Programme label By EPC band">
            <a:extLst>
              <a:ext uri="{FF2B5EF4-FFF2-40B4-BE49-F238E27FC236}">
                <a16:creationId xmlns:a16="http://schemas.microsoft.com/office/drawing/2014/main" id="{08489D00-8379-E407-2D2B-50F3F09E2BA9}"/>
              </a:ext>
            </a:extLst>
          </p:cNvPr>
          <p:cNvSpPr/>
          <p:nvPr/>
        </p:nvSpPr>
        <p:spPr>
          <a:xfrm>
            <a:off x="4953000" y="3105017"/>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By EPC band</a:t>
            </a:r>
          </a:p>
          <a:p>
            <a:pPr algn="l">
              <a:buNone/>
            </a:pPr>
            <a:r>
              <a:rPr lang="en-US" sz="100">
                <a:effectLst/>
              </a:rPr>
              <a:t> </a:t>
            </a:r>
            <a:endParaRPr lang="en-US"/>
          </a:p>
        </p:txBody>
      </p:sp>
      <p:sp>
        <p:nvSpPr>
          <p:cNvPr id="54400" name="Programme value £107m">
            <a:extLst>
              <a:ext uri="{FF2B5EF4-FFF2-40B4-BE49-F238E27FC236}">
                <a16:creationId xmlns:a16="http://schemas.microsoft.com/office/drawing/2014/main" id="{4510C60C-C09A-2D34-34F0-CCB292BE1118}"/>
              </a:ext>
            </a:extLst>
          </p:cNvPr>
          <p:cNvSpPr/>
          <p:nvPr/>
        </p:nvSpPr>
        <p:spPr>
          <a:xfrm>
            <a:off x="9131093" y="3097397"/>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£107m</a:t>
            </a:r>
          </a:p>
          <a:p>
            <a:pPr algn="l">
              <a:buNone/>
            </a:pPr>
            <a:r>
              <a:rPr lang="en-US" sz="100">
                <a:effectLst/>
              </a:rPr>
              <a:t> </a:t>
            </a:r>
            <a:endParaRPr lang="en-US"/>
          </a:p>
        </p:txBody>
      </p:sp>
      <p:sp>
        <p:nvSpPr>
          <p:cNvPr id="54443" name="Programme label Deep-retrofit fixture (G">
            <a:extLst>
              <a:ext uri="{FF2B5EF4-FFF2-40B4-BE49-F238E27FC236}">
                <a16:creationId xmlns:a16="http://schemas.microsoft.com/office/drawing/2014/main" id="{42101A6B-9E48-0F91-BD3E-4054B46AFCA9}"/>
              </a:ext>
            </a:extLst>
          </p:cNvPr>
          <p:cNvSpPr/>
          <p:nvPr/>
        </p:nvSpPr>
        <p:spPr>
          <a:xfrm>
            <a:off x="4953000" y="3438455"/>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Deep-retrofit fixture (GBP 20,000 a home)</a:t>
            </a:r>
          </a:p>
          <a:p>
            <a:pPr algn="l">
              <a:buNone/>
            </a:pPr>
            <a:r>
              <a:rPr lang="en-US" sz="100">
                <a:effectLst/>
              </a:rPr>
              <a:t> </a:t>
            </a:r>
            <a:endParaRPr lang="en-US"/>
          </a:p>
        </p:txBody>
      </p:sp>
      <p:sp>
        <p:nvSpPr>
          <p:cNvPr id="54487" name="Programme value £312m">
            <a:extLst>
              <a:ext uri="{FF2B5EF4-FFF2-40B4-BE49-F238E27FC236}">
                <a16:creationId xmlns:a16="http://schemas.microsoft.com/office/drawing/2014/main" id="{297BB368-EF63-E25B-A08B-1804ED649E61}"/>
              </a:ext>
            </a:extLst>
          </p:cNvPr>
          <p:cNvSpPr/>
          <p:nvPr/>
        </p:nvSpPr>
        <p:spPr>
          <a:xfrm>
            <a:off x="10603991" y="3430835"/>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£312m</a:t>
            </a:r>
          </a:p>
          <a:p>
            <a:pPr algn="l">
              <a:buNone/>
            </a:pPr>
            <a:r>
              <a:rPr lang="en-US" sz="100">
                <a:effectLst/>
              </a:rPr>
              <a:t> </a:t>
            </a:r>
            <a:endParaRPr lang="en-US"/>
          </a:p>
        </p:txBody>
      </p:sp>
      <p:sp>
        <p:nvSpPr>
          <p:cNvPr id="54532" name="Group GRANT">
            <a:extLst>
              <a:ext uri="{FF2B5EF4-FFF2-40B4-BE49-F238E27FC236}">
                <a16:creationId xmlns:a16="http://schemas.microsoft.com/office/drawing/2014/main" id="{8CC49B78-A7BE-462F-827B-1FBC1B2E71AD}"/>
              </a:ext>
            </a:extLst>
          </p:cNvPr>
          <p:cNvSpPr/>
          <p:nvPr/>
        </p:nvSpPr>
        <p:spPr>
          <a:xfrm>
            <a:off x="4953000" y="3749954"/>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GRANT SCENARIOS</a:t>
            </a:r>
          </a:p>
        </p:txBody>
      </p:sp>
      <p:sp>
        <p:nvSpPr>
          <p:cNvPr id="54578" name="Programme label Proportional wave 3 shar">
            <a:extLst>
              <a:ext uri="{FF2B5EF4-FFF2-40B4-BE49-F238E27FC236}">
                <a16:creationId xmlns:a16="http://schemas.microsoft.com/office/drawing/2014/main" id="{3C9E1841-7CA2-0337-AF17-6AF050452056}"/>
              </a:ext>
            </a:extLst>
          </p:cNvPr>
          <p:cNvSpPr/>
          <p:nvPr/>
        </p:nvSpPr>
        <p:spPr>
          <a:xfrm>
            <a:off x="4953000" y="4046213"/>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Proportional wave 3 share</a:t>
            </a:r>
          </a:p>
          <a:p>
            <a:pPr algn="l">
              <a:buNone/>
            </a:pPr>
            <a:r>
              <a:rPr lang="en-US" sz="100">
                <a:effectLst/>
              </a:rPr>
              <a:t> </a:t>
            </a:r>
            <a:endParaRPr lang="en-US"/>
          </a:p>
        </p:txBody>
      </p:sp>
      <p:sp>
        <p:nvSpPr>
          <p:cNvPr id="54625" name="Programme value £22.5m">
            <a:extLst>
              <a:ext uri="{FF2B5EF4-FFF2-40B4-BE49-F238E27FC236}">
                <a16:creationId xmlns:a16="http://schemas.microsoft.com/office/drawing/2014/main" id="{01B93AEA-7803-DE9F-F114-71F14680E7EF}"/>
              </a:ext>
            </a:extLst>
          </p:cNvPr>
          <p:cNvSpPr/>
          <p:nvPr/>
        </p:nvSpPr>
        <p:spPr>
          <a:xfrm>
            <a:off x="8523972" y="4038593"/>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£22.5m</a:t>
            </a:r>
          </a:p>
          <a:p>
            <a:pPr algn="l">
              <a:buNone/>
            </a:pPr>
            <a:r>
              <a:rPr lang="en-US" sz="100">
                <a:effectLst/>
              </a:rPr>
              <a:t> </a:t>
            </a:r>
            <a:endParaRPr lang="en-US"/>
          </a:p>
        </p:txBody>
      </p:sp>
      <p:sp>
        <p:nvSpPr>
          <p:cNvPr id="54673" name="Programme label 50% of light-touch cost">
            <a:extLst>
              <a:ext uri="{FF2B5EF4-FFF2-40B4-BE49-F238E27FC236}">
                <a16:creationId xmlns:a16="http://schemas.microsoft.com/office/drawing/2014/main" id="{6E18868D-2CCB-4E50-574E-F69232707F45}"/>
              </a:ext>
            </a:extLst>
          </p:cNvPr>
          <p:cNvSpPr/>
          <p:nvPr/>
        </p:nvSpPr>
        <p:spPr>
          <a:xfrm>
            <a:off x="4953000" y="4379651"/>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Conditional GBP 3,041/home (50% share)</a:t>
            </a:r>
          </a:p>
        </p:txBody>
      </p:sp>
      <p:sp>
        <p:nvSpPr>
          <p:cNvPr id="54722" name="Programme value £47m">
            <a:extLst>
              <a:ext uri="{FF2B5EF4-FFF2-40B4-BE49-F238E27FC236}">
                <a16:creationId xmlns:a16="http://schemas.microsoft.com/office/drawing/2014/main" id="{7750BDBD-A1B5-4987-5915-D9D4A09ECA46}"/>
              </a:ext>
            </a:extLst>
          </p:cNvPr>
          <p:cNvSpPr/>
          <p:nvPr/>
        </p:nvSpPr>
        <p:spPr>
          <a:xfrm>
            <a:off x="8700001" y="4372031"/>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47.4m</a:t>
            </a:r>
          </a:p>
        </p:txBody>
      </p:sp>
      <p:sp>
        <p:nvSpPr>
          <p:cNvPr id="54772" name="Programme label Full £7,500 cap">
            <a:extLst>
              <a:ext uri="{FF2B5EF4-FFF2-40B4-BE49-F238E27FC236}">
                <a16:creationId xmlns:a16="http://schemas.microsoft.com/office/drawing/2014/main" id="{D6000E2A-537D-E928-005F-4CB802F0168D}"/>
              </a:ext>
            </a:extLst>
          </p:cNvPr>
          <p:cNvSpPr/>
          <p:nvPr/>
        </p:nvSpPr>
        <p:spPr>
          <a:xfrm>
            <a:off x="4953000" y="471308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Full £7,500 cap</a:t>
            </a:r>
          </a:p>
          <a:p>
            <a:pPr algn="l">
              <a:buNone/>
            </a:pPr>
            <a:r>
              <a:rPr lang="en-US" sz="100">
                <a:effectLst/>
              </a:rPr>
              <a:t> </a:t>
            </a:r>
            <a:endParaRPr lang="en-US"/>
          </a:p>
        </p:txBody>
      </p:sp>
      <p:sp>
        <p:nvSpPr>
          <p:cNvPr id="54823" name="Programme value £117m">
            <a:extLst>
              <a:ext uri="{FF2B5EF4-FFF2-40B4-BE49-F238E27FC236}">
                <a16:creationId xmlns:a16="http://schemas.microsoft.com/office/drawing/2014/main" id="{7FCA9B75-A387-1788-482B-E470058A409C}"/>
              </a:ext>
            </a:extLst>
          </p:cNvPr>
          <p:cNvSpPr/>
          <p:nvPr/>
        </p:nvSpPr>
        <p:spPr>
          <a:xfrm>
            <a:off x="9202942" y="470546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£117m</a:t>
            </a:r>
          </a:p>
          <a:p>
            <a:pPr algn="l">
              <a:buNone/>
            </a:pPr>
            <a:r>
              <a:rPr lang="en-US" sz="100">
                <a:effectLst/>
              </a:rPr>
              <a:t> </a:t>
            </a:r>
            <a:endParaRPr lang="en-US"/>
          </a:p>
        </p:txBody>
      </p:sp>
      <p:sp>
        <p:nvSpPr>
          <p:cNvPr id="54875" name="Programme tick 0">
            <a:extLst>
              <a:ext uri="{FF2B5EF4-FFF2-40B4-BE49-F238E27FC236}">
                <a16:creationId xmlns:a16="http://schemas.microsoft.com/office/drawing/2014/main" id="{6F44651B-E6AD-F580-3512-9FF727CF26F4}"/>
              </a:ext>
            </a:extLst>
          </p:cNvPr>
          <p:cNvSpPr/>
          <p:nvPr/>
        </p:nvSpPr>
        <p:spPr>
          <a:xfrm>
            <a:off x="792340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928" name="Programme tick 100">
            <a:extLst>
              <a:ext uri="{FF2B5EF4-FFF2-40B4-BE49-F238E27FC236}">
                <a16:creationId xmlns:a16="http://schemas.microsoft.com/office/drawing/2014/main" id="{EAB9F03F-2C6E-46D9-A313-893DC2B5B5CC}"/>
              </a:ext>
            </a:extLst>
          </p:cNvPr>
          <p:cNvSpPr/>
          <p:nvPr/>
        </p:nvSpPr>
        <p:spPr>
          <a:xfrm>
            <a:off x="8641887"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a:t>
            </a:r>
          </a:p>
          <a:p>
            <a:pPr algn="ctr">
              <a:buNone/>
            </a:pPr>
            <a:r>
              <a:rPr lang="en-US" sz="100">
                <a:effectLst/>
              </a:rPr>
              <a:t> </a:t>
            </a:r>
            <a:endParaRPr lang="en-US"/>
          </a:p>
        </p:txBody>
      </p:sp>
      <p:sp>
        <p:nvSpPr>
          <p:cNvPr id="54982" name="Programme tick 200">
            <a:extLst>
              <a:ext uri="{FF2B5EF4-FFF2-40B4-BE49-F238E27FC236}">
                <a16:creationId xmlns:a16="http://schemas.microsoft.com/office/drawing/2014/main" id="{5DA4F5DC-2B37-AFC9-D8CE-87003F7A2B0E}"/>
              </a:ext>
            </a:extLst>
          </p:cNvPr>
          <p:cNvSpPr/>
          <p:nvPr/>
        </p:nvSpPr>
        <p:spPr>
          <a:xfrm>
            <a:off x="9360374"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a:t>
            </a:r>
          </a:p>
          <a:p>
            <a:pPr algn="ctr">
              <a:buNone/>
            </a:pPr>
            <a:r>
              <a:rPr lang="en-US" sz="100">
                <a:effectLst/>
              </a:rPr>
              <a:t> </a:t>
            </a:r>
            <a:endParaRPr lang="en-US"/>
          </a:p>
        </p:txBody>
      </p:sp>
      <p:sp>
        <p:nvSpPr>
          <p:cNvPr id="55037" name="Programme tick 300">
            <a:extLst>
              <a:ext uri="{FF2B5EF4-FFF2-40B4-BE49-F238E27FC236}">
                <a16:creationId xmlns:a16="http://schemas.microsoft.com/office/drawing/2014/main" id="{815C8845-6092-6264-C18E-3088439C08B0}"/>
              </a:ext>
            </a:extLst>
          </p:cNvPr>
          <p:cNvSpPr/>
          <p:nvPr/>
        </p:nvSpPr>
        <p:spPr>
          <a:xfrm>
            <a:off x="1007886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300</a:t>
            </a:r>
          </a:p>
          <a:p>
            <a:pPr algn="ctr">
              <a:buNone/>
            </a:pPr>
            <a:r>
              <a:rPr lang="en-US" sz="100">
                <a:effectLst/>
              </a:rPr>
              <a:t> </a:t>
            </a:r>
            <a:endParaRPr lang="en-US"/>
          </a:p>
        </p:txBody>
      </p:sp>
      <p:sp>
        <p:nvSpPr>
          <p:cNvPr id="55093" name="Programme unit">
            <a:extLst>
              <a:ext uri="{FF2B5EF4-FFF2-40B4-BE49-F238E27FC236}">
                <a16:creationId xmlns:a16="http://schemas.microsoft.com/office/drawing/2014/main" id="{B7622B5E-91F9-1C80-07BD-2165A1FF7065}"/>
              </a:ext>
            </a:extLst>
          </p:cNvPr>
          <p:cNvSpPr/>
          <p:nvPr/>
        </p:nvSpPr>
        <p:spPr>
          <a:xfrm>
            <a:off x="8380601" y="5308052"/>
            <a:ext cx="25147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 m</a:t>
            </a:r>
          </a:p>
        </p:txBody>
      </p:sp>
    </p:spTree>
    <p:extLst>
      <p:ext uri="{BB962C8B-B14F-4D97-AF65-F5344CB8AC3E}">
        <p14:creationId xmlns:p14="http://schemas.microsoft.com/office/powerpoint/2010/main" val="1283465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905" name="Eyebrow">
            <a:extLst>
              <a:ext uri="{FF2B5EF4-FFF2-40B4-BE49-F238E27FC236}">
                <a16:creationId xmlns:a16="http://schemas.microsoft.com/office/drawing/2014/main" id="{8385A6F6-C6A0-B35F-E34B-D3C816B7E5B7}"/>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7907" name="Slide title">
            <a:extLst>
              <a:ext uri="{FF2B5EF4-FFF2-40B4-BE49-F238E27FC236}">
                <a16:creationId xmlns:a16="http://schemas.microsoft.com/office/drawing/2014/main" id="{A1795C47-4C54-013D-4274-13E0616771A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Meet the Workbench:</a:t>
            </a:r>
          </a:p>
          <a:p>
            <a:pPr algn="l">
              <a:buNone/>
            </a:pPr>
            <a:r>
              <a:rPr lang="en-US" sz="3200" b="1">
                <a:solidFill>
                  <a:srgbClr val="173F35"/>
                </a:solidFill>
                <a:effectLst/>
                <a:latin typeface="Arial" panose="020B0604020202020204" pitchFamily="34" charset="0"/>
              </a:rPr>
              <a:t>every home, one owner, one next step.</a:t>
            </a:r>
            <a:endParaRPr lang="en-US"/>
          </a:p>
        </p:txBody>
      </p:sp>
      <p:sp>
        <p:nvSpPr>
          <p:cNvPr id="37910" name="Footer sources">
            <a:extLst>
              <a:ext uri="{FF2B5EF4-FFF2-40B4-BE49-F238E27FC236}">
                <a16:creationId xmlns:a16="http://schemas.microsoft.com/office/drawing/2014/main" id="{000EC742-3BD5-165D-9734-E07087D37EAD}"/>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(23 Oct 2026): #73, #76, #77, #78, #85, #95, #102, #106 · prototype learnings</a:t>
            </a:r>
          </a:p>
          <a:p>
            <a:pPr algn="l">
              <a:buNone/>
            </a:pPr>
            <a:r>
              <a:rPr lang="en-US" sz="100">
                <a:effectLst/>
              </a:rPr>
              <a:t> </a:t>
            </a:r>
            <a:endParaRPr lang="en-US"/>
          </a:p>
        </p:txBody>
      </p:sp>
      <p:sp>
        <p:nvSpPr>
          <p:cNvPr id="37914" name="Footer navigation">
            <a:extLst>
              <a:ext uri="{FF2B5EF4-FFF2-40B4-BE49-F238E27FC236}">
                <a16:creationId xmlns:a16="http://schemas.microsoft.com/office/drawing/2014/main" id="{84DA8607-177E-BD1C-CA95-4C8F0DEA87B3}"/>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S11 · Answers: B02</a:t>
            </a:r>
          </a:p>
          <a:p>
            <a:pPr algn="r">
              <a:buNone/>
            </a:pPr>
            <a:r>
              <a:rPr lang="en-US" sz="100">
                <a:effectLst/>
              </a:rPr>
              <a:t> </a:t>
            </a:r>
            <a:endParaRPr lang="en-US"/>
          </a:p>
        </p:txBody>
      </p:sp>
      <p:sp>
        <p:nvSpPr>
          <p:cNvPr id="37919" name="Window body">
            <a:extLst>
              <a:ext uri="{FF2B5EF4-FFF2-40B4-BE49-F238E27FC236}">
                <a16:creationId xmlns:a16="http://schemas.microsoft.com/office/drawing/2014/main" id="{45603A92-88EE-7885-43A0-C68BD66CB9A4}"/>
              </a:ext>
            </a:extLst>
          </p:cNvPr>
          <p:cNvSpPr/>
          <p:nvPr/>
        </p:nvSpPr>
        <p:spPr>
          <a:xfrm>
            <a:off x="548640" y="2340864"/>
            <a:ext cx="6812280" cy="3054096"/>
          </a:xfrm>
          <a:prstGeom prst="rect">
            <a:avLst/>
          </a:prstGeom>
          <a:solidFill>
            <a:srgbClr val="FFFFFF"/>
          </a:solidFill>
          <a:ln w="9525">
            <a:solidFill>
              <a:srgbClr val="D5DDD9"/>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25" name="Window title bar">
            <a:extLst>
              <a:ext uri="{FF2B5EF4-FFF2-40B4-BE49-F238E27FC236}">
                <a16:creationId xmlns:a16="http://schemas.microsoft.com/office/drawing/2014/main" id="{864F724B-449F-B7E8-658D-6D330CEDAFCB}"/>
              </a:ext>
            </a:extLst>
          </p:cNvPr>
          <p:cNvSpPr/>
          <p:nvPr/>
        </p:nvSpPr>
        <p:spPr>
          <a:xfrm>
            <a:off x="548640" y="2011680"/>
            <a:ext cx="6812280" cy="329184"/>
          </a:xfrm>
          <a:prstGeom prst="round2SameRect">
            <a:avLst/>
          </a:prstGeom>
          <a:solidFill>
            <a:srgbClr val="173F35"/>
          </a:solidFill>
          <a:ln>
            <a:solidFill>
              <a:srgbClr val="FFFFFF">
                <a:alpha val="0"/>
              </a:srgbClr>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32" name="Window dot 1">
            <a:extLst>
              <a:ext uri="{FF2B5EF4-FFF2-40B4-BE49-F238E27FC236}">
                <a16:creationId xmlns:a16="http://schemas.microsoft.com/office/drawing/2014/main" id="{56DE68DA-4828-B560-2F0C-8F291C31D043}"/>
              </a:ext>
            </a:extLst>
          </p:cNvPr>
          <p:cNvSpPr/>
          <p:nvPr/>
        </p:nvSpPr>
        <p:spPr>
          <a:xfrm>
            <a:off x="694944" y="2121408"/>
            <a:ext cx="109728" cy="109728"/>
          </a:xfrm>
          <a:prstGeom prst="ellipse">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0" name="Window dot 2">
            <a:extLst>
              <a:ext uri="{FF2B5EF4-FFF2-40B4-BE49-F238E27FC236}">
                <a16:creationId xmlns:a16="http://schemas.microsoft.com/office/drawing/2014/main" id="{CF8FB8CE-6393-B54F-0595-3F661A770ED1}"/>
              </a:ext>
            </a:extLst>
          </p:cNvPr>
          <p:cNvSpPr/>
          <p:nvPr/>
        </p:nvSpPr>
        <p:spPr>
          <a:xfrm>
            <a:off x="868680" y="2121408"/>
            <a:ext cx="109728" cy="10972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9" name="Window dot 3">
            <a:extLst>
              <a:ext uri="{FF2B5EF4-FFF2-40B4-BE49-F238E27FC236}">
                <a16:creationId xmlns:a16="http://schemas.microsoft.com/office/drawing/2014/main" id="{B815D06E-B49F-0EA0-CF67-F36DA9EBD749}"/>
              </a:ext>
            </a:extLst>
          </p:cNvPr>
          <p:cNvSpPr/>
          <p:nvPr/>
        </p:nvSpPr>
        <p:spPr>
          <a:xfrm>
            <a:off x="1042416" y="2121408"/>
            <a:ext cx="109728" cy="109728"/>
          </a:xfrm>
          <a:prstGeom prst="ellipse">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59" name="Window label">
            <a:extLst>
              <a:ext uri="{FF2B5EF4-FFF2-40B4-BE49-F238E27FC236}">
                <a16:creationId xmlns:a16="http://schemas.microsoft.com/office/drawing/2014/main" id="{1BDE7B9A-4ACC-5399-709C-8891E5267DEE}"/>
              </a:ext>
            </a:extLst>
          </p:cNvPr>
          <p:cNvSpPr/>
          <p:nvPr/>
        </p:nvSpPr>
        <p:spPr>
          <a:xfrm>
            <a:off x="1188720" y="1954112"/>
            <a:ext cx="29260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AF9F6"/>
                </a:solidFill>
                <a:effectLst/>
                <a:latin typeface="Arial" panose="020B0604020202020204" pitchFamily="34" charset="0"/>
              </a:rPr>
              <a:t>Zava Forward · Workbench</a:t>
            </a:r>
          </a:p>
          <a:p>
            <a:pPr algn="l">
              <a:buNone/>
            </a:pPr>
            <a:r>
              <a:rPr lang="en-US" sz="100">
                <a:effectLst/>
              </a:rPr>
              <a:t> </a:t>
            </a:r>
            <a:endParaRPr lang="en-US"/>
          </a:p>
        </p:txBody>
      </p:sp>
      <p:sp>
        <p:nvSpPr>
          <p:cNvPr id="37970" name="Nav rail">
            <a:extLst>
              <a:ext uri="{FF2B5EF4-FFF2-40B4-BE49-F238E27FC236}">
                <a16:creationId xmlns:a16="http://schemas.microsoft.com/office/drawing/2014/main" id="{9699B7EF-0282-0507-9D36-7BFE424ED1E1}"/>
              </a:ext>
            </a:extLst>
          </p:cNvPr>
          <p:cNvSpPr/>
          <p:nvPr/>
        </p:nvSpPr>
        <p:spPr>
          <a:xfrm>
            <a:off x="558165" y="2340864"/>
            <a:ext cx="1051560" cy="3044571"/>
          </a:xfrm>
          <a:prstGeom prst="rect">
            <a:avLst/>
          </a:prstGeom>
          <a:solidFill>
            <a:srgbClr val="F1F4F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82" name="Nav selected">
            <a:extLst>
              <a:ext uri="{FF2B5EF4-FFF2-40B4-BE49-F238E27FC236}">
                <a16:creationId xmlns:a16="http://schemas.microsoft.com/office/drawing/2014/main" id="{C12F4B0B-5606-F0A9-CB5C-16A4CD8749ED}"/>
              </a:ext>
            </a:extLst>
          </p:cNvPr>
          <p:cNvSpPr/>
          <p:nvPr/>
        </p:nvSpPr>
        <p:spPr>
          <a:xfrm>
            <a:off x="621792" y="2487168"/>
            <a:ext cx="905256" cy="329184"/>
          </a:xfrm>
          <a:prstGeom prst="roundRect">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95" name="Nav My cases">
            <a:extLst>
              <a:ext uri="{FF2B5EF4-FFF2-40B4-BE49-F238E27FC236}">
                <a16:creationId xmlns:a16="http://schemas.microsoft.com/office/drawing/2014/main" id="{077069C1-5E45-5A59-1901-88BAB33AEEA9}"/>
              </a:ext>
            </a:extLst>
          </p:cNvPr>
          <p:cNvSpPr/>
          <p:nvPr/>
        </p:nvSpPr>
        <p:spPr>
          <a:xfrm>
            <a:off x="640080" y="2421980"/>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173F35"/>
                </a:solidFill>
                <a:effectLst/>
                <a:latin typeface="Arial" panose="020B0604020202020204" pitchFamily="34" charset="0"/>
              </a:rPr>
              <a:t>My cases</a:t>
            </a:r>
          </a:p>
          <a:p>
            <a:pPr algn="l">
              <a:buNone/>
            </a:pPr>
            <a:r>
              <a:rPr lang="en-US" sz="100">
                <a:effectLst/>
              </a:rPr>
              <a:t> </a:t>
            </a:r>
            <a:endParaRPr lang="en-US"/>
          </a:p>
        </p:txBody>
      </p:sp>
      <p:sp>
        <p:nvSpPr>
          <p:cNvPr id="38009" name="Nav Queues">
            <a:extLst>
              <a:ext uri="{FF2B5EF4-FFF2-40B4-BE49-F238E27FC236}">
                <a16:creationId xmlns:a16="http://schemas.microsoft.com/office/drawing/2014/main" id="{2FFE9DC8-B0B3-009C-294B-BC6C6FC957DD}"/>
              </a:ext>
            </a:extLst>
          </p:cNvPr>
          <p:cNvSpPr/>
          <p:nvPr/>
        </p:nvSpPr>
        <p:spPr>
          <a:xfrm>
            <a:off x="640080" y="2842604"/>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Queues</a:t>
            </a:r>
          </a:p>
          <a:p>
            <a:pPr algn="l">
              <a:buNone/>
            </a:pPr>
            <a:r>
              <a:rPr lang="en-US" sz="100">
                <a:effectLst/>
              </a:rPr>
              <a:t> </a:t>
            </a:r>
            <a:endParaRPr lang="en-US"/>
          </a:p>
        </p:txBody>
      </p:sp>
      <p:sp>
        <p:nvSpPr>
          <p:cNvPr id="38024" name="Nav Funding">
            <a:extLst>
              <a:ext uri="{FF2B5EF4-FFF2-40B4-BE49-F238E27FC236}">
                <a16:creationId xmlns:a16="http://schemas.microsoft.com/office/drawing/2014/main" id="{6A46FA52-F523-6F06-22F8-79716B8F8B59}"/>
              </a:ext>
            </a:extLst>
          </p:cNvPr>
          <p:cNvSpPr/>
          <p:nvPr/>
        </p:nvSpPr>
        <p:spPr>
          <a:xfrm>
            <a:off x="640080" y="3263228"/>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Funding</a:t>
            </a:r>
          </a:p>
          <a:p>
            <a:pPr algn="l">
              <a:buNone/>
            </a:pPr>
            <a:r>
              <a:rPr lang="en-US" sz="100">
                <a:effectLst/>
              </a:rPr>
              <a:t> </a:t>
            </a:r>
            <a:endParaRPr lang="en-US"/>
          </a:p>
        </p:txBody>
      </p:sp>
      <p:sp>
        <p:nvSpPr>
          <p:cNvPr id="38040" name="Nav Quality">
            <a:extLst>
              <a:ext uri="{FF2B5EF4-FFF2-40B4-BE49-F238E27FC236}">
                <a16:creationId xmlns:a16="http://schemas.microsoft.com/office/drawing/2014/main" id="{E8BD29B0-E1B7-B9C4-76EF-7A3B96802FE8}"/>
              </a:ext>
            </a:extLst>
          </p:cNvPr>
          <p:cNvSpPr/>
          <p:nvPr/>
        </p:nvSpPr>
        <p:spPr>
          <a:xfrm>
            <a:off x="640080" y="3683852"/>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Quality</a:t>
            </a:r>
          </a:p>
          <a:p>
            <a:pPr algn="l">
              <a:buNone/>
            </a:pPr>
            <a:r>
              <a:rPr lang="en-US" sz="100">
                <a:effectLst/>
              </a:rPr>
              <a:t> </a:t>
            </a:r>
            <a:endParaRPr lang="en-US"/>
          </a:p>
        </p:txBody>
      </p:sp>
      <p:sp>
        <p:nvSpPr>
          <p:cNvPr id="38057" name="Nav Insight">
            <a:extLst>
              <a:ext uri="{FF2B5EF4-FFF2-40B4-BE49-F238E27FC236}">
                <a16:creationId xmlns:a16="http://schemas.microsoft.com/office/drawing/2014/main" id="{016B9376-90FE-1B26-CF20-CF1DD3E88F33}"/>
              </a:ext>
            </a:extLst>
          </p:cNvPr>
          <p:cNvSpPr/>
          <p:nvPr/>
        </p:nvSpPr>
        <p:spPr>
          <a:xfrm>
            <a:off x="640080" y="4104476"/>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Insight</a:t>
            </a:r>
          </a:p>
          <a:p>
            <a:pPr algn="l">
              <a:buNone/>
            </a:pPr>
            <a:r>
              <a:rPr lang="en-US" sz="100">
                <a:effectLst/>
              </a:rPr>
              <a:t> </a:t>
            </a:r>
            <a:endParaRPr lang="en-US"/>
          </a:p>
        </p:txBody>
      </p:sp>
      <p:sp>
        <p:nvSpPr>
          <p:cNvPr id="38075" name="Case 0412 id">
            <a:extLst>
              <a:ext uri="{FF2B5EF4-FFF2-40B4-BE49-F238E27FC236}">
                <a16:creationId xmlns:a16="http://schemas.microsoft.com/office/drawing/2014/main" id="{10EE3C83-DD94-936D-8DDF-DE114976888A}"/>
              </a:ext>
            </a:extLst>
          </p:cNvPr>
          <p:cNvSpPr/>
          <p:nvPr/>
        </p:nvSpPr>
        <p:spPr>
          <a:xfrm>
            <a:off x="1755648" y="2406740"/>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EXAMPLE-HOME-0412</a:t>
            </a:r>
          </a:p>
          <a:p>
            <a:pPr algn="l">
              <a:buNone/>
            </a:pPr>
            <a:r>
              <a:rPr lang="en-US" sz="100">
                <a:effectLst/>
              </a:rPr>
              <a:t> </a:t>
            </a:r>
            <a:endParaRPr lang="en-US"/>
          </a:p>
        </p:txBody>
      </p:sp>
      <p:sp>
        <p:nvSpPr>
          <p:cNvPr id="38094" name="Case 0412 status">
            <a:extLst>
              <a:ext uri="{FF2B5EF4-FFF2-40B4-BE49-F238E27FC236}">
                <a16:creationId xmlns:a16="http://schemas.microsoft.com/office/drawing/2014/main" id="{659A76C1-B94E-B2EA-D19A-E60EB6C25520}"/>
              </a:ext>
            </a:extLst>
          </p:cNvPr>
          <p:cNvSpPr/>
          <p:nvPr/>
        </p:nvSpPr>
        <p:spPr>
          <a:xfrm>
            <a:off x="1847088" y="2775204"/>
            <a:ext cx="153619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Ready for review</a:t>
            </a:r>
          </a:p>
          <a:p>
            <a:pPr algn="ctr">
              <a:buNone/>
            </a:pPr>
            <a:r>
              <a:rPr lang="en-US" sz="100">
                <a:effectLst/>
              </a:rPr>
              <a:t> </a:t>
            </a:r>
            <a:endParaRPr lang="en-US"/>
          </a:p>
        </p:txBody>
      </p:sp>
      <p:sp>
        <p:nvSpPr>
          <p:cNvPr id="38114" name="Selected case row">
            <a:extLst>
              <a:ext uri="{FF2B5EF4-FFF2-40B4-BE49-F238E27FC236}">
                <a16:creationId xmlns:a16="http://schemas.microsoft.com/office/drawing/2014/main" id="{F82DA8C8-EE31-0154-9A17-405C16F8CFE2}"/>
              </a:ext>
            </a:extLst>
          </p:cNvPr>
          <p:cNvSpPr/>
          <p:nvPr/>
        </p:nvSpPr>
        <p:spPr>
          <a:xfrm>
            <a:off x="1737360" y="3163824"/>
            <a:ext cx="2423160" cy="694944"/>
          </a:xfrm>
          <a:prstGeom prst="rect">
            <a:avLst/>
          </a:prstGeom>
          <a:solidFill>
            <a:srgbClr val="E8F1ED"/>
          </a:solidFill>
          <a:ln w="1270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135" name="Case 0587 id">
            <a:extLst>
              <a:ext uri="{FF2B5EF4-FFF2-40B4-BE49-F238E27FC236}">
                <a16:creationId xmlns:a16="http://schemas.microsoft.com/office/drawing/2014/main" id="{8FA0E86B-C307-F52D-B0EC-33014C71EFB4}"/>
              </a:ext>
            </a:extLst>
          </p:cNvPr>
          <p:cNvSpPr/>
          <p:nvPr/>
        </p:nvSpPr>
        <p:spPr>
          <a:xfrm>
            <a:off x="1755648" y="3101684"/>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157" name="Case 0587 status">
            <a:extLst>
              <a:ext uri="{FF2B5EF4-FFF2-40B4-BE49-F238E27FC236}">
                <a16:creationId xmlns:a16="http://schemas.microsoft.com/office/drawing/2014/main" id="{212780D9-7F25-180E-3AB5-BC624208FB9C}"/>
              </a:ext>
            </a:extLst>
          </p:cNvPr>
          <p:cNvSpPr/>
          <p:nvPr/>
        </p:nvSpPr>
        <p:spPr>
          <a:xfrm>
            <a:off x="1847088" y="3470148"/>
            <a:ext cx="224028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Blocked: evidence conflict</a:t>
            </a:r>
          </a:p>
          <a:p>
            <a:pPr algn="ctr">
              <a:buNone/>
            </a:pPr>
            <a:r>
              <a:rPr lang="en-US" sz="100">
                <a:effectLst/>
              </a:rPr>
              <a:t> </a:t>
            </a:r>
            <a:endParaRPr lang="en-US"/>
          </a:p>
        </p:txBody>
      </p:sp>
      <p:sp>
        <p:nvSpPr>
          <p:cNvPr id="38180" name="Case 1130 id">
            <a:extLst>
              <a:ext uri="{FF2B5EF4-FFF2-40B4-BE49-F238E27FC236}">
                <a16:creationId xmlns:a16="http://schemas.microsoft.com/office/drawing/2014/main" id="{FD76DE29-8B7D-0EB6-4964-2DB2D7A40856}"/>
              </a:ext>
            </a:extLst>
          </p:cNvPr>
          <p:cNvSpPr/>
          <p:nvPr/>
        </p:nvSpPr>
        <p:spPr>
          <a:xfrm>
            <a:off x="1755648" y="3796628"/>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EXAMPLE-HOME-1130</a:t>
            </a:r>
          </a:p>
          <a:p>
            <a:pPr algn="l">
              <a:buNone/>
            </a:pPr>
            <a:r>
              <a:rPr lang="en-US" sz="100">
                <a:effectLst/>
              </a:rPr>
              <a:t> </a:t>
            </a:r>
            <a:endParaRPr lang="en-US"/>
          </a:p>
        </p:txBody>
      </p:sp>
      <p:sp>
        <p:nvSpPr>
          <p:cNvPr id="38204" name="Case 1130 status">
            <a:extLst>
              <a:ext uri="{FF2B5EF4-FFF2-40B4-BE49-F238E27FC236}">
                <a16:creationId xmlns:a16="http://schemas.microsoft.com/office/drawing/2014/main" id="{4623CE09-3EC5-66BA-D099-BA5F7D5D0226}"/>
              </a:ext>
            </a:extLst>
          </p:cNvPr>
          <p:cNvSpPr/>
          <p:nvPr/>
        </p:nvSpPr>
        <p:spPr>
          <a:xfrm>
            <a:off x="1847088" y="4165092"/>
            <a:ext cx="158191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Awaiting resident</a:t>
            </a:r>
          </a:p>
          <a:p>
            <a:pPr algn="ctr">
              <a:buNone/>
            </a:pPr>
            <a:r>
              <a:rPr lang="en-US" sz="100">
                <a:effectLst/>
              </a:rPr>
              <a:t> </a:t>
            </a:r>
            <a:endParaRPr lang="en-US"/>
          </a:p>
        </p:txBody>
      </p:sp>
      <p:sp>
        <p:nvSpPr>
          <p:cNvPr id="38229" name="Case 2209 id">
            <a:extLst>
              <a:ext uri="{FF2B5EF4-FFF2-40B4-BE49-F238E27FC236}">
                <a16:creationId xmlns:a16="http://schemas.microsoft.com/office/drawing/2014/main" id="{4A7931DA-3376-3CC5-3343-0F5B803076A4}"/>
              </a:ext>
            </a:extLst>
          </p:cNvPr>
          <p:cNvSpPr/>
          <p:nvPr/>
        </p:nvSpPr>
        <p:spPr>
          <a:xfrm>
            <a:off x="1755648" y="4491572"/>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EXAMPLE-HOME-2209</a:t>
            </a:r>
          </a:p>
          <a:p>
            <a:pPr algn="l">
              <a:buNone/>
            </a:pPr>
            <a:r>
              <a:rPr lang="en-US" sz="100">
                <a:effectLst/>
              </a:rPr>
              <a:t> </a:t>
            </a:r>
            <a:endParaRPr lang="en-US"/>
          </a:p>
        </p:txBody>
      </p:sp>
      <p:sp>
        <p:nvSpPr>
          <p:cNvPr id="38255" name="Case 2209 status">
            <a:extLst>
              <a:ext uri="{FF2B5EF4-FFF2-40B4-BE49-F238E27FC236}">
                <a16:creationId xmlns:a16="http://schemas.microsoft.com/office/drawing/2014/main" id="{E77DD0AA-F9FE-0B41-BB6C-503488FCDE05}"/>
              </a:ext>
            </a:extLst>
          </p:cNvPr>
          <p:cNvSpPr/>
          <p:nvPr/>
        </p:nvSpPr>
        <p:spPr>
          <a:xfrm>
            <a:off x="1847088" y="4860036"/>
            <a:ext cx="175564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Funding pack ready</a:t>
            </a:r>
          </a:p>
          <a:p>
            <a:pPr algn="ctr">
              <a:buNone/>
            </a:pPr>
            <a:r>
              <a:rPr lang="en-US" sz="100">
                <a:effectLst/>
              </a:rPr>
              <a:t> </a:t>
            </a:r>
            <a:endParaRPr lang="en-US"/>
          </a:p>
        </p:txBody>
      </p:sp>
      <p:sp>
        <p:nvSpPr>
          <p:cNvPr id="38282" name="Row divider 3-4">
            <a:extLst>
              <a:ext uri="{FF2B5EF4-FFF2-40B4-BE49-F238E27FC236}">
                <a16:creationId xmlns:a16="http://schemas.microsoft.com/office/drawing/2014/main" id="{6CBCEA55-C706-96E5-A07E-CD59E77987DD}"/>
              </a:ext>
            </a:extLst>
          </p:cNvPr>
          <p:cNvSpPr/>
          <p:nvPr/>
        </p:nvSpPr>
        <p:spPr>
          <a:xfrm>
            <a:off x="1737360" y="4553712"/>
            <a:ext cx="2423160" cy="9525"/>
          </a:xfrm>
          <a:prstGeom prst="rect">
            <a:avLst/>
          </a:prstGeom>
          <a:solidFill>
            <a:srgbClr val="D5DDD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10" name="Case card">
            <a:extLst>
              <a:ext uri="{FF2B5EF4-FFF2-40B4-BE49-F238E27FC236}">
                <a16:creationId xmlns:a16="http://schemas.microsoft.com/office/drawing/2014/main" id="{F28CE26C-CA1A-EF22-DF06-2DE0B6484E24}"/>
              </a:ext>
            </a:extLst>
          </p:cNvPr>
          <p:cNvSpPr/>
          <p:nvPr/>
        </p:nvSpPr>
        <p:spPr>
          <a:xfrm>
            <a:off x="4297680" y="2450592"/>
            <a:ext cx="2926080" cy="2834640"/>
          </a:xfrm>
          <a:prstGeom prst="rect">
            <a:avLst/>
          </a:prstGeom>
          <a:solidFill>
            <a:srgbClr val="FAF9F6"/>
          </a:solidFill>
          <a:ln w="12700">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39" name="Case card id">
            <a:extLst>
              <a:ext uri="{FF2B5EF4-FFF2-40B4-BE49-F238E27FC236}">
                <a16:creationId xmlns:a16="http://schemas.microsoft.com/office/drawing/2014/main" id="{A0E84E8C-F185-CE75-1215-EC01BA3992D8}"/>
              </a:ext>
            </a:extLst>
          </p:cNvPr>
          <p:cNvSpPr/>
          <p:nvPr/>
        </p:nvSpPr>
        <p:spPr>
          <a:xfrm>
            <a:off x="4343400" y="2493608"/>
            <a:ext cx="28346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369" name="Case field 1">
            <a:extLst>
              <a:ext uri="{FF2B5EF4-FFF2-40B4-BE49-F238E27FC236}">
                <a16:creationId xmlns:a16="http://schemas.microsoft.com/office/drawing/2014/main" id="{C3715D8C-EC39-8146-2661-77BE6A1D65DE}"/>
              </a:ext>
            </a:extLst>
          </p:cNvPr>
          <p:cNvSpPr/>
          <p:nvPr/>
        </p:nvSpPr>
        <p:spPr>
          <a:xfrm>
            <a:off x="4343400" y="2885276"/>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Next owner: Assessor</a:t>
            </a:r>
          </a:p>
          <a:p>
            <a:pPr algn="l">
              <a:buNone/>
            </a:pPr>
            <a:r>
              <a:rPr lang="en-US" sz="100">
                <a:effectLst/>
              </a:rPr>
              <a:t> </a:t>
            </a:r>
            <a:endParaRPr lang="en-US"/>
          </a:p>
        </p:txBody>
      </p:sp>
      <p:sp>
        <p:nvSpPr>
          <p:cNvPr id="38400" name="Case field 2">
            <a:extLst>
              <a:ext uri="{FF2B5EF4-FFF2-40B4-BE49-F238E27FC236}">
                <a16:creationId xmlns:a16="http://schemas.microsoft.com/office/drawing/2014/main" id="{4F44D577-6FD8-83C6-8019-2FD2F1A1D563}"/>
              </a:ext>
            </a:extLst>
          </p:cNvPr>
          <p:cNvSpPr/>
          <p:nvPr/>
        </p:nvSpPr>
        <p:spPr>
          <a:xfrm>
            <a:off x="4343400" y="3196172"/>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Evidence: 2 sources disagree</a:t>
            </a:r>
          </a:p>
          <a:p>
            <a:pPr algn="l">
              <a:buNone/>
            </a:pPr>
            <a:r>
              <a:rPr lang="en-US" sz="100">
                <a:effectLst/>
              </a:rPr>
              <a:t> </a:t>
            </a:r>
            <a:endParaRPr lang="en-US"/>
          </a:p>
        </p:txBody>
      </p:sp>
      <p:sp>
        <p:nvSpPr>
          <p:cNvPr id="38432" name="Case field 3">
            <a:extLst>
              <a:ext uri="{FF2B5EF4-FFF2-40B4-BE49-F238E27FC236}">
                <a16:creationId xmlns:a16="http://schemas.microsoft.com/office/drawing/2014/main" id="{E4D6F0D9-FE52-5CAF-E084-D926FDAF656D}"/>
              </a:ext>
            </a:extLst>
          </p:cNvPr>
          <p:cNvSpPr/>
          <p:nvPr/>
        </p:nvSpPr>
        <p:spPr>
          <a:xfrm>
            <a:off x="4343400" y="3507068"/>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Awaab clock: 10 working days</a:t>
            </a:r>
          </a:p>
          <a:p>
            <a:pPr algn="l">
              <a:buNone/>
            </a:pPr>
            <a:r>
              <a:rPr lang="en-US" sz="100">
                <a:effectLst/>
              </a:rPr>
              <a:t> </a:t>
            </a:r>
            <a:endParaRPr lang="en-US"/>
          </a:p>
        </p:txBody>
      </p:sp>
      <p:sp>
        <p:nvSpPr>
          <p:cNvPr id="38465" name="AI panel">
            <a:extLst>
              <a:ext uri="{FF2B5EF4-FFF2-40B4-BE49-F238E27FC236}">
                <a16:creationId xmlns:a16="http://schemas.microsoft.com/office/drawing/2014/main" id="{3463B0B0-CAAF-94F9-712D-86D182275BBF}"/>
              </a:ext>
            </a:extLst>
          </p:cNvPr>
          <p:cNvSpPr/>
          <p:nvPr/>
        </p:nvSpPr>
        <p:spPr>
          <a:xfrm>
            <a:off x="4407408" y="4029456"/>
            <a:ext cx="2706624" cy="114604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499" name="AI panel text">
            <a:extLst>
              <a:ext uri="{FF2B5EF4-FFF2-40B4-BE49-F238E27FC236}">
                <a16:creationId xmlns:a16="http://schemas.microsoft.com/office/drawing/2014/main" id="{DF846604-819B-382E-2432-B1999C5DD685}"/>
              </a:ext>
            </a:extLst>
          </p:cNvPr>
          <p:cNvSpPr/>
          <p:nvPr/>
        </p:nvSpPr>
        <p:spPr>
          <a:xfrm>
            <a:off x="4809744" y="4102608"/>
            <a:ext cx="22311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Draft summary prepared · awaiting review</a:t>
            </a:r>
          </a:p>
          <a:p>
            <a:pPr algn="l">
              <a:buNone/>
            </a:pPr>
            <a:r>
              <a:rPr lang="en-US" sz="100">
                <a:effectLst/>
              </a:rPr>
              <a:t> </a:t>
            </a:r>
            <a:endParaRPr lang="en-US"/>
          </a:p>
        </p:txBody>
      </p:sp>
      <p:sp>
        <p:nvSpPr>
          <p:cNvPr id="38534" name="Accept button">
            <a:extLst>
              <a:ext uri="{FF2B5EF4-FFF2-40B4-BE49-F238E27FC236}">
                <a16:creationId xmlns:a16="http://schemas.microsoft.com/office/drawing/2014/main" id="{B368BD22-9908-7A9D-86E3-0955C7C5657E}"/>
              </a:ext>
            </a:extLst>
          </p:cNvPr>
          <p:cNvSpPr/>
          <p:nvPr/>
        </p:nvSpPr>
        <p:spPr>
          <a:xfrm>
            <a:off x="4498848" y="4745736"/>
            <a:ext cx="804672" cy="320040"/>
          </a:xfrm>
          <a:prstGeom prst="round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Accept</a:t>
            </a:r>
          </a:p>
          <a:p>
            <a:pPr algn="ctr">
              <a:buNone/>
            </a:pPr>
            <a:r>
              <a:rPr lang="en-US" sz="100">
                <a:effectLst/>
              </a:rPr>
              <a:t> </a:t>
            </a:r>
            <a:endParaRPr lang="en-US"/>
          </a:p>
        </p:txBody>
      </p:sp>
      <p:sp>
        <p:nvSpPr>
          <p:cNvPr id="38570" name="Reject button">
            <a:extLst>
              <a:ext uri="{FF2B5EF4-FFF2-40B4-BE49-F238E27FC236}">
                <a16:creationId xmlns:a16="http://schemas.microsoft.com/office/drawing/2014/main" id="{C2808529-EE22-175E-C839-4EC81E165A2C}"/>
              </a:ext>
            </a:extLst>
          </p:cNvPr>
          <p:cNvSpPr/>
          <p:nvPr/>
        </p:nvSpPr>
        <p:spPr>
          <a:xfrm>
            <a:off x="5376672" y="4745736"/>
            <a:ext cx="1645920" cy="320040"/>
          </a:xfrm>
          <a:prstGeom prst="round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3F2A72"/>
                </a:solidFill>
                <a:effectLst/>
                <a:latin typeface="Arial" panose="020B0604020202020204" pitchFamily="34" charset="0"/>
              </a:rPr>
              <a:t>Reject with reason</a:t>
            </a:r>
          </a:p>
          <a:p>
            <a:pPr algn="ctr">
              <a:buNone/>
            </a:pPr>
            <a:r>
              <a:rPr lang="en-US" sz="100">
                <a:effectLst/>
              </a:rPr>
              <a:t> </a:t>
            </a:r>
            <a:endParaRPr lang="en-US"/>
          </a:p>
        </p:txBody>
      </p:sp>
      <p:sp>
        <p:nvSpPr>
          <p:cNvPr id="38607" name="Concept caption">
            <a:extLst>
              <a:ext uri="{FF2B5EF4-FFF2-40B4-BE49-F238E27FC236}">
                <a16:creationId xmlns:a16="http://schemas.microsoft.com/office/drawing/2014/main" id="{C2AB866B-337A-543C-3F00-4DA1434610BA}"/>
              </a:ext>
            </a:extLst>
          </p:cNvPr>
          <p:cNvSpPr/>
          <p:nvPr/>
        </p:nvSpPr>
        <p:spPr>
          <a:xfrm>
            <a:off x="548640" y="5373968"/>
            <a:ext cx="11094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Product concept view based on delivered work queue (#77), case controls (#78) and AI suggestions (#106). Fictional data.</a:t>
            </a:r>
          </a:p>
          <a:p>
            <a:pPr algn="l">
              <a:buNone/>
            </a:pPr>
            <a:r>
              <a:rPr lang="en-US" sz="100">
                <a:effectLst/>
              </a:rPr>
              <a:t> </a:t>
            </a:r>
            <a:endParaRPr lang="en-US"/>
          </a:p>
        </p:txBody>
      </p:sp>
      <p:sp>
        <p:nvSpPr>
          <p:cNvPr id="38645" name="Statement 1">
            <a:extLst>
              <a:ext uri="{FF2B5EF4-FFF2-40B4-BE49-F238E27FC236}">
                <a16:creationId xmlns:a16="http://schemas.microsoft.com/office/drawing/2014/main" id="{1E99633E-F644-4201-003B-EE2DA12A4F13}"/>
              </a:ext>
            </a:extLst>
          </p:cNvPr>
          <p:cNvSpPr/>
          <p:nvPr/>
        </p:nvSpPr>
        <p:spPr>
          <a:xfrm>
            <a:off x="8385048" y="2112264"/>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My cases · next owner ·</a:t>
            </a:r>
          </a:p>
          <a:p>
            <a:pPr algn="l">
              <a:buNone/>
            </a:pPr>
            <a:r>
              <a:rPr lang="en-US" sz="1800" b="1">
                <a:solidFill>
                  <a:srgbClr val="173F35"/>
                </a:solidFill>
                <a:effectLst/>
                <a:latin typeface="Arial" panose="020B0604020202020204" pitchFamily="34" charset="0"/>
              </a:rPr>
              <a:t>plain status · bounded help</a:t>
            </a:r>
            <a:endParaRPr lang="en-US"/>
          </a:p>
        </p:txBody>
      </p:sp>
      <p:sp>
        <p:nvSpPr>
          <p:cNvPr id="38684" name="Statement 1 disc">
            <a:extLst>
              <a:ext uri="{FF2B5EF4-FFF2-40B4-BE49-F238E27FC236}">
                <a16:creationId xmlns:a16="http://schemas.microsoft.com/office/drawing/2014/main" id="{A032AE99-B049-C1D1-12F7-88B2625AEE3B}"/>
              </a:ext>
            </a:extLst>
          </p:cNvPr>
          <p:cNvSpPr/>
          <p:nvPr/>
        </p:nvSpPr>
        <p:spPr>
          <a:xfrm>
            <a:off x="7744968" y="2011680"/>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24" name="Statement 2">
            <a:extLst>
              <a:ext uri="{FF2B5EF4-FFF2-40B4-BE49-F238E27FC236}">
                <a16:creationId xmlns:a16="http://schemas.microsoft.com/office/drawing/2014/main" id="{575E4D0E-DA4B-6C60-35FF-CC86EAC95892}"/>
              </a:ext>
            </a:extLst>
          </p:cNvPr>
          <p:cNvSpPr/>
          <p:nvPr/>
        </p:nvSpPr>
        <p:spPr>
          <a:xfrm>
            <a:off x="8385048" y="2971800"/>
            <a:ext cx="3258312" cy="1463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Delivered in the MVP:</a:t>
            </a:r>
          </a:p>
          <a:p>
            <a:pPr algn="l">
              <a:buNone/>
            </a:pPr>
            <a:r>
              <a:rPr lang="en-US" sz="1800">
                <a:solidFill>
                  <a:srgbClr val="173F35"/>
                </a:solidFill>
                <a:effectLst/>
                <a:latin typeface="Arial" panose="020B0604020202020204" pitchFamily="34" charset="0"/>
              </a:rPr>
              <a:t>work-queue signals, controlled bulk edits, hazard referral, grant states, forecasts</a:t>
            </a:r>
            <a:endParaRPr lang="en-US"/>
          </a:p>
        </p:txBody>
      </p:sp>
      <p:sp>
        <p:nvSpPr>
          <p:cNvPr id="38765" name="Statement 2 disc">
            <a:extLst>
              <a:ext uri="{FF2B5EF4-FFF2-40B4-BE49-F238E27FC236}">
                <a16:creationId xmlns:a16="http://schemas.microsoft.com/office/drawing/2014/main" id="{46F99373-C4BB-9CB6-5C2F-0AA51B7E3221}"/>
              </a:ext>
            </a:extLst>
          </p:cNvPr>
          <p:cNvSpPr/>
          <p:nvPr/>
        </p:nvSpPr>
        <p:spPr>
          <a:xfrm>
            <a:off x="7744968" y="2871216"/>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07" name="Statement 3">
            <a:extLst>
              <a:ext uri="{FF2B5EF4-FFF2-40B4-BE49-F238E27FC236}">
                <a16:creationId xmlns:a16="http://schemas.microsoft.com/office/drawing/2014/main" id="{9465F97F-7CDD-5FE8-3D46-6678DB9A9995}"/>
              </a:ext>
            </a:extLst>
          </p:cNvPr>
          <p:cNvSpPr/>
          <p:nvPr/>
        </p:nvSpPr>
        <p:spPr>
          <a:xfrm>
            <a:off x="8385048" y="4654296"/>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Every decision sits on one evidence trail</a:t>
            </a:r>
          </a:p>
          <a:p>
            <a:pPr algn="l">
              <a:buNone/>
            </a:pPr>
            <a:r>
              <a:rPr lang="en-US" sz="100">
                <a:effectLst/>
              </a:rPr>
              <a:t> </a:t>
            </a:r>
            <a:endParaRPr lang="en-US"/>
          </a:p>
        </p:txBody>
      </p:sp>
      <p:sp>
        <p:nvSpPr>
          <p:cNvPr id="38850" name="Statement 3 disc">
            <a:extLst>
              <a:ext uri="{FF2B5EF4-FFF2-40B4-BE49-F238E27FC236}">
                <a16:creationId xmlns:a16="http://schemas.microsoft.com/office/drawing/2014/main" id="{070A0F2A-28EE-2937-DC3D-17E580C93A0A}"/>
              </a:ext>
            </a:extLst>
          </p:cNvPr>
          <p:cNvSpPr/>
          <p:nvPr/>
        </p:nvSpPr>
        <p:spPr>
          <a:xfrm>
            <a:off x="7744968" y="4553712"/>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851" name="AI panel icon" descr="AI icon">
            <a:extLst>
              <a:ext uri="{FF2B5EF4-FFF2-40B4-BE49-F238E27FC236}">
                <a16:creationId xmlns:a16="http://schemas.microsoft.com/office/drawing/2014/main" id="{46E9E0F9-C039-20B1-BDFA-40F92F1403E1}"/>
              </a:ext>
            </a:extLst>
          </p:cNvPr>
          <p:cNvPicPr>
            <a:picLocks noChangeAspect="1"/>
          </p:cNvPicPr>
          <p:nvPr/>
        </p:nvPicPr>
        <p:blipFill>
          <a:blip r:embed="rId3"/>
          <a:stretch>
            <a:fillRect/>
          </a:stretch>
        </p:blipFill>
        <p:spPr>
          <a:xfrm>
            <a:off x="4498848" y="4139184"/>
            <a:ext cx="310896" cy="310896"/>
          </a:xfrm>
          <a:prstGeom prst="rect">
            <a:avLst/>
          </a:prstGeom>
        </p:spPr>
      </p:pic>
      <p:pic>
        <p:nvPicPr>
          <p:cNvPr id="38852" name="Statement 1 icon" descr="Route icon">
            <a:extLst>
              <a:ext uri="{FF2B5EF4-FFF2-40B4-BE49-F238E27FC236}">
                <a16:creationId xmlns:a16="http://schemas.microsoft.com/office/drawing/2014/main" id="{81DDD207-E340-6960-BD8B-6AF4CC2D85A3}"/>
              </a:ext>
            </a:extLst>
          </p:cNvPr>
          <p:cNvPicPr>
            <a:picLocks noChangeAspect="1"/>
          </p:cNvPicPr>
          <p:nvPr/>
        </p:nvPicPr>
        <p:blipFill>
          <a:blip r:embed="rId4"/>
          <a:stretch>
            <a:fillRect/>
          </a:stretch>
        </p:blipFill>
        <p:spPr>
          <a:xfrm>
            <a:off x="7836408" y="2103120"/>
            <a:ext cx="384048" cy="384048"/>
          </a:xfrm>
          <a:prstGeom prst="rect">
            <a:avLst/>
          </a:prstGeom>
        </p:spPr>
      </p:pic>
      <p:pic>
        <p:nvPicPr>
          <p:cNvPr id="38853" name="Statement 2 icon" descr="Approval gate icon">
            <a:extLst>
              <a:ext uri="{FF2B5EF4-FFF2-40B4-BE49-F238E27FC236}">
                <a16:creationId xmlns:a16="http://schemas.microsoft.com/office/drawing/2014/main" id="{9478C4ED-4538-D77A-C522-9401A60445B2}"/>
              </a:ext>
            </a:extLst>
          </p:cNvPr>
          <p:cNvPicPr>
            <a:picLocks noChangeAspect="1"/>
          </p:cNvPicPr>
          <p:nvPr/>
        </p:nvPicPr>
        <p:blipFill>
          <a:blip r:embed="rId5"/>
          <a:stretch>
            <a:fillRect/>
          </a:stretch>
        </p:blipFill>
        <p:spPr>
          <a:xfrm>
            <a:off x="7836408" y="2962656"/>
            <a:ext cx="384048" cy="384048"/>
          </a:xfrm>
          <a:prstGeom prst="rect">
            <a:avLst/>
          </a:prstGeom>
        </p:spPr>
      </p:pic>
      <p:pic>
        <p:nvPicPr>
          <p:cNvPr id="38854" name="Statement 3 icon" descr="Evidence icon">
            <a:extLst>
              <a:ext uri="{FF2B5EF4-FFF2-40B4-BE49-F238E27FC236}">
                <a16:creationId xmlns:a16="http://schemas.microsoft.com/office/drawing/2014/main" id="{CB3B1B7A-C7FE-45C2-B6FE-233EFDC6161B}"/>
              </a:ext>
            </a:extLst>
          </p:cNvPr>
          <p:cNvPicPr>
            <a:picLocks noChangeAspect="1"/>
          </p:cNvPicPr>
          <p:nvPr/>
        </p:nvPicPr>
        <p:blipFill>
          <a:blip r:embed="rId6"/>
          <a:stretch>
            <a:fillRect/>
          </a:stretch>
        </p:blipFill>
        <p:spPr>
          <a:xfrm>
            <a:off x="7836408" y="4645152"/>
            <a:ext cx="384048" cy="384048"/>
          </a:xfrm>
          <a:prstGeom prst="rect">
            <a:avLst/>
          </a:prstGeom>
        </p:spPr>
      </p:pic>
    </p:spTree>
    <p:extLst>
      <p:ext uri="{BB962C8B-B14F-4D97-AF65-F5344CB8AC3E}">
        <p14:creationId xmlns:p14="http://schemas.microsoft.com/office/powerpoint/2010/main" val="1328341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8856" name="Eyebrow">
            <a:extLst>
              <a:ext uri="{FF2B5EF4-FFF2-40B4-BE49-F238E27FC236}">
                <a16:creationId xmlns:a16="http://schemas.microsoft.com/office/drawing/2014/main" id="{86E9FDFB-9EE1-AEFD-A395-ED72C8E6D0EB}"/>
              </a:ext>
            </a:extLst>
          </p:cNvPr>
          <p:cNvSpPr/>
          <p:nvPr/>
        </p:nvSpPr>
        <p:spPr>
          <a:xfrm>
            <a:off x="548640" y="365760"/>
            <a:ext cx="11091672"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ACT 3 / THE PRODUCT</a:t>
            </a:r>
          </a:p>
        </p:txBody>
      </p:sp>
      <p:sp>
        <p:nvSpPr>
          <p:cNvPr id="38858" name="Slide title">
            <a:extLst>
              <a:ext uri="{FF2B5EF4-FFF2-40B4-BE49-F238E27FC236}">
                <a16:creationId xmlns:a16="http://schemas.microsoft.com/office/drawing/2014/main" id="{45553DF9-78EC-71B4-745A-A5FB2B94A64E}"/>
              </a:ext>
            </a:extLst>
          </p:cNvPr>
          <p:cNvSpPr/>
          <p:nvPr/>
        </p:nvSpPr>
        <p:spPr>
          <a:xfrm>
            <a:off x="548640" y="777240"/>
            <a:ext cx="11091672"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2800" b="1">
                <a:solidFill>
                  <a:srgbClr val="173F35"/>
                </a:solidFill>
                <a:latin typeface="Arial"/>
              </a:rPr>
              <a:t>One home, end to end: every exception has an owner.</a:t>
            </a:r>
          </a:p>
        </p:txBody>
      </p:sp>
      <p:sp>
        <p:nvSpPr>
          <p:cNvPr id="38861" name="Footer sources">
            <a:extLst>
              <a:ext uri="{FF2B5EF4-FFF2-40B4-BE49-F238E27FC236}">
                <a16:creationId xmlns:a16="http://schemas.microsoft.com/office/drawing/2014/main" id="{3B743F3A-8B7F-C65F-26D1-6BAEA813C552}"/>
              </a:ext>
            </a:extLst>
          </p:cNvPr>
          <p:cNvSpPr/>
          <p:nvPr/>
        </p:nvSpPr>
        <p:spPr>
          <a:xfrm>
            <a:off x="5090160" y="5943600"/>
            <a:ext cx="4526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journey atlas and ADR 0003 (E08) · AMA Plan board: #84, #85, #87, #88, #90, #91, #95, #106</a:t>
            </a:r>
          </a:p>
          <a:p>
            <a:pPr algn="l">
              <a:buNone/>
            </a:pPr>
            <a:r>
              <a:rPr lang="en-US" sz="100">
                <a:effectLst/>
              </a:rPr>
              <a:t> </a:t>
            </a:r>
            <a:endParaRPr lang="en-US"/>
          </a:p>
        </p:txBody>
      </p:sp>
      <p:sp>
        <p:nvSpPr>
          <p:cNvPr id="38865" name="Footer navigation">
            <a:extLst>
              <a:ext uri="{FF2B5EF4-FFF2-40B4-BE49-F238E27FC236}">
                <a16:creationId xmlns:a16="http://schemas.microsoft.com/office/drawing/2014/main" id="{31BE853A-F2FC-E8C3-8774-8C8D939E2760}"/>
              </a:ext>
            </a:extLst>
          </p:cNvPr>
          <p:cNvSpPr/>
          <p:nvPr/>
        </p:nvSpPr>
        <p:spPr>
          <a:xfrm>
            <a:off x="9631680" y="612648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S12 · Answers: B06 · B23</a:t>
            </a:r>
          </a:p>
          <a:p>
            <a:pPr algn="r">
              <a:buNone/>
            </a:pPr>
            <a:r>
              <a:rPr lang="en-US" sz="100">
                <a:effectLst/>
              </a:rPr>
              <a:t> </a:t>
            </a:r>
            <a:endParaRPr lang="en-US"/>
          </a:p>
        </p:txBody>
      </p:sp>
      <p:sp xmlns:p="http://schemas.openxmlformats.org/presentationml/2006/main" xmlns:a="http://schemas.openxmlformats.org/drawingml/2006/main">
        <p:nvSpPr>
          <p:cNvPr id="900000" name="Story-13-status" descr="Fictional service synthesis: a proposed experience, not an actual system trace or delivered-feature claim"/>
          <p:cNvSpPr txBox="1"/>
          <p:nvPr/>
        </p:nvSpPr>
        <p:spPr>
          <a:xfrm>
            <a:off x="548640" y="1389888"/>
            <a:ext cx="11091672" cy="292608"/>
          </a:xfrm>
          <a:prstGeom prst="rect">
            <a:avLst/>
          </a:prstGeom>
          <a:noFill/>
          <a:ln>
            <a:noFill/>
          </a:ln>
        </p:spPr>
        <p:txBody>
          <a:bodyPr wrap="square" lIns="18288" rIns="18288" tIns="9144" bIns="9144" anchor="t">
            <a:noAutofit/>
          </a:bodyPr>
          <a:lstStyle/>
          <a:p>
            <a:pPr algn="l">
              <a:lnSpc>
                <a:spcPct val="105000"/>
              </a:lnSpc>
              <a:buNone/>
            </a:pPr>
            <a:r>
              <a:rPr lang="en-GB" sz="1300" b="0">
                <a:solidFill>
                  <a:srgbClr val="173F35"/>
                </a:solidFill>
                <a:latin typeface="Arial"/>
              </a:rPr>
              <a:t>Fictional service synthesis: a proposed experience, not an actual system trace or delivered-feature claim</a:t>
            </a:r>
          </a:p>
        </p:txBody>
      </p:sp>
      <p:sp xmlns:p="http://schemas.openxmlformats.org/presentationml/2006/main" xmlns:a="http://schemas.openxmlformats.org/drawingml/2006/main">
        <p:nvSpPr>
          <p:cNvPr id="900001" name="Story-13-moment-1" descr="Report /&#10;understand"/>
          <p:cNvSpPr txBox="1"/>
          <p:nvPr/>
        </p:nvSpPr>
        <p:spPr>
          <a:xfrm>
            <a:off x="1874520" y="1828800"/>
            <a:ext cx="1755648" cy="585216"/>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Report /</a:t>
            </a:r>
          </a:p>
          <a:p>
            <a:pPr algn="l">
              <a:lnSpc>
                <a:spcPct val="105000"/>
              </a:lnSpc>
              <a:buNone/>
            </a:pPr>
            <a:r>
              <a:rPr lang="en-GB" sz="1600" b="1">
                <a:solidFill>
                  <a:srgbClr val="173F35"/>
                </a:solidFill>
                <a:latin typeface="Arial"/>
              </a:rPr>
              <a:t>understand</a:t>
            </a:r>
          </a:p>
        </p:txBody>
      </p:sp>
      <p:sp xmlns:p="http://schemas.openxmlformats.org/presentationml/2006/main" xmlns:a="http://schemas.openxmlformats.org/drawingml/2006/main">
        <p:nvSpPr>
          <p:cNvPr id="900002" name="Story-13-moment-2" descr="Choose&#10;scope"/>
          <p:cNvSpPr txBox="1"/>
          <p:nvPr/>
        </p:nvSpPr>
        <p:spPr>
          <a:xfrm>
            <a:off x="3840480" y="1828800"/>
            <a:ext cx="1755648" cy="585216"/>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Choose</a:t>
            </a:r>
          </a:p>
          <a:p>
            <a:pPr algn="l">
              <a:lnSpc>
                <a:spcPct val="105000"/>
              </a:lnSpc>
              <a:buNone/>
            </a:pPr>
            <a:r>
              <a:rPr lang="en-GB" sz="1600" b="1">
                <a:solidFill>
                  <a:srgbClr val="173F35"/>
                </a:solidFill>
                <a:latin typeface="Arial"/>
              </a:rPr>
              <a:t>scope</a:t>
            </a:r>
          </a:p>
        </p:txBody>
      </p:sp>
      <p:sp xmlns:p="http://schemas.openxmlformats.org/presentationml/2006/main" xmlns:a="http://schemas.openxmlformats.org/drawingml/2006/main">
        <p:nvSpPr>
          <p:cNvPr id="900003" name="Story-13-moment-3" descr="Book /&#10;deliver"/>
          <p:cNvSpPr txBox="1"/>
          <p:nvPr/>
        </p:nvSpPr>
        <p:spPr>
          <a:xfrm>
            <a:off x="5806440" y="1828800"/>
            <a:ext cx="1755648" cy="585216"/>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Book /</a:t>
            </a:r>
          </a:p>
          <a:p>
            <a:pPr algn="l">
              <a:lnSpc>
                <a:spcPct val="105000"/>
              </a:lnSpc>
              <a:buNone/>
            </a:pPr>
            <a:r>
              <a:rPr lang="en-GB" sz="1600" b="1">
                <a:solidFill>
                  <a:srgbClr val="173F35"/>
                </a:solidFill>
                <a:latin typeface="Arial"/>
              </a:rPr>
              <a:t>deliver</a:t>
            </a:r>
          </a:p>
        </p:txBody>
      </p:sp>
      <p:sp xmlns:p="http://schemas.openxmlformats.org/presentationml/2006/main" xmlns:a="http://schemas.openxmlformats.org/drawingml/2006/main">
        <p:nvSpPr>
          <p:cNvPr id="900004" name="Story-13-moment-4" descr="Inspect /&#10;handover"/>
          <p:cNvSpPr txBox="1"/>
          <p:nvPr/>
        </p:nvSpPr>
        <p:spPr>
          <a:xfrm>
            <a:off x="7772400" y="1828800"/>
            <a:ext cx="1755648" cy="585216"/>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Inspect /</a:t>
            </a:r>
          </a:p>
          <a:p>
            <a:pPr algn="l">
              <a:lnSpc>
                <a:spcPct val="105000"/>
              </a:lnSpc>
              <a:buNone/>
            </a:pPr>
            <a:r>
              <a:rPr lang="en-GB" sz="1600" b="1">
                <a:solidFill>
                  <a:srgbClr val="173F35"/>
                </a:solidFill>
                <a:latin typeface="Arial"/>
              </a:rPr>
              <a:t>handover</a:t>
            </a:r>
          </a:p>
        </p:txBody>
      </p:sp>
      <p:sp xmlns:p="http://schemas.openxmlformats.org/presentationml/2006/main" xmlns:a="http://schemas.openxmlformats.org/drawingml/2006/main">
        <p:nvSpPr>
          <p:cNvPr id="900005" name="Story-13-moment-5" descr="Claim /&#10;reconcile"/>
          <p:cNvSpPr txBox="1"/>
          <p:nvPr/>
        </p:nvSpPr>
        <p:spPr>
          <a:xfrm>
            <a:off x="9738360" y="1828800"/>
            <a:ext cx="1901952" cy="585216"/>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Claim /</a:t>
            </a:r>
          </a:p>
          <a:p>
            <a:pPr algn="l">
              <a:lnSpc>
                <a:spcPct val="105000"/>
              </a:lnSpc>
              <a:buNone/>
            </a:pPr>
            <a:r>
              <a:rPr lang="en-GB" sz="1600" b="1">
                <a:solidFill>
                  <a:srgbClr val="173F35"/>
                </a:solidFill>
                <a:latin typeface="Arial"/>
              </a:rPr>
              <a:t>reconcile</a:t>
            </a:r>
          </a:p>
        </p:txBody>
      </p:sp>
      <p:sp xmlns:p="http://schemas.openxmlformats.org/presentationml/2006/main" xmlns:a="http://schemas.openxmlformats.org/drawingml/2006/main">
        <p:nvSpPr>
          <p:cNvPr id="900006" name="Story-13-resident-band" descr=""/>
          <p:cNvSpPr txBox="1"/>
          <p:nvPr/>
        </p:nvSpPr>
        <p:spPr>
          <a:xfrm>
            <a:off x="548640" y="2514600"/>
            <a:ext cx="11091672" cy="68580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7" name="Story-13-resident-label" descr="Resident"/>
          <p:cNvSpPr txBox="1"/>
          <p:nvPr/>
        </p:nvSpPr>
        <p:spPr>
          <a:xfrm>
            <a:off x="658368" y="2642616"/>
            <a:ext cx="1097280" cy="36576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173F35"/>
                </a:solidFill>
                <a:latin typeface="Arial"/>
              </a:rPr>
              <a:t>Resident</a:t>
            </a:r>
          </a:p>
        </p:txBody>
      </p:sp>
      <p:sp xmlns:p="http://schemas.openxmlformats.org/presentationml/2006/main" xmlns:a="http://schemas.openxmlformats.org/drawingml/2006/main">
        <p:nvSpPr>
          <p:cNvPr id="900008" name="Story-13-resident-1" descr="Tell it once;&#10;choose support"/>
          <p:cNvSpPr txBox="1"/>
          <p:nvPr/>
        </p:nvSpPr>
        <p:spPr>
          <a:xfrm>
            <a:off x="1874520" y="2606040"/>
            <a:ext cx="1755648" cy="50292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Tell it once;</a:t>
            </a:r>
          </a:p>
          <a:p>
            <a:pPr algn="l">
              <a:lnSpc>
                <a:spcPct val="105000"/>
              </a:lnSpc>
              <a:buNone/>
            </a:pPr>
            <a:r>
              <a:rPr lang="en-GB" sz="1400" b="0">
                <a:solidFill>
                  <a:srgbClr val="173F35"/>
                </a:solidFill>
                <a:latin typeface="Arial"/>
              </a:rPr>
              <a:t>choose support</a:t>
            </a:r>
          </a:p>
        </p:txBody>
      </p:sp>
      <p:sp xmlns:p="http://schemas.openxmlformats.org/presentationml/2006/main" xmlns:a="http://schemas.openxmlformats.org/drawingml/2006/main">
        <p:nvSpPr>
          <p:cNvPr id="900009" name="Story-13-resident-2" descr="Agree, defer&#10;or decline"/>
          <p:cNvSpPr txBox="1"/>
          <p:nvPr/>
        </p:nvSpPr>
        <p:spPr>
          <a:xfrm>
            <a:off x="3840480" y="2606040"/>
            <a:ext cx="1755648" cy="50292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Agree, defer</a:t>
            </a:r>
          </a:p>
          <a:p>
            <a:pPr algn="l">
              <a:lnSpc>
                <a:spcPct val="105000"/>
              </a:lnSpc>
              <a:buNone/>
            </a:pPr>
            <a:r>
              <a:rPr lang="en-GB" sz="1400" b="0">
                <a:solidFill>
                  <a:srgbClr val="173F35"/>
                </a:solidFill>
                <a:latin typeface="Arial"/>
              </a:rPr>
              <a:t>or decline</a:t>
            </a:r>
          </a:p>
        </p:txBody>
      </p:sp>
      <p:sp xmlns:p="http://schemas.openxmlformats.org/presentationml/2006/main" xmlns:a="http://schemas.openxmlformats.org/drawingml/2006/main">
        <p:nvSpPr>
          <p:cNvPr id="900010" name="Story-13-resident-3" descr="Confirm slot;&#10;raise changes"/>
          <p:cNvSpPr txBox="1"/>
          <p:nvPr/>
        </p:nvSpPr>
        <p:spPr>
          <a:xfrm>
            <a:off x="5806440" y="2606040"/>
            <a:ext cx="1755648" cy="50292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Confirm slot;</a:t>
            </a:r>
          </a:p>
          <a:p>
            <a:pPr algn="l">
              <a:lnSpc>
                <a:spcPct val="105000"/>
              </a:lnSpc>
              <a:buNone/>
            </a:pPr>
            <a:r>
              <a:rPr lang="en-GB" sz="1400" b="0">
                <a:solidFill>
                  <a:srgbClr val="173F35"/>
                </a:solidFill>
                <a:latin typeface="Arial"/>
              </a:rPr>
              <a:t>raise changes</a:t>
            </a:r>
          </a:p>
        </p:txBody>
      </p:sp>
      <p:sp xmlns:p="http://schemas.openxmlformats.org/presentationml/2006/main" xmlns:a="http://schemas.openxmlformats.org/drawingml/2006/main">
        <p:nvSpPr>
          <p:cNvPr id="900011" name="Story-13-resident-4" descr="Practise controls;&#10;report concerns"/>
          <p:cNvSpPr txBox="1"/>
          <p:nvPr/>
        </p:nvSpPr>
        <p:spPr>
          <a:xfrm>
            <a:off x="7772400" y="2606040"/>
            <a:ext cx="1755648" cy="50292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Practise controls;</a:t>
            </a:r>
          </a:p>
          <a:p>
            <a:pPr algn="l">
              <a:lnSpc>
                <a:spcPct val="105000"/>
              </a:lnSpc>
              <a:buNone/>
            </a:pPr>
            <a:r>
              <a:rPr lang="en-GB" sz="1400" b="0">
                <a:solidFill>
                  <a:srgbClr val="173F35"/>
                </a:solidFill>
                <a:latin typeface="Arial"/>
              </a:rPr>
              <a:t>report concerns</a:t>
            </a:r>
          </a:p>
        </p:txBody>
      </p:sp>
      <p:sp xmlns:p="http://schemas.openxmlformats.org/presentationml/2006/main" xmlns:a="http://schemas.openxmlformats.org/drawingml/2006/main">
        <p:nvSpPr>
          <p:cNvPr id="900012" name="Story-13-resident-5" descr="Keep aftercare&#10;and redress"/>
          <p:cNvSpPr txBox="1"/>
          <p:nvPr/>
        </p:nvSpPr>
        <p:spPr>
          <a:xfrm>
            <a:off x="9738360" y="2606040"/>
            <a:ext cx="1828800" cy="50292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Keep aftercare</a:t>
            </a:r>
          </a:p>
          <a:p>
            <a:pPr algn="l">
              <a:lnSpc>
                <a:spcPct val="105000"/>
              </a:lnSpc>
              <a:buNone/>
            </a:pPr>
            <a:r>
              <a:rPr lang="en-GB" sz="1400" b="0">
                <a:solidFill>
                  <a:srgbClr val="173F35"/>
                </a:solidFill>
                <a:latin typeface="Arial"/>
              </a:rPr>
              <a:t>and redress</a:t>
            </a:r>
          </a:p>
        </p:txBody>
      </p:sp>
      <p:sp xmlns:p="http://schemas.openxmlformats.org/presentationml/2006/main" xmlns:a="http://schemas.openxmlformats.org/drawingml/2006/main">
        <p:nvSpPr>
          <p:cNvPr id="900013" name="Story-13-delivery-label" descr="Delivery&#10;team"/>
          <p:cNvSpPr txBox="1"/>
          <p:nvPr/>
        </p:nvSpPr>
        <p:spPr>
          <a:xfrm>
            <a:off x="658368" y="3474720"/>
            <a:ext cx="1097280" cy="50292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173F35"/>
                </a:solidFill>
                <a:latin typeface="Arial"/>
              </a:rPr>
              <a:t>Delivery</a:t>
            </a:r>
          </a:p>
          <a:p>
            <a:pPr algn="l">
              <a:lnSpc>
                <a:spcPct val="105000"/>
              </a:lnSpc>
              <a:buNone/>
            </a:pPr>
            <a:r>
              <a:rPr lang="en-GB" sz="1500" b="1">
                <a:solidFill>
                  <a:srgbClr val="173F35"/>
                </a:solidFill>
                <a:latin typeface="Arial"/>
              </a:rPr>
              <a:t>team</a:t>
            </a:r>
          </a:p>
        </p:txBody>
      </p:sp>
      <p:sp xmlns:p="http://schemas.openxmlformats.org/presentationml/2006/main" xmlns:a="http://schemas.openxmlformats.org/drawingml/2006/main">
        <p:nvSpPr>
          <p:cNvPr id="900014" name="Story-13-delivery-1" descr="Resolve identity;&#10;record evidence"/>
          <p:cNvSpPr txBox="1"/>
          <p:nvPr/>
        </p:nvSpPr>
        <p:spPr>
          <a:xfrm>
            <a:off x="1874520" y="3474720"/>
            <a:ext cx="1755648" cy="56692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Resolve identity;</a:t>
            </a:r>
          </a:p>
          <a:p>
            <a:pPr algn="l">
              <a:lnSpc>
                <a:spcPct val="105000"/>
              </a:lnSpc>
              <a:buNone/>
            </a:pPr>
            <a:r>
              <a:rPr lang="en-GB" sz="1400" b="0">
                <a:solidFill>
                  <a:srgbClr val="173F35"/>
                </a:solidFill>
                <a:latin typeface="Arial"/>
              </a:rPr>
              <a:t>record evidence</a:t>
            </a:r>
          </a:p>
        </p:txBody>
      </p:sp>
      <p:sp xmlns:p="http://schemas.openxmlformats.org/presentationml/2006/main" xmlns:a="http://schemas.openxmlformats.org/drawingml/2006/main">
        <p:nvSpPr>
          <p:cNvPr id="900015" name="Story-13-delivery-2" descr="CHANGE: scope&#10;review reopens"/>
          <p:cNvSpPr txBox="1"/>
          <p:nvPr/>
        </p:nvSpPr>
        <p:spPr>
          <a:xfrm>
            <a:off x="3840480" y="3474720"/>
            <a:ext cx="1755648"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CHANGE: scope</a:t>
            </a:r>
          </a:p>
          <a:p>
            <a:pPr algn="l">
              <a:lnSpc>
                <a:spcPct val="105000"/>
              </a:lnSpc>
              <a:buNone/>
            </a:pPr>
            <a:r>
              <a:rPr lang="en-GB" sz="1400" b="1">
                <a:solidFill>
                  <a:srgbClr val="173F35"/>
                </a:solidFill>
                <a:latin typeface="Arial"/>
              </a:rPr>
              <a:t>review reopens</a:t>
            </a:r>
          </a:p>
        </p:txBody>
      </p:sp>
      <p:sp xmlns:p="http://schemas.openxmlformats.org/presentationml/2006/main" xmlns:a="http://schemas.openxmlformats.org/drawingml/2006/main">
        <p:nvSpPr>
          <p:cNvPr id="900016" name="Story-13-delivery-3" descr="Accept capacity;&#10;release / capture"/>
          <p:cNvSpPr txBox="1"/>
          <p:nvPr/>
        </p:nvSpPr>
        <p:spPr>
          <a:xfrm>
            <a:off x="5806440" y="3474720"/>
            <a:ext cx="1755648" cy="56692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Accept capacity;</a:t>
            </a:r>
          </a:p>
          <a:p>
            <a:pPr algn="l">
              <a:lnSpc>
                <a:spcPct val="105000"/>
              </a:lnSpc>
              <a:buNone/>
            </a:pPr>
            <a:r>
              <a:rPr lang="en-GB" sz="1400" b="0">
                <a:solidFill>
                  <a:srgbClr val="173F35"/>
                </a:solidFill>
                <a:latin typeface="Arial"/>
              </a:rPr>
              <a:t>release / capture</a:t>
            </a:r>
          </a:p>
        </p:txBody>
      </p:sp>
      <p:sp xmlns:p="http://schemas.openxmlformats.org/presentationml/2006/main" xmlns:a="http://schemas.openxmlformats.org/drawingml/2006/main">
        <p:nvSpPr>
          <p:cNvPr id="900017" name="Story-13-delivery-4" descr="Remedy returns;&#10;explain handover"/>
          <p:cNvSpPr txBox="1"/>
          <p:nvPr/>
        </p:nvSpPr>
        <p:spPr>
          <a:xfrm>
            <a:off x="7772400" y="3474720"/>
            <a:ext cx="1755648" cy="56692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Remedy returns;</a:t>
            </a:r>
          </a:p>
          <a:p>
            <a:pPr algn="l">
              <a:lnSpc>
                <a:spcPct val="105000"/>
              </a:lnSpc>
              <a:buNone/>
            </a:pPr>
            <a:r>
              <a:rPr lang="en-GB" sz="1400" b="0">
                <a:solidFill>
                  <a:srgbClr val="173F35"/>
                </a:solidFill>
                <a:latin typeface="Arial"/>
              </a:rPr>
              <a:t>explain handover</a:t>
            </a:r>
          </a:p>
        </p:txBody>
      </p:sp>
      <p:sp xmlns:p="http://schemas.openxmlformats.org/presentationml/2006/main" xmlns:a="http://schemas.openxmlformats.org/drawingml/2006/main">
        <p:nvSpPr>
          <p:cNvPr id="900018" name="Story-13-delivery-5" descr="Retain defects&#10;and open owners"/>
          <p:cNvSpPr txBox="1"/>
          <p:nvPr/>
        </p:nvSpPr>
        <p:spPr>
          <a:xfrm>
            <a:off x="9738360" y="3474720"/>
            <a:ext cx="1828800" cy="56692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Retain defects</a:t>
            </a:r>
          </a:p>
          <a:p>
            <a:pPr algn="l">
              <a:lnSpc>
                <a:spcPct val="105000"/>
              </a:lnSpc>
              <a:buNone/>
            </a:pPr>
            <a:r>
              <a:rPr lang="en-GB" sz="1400" b="0">
                <a:solidFill>
                  <a:srgbClr val="173F35"/>
                </a:solidFill>
                <a:latin typeface="Arial"/>
              </a:rPr>
              <a:t>and open owners</a:t>
            </a:r>
          </a:p>
        </p:txBody>
      </p:sp>
      <p:sp xmlns:p="http://schemas.openxmlformats.org/presentationml/2006/main" xmlns:a="http://schemas.openxmlformats.org/drawingml/2006/main">
        <p:nvSpPr>
          <p:cNvPr id="900019" name="Story-13-finance-band" descr=""/>
          <p:cNvSpPr txBox="1"/>
          <p:nvPr/>
        </p:nvSpPr>
        <p:spPr>
          <a:xfrm>
            <a:off x="548640" y="4251960"/>
            <a:ext cx="11091672" cy="73152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0" name="Story-13-finance-label" descr="Finance&#10;+ QA"/>
          <p:cNvSpPr txBox="1"/>
          <p:nvPr/>
        </p:nvSpPr>
        <p:spPr>
          <a:xfrm>
            <a:off x="658368" y="4379976"/>
            <a:ext cx="1097280" cy="50292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173F35"/>
                </a:solidFill>
                <a:latin typeface="Arial"/>
              </a:rPr>
              <a:t>Finance</a:t>
            </a:r>
          </a:p>
          <a:p>
            <a:pPr algn="l">
              <a:lnSpc>
                <a:spcPct val="105000"/>
              </a:lnSpc>
              <a:buNone/>
            </a:pPr>
            <a:r>
              <a:rPr lang="en-GB" sz="1500" b="1">
                <a:solidFill>
                  <a:srgbClr val="173F35"/>
                </a:solidFill>
                <a:latin typeface="Arial"/>
              </a:rPr>
              <a:t>+ QA</a:t>
            </a:r>
          </a:p>
        </p:txBody>
      </p:sp>
      <p:sp xmlns:p="http://schemas.openxmlformats.org/presentationml/2006/main" xmlns:a="http://schemas.openxmlformats.org/drawingml/2006/main">
        <p:nvSpPr>
          <p:cNvPr id="900021" name="Story-13-finance-1" descr="Check route /&#10;evidence gaps"/>
          <p:cNvSpPr txBox="1"/>
          <p:nvPr/>
        </p:nvSpPr>
        <p:spPr>
          <a:xfrm>
            <a:off x="1874520" y="4370832"/>
            <a:ext cx="1755648" cy="50292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Check route /</a:t>
            </a:r>
          </a:p>
          <a:p>
            <a:pPr algn="l">
              <a:lnSpc>
                <a:spcPct val="105000"/>
              </a:lnSpc>
              <a:buNone/>
            </a:pPr>
            <a:r>
              <a:rPr lang="en-GB" sz="1400" b="0">
                <a:solidFill>
                  <a:srgbClr val="173F35"/>
                </a:solidFill>
                <a:latin typeface="Arial"/>
              </a:rPr>
              <a:t>evidence gaps</a:t>
            </a:r>
          </a:p>
        </p:txBody>
      </p:sp>
      <p:sp xmlns:p="http://schemas.openxmlformats.org/presentationml/2006/main" xmlns:a="http://schemas.openxmlformats.org/drawingml/2006/main">
        <p:nvSpPr>
          <p:cNvPr id="900022" name="Story-13-finance-2" descr="Finance: budget&#10;Resident: works choice"/>
          <p:cNvSpPr txBox="1"/>
          <p:nvPr/>
        </p:nvSpPr>
        <p:spPr>
          <a:xfrm>
            <a:off x="3840480" y="4370832"/>
            <a:ext cx="1755648" cy="502920"/>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Finance: budget</a:t>
            </a:r>
          </a:p>
          <a:p>
            <a:pPr algn="l">
              <a:lnSpc>
                <a:spcPct val="105000"/>
              </a:lnSpc>
              <a:buNone/>
            </a:pPr>
            <a:r>
              <a:rPr lang="en-GB" sz="1200" b="0">
                <a:solidFill>
                  <a:srgbClr val="173F35"/>
                </a:solidFill>
                <a:latin typeface="Arial"/>
              </a:rPr>
              <a:t>Resident: works choice</a:t>
            </a:r>
          </a:p>
        </p:txBody>
      </p:sp>
      <p:sp xmlns:p="http://schemas.openxmlformats.org/presentationml/2006/main" xmlns:a="http://schemas.openxmlformats.org/drawingml/2006/main">
        <p:nvSpPr>
          <p:cNvPr id="900023" name="Story-13-finance-3" descr="CHANGE: recheck&#10;commitment version"/>
          <p:cNvSpPr txBox="1"/>
          <p:nvPr/>
        </p:nvSpPr>
        <p:spPr>
          <a:xfrm>
            <a:off x="5806440" y="4370832"/>
            <a:ext cx="1755648" cy="50292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300" b="1">
                <a:solidFill>
                  <a:srgbClr val="173F35"/>
                </a:solidFill>
                <a:latin typeface="Arial"/>
              </a:rPr>
              <a:t>CHANGE: recheck</a:t>
            </a:r>
          </a:p>
          <a:p>
            <a:pPr algn="l">
              <a:lnSpc>
                <a:spcPct val="105000"/>
              </a:lnSpc>
              <a:buNone/>
            </a:pPr>
            <a:r>
              <a:rPr lang="en-GB" sz="1300" b="1">
                <a:solidFill>
                  <a:srgbClr val="173F35"/>
                </a:solidFill>
                <a:latin typeface="Arial"/>
              </a:rPr>
              <a:t>commitment version</a:t>
            </a:r>
          </a:p>
        </p:txBody>
      </p:sp>
      <p:sp xmlns:p="http://schemas.openxmlformats.org/presentationml/2006/main" xmlns:a="http://schemas.openxmlformats.org/drawingml/2006/main">
        <p:nvSpPr>
          <p:cNvPr id="900024" name="Story-13-finance-4" descr="Independent QA;&#10;accept or return"/>
          <p:cNvSpPr txBox="1"/>
          <p:nvPr/>
        </p:nvSpPr>
        <p:spPr>
          <a:xfrm>
            <a:off x="7772400" y="4370832"/>
            <a:ext cx="1755648" cy="50292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Independent QA;</a:t>
            </a:r>
          </a:p>
          <a:p>
            <a:pPr algn="l">
              <a:lnSpc>
                <a:spcPct val="105000"/>
              </a:lnSpc>
              <a:buNone/>
            </a:pPr>
            <a:r>
              <a:rPr lang="en-GB" sz="1400" b="0">
                <a:solidFill>
                  <a:srgbClr val="173F35"/>
                </a:solidFill>
                <a:latin typeface="Arial"/>
              </a:rPr>
              <a:t>accept or return</a:t>
            </a:r>
          </a:p>
        </p:txBody>
      </p:sp>
      <p:sp xmlns:p="http://schemas.openxmlformats.org/presentationml/2006/main" xmlns:a="http://schemas.openxmlformats.org/drawingml/2006/main">
        <p:nvSpPr>
          <p:cNvPr id="900025" name="Story-13-finance-5" descr="Reconcile claim&#10;against cash"/>
          <p:cNvSpPr txBox="1"/>
          <p:nvPr/>
        </p:nvSpPr>
        <p:spPr>
          <a:xfrm>
            <a:off x="9738360" y="4370832"/>
            <a:ext cx="1828800" cy="50292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Reconcile claim</a:t>
            </a:r>
          </a:p>
          <a:p>
            <a:pPr algn="l">
              <a:lnSpc>
                <a:spcPct val="105000"/>
              </a:lnSpc>
              <a:buNone/>
            </a:pPr>
            <a:r>
              <a:rPr lang="en-GB" sz="1400" b="0">
                <a:solidFill>
                  <a:srgbClr val="173F35"/>
                </a:solidFill>
                <a:latin typeface="Arial"/>
              </a:rPr>
              <a:t>against cash</a:t>
            </a:r>
          </a:p>
        </p:txBody>
      </p:sp>
      <p:sp xmlns:p="http://schemas.openxmlformats.org/presentationml/2006/main" xmlns:a="http://schemas.openxmlformats.org/drawingml/2006/main">
        <p:nvSpPr>
          <p:cNvPr id="900026" name="Story-13-exception" descr="CHANGE EXCEPTION   Changed scope -&gt; named receiver -&gt; affected reviews reopen -&gt; resident update"/>
          <p:cNvSpPr txBox="1"/>
          <p:nvPr/>
        </p:nvSpPr>
        <p:spPr>
          <a:xfrm>
            <a:off x="548640" y="5148072"/>
            <a:ext cx="11091672" cy="38404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500" b="1">
                <a:solidFill>
                  <a:srgbClr val="173F35"/>
                </a:solidFill>
                <a:latin typeface="Arial"/>
              </a:rPr>
              <a:t>CHANGE EXCEPTION   Changed scope -&gt; named receiver -&gt; affected reviews reopen -&gt; resident update</a:t>
            </a:r>
          </a:p>
        </p:txBody>
      </p:sp>
      <p:sp xmlns:p="http://schemas.openxmlformats.org/presentationml/2006/main" xmlns:a="http://schemas.openxmlformats.org/drawingml/2006/main">
        <p:nvSpPr>
          <p:cNvPr id="900027" name="Story-13-boundary" descr="Hazards use an independent human route. Access, silence or a booking never implies works consent."/>
          <p:cNvSpPr txBox="1"/>
          <p:nvPr/>
        </p:nvSpPr>
        <p:spPr>
          <a:xfrm>
            <a:off x="548640" y="5632704"/>
            <a:ext cx="11091672" cy="237744"/>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Hazards use an independent human route. Access, silence or a booking never implies works consent.</a:t>
            </a:r>
          </a:p>
        </p:txBody>
      </p:sp>
    </p:spTree>
    <p:extLst>
      <p:ext uri="{BB962C8B-B14F-4D97-AF65-F5344CB8AC3E}">
        <p14:creationId xmlns:p14="http://schemas.microsoft.com/office/powerpoint/2010/main" val="2377474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457" name="Eyebrow">
            <a:extLst>
              <a:ext uri="{FF2B5EF4-FFF2-40B4-BE49-F238E27FC236}">
                <a16:creationId xmlns:a16="http://schemas.microsoft.com/office/drawing/2014/main" id="{B6697767-710C-FC27-5DB1-C083D9362B90}"/>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9459" name="Slide title">
            <a:extLst>
              <a:ext uri="{FF2B5EF4-FFF2-40B4-BE49-F238E27FC236}">
                <a16:creationId xmlns:a16="http://schemas.microsoft.com/office/drawing/2014/main" id="{94EA84CA-EA8A-E087-0FED-85758913CC9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189 backlog items, 16 epics, one coherent product.</a:t>
            </a:r>
          </a:p>
          <a:p>
            <a:pPr algn="l">
              <a:buNone/>
            </a:pPr>
            <a:r>
              <a:rPr lang="en-US" sz="100">
                <a:effectLst/>
              </a:rPr>
              <a:t> </a:t>
            </a:r>
            <a:endParaRPr lang="en-US"/>
          </a:p>
        </p:txBody>
      </p:sp>
      <p:sp>
        <p:nvSpPr>
          <p:cNvPr id="39462" name="Footer sources">
            <a:extLst>
              <a:ext uri="{FF2B5EF4-FFF2-40B4-BE49-F238E27FC236}">
                <a16:creationId xmlns:a16="http://schemas.microsoft.com/office/drawing/2014/main" id="{F37DCD64-7F8D-F7D7-1F1B-BE32402898D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 AMA Plan project 7 snapshot, 23 Oct 2026 07:21 UTC (API projection of GitHub issues)</a:t>
            </a:r>
          </a:p>
          <a:p>
            <a:pPr algn="l">
              <a:buNone/>
            </a:pPr>
            <a:r>
              <a:rPr lang="en-US" sz="100">
                <a:effectLst/>
              </a:rPr>
              <a:t> </a:t>
            </a:r>
            <a:endParaRPr lang="en-US"/>
          </a:p>
        </p:txBody>
      </p:sp>
      <p:sp>
        <p:nvSpPr>
          <p:cNvPr id="39466" name="Footer navigation">
            <a:extLst>
              <a:ext uri="{FF2B5EF4-FFF2-40B4-BE49-F238E27FC236}">
                <a16:creationId xmlns:a16="http://schemas.microsoft.com/office/drawing/2014/main" id="{17385D11-3F7F-48F7-10C7-609CEDCC62FE}"/>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S13</a:t>
            </a:r>
          </a:p>
          <a:p>
            <a:pPr algn="r">
              <a:buNone/>
            </a:pPr>
            <a:r>
              <a:rPr lang="en-US" sz="100">
                <a:effectLst/>
              </a:rPr>
              <a:t> </a:t>
            </a:r>
            <a:endParaRPr lang="en-US"/>
          </a:p>
        </p:txBody>
      </p:sp>
      <p:sp>
        <p:nvSpPr>
          <p:cNvPr id="39471" name="Epic tile 1">
            <a:extLst>
              <a:ext uri="{FF2B5EF4-FFF2-40B4-BE49-F238E27FC236}">
                <a16:creationId xmlns:a16="http://schemas.microsoft.com/office/drawing/2014/main" id="{1615A875-967D-A3E2-AD89-A01676B1AE0D}"/>
              </a:ext>
            </a:extLst>
          </p:cNvPr>
          <p:cNvSpPr/>
          <p:nvPr/>
        </p:nvSpPr>
        <p:spPr>
          <a:xfrm>
            <a:off x="548640"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77" name="Epic 1 name">
            <a:extLst>
              <a:ext uri="{FF2B5EF4-FFF2-40B4-BE49-F238E27FC236}">
                <a16:creationId xmlns:a16="http://schemas.microsoft.com/office/drawing/2014/main" id="{83C823BA-9D2D-23D4-CB86-35A718701968}"/>
              </a:ext>
            </a:extLst>
          </p:cNvPr>
          <p:cNvSpPr/>
          <p:nvPr/>
        </p:nvSpPr>
        <p:spPr>
          <a:xfrm>
            <a:off x="941832"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Home case and workbench</a:t>
            </a:r>
          </a:p>
          <a:p>
            <a:pPr algn="l">
              <a:buNone/>
            </a:pPr>
            <a:r>
              <a:rPr lang="en-US" sz="100">
                <a:effectLst/>
              </a:rPr>
              <a:t> </a:t>
            </a:r>
            <a:endParaRPr lang="en-US"/>
          </a:p>
        </p:txBody>
      </p:sp>
      <p:sp>
        <p:nvSpPr>
          <p:cNvPr id="39484" name="Epic 1 track">
            <a:extLst>
              <a:ext uri="{FF2B5EF4-FFF2-40B4-BE49-F238E27FC236}">
                <a16:creationId xmlns:a16="http://schemas.microsoft.com/office/drawing/2014/main" id="{B054232A-0785-9808-E063-26F210594CB6}"/>
              </a:ext>
            </a:extLst>
          </p:cNvPr>
          <p:cNvSpPr/>
          <p:nvPr/>
        </p:nvSpPr>
        <p:spPr>
          <a:xfrm>
            <a:off x="640080"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92" name="Epic 1 delivered bar">
            <a:extLst>
              <a:ext uri="{FF2B5EF4-FFF2-40B4-BE49-F238E27FC236}">
                <a16:creationId xmlns:a16="http://schemas.microsoft.com/office/drawing/2014/main" id="{98AB816B-D7BC-428B-9480-C55E85CCB909}"/>
              </a:ext>
            </a:extLst>
          </p:cNvPr>
          <p:cNvSpPr/>
          <p:nvPr/>
        </p:nvSpPr>
        <p:spPr>
          <a:xfrm>
            <a:off x="640080"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01" name="Epic 1 queued bar">
            <a:extLst>
              <a:ext uri="{FF2B5EF4-FFF2-40B4-BE49-F238E27FC236}">
                <a16:creationId xmlns:a16="http://schemas.microsoft.com/office/drawing/2014/main" id="{34E2BC26-6B07-D472-B9B8-8135A2AFB7F6}"/>
              </a:ext>
            </a:extLst>
          </p:cNvPr>
          <p:cNvSpPr/>
          <p:nvPr/>
        </p:nvSpPr>
        <p:spPr>
          <a:xfrm>
            <a:off x="756745" y="2116836"/>
            <a:ext cx="34999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11" name="Epic 1 delivered count">
            <a:extLst>
              <a:ext uri="{FF2B5EF4-FFF2-40B4-BE49-F238E27FC236}">
                <a16:creationId xmlns:a16="http://schemas.microsoft.com/office/drawing/2014/main" id="{A504EDD0-5756-F76A-DA54-418730BD7AC4}"/>
              </a:ext>
            </a:extLst>
          </p:cNvPr>
          <p:cNvSpPr/>
          <p:nvPr/>
        </p:nvSpPr>
        <p:spPr>
          <a:xfrm>
            <a:off x="54864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39522" name="Epic 1 in progress count">
            <a:extLst>
              <a:ext uri="{FF2B5EF4-FFF2-40B4-BE49-F238E27FC236}">
                <a16:creationId xmlns:a16="http://schemas.microsoft.com/office/drawing/2014/main" id="{4B63F270-AD5C-AD52-B377-353546125781}"/>
              </a:ext>
            </a:extLst>
          </p:cNvPr>
          <p:cNvSpPr/>
          <p:nvPr/>
        </p:nvSpPr>
        <p:spPr>
          <a:xfrm>
            <a:off x="93268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534" name="Epic 1 queued count">
            <a:extLst>
              <a:ext uri="{FF2B5EF4-FFF2-40B4-BE49-F238E27FC236}">
                <a16:creationId xmlns:a16="http://schemas.microsoft.com/office/drawing/2014/main" id="{F55F16DB-E7DD-15EC-A19D-EA6A60AA1B13}"/>
              </a:ext>
            </a:extLst>
          </p:cNvPr>
          <p:cNvSpPr/>
          <p:nvPr/>
        </p:nvSpPr>
        <p:spPr>
          <a:xfrm>
            <a:off x="1316736"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39547" name="Epic tile 2">
            <a:extLst>
              <a:ext uri="{FF2B5EF4-FFF2-40B4-BE49-F238E27FC236}">
                <a16:creationId xmlns:a16="http://schemas.microsoft.com/office/drawing/2014/main" id="{08EC7A73-BC46-969F-A540-943304D598DF}"/>
              </a:ext>
            </a:extLst>
          </p:cNvPr>
          <p:cNvSpPr/>
          <p:nvPr/>
        </p:nvSpPr>
        <p:spPr>
          <a:xfrm>
            <a:off x="2523744"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61" name="Epic 2 name">
            <a:extLst>
              <a:ext uri="{FF2B5EF4-FFF2-40B4-BE49-F238E27FC236}">
                <a16:creationId xmlns:a16="http://schemas.microsoft.com/office/drawing/2014/main" id="{4333FE9C-294D-E4B7-FB81-015878051E34}"/>
              </a:ext>
            </a:extLst>
          </p:cNvPr>
          <p:cNvSpPr/>
          <p:nvPr/>
        </p:nvSpPr>
        <p:spPr>
          <a:xfrm>
            <a:off x="2916936"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Safety and consent</a:t>
            </a:r>
          </a:p>
          <a:p>
            <a:pPr algn="l">
              <a:buNone/>
            </a:pPr>
            <a:r>
              <a:rPr lang="en-US" sz="100">
                <a:effectLst/>
              </a:rPr>
              <a:t> </a:t>
            </a:r>
            <a:endParaRPr lang="en-US"/>
          </a:p>
        </p:txBody>
      </p:sp>
      <p:sp>
        <p:nvSpPr>
          <p:cNvPr id="39576" name="Epic 2 track">
            <a:extLst>
              <a:ext uri="{FF2B5EF4-FFF2-40B4-BE49-F238E27FC236}">
                <a16:creationId xmlns:a16="http://schemas.microsoft.com/office/drawing/2014/main" id="{DE0F94BE-4BCC-38D2-AA54-D36FB7ABCB0D}"/>
              </a:ext>
            </a:extLst>
          </p:cNvPr>
          <p:cNvSpPr/>
          <p:nvPr/>
        </p:nvSpPr>
        <p:spPr>
          <a:xfrm>
            <a:off x="2615184"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592" name="Epic 2 delivered bar">
            <a:extLst>
              <a:ext uri="{FF2B5EF4-FFF2-40B4-BE49-F238E27FC236}">
                <a16:creationId xmlns:a16="http://schemas.microsoft.com/office/drawing/2014/main" id="{47941CCA-2950-AB45-4F10-CD4ED285D07C}"/>
              </a:ext>
            </a:extLst>
          </p:cNvPr>
          <p:cNvSpPr/>
          <p:nvPr/>
        </p:nvSpPr>
        <p:spPr>
          <a:xfrm>
            <a:off x="2615184" y="2116836"/>
            <a:ext cx="233330"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609" name="Epic 2 queued bar">
            <a:extLst>
              <a:ext uri="{FF2B5EF4-FFF2-40B4-BE49-F238E27FC236}">
                <a16:creationId xmlns:a16="http://schemas.microsoft.com/office/drawing/2014/main" id="{CDFE35A8-AA36-0DD9-9629-5D09E3C54CB6}"/>
              </a:ext>
            </a:extLst>
          </p:cNvPr>
          <p:cNvSpPr/>
          <p:nvPr/>
        </p:nvSpPr>
        <p:spPr>
          <a:xfrm>
            <a:off x="2848514" y="2116836"/>
            <a:ext cx="29166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627" name="Epic 2 delivered count">
            <a:extLst>
              <a:ext uri="{FF2B5EF4-FFF2-40B4-BE49-F238E27FC236}">
                <a16:creationId xmlns:a16="http://schemas.microsoft.com/office/drawing/2014/main" id="{90D5C5E1-C79A-3D03-6382-325FD6023729}"/>
              </a:ext>
            </a:extLst>
          </p:cNvPr>
          <p:cNvSpPr/>
          <p:nvPr/>
        </p:nvSpPr>
        <p:spPr>
          <a:xfrm>
            <a:off x="2523744"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4</a:t>
            </a:r>
          </a:p>
          <a:p>
            <a:pPr algn="l">
              <a:buNone/>
            </a:pPr>
            <a:r>
              <a:rPr lang="en-US" sz="100">
                <a:effectLst/>
              </a:rPr>
              <a:t> </a:t>
            </a:r>
            <a:endParaRPr lang="en-US"/>
          </a:p>
        </p:txBody>
      </p:sp>
      <p:sp>
        <p:nvSpPr>
          <p:cNvPr id="39646" name="Epic 2 in progress count">
            <a:extLst>
              <a:ext uri="{FF2B5EF4-FFF2-40B4-BE49-F238E27FC236}">
                <a16:creationId xmlns:a16="http://schemas.microsoft.com/office/drawing/2014/main" id="{1FF2108B-66BA-4716-AEC4-0383201D21BB}"/>
              </a:ext>
            </a:extLst>
          </p:cNvPr>
          <p:cNvSpPr/>
          <p:nvPr/>
        </p:nvSpPr>
        <p:spPr>
          <a:xfrm>
            <a:off x="2907792"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666" name="Epic 2 queued count">
            <a:extLst>
              <a:ext uri="{FF2B5EF4-FFF2-40B4-BE49-F238E27FC236}">
                <a16:creationId xmlns:a16="http://schemas.microsoft.com/office/drawing/2014/main" id="{2344DE37-6921-8AA3-F4DA-31F939057F4D}"/>
              </a:ext>
            </a:extLst>
          </p:cNvPr>
          <p:cNvSpPr/>
          <p:nvPr/>
        </p:nvSpPr>
        <p:spPr>
          <a:xfrm>
            <a:off x="329184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5</a:t>
            </a:r>
          </a:p>
          <a:p>
            <a:pPr algn="l">
              <a:buNone/>
            </a:pPr>
            <a:r>
              <a:rPr lang="en-US" sz="100">
                <a:effectLst/>
              </a:rPr>
              <a:t> </a:t>
            </a:r>
            <a:endParaRPr lang="en-US"/>
          </a:p>
        </p:txBody>
      </p:sp>
      <p:sp>
        <p:nvSpPr>
          <p:cNvPr id="39687" name="Epic tile 3">
            <a:extLst>
              <a:ext uri="{FF2B5EF4-FFF2-40B4-BE49-F238E27FC236}">
                <a16:creationId xmlns:a16="http://schemas.microsoft.com/office/drawing/2014/main" id="{F0EBD501-A9AE-8DB3-184B-30BCC032878E}"/>
              </a:ext>
            </a:extLst>
          </p:cNvPr>
          <p:cNvSpPr/>
          <p:nvPr/>
        </p:nvSpPr>
        <p:spPr>
          <a:xfrm>
            <a:off x="4498848"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09" name="Epic 3 name">
            <a:extLst>
              <a:ext uri="{FF2B5EF4-FFF2-40B4-BE49-F238E27FC236}">
                <a16:creationId xmlns:a16="http://schemas.microsoft.com/office/drawing/2014/main" id="{966891B2-20FD-C9CA-1690-AFF74E2BB483}"/>
              </a:ext>
            </a:extLst>
          </p:cNvPr>
          <p:cNvSpPr/>
          <p:nvPr/>
        </p:nvSpPr>
        <p:spPr>
          <a:xfrm>
            <a:off x="4892040"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Capacity and quality</a:t>
            </a:r>
          </a:p>
          <a:p>
            <a:pPr algn="l">
              <a:buNone/>
            </a:pPr>
            <a:r>
              <a:rPr lang="en-US" sz="100">
                <a:effectLst/>
              </a:rPr>
              <a:t> </a:t>
            </a:r>
            <a:endParaRPr lang="en-US"/>
          </a:p>
        </p:txBody>
      </p:sp>
      <p:sp>
        <p:nvSpPr>
          <p:cNvPr id="39732" name="Epic 3 track">
            <a:extLst>
              <a:ext uri="{FF2B5EF4-FFF2-40B4-BE49-F238E27FC236}">
                <a16:creationId xmlns:a16="http://schemas.microsoft.com/office/drawing/2014/main" id="{C17B0D96-5545-CA6A-4F8E-38BC1A91CAF4}"/>
              </a:ext>
            </a:extLst>
          </p:cNvPr>
          <p:cNvSpPr/>
          <p:nvPr/>
        </p:nvSpPr>
        <p:spPr>
          <a:xfrm>
            <a:off x="4590288"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56" name="Epic 3 delivered bar">
            <a:extLst>
              <a:ext uri="{FF2B5EF4-FFF2-40B4-BE49-F238E27FC236}">
                <a16:creationId xmlns:a16="http://schemas.microsoft.com/office/drawing/2014/main" id="{F77985F1-70CF-29BB-F232-BF59EFA04522}"/>
              </a:ext>
            </a:extLst>
          </p:cNvPr>
          <p:cNvSpPr/>
          <p:nvPr/>
        </p:nvSpPr>
        <p:spPr>
          <a:xfrm>
            <a:off x="4590288"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781" name="Epic 3 queued bar">
            <a:extLst>
              <a:ext uri="{FF2B5EF4-FFF2-40B4-BE49-F238E27FC236}">
                <a16:creationId xmlns:a16="http://schemas.microsoft.com/office/drawing/2014/main" id="{6B2CD820-FEBD-A7B7-02A2-26A9428A9E48}"/>
              </a:ext>
            </a:extLst>
          </p:cNvPr>
          <p:cNvSpPr/>
          <p:nvPr/>
        </p:nvSpPr>
        <p:spPr>
          <a:xfrm>
            <a:off x="4706953" y="2116836"/>
            <a:ext cx="174997"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807" name="Epic 3 delivered count">
            <a:extLst>
              <a:ext uri="{FF2B5EF4-FFF2-40B4-BE49-F238E27FC236}">
                <a16:creationId xmlns:a16="http://schemas.microsoft.com/office/drawing/2014/main" id="{F19F5B46-E713-BB2A-20E5-7657FBBFEA17}"/>
              </a:ext>
            </a:extLst>
          </p:cNvPr>
          <p:cNvSpPr/>
          <p:nvPr/>
        </p:nvSpPr>
        <p:spPr>
          <a:xfrm>
            <a:off x="449884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39834" name="Epic 3 in progress count">
            <a:extLst>
              <a:ext uri="{FF2B5EF4-FFF2-40B4-BE49-F238E27FC236}">
                <a16:creationId xmlns:a16="http://schemas.microsoft.com/office/drawing/2014/main" id="{69043818-9B88-15EB-896D-BFB001A14628}"/>
              </a:ext>
            </a:extLst>
          </p:cNvPr>
          <p:cNvSpPr/>
          <p:nvPr/>
        </p:nvSpPr>
        <p:spPr>
          <a:xfrm>
            <a:off x="4882896"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39862" name="Epic 3 queued count">
            <a:extLst>
              <a:ext uri="{FF2B5EF4-FFF2-40B4-BE49-F238E27FC236}">
                <a16:creationId xmlns:a16="http://schemas.microsoft.com/office/drawing/2014/main" id="{6D891715-926D-D377-94C8-3E7A9BFFF18D}"/>
              </a:ext>
            </a:extLst>
          </p:cNvPr>
          <p:cNvSpPr/>
          <p:nvPr/>
        </p:nvSpPr>
        <p:spPr>
          <a:xfrm>
            <a:off x="5266944"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3</a:t>
            </a:r>
          </a:p>
          <a:p>
            <a:pPr algn="l">
              <a:buNone/>
            </a:pPr>
            <a:r>
              <a:rPr lang="en-US" sz="100">
                <a:effectLst/>
              </a:rPr>
              <a:t> </a:t>
            </a:r>
            <a:endParaRPr lang="en-US"/>
          </a:p>
        </p:txBody>
      </p:sp>
      <p:sp>
        <p:nvSpPr>
          <p:cNvPr id="39891" name="Epic tile 4">
            <a:extLst>
              <a:ext uri="{FF2B5EF4-FFF2-40B4-BE49-F238E27FC236}">
                <a16:creationId xmlns:a16="http://schemas.microsoft.com/office/drawing/2014/main" id="{8364EA49-25C0-29F5-4147-98757C90988E}"/>
              </a:ext>
            </a:extLst>
          </p:cNvPr>
          <p:cNvSpPr/>
          <p:nvPr/>
        </p:nvSpPr>
        <p:spPr>
          <a:xfrm>
            <a:off x="6473952" y="1536192"/>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921" name="Epic 4 name">
            <a:extLst>
              <a:ext uri="{FF2B5EF4-FFF2-40B4-BE49-F238E27FC236}">
                <a16:creationId xmlns:a16="http://schemas.microsoft.com/office/drawing/2014/main" id="{288C15BF-BF72-7FB9-A1F5-F50F72714F48}"/>
              </a:ext>
            </a:extLst>
          </p:cNvPr>
          <p:cNvSpPr/>
          <p:nvPr/>
        </p:nvSpPr>
        <p:spPr>
          <a:xfrm>
            <a:off x="6867144" y="1563624"/>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Finance and grants</a:t>
            </a:r>
          </a:p>
          <a:p>
            <a:pPr algn="l">
              <a:buNone/>
            </a:pPr>
            <a:r>
              <a:rPr lang="en-US" sz="100">
                <a:effectLst/>
              </a:rPr>
              <a:t> </a:t>
            </a:r>
            <a:endParaRPr lang="en-US"/>
          </a:p>
        </p:txBody>
      </p:sp>
      <p:sp>
        <p:nvSpPr>
          <p:cNvPr id="39952" name="Epic 4 track">
            <a:extLst>
              <a:ext uri="{FF2B5EF4-FFF2-40B4-BE49-F238E27FC236}">
                <a16:creationId xmlns:a16="http://schemas.microsoft.com/office/drawing/2014/main" id="{4EEAED34-59EF-B2BE-443A-3E7B7D2F1C32}"/>
              </a:ext>
            </a:extLst>
          </p:cNvPr>
          <p:cNvSpPr/>
          <p:nvPr/>
        </p:nvSpPr>
        <p:spPr>
          <a:xfrm>
            <a:off x="6565392" y="2116836"/>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984" name="Epic 4 delivered bar">
            <a:extLst>
              <a:ext uri="{FF2B5EF4-FFF2-40B4-BE49-F238E27FC236}">
                <a16:creationId xmlns:a16="http://schemas.microsoft.com/office/drawing/2014/main" id="{D8E159A2-A161-A276-F2FE-6FD04A234B28}"/>
              </a:ext>
            </a:extLst>
          </p:cNvPr>
          <p:cNvSpPr/>
          <p:nvPr/>
        </p:nvSpPr>
        <p:spPr>
          <a:xfrm>
            <a:off x="6565392" y="2116836"/>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17" name="Epic 4 in progress bar">
            <a:extLst>
              <a:ext uri="{FF2B5EF4-FFF2-40B4-BE49-F238E27FC236}">
                <a16:creationId xmlns:a16="http://schemas.microsoft.com/office/drawing/2014/main" id="{8C73B6C5-28AB-C067-1A1D-E1607F04872D}"/>
              </a:ext>
            </a:extLst>
          </p:cNvPr>
          <p:cNvSpPr/>
          <p:nvPr/>
        </p:nvSpPr>
        <p:spPr>
          <a:xfrm>
            <a:off x="6682057" y="2116836"/>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51" name="Epic 4 queued bar">
            <a:extLst>
              <a:ext uri="{FF2B5EF4-FFF2-40B4-BE49-F238E27FC236}">
                <a16:creationId xmlns:a16="http://schemas.microsoft.com/office/drawing/2014/main" id="{7E42BA54-433A-7050-312B-D4BCA7AD6703}"/>
              </a:ext>
            </a:extLst>
          </p:cNvPr>
          <p:cNvSpPr/>
          <p:nvPr/>
        </p:nvSpPr>
        <p:spPr>
          <a:xfrm>
            <a:off x="6798722" y="2116836"/>
            <a:ext cx="11666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086" name="Epic 4 delivered count">
            <a:extLst>
              <a:ext uri="{FF2B5EF4-FFF2-40B4-BE49-F238E27FC236}">
                <a16:creationId xmlns:a16="http://schemas.microsoft.com/office/drawing/2014/main" id="{EC786664-3628-5A7B-9B21-2CFEA5EC3DEA}"/>
              </a:ext>
            </a:extLst>
          </p:cNvPr>
          <p:cNvSpPr/>
          <p:nvPr/>
        </p:nvSpPr>
        <p:spPr>
          <a:xfrm>
            <a:off x="6473952"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0122" name="Epic 4 in progress count">
            <a:extLst>
              <a:ext uri="{FF2B5EF4-FFF2-40B4-BE49-F238E27FC236}">
                <a16:creationId xmlns:a16="http://schemas.microsoft.com/office/drawing/2014/main" id="{13254650-C925-8BA7-6F05-EE4E8915E9B8}"/>
              </a:ext>
            </a:extLst>
          </p:cNvPr>
          <p:cNvSpPr/>
          <p:nvPr/>
        </p:nvSpPr>
        <p:spPr>
          <a:xfrm>
            <a:off x="6858000"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0159" name="Epic 4 queued count">
            <a:extLst>
              <a:ext uri="{FF2B5EF4-FFF2-40B4-BE49-F238E27FC236}">
                <a16:creationId xmlns:a16="http://schemas.microsoft.com/office/drawing/2014/main" id="{19409DDF-9BDD-B7FA-434F-DC6FAF0E7A17}"/>
              </a:ext>
            </a:extLst>
          </p:cNvPr>
          <p:cNvSpPr/>
          <p:nvPr/>
        </p:nvSpPr>
        <p:spPr>
          <a:xfrm>
            <a:off x="7242048" y="2159852"/>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2</a:t>
            </a:r>
          </a:p>
          <a:p>
            <a:pPr algn="l">
              <a:buNone/>
            </a:pPr>
            <a:r>
              <a:rPr lang="en-US" sz="100">
                <a:effectLst/>
              </a:rPr>
              <a:t> </a:t>
            </a:r>
            <a:endParaRPr lang="en-US"/>
          </a:p>
        </p:txBody>
      </p:sp>
      <p:sp>
        <p:nvSpPr>
          <p:cNvPr id="40197" name="Epic tile 5">
            <a:extLst>
              <a:ext uri="{FF2B5EF4-FFF2-40B4-BE49-F238E27FC236}">
                <a16:creationId xmlns:a16="http://schemas.microsoft.com/office/drawing/2014/main" id="{03FC93BB-8A47-2DA2-FD90-46C05BC31AE4}"/>
              </a:ext>
            </a:extLst>
          </p:cNvPr>
          <p:cNvSpPr/>
          <p:nvPr/>
        </p:nvSpPr>
        <p:spPr>
          <a:xfrm>
            <a:off x="548640"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236" name="Epic 5 name">
            <a:extLst>
              <a:ext uri="{FF2B5EF4-FFF2-40B4-BE49-F238E27FC236}">
                <a16:creationId xmlns:a16="http://schemas.microsoft.com/office/drawing/2014/main" id="{20843483-0A7F-0886-C491-13FB5DAA8A3A}"/>
              </a:ext>
            </a:extLst>
          </p:cNvPr>
          <p:cNvSpPr/>
          <p:nvPr/>
        </p:nvSpPr>
        <p:spPr>
          <a:xfrm>
            <a:off x="941832" y="2670048"/>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Insight and forecasting</a:t>
            </a:r>
          </a:p>
          <a:p>
            <a:pPr algn="l">
              <a:buNone/>
            </a:pPr>
            <a:r>
              <a:rPr lang="en-US" sz="100">
                <a:effectLst/>
              </a:rPr>
              <a:t> </a:t>
            </a:r>
            <a:endParaRPr lang="en-US"/>
          </a:p>
        </p:txBody>
      </p:sp>
      <p:sp>
        <p:nvSpPr>
          <p:cNvPr id="40276" name="Epic 5 track">
            <a:extLst>
              <a:ext uri="{FF2B5EF4-FFF2-40B4-BE49-F238E27FC236}">
                <a16:creationId xmlns:a16="http://schemas.microsoft.com/office/drawing/2014/main" id="{BEEF2A10-71E0-9785-78C1-5A75EB4DFCE3}"/>
              </a:ext>
            </a:extLst>
          </p:cNvPr>
          <p:cNvSpPr/>
          <p:nvPr/>
        </p:nvSpPr>
        <p:spPr>
          <a:xfrm>
            <a:off x="640080"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317" name="Epic 5 delivered bar">
            <a:extLst>
              <a:ext uri="{FF2B5EF4-FFF2-40B4-BE49-F238E27FC236}">
                <a16:creationId xmlns:a16="http://schemas.microsoft.com/office/drawing/2014/main" id="{4E8E387E-FCF4-235E-2282-C02B8C8117CB}"/>
              </a:ext>
            </a:extLst>
          </p:cNvPr>
          <p:cNvSpPr/>
          <p:nvPr/>
        </p:nvSpPr>
        <p:spPr>
          <a:xfrm>
            <a:off x="640080" y="3223260"/>
            <a:ext cx="174997"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359" name="Epic 5 queued bar">
            <a:extLst>
              <a:ext uri="{FF2B5EF4-FFF2-40B4-BE49-F238E27FC236}">
                <a16:creationId xmlns:a16="http://schemas.microsoft.com/office/drawing/2014/main" id="{574CC97F-972A-A7EC-229F-C0ED09506DCB}"/>
              </a:ext>
            </a:extLst>
          </p:cNvPr>
          <p:cNvSpPr/>
          <p:nvPr/>
        </p:nvSpPr>
        <p:spPr>
          <a:xfrm>
            <a:off x="815077" y="3223260"/>
            <a:ext cx="58333"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402" name="Epic 5 delivered count">
            <a:extLst>
              <a:ext uri="{FF2B5EF4-FFF2-40B4-BE49-F238E27FC236}">
                <a16:creationId xmlns:a16="http://schemas.microsoft.com/office/drawing/2014/main" id="{11FA64B5-46D1-FC86-8DE0-CC054BC484E9}"/>
              </a:ext>
            </a:extLst>
          </p:cNvPr>
          <p:cNvSpPr/>
          <p:nvPr/>
        </p:nvSpPr>
        <p:spPr>
          <a:xfrm>
            <a:off x="54864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3</a:t>
            </a:r>
          </a:p>
          <a:p>
            <a:pPr algn="l">
              <a:buNone/>
            </a:pPr>
            <a:r>
              <a:rPr lang="en-US" sz="100">
                <a:effectLst/>
              </a:rPr>
              <a:t> </a:t>
            </a:r>
            <a:endParaRPr lang="en-US"/>
          </a:p>
        </p:txBody>
      </p:sp>
      <p:sp>
        <p:nvSpPr>
          <p:cNvPr id="40446" name="Epic 5 in progress count">
            <a:extLst>
              <a:ext uri="{FF2B5EF4-FFF2-40B4-BE49-F238E27FC236}">
                <a16:creationId xmlns:a16="http://schemas.microsoft.com/office/drawing/2014/main" id="{2C9C648C-EC03-E6A8-F178-A4D349683CD6}"/>
              </a:ext>
            </a:extLst>
          </p:cNvPr>
          <p:cNvSpPr/>
          <p:nvPr/>
        </p:nvSpPr>
        <p:spPr>
          <a:xfrm>
            <a:off x="93268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40491" name="Epic 5 queued count">
            <a:extLst>
              <a:ext uri="{FF2B5EF4-FFF2-40B4-BE49-F238E27FC236}">
                <a16:creationId xmlns:a16="http://schemas.microsoft.com/office/drawing/2014/main" id="{430ED200-AC55-B976-BAD5-8933B1706E3E}"/>
              </a:ext>
            </a:extLst>
          </p:cNvPr>
          <p:cNvSpPr/>
          <p:nvPr/>
        </p:nvSpPr>
        <p:spPr>
          <a:xfrm>
            <a:off x="1316736"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a:t>
            </a:r>
          </a:p>
          <a:p>
            <a:pPr algn="l">
              <a:buNone/>
            </a:pPr>
            <a:r>
              <a:rPr lang="en-US" sz="100">
                <a:effectLst/>
              </a:rPr>
              <a:t> </a:t>
            </a:r>
            <a:endParaRPr lang="en-US"/>
          </a:p>
        </p:txBody>
      </p:sp>
      <p:sp>
        <p:nvSpPr>
          <p:cNvPr id="40537" name="Epic tile 6">
            <a:extLst>
              <a:ext uri="{FF2B5EF4-FFF2-40B4-BE49-F238E27FC236}">
                <a16:creationId xmlns:a16="http://schemas.microsoft.com/office/drawing/2014/main" id="{DD9CE2EE-8AF1-A327-CDC1-594DC74B21A6}"/>
              </a:ext>
            </a:extLst>
          </p:cNvPr>
          <p:cNvSpPr/>
          <p:nvPr/>
        </p:nvSpPr>
        <p:spPr>
          <a:xfrm>
            <a:off x="2523744"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584" name="Epic 6 name">
            <a:extLst>
              <a:ext uri="{FF2B5EF4-FFF2-40B4-BE49-F238E27FC236}">
                <a16:creationId xmlns:a16="http://schemas.microsoft.com/office/drawing/2014/main" id="{CF2F2329-1FDC-2B67-1B2C-2C677EEFCB0D}"/>
              </a:ext>
            </a:extLst>
          </p:cNvPr>
          <p:cNvSpPr/>
          <p:nvPr/>
        </p:nvSpPr>
        <p:spPr>
          <a:xfrm>
            <a:off x="2916936" y="2691728"/>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Bounded AI</a:t>
            </a:r>
          </a:p>
          <a:p>
            <a:pPr algn="l">
              <a:buNone/>
            </a:pPr>
            <a:r>
              <a:rPr lang="en-US" sz="100">
                <a:effectLst/>
              </a:rPr>
              <a:t> </a:t>
            </a:r>
            <a:endParaRPr lang="en-US"/>
          </a:p>
        </p:txBody>
      </p:sp>
      <p:sp>
        <p:nvSpPr>
          <p:cNvPr id="40632" name="Epic 6 track">
            <a:extLst>
              <a:ext uri="{FF2B5EF4-FFF2-40B4-BE49-F238E27FC236}">
                <a16:creationId xmlns:a16="http://schemas.microsoft.com/office/drawing/2014/main" id="{45FE2CF6-0E7F-93D1-4FE6-BD845FD90D62}"/>
              </a:ext>
            </a:extLst>
          </p:cNvPr>
          <p:cNvSpPr/>
          <p:nvPr/>
        </p:nvSpPr>
        <p:spPr>
          <a:xfrm>
            <a:off x="2615184"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681" name="Epic 6 delivered bar">
            <a:extLst>
              <a:ext uri="{FF2B5EF4-FFF2-40B4-BE49-F238E27FC236}">
                <a16:creationId xmlns:a16="http://schemas.microsoft.com/office/drawing/2014/main" id="{88D7900C-5B97-E8C9-E458-87F2F8AFB213}"/>
              </a:ext>
            </a:extLst>
          </p:cNvPr>
          <p:cNvSpPr/>
          <p:nvPr/>
        </p:nvSpPr>
        <p:spPr>
          <a:xfrm>
            <a:off x="2615184" y="3223260"/>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731" name="Epic 6 in progress bar">
            <a:extLst>
              <a:ext uri="{FF2B5EF4-FFF2-40B4-BE49-F238E27FC236}">
                <a16:creationId xmlns:a16="http://schemas.microsoft.com/office/drawing/2014/main" id="{9B5D0D61-8180-2421-3989-8BAC5B1D6BA7}"/>
              </a:ext>
            </a:extLst>
          </p:cNvPr>
          <p:cNvSpPr/>
          <p:nvPr/>
        </p:nvSpPr>
        <p:spPr>
          <a:xfrm>
            <a:off x="2731849" y="3223260"/>
            <a:ext cx="174997"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782" name="Epic 6 queued bar">
            <a:extLst>
              <a:ext uri="{FF2B5EF4-FFF2-40B4-BE49-F238E27FC236}">
                <a16:creationId xmlns:a16="http://schemas.microsoft.com/office/drawing/2014/main" id="{58C7F098-E1C3-7D91-1825-FBB047E7DEEC}"/>
              </a:ext>
            </a:extLst>
          </p:cNvPr>
          <p:cNvSpPr/>
          <p:nvPr/>
        </p:nvSpPr>
        <p:spPr>
          <a:xfrm>
            <a:off x="2906846" y="3223260"/>
            <a:ext cx="5833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834" name="Epic 6 delivered count">
            <a:extLst>
              <a:ext uri="{FF2B5EF4-FFF2-40B4-BE49-F238E27FC236}">
                <a16:creationId xmlns:a16="http://schemas.microsoft.com/office/drawing/2014/main" id="{481491DB-E3E9-5E0E-C81B-EBDB881CBD0F}"/>
              </a:ext>
            </a:extLst>
          </p:cNvPr>
          <p:cNvSpPr/>
          <p:nvPr/>
        </p:nvSpPr>
        <p:spPr>
          <a:xfrm>
            <a:off x="2523744"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0887" name="Epic 6 in progress count">
            <a:extLst>
              <a:ext uri="{FF2B5EF4-FFF2-40B4-BE49-F238E27FC236}">
                <a16:creationId xmlns:a16="http://schemas.microsoft.com/office/drawing/2014/main" id="{CC7931A1-C31C-4C5C-B74E-4A470D81F19A}"/>
              </a:ext>
            </a:extLst>
          </p:cNvPr>
          <p:cNvSpPr/>
          <p:nvPr/>
        </p:nvSpPr>
        <p:spPr>
          <a:xfrm>
            <a:off x="2907792"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3</a:t>
            </a:r>
          </a:p>
          <a:p>
            <a:pPr algn="l">
              <a:buNone/>
            </a:pPr>
            <a:r>
              <a:rPr lang="en-US" sz="100">
                <a:effectLst/>
              </a:rPr>
              <a:t> </a:t>
            </a:r>
            <a:endParaRPr lang="en-US"/>
          </a:p>
        </p:txBody>
      </p:sp>
      <p:sp>
        <p:nvSpPr>
          <p:cNvPr id="40941" name="Epic 6 queued count">
            <a:extLst>
              <a:ext uri="{FF2B5EF4-FFF2-40B4-BE49-F238E27FC236}">
                <a16:creationId xmlns:a16="http://schemas.microsoft.com/office/drawing/2014/main" id="{92335C81-8296-FA9F-A0E7-17B68E787122}"/>
              </a:ext>
            </a:extLst>
          </p:cNvPr>
          <p:cNvSpPr/>
          <p:nvPr/>
        </p:nvSpPr>
        <p:spPr>
          <a:xfrm>
            <a:off x="329184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a:t>
            </a:r>
          </a:p>
          <a:p>
            <a:pPr algn="l">
              <a:buNone/>
            </a:pPr>
            <a:r>
              <a:rPr lang="en-US" sz="100">
                <a:effectLst/>
              </a:rPr>
              <a:t> </a:t>
            </a:r>
            <a:endParaRPr lang="en-US"/>
          </a:p>
        </p:txBody>
      </p:sp>
      <p:sp>
        <p:nvSpPr>
          <p:cNvPr id="40996" name="Epic tile 7">
            <a:extLst>
              <a:ext uri="{FF2B5EF4-FFF2-40B4-BE49-F238E27FC236}">
                <a16:creationId xmlns:a16="http://schemas.microsoft.com/office/drawing/2014/main" id="{3B1E4854-17CE-382A-991B-27B714E77182}"/>
              </a:ext>
            </a:extLst>
          </p:cNvPr>
          <p:cNvSpPr/>
          <p:nvPr/>
        </p:nvSpPr>
        <p:spPr>
          <a:xfrm>
            <a:off x="4498848"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052" name="Epic 7 name">
            <a:extLst>
              <a:ext uri="{FF2B5EF4-FFF2-40B4-BE49-F238E27FC236}">
                <a16:creationId xmlns:a16="http://schemas.microsoft.com/office/drawing/2014/main" id="{9B2FA306-FC77-BBCF-DECE-7BE9D2F3F657}"/>
              </a:ext>
            </a:extLst>
          </p:cNvPr>
          <p:cNvSpPr/>
          <p:nvPr/>
        </p:nvSpPr>
        <p:spPr>
          <a:xfrm>
            <a:off x="4892040" y="2691728"/>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IoT monitoring</a:t>
            </a:r>
          </a:p>
          <a:p>
            <a:pPr algn="l">
              <a:buNone/>
            </a:pPr>
            <a:r>
              <a:rPr lang="en-US" sz="100">
                <a:effectLst/>
              </a:rPr>
              <a:t> </a:t>
            </a:r>
            <a:endParaRPr lang="en-US"/>
          </a:p>
        </p:txBody>
      </p:sp>
      <p:sp>
        <p:nvSpPr>
          <p:cNvPr id="41109" name="Epic 7 track">
            <a:extLst>
              <a:ext uri="{FF2B5EF4-FFF2-40B4-BE49-F238E27FC236}">
                <a16:creationId xmlns:a16="http://schemas.microsoft.com/office/drawing/2014/main" id="{C794F151-BB48-7127-A2B6-8DD7B82744C1}"/>
              </a:ext>
            </a:extLst>
          </p:cNvPr>
          <p:cNvSpPr/>
          <p:nvPr/>
        </p:nvSpPr>
        <p:spPr>
          <a:xfrm>
            <a:off x="4590288"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167" name="Epic 7 delivered bar">
            <a:extLst>
              <a:ext uri="{FF2B5EF4-FFF2-40B4-BE49-F238E27FC236}">
                <a16:creationId xmlns:a16="http://schemas.microsoft.com/office/drawing/2014/main" id="{42AA7CA0-8F3D-AFAA-A929-136103ACBC17}"/>
              </a:ext>
            </a:extLst>
          </p:cNvPr>
          <p:cNvSpPr/>
          <p:nvPr/>
        </p:nvSpPr>
        <p:spPr>
          <a:xfrm>
            <a:off x="4590288" y="3223260"/>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226" name="Epic 7 queued bar">
            <a:extLst>
              <a:ext uri="{FF2B5EF4-FFF2-40B4-BE49-F238E27FC236}">
                <a16:creationId xmlns:a16="http://schemas.microsoft.com/office/drawing/2014/main" id="{C5C665B8-B271-238C-1790-0C89DA6D40D8}"/>
              </a:ext>
            </a:extLst>
          </p:cNvPr>
          <p:cNvSpPr/>
          <p:nvPr/>
        </p:nvSpPr>
        <p:spPr>
          <a:xfrm>
            <a:off x="4648620" y="3223260"/>
            <a:ext cx="116665"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286" name="Epic 7 delivered count">
            <a:extLst>
              <a:ext uri="{FF2B5EF4-FFF2-40B4-BE49-F238E27FC236}">
                <a16:creationId xmlns:a16="http://schemas.microsoft.com/office/drawing/2014/main" id="{4ECDAA8C-5B02-6200-165F-7729E87E15A9}"/>
              </a:ext>
            </a:extLst>
          </p:cNvPr>
          <p:cNvSpPr/>
          <p:nvPr/>
        </p:nvSpPr>
        <p:spPr>
          <a:xfrm>
            <a:off x="449884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1347" name="Epic 7 in progress count">
            <a:extLst>
              <a:ext uri="{FF2B5EF4-FFF2-40B4-BE49-F238E27FC236}">
                <a16:creationId xmlns:a16="http://schemas.microsoft.com/office/drawing/2014/main" id="{D0657394-860A-A168-C264-B48AF3B4C9E9}"/>
              </a:ext>
            </a:extLst>
          </p:cNvPr>
          <p:cNvSpPr/>
          <p:nvPr/>
        </p:nvSpPr>
        <p:spPr>
          <a:xfrm>
            <a:off x="4882896"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0</a:t>
            </a:r>
          </a:p>
          <a:p>
            <a:pPr algn="l">
              <a:buNone/>
            </a:pPr>
            <a:r>
              <a:rPr lang="en-US" sz="100">
                <a:effectLst/>
              </a:rPr>
              <a:t> </a:t>
            </a:r>
            <a:endParaRPr lang="en-US"/>
          </a:p>
        </p:txBody>
      </p:sp>
      <p:sp>
        <p:nvSpPr>
          <p:cNvPr id="41409" name="Epic 7 queued count">
            <a:extLst>
              <a:ext uri="{FF2B5EF4-FFF2-40B4-BE49-F238E27FC236}">
                <a16:creationId xmlns:a16="http://schemas.microsoft.com/office/drawing/2014/main" id="{D4A73A11-70B6-299C-4FCA-7919FEC14337}"/>
              </a:ext>
            </a:extLst>
          </p:cNvPr>
          <p:cNvSpPr/>
          <p:nvPr/>
        </p:nvSpPr>
        <p:spPr>
          <a:xfrm>
            <a:off x="5266944"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2</a:t>
            </a:r>
          </a:p>
          <a:p>
            <a:pPr algn="l">
              <a:buNone/>
            </a:pPr>
            <a:r>
              <a:rPr lang="en-US" sz="100">
                <a:effectLst/>
              </a:rPr>
              <a:t> </a:t>
            </a:r>
            <a:endParaRPr lang="en-US"/>
          </a:p>
        </p:txBody>
      </p:sp>
      <p:sp>
        <p:nvSpPr>
          <p:cNvPr id="41472" name="Epic tile 8">
            <a:extLst>
              <a:ext uri="{FF2B5EF4-FFF2-40B4-BE49-F238E27FC236}">
                <a16:creationId xmlns:a16="http://schemas.microsoft.com/office/drawing/2014/main" id="{FA2B5401-5184-7AE8-3AFC-C334B32AED66}"/>
              </a:ext>
            </a:extLst>
          </p:cNvPr>
          <p:cNvSpPr/>
          <p:nvPr/>
        </p:nvSpPr>
        <p:spPr>
          <a:xfrm>
            <a:off x="6473952" y="2642616"/>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536" name="Epic 8 name">
            <a:extLst>
              <a:ext uri="{FF2B5EF4-FFF2-40B4-BE49-F238E27FC236}">
                <a16:creationId xmlns:a16="http://schemas.microsoft.com/office/drawing/2014/main" id="{6F0AFC86-324B-B403-7E42-48B545732A29}"/>
              </a:ext>
            </a:extLst>
          </p:cNvPr>
          <p:cNvSpPr/>
          <p:nvPr/>
        </p:nvSpPr>
        <p:spPr>
          <a:xfrm>
            <a:off x="6867144" y="2670048"/>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Platform and security</a:t>
            </a:r>
          </a:p>
          <a:p>
            <a:pPr algn="l">
              <a:buNone/>
            </a:pPr>
            <a:r>
              <a:rPr lang="en-US" sz="100">
                <a:effectLst/>
              </a:rPr>
              <a:t> </a:t>
            </a:r>
            <a:endParaRPr lang="en-US"/>
          </a:p>
        </p:txBody>
      </p:sp>
      <p:sp>
        <p:nvSpPr>
          <p:cNvPr id="41601" name="Epic 8 track">
            <a:extLst>
              <a:ext uri="{FF2B5EF4-FFF2-40B4-BE49-F238E27FC236}">
                <a16:creationId xmlns:a16="http://schemas.microsoft.com/office/drawing/2014/main" id="{AAE4CA33-8C92-1CCF-2B83-24BD9C2CEFB9}"/>
              </a:ext>
            </a:extLst>
          </p:cNvPr>
          <p:cNvSpPr/>
          <p:nvPr/>
        </p:nvSpPr>
        <p:spPr>
          <a:xfrm>
            <a:off x="6565392" y="3223260"/>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667" name="Epic 8 in progress bar">
            <a:extLst>
              <a:ext uri="{FF2B5EF4-FFF2-40B4-BE49-F238E27FC236}">
                <a16:creationId xmlns:a16="http://schemas.microsoft.com/office/drawing/2014/main" id="{DAF5B928-16C7-8989-52B9-6D5EE15F8D38}"/>
              </a:ext>
            </a:extLst>
          </p:cNvPr>
          <p:cNvSpPr/>
          <p:nvPr/>
        </p:nvSpPr>
        <p:spPr>
          <a:xfrm>
            <a:off x="6565392" y="3223260"/>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734" name="Epic 8 queued bar">
            <a:extLst>
              <a:ext uri="{FF2B5EF4-FFF2-40B4-BE49-F238E27FC236}">
                <a16:creationId xmlns:a16="http://schemas.microsoft.com/office/drawing/2014/main" id="{FF6FC4D5-6339-6EF9-EB53-C51BFFB81431}"/>
              </a:ext>
            </a:extLst>
          </p:cNvPr>
          <p:cNvSpPr/>
          <p:nvPr/>
        </p:nvSpPr>
        <p:spPr>
          <a:xfrm>
            <a:off x="6623724" y="3223260"/>
            <a:ext cx="466660"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802" name="Epic 8 delivered count">
            <a:extLst>
              <a:ext uri="{FF2B5EF4-FFF2-40B4-BE49-F238E27FC236}">
                <a16:creationId xmlns:a16="http://schemas.microsoft.com/office/drawing/2014/main" id="{700818F2-C232-C6FF-84B5-47DF53ED5768}"/>
              </a:ext>
            </a:extLst>
          </p:cNvPr>
          <p:cNvSpPr/>
          <p:nvPr/>
        </p:nvSpPr>
        <p:spPr>
          <a:xfrm>
            <a:off x="6473952"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1871" name="Epic 8 in progress count">
            <a:extLst>
              <a:ext uri="{FF2B5EF4-FFF2-40B4-BE49-F238E27FC236}">
                <a16:creationId xmlns:a16="http://schemas.microsoft.com/office/drawing/2014/main" id="{739B454E-1866-F515-38D7-C26774801569}"/>
              </a:ext>
            </a:extLst>
          </p:cNvPr>
          <p:cNvSpPr/>
          <p:nvPr/>
        </p:nvSpPr>
        <p:spPr>
          <a:xfrm>
            <a:off x="6858000"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1941" name="Epic 8 queued count">
            <a:extLst>
              <a:ext uri="{FF2B5EF4-FFF2-40B4-BE49-F238E27FC236}">
                <a16:creationId xmlns:a16="http://schemas.microsoft.com/office/drawing/2014/main" id="{69625984-139B-47E6-6C75-69E05EB961B1}"/>
              </a:ext>
            </a:extLst>
          </p:cNvPr>
          <p:cNvSpPr/>
          <p:nvPr/>
        </p:nvSpPr>
        <p:spPr>
          <a:xfrm>
            <a:off x="7242048" y="3266276"/>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8</a:t>
            </a:r>
          </a:p>
          <a:p>
            <a:pPr algn="l">
              <a:buNone/>
            </a:pPr>
            <a:r>
              <a:rPr lang="en-US" sz="100">
                <a:effectLst/>
              </a:rPr>
              <a:t> </a:t>
            </a:r>
            <a:endParaRPr lang="en-US"/>
          </a:p>
        </p:txBody>
      </p:sp>
      <p:sp>
        <p:nvSpPr>
          <p:cNvPr id="42012" name="Epic tile 9">
            <a:extLst>
              <a:ext uri="{FF2B5EF4-FFF2-40B4-BE49-F238E27FC236}">
                <a16:creationId xmlns:a16="http://schemas.microsoft.com/office/drawing/2014/main" id="{11636425-AC6F-790E-D669-076C0DCCCDE4}"/>
              </a:ext>
            </a:extLst>
          </p:cNvPr>
          <p:cNvSpPr/>
          <p:nvPr/>
        </p:nvSpPr>
        <p:spPr>
          <a:xfrm>
            <a:off x="548640"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084" name="Epic 9 name">
            <a:extLst>
              <a:ext uri="{FF2B5EF4-FFF2-40B4-BE49-F238E27FC236}">
                <a16:creationId xmlns:a16="http://schemas.microsoft.com/office/drawing/2014/main" id="{A8FE7E1E-0843-9619-9EA7-DDB2484398A3}"/>
              </a:ext>
            </a:extLst>
          </p:cNvPr>
          <p:cNvSpPr/>
          <p:nvPr/>
        </p:nvSpPr>
        <p:spPr>
          <a:xfrm>
            <a:off x="941832" y="3798152"/>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Governance</a:t>
            </a:r>
          </a:p>
          <a:p>
            <a:pPr algn="l">
              <a:buNone/>
            </a:pPr>
            <a:r>
              <a:rPr lang="en-US" sz="100">
                <a:effectLst/>
              </a:rPr>
              <a:t> </a:t>
            </a:r>
            <a:endParaRPr lang="en-US"/>
          </a:p>
        </p:txBody>
      </p:sp>
      <p:sp>
        <p:nvSpPr>
          <p:cNvPr id="42157" name="Epic 9 track">
            <a:extLst>
              <a:ext uri="{FF2B5EF4-FFF2-40B4-BE49-F238E27FC236}">
                <a16:creationId xmlns:a16="http://schemas.microsoft.com/office/drawing/2014/main" id="{C05E9977-E4C9-5AD9-0A96-86A2B9B2F9F6}"/>
              </a:ext>
            </a:extLst>
          </p:cNvPr>
          <p:cNvSpPr/>
          <p:nvPr/>
        </p:nvSpPr>
        <p:spPr>
          <a:xfrm>
            <a:off x="640080"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231" name="Epic 9 delivered bar">
            <a:extLst>
              <a:ext uri="{FF2B5EF4-FFF2-40B4-BE49-F238E27FC236}">
                <a16:creationId xmlns:a16="http://schemas.microsoft.com/office/drawing/2014/main" id="{B0498D8E-4C14-A88F-5D3F-E54A040A46C4}"/>
              </a:ext>
            </a:extLst>
          </p:cNvPr>
          <p:cNvSpPr/>
          <p:nvPr/>
        </p:nvSpPr>
        <p:spPr>
          <a:xfrm>
            <a:off x="640080"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06" name="Epic 9 in progress bar">
            <a:extLst>
              <a:ext uri="{FF2B5EF4-FFF2-40B4-BE49-F238E27FC236}">
                <a16:creationId xmlns:a16="http://schemas.microsoft.com/office/drawing/2014/main" id="{C72D058A-50F0-363F-0FBE-EF962E810C40}"/>
              </a:ext>
            </a:extLst>
          </p:cNvPr>
          <p:cNvSpPr/>
          <p:nvPr/>
        </p:nvSpPr>
        <p:spPr>
          <a:xfrm>
            <a:off x="698412" y="4329684"/>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82" name="Epic 9 queued bar">
            <a:extLst>
              <a:ext uri="{FF2B5EF4-FFF2-40B4-BE49-F238E27FC236}">
                <a16:creationId xmlns:a16="http://schemas.microsoft.com/office/drawing/2014/main" id="{12682D42-CF69-AE14-6402-4F8641CC2317}"/>
              </a:ext>
            </a:extLst>
          </p:cNvPr>
          <p:cNvSpPr/>
          <p:nvPr/>
        </p:nvSpPr>
        <p:spPr>
          <a:xfrm>
            <a:off x="756745" y="4329684"/>
            <a:ext cx="233329"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459" name="Epic 9 delivered count">
            <a:extLst>
              <a:ext uri="{FF2B5EF4-FFF2-40B4-BE49-F238E27FC236}">
                <a16:creationId xmlns:a16="http://schemas.microsoft.com/office/drawing/2014/main" id="{018A772D-743A-139D-24E2-39D91B9E3084}"/>
              </a:ext>
            </a:extLst>
          </p:cNvPr>
          <p:cNvSpPr/>
          <p:nvPr/>
        </p:nvSpPr>
        <p:spPr>
          <a:xfrm>
            <a:off x="54864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2537" name="Epic 9 in progress count">
            <a:extLst>
              <a:ext uri="{FF2B5EF4-FFF2-40B4-BE49-F238E27FC236}">
                <a16:creationId xmlns:a16="http://schemas.microsoft.com/office/drawing/2014/main" id="{173901CC-64F1-F140-4DA7-A7F9D6BA35AD}"/>
              </a:ext>
            </a:extLst>
          </p:cNvPr>
          <p:cNvSpPr/>
          <p:nvPr/>
        </p:nvSpPr>
        <p:spPr>
          <a:xfrm>
            <a:off x="93268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2616" name="Epic 9 queued count">
            <a:extLst>
              <a:ext uri="{FF2B5EF4-FFF2-40B4-BE49-F238E27FC236}">
                <a16:creationId xmlns:a16="http://schemas.microsoft.com/office/drawing/2014/main" id="{C3B5B5E3-6160-1085-D8F8-E3B53C37CB59}"/>
              </a:ext>
            </a:extLst>
          </p:cNvPr>
          <p:cNvSpPr/>
          <p:nvPr/>
        </p:nvSpPr>
        <p:spPr>
          <a:xfrm>
            <a:off x="1316736"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4</a:t>
            </a:r>
          </a:p>
          <a:p>
            <a:pPr algn="l">
              <a:buNone/>
            </a:pPr>
            <a:r>
              <a:rPr lang="en-US" sz="100">
                <a:effectLst/>
              </a:rPr>
              <a:t> </a:t>
            </a:r>
            <a:endParaRPr lang="en-US"/>
          </a:p>
        </p:txBody>
      </p:sp>
      <p:sp>
        <p:nvSpPr>
          <p:cNvPr id="42696" name="Epic tile 10">
            <a:extLst>
              <a:ext uri="{FF2B5EF4-FFF2-40B4-BE49-F238E27FC236}">
                <a16:creationId xmlns:a16="http://schemas.microsoft.com/office/drawing/2014/main" id="{5011770B-6105-2350-C89B-85D1CC464F90}"/>
              </a:ext>
            </a:extLst>
          </p:cNvPr>
          <p:cNvSpPr/>
          <p:nvPr/>
        </p:nvSpPr>
        <p:spPr>
          <a:xfrm>
            <a:off x="2523744"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777" name="Epic 10 name">
            <a:extLst>
              <a:ext uri="{FF2B5EF4-FFF2-40B4-BE49-F238E27FC236}">
                <a16:creationId xmlns:a16="http://schemas.microsoft.com/office/drawing/2014/main" id="{2CA111CE-FDDD-09F0-26F2-7B852B710C35}"/>
              </a:ext>
            </a:extLst>
          </p:cNvPr>
          <p:cNvSpPr/>
          <p:nvPr/>
        </p:nvSpPr>
        <p:spPr>
          <a:xfrm>
            <a:off x="2916936" y="3776472"/>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Infrastructure as code</a:t>
            </a:r>
          </a:p>
          <a:p>
            <a:pPr algn="l">
              <a:buNone/>
            </a:pPr>
            <a:r>
              <a:rPr lang="en-US" sz="100">
                <a:effectLst/>
              </a:rPr>
              <a:t> </a:t>
            </a:r>
            <a:endParaRPr lang="en-US"/>
          </a:p>
        </p:txBody>
      </p:sp>
      <p:sp>
        <p:nvSpPr>
          <p:cNvPr id="42859" name="Epic 10 track">
            <a:extLst>
              <a:ext uri="{FF2B5EF4-FFF2-40B4-BE49-F238E27FC236}">
                <a16:creationId xmlns:a16="http://schemas.microsoft.com/office/drawing/2014/main" id="{E6D45FEB-3A10-2358-A08F-FBDB2ABBCFB9}"/>
              </a:ext>
            </a:extLst>
          </p:cNvPr>
          <p:cNvSpPr/>
          <p:nvPr/>
        </p:nvSpPr>
        <p:spPr>
          <a:xfrm>
            <a:off x="2615184"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942" name="Epic 10 in progress bar">
            <a:extLst>
              <a:ext uri="{FF2B5EF4-FFF2-40B4-BE49-F238E27FC236}">
                <a16:creationId xmlns:a16="http://schemas.microsoft.com/office/drawing/2014/main" id="{52EC6809-FE9F-0E6D-162A-837183442BC0}"/>
              </a:ext>
            </a:extLst>
          </p:cNvPr>
          <p:cNvSpPr/>
          <p:nvPr/>
        </p:nvSpPr>
        <p:spPr>
          <a:xfrm>
            <a:off x="2615184" y="4329684"/>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026" name="Epic 10 queued bar">
            <a:extLst>
              <a:ext uri="{FF2B5EF4-FFF2-40B4-BE49-F238E27FC236}">
                <a16:creationId xmlns:a16="http://schemas.microsoft.com/office/drawing/2014/main" id="{BE2864A9-6129-1700-28A4-FCC2C876B49F}"/>
              </a:ext>
            </a:extLst>
          </p:cNvPr>
          <p:cNvSpPr/>
          <p:nvPr/>
        </p:nvSpPr>
        <p:spPr>
          <a:xfrm>
            <a:off x="2731849" y="4329684"/>
            <a:ext cx="641656"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111" name="Epic 10 delivered count">
            <a:extLst>
              <a:ext uri="{FF2B5EF4-FFF2-40B4-BE49-F238E27FC236}">
                <a16:creationId xmlns:a16="http://schemas.microsoft.com/office/drawing/2014/main" id="{682FFA5D-B0DC-BB52-27EF-9E2B98740F5F}"/>
              </a:ext>
            </a:extLst>
          </p:cNvPr>
          <p:cNvSpPr/>
          <p:nvPr/>
        </p:nvSpPr>
        <p:spPr>
          <a:xfrm>
            <a:off x="2523744"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3197" name="Epic 10 in progress count">
            <a:extLst>
              <a:ext uri="{FF2B5EF4-FFF2-40B4-BE49-F238E27FC236}">
                <a16:creationId xmlns:a16="http://schemas.microsoft.com/office/drawing/2014/main" id="{D90A50C3-3A07-A93C-61DE-CDBD53425C19}"/>
              </a:ext>
            </a:extLst>
          </p:cNvPr>
          <p:cNvSpPr/>
          <p:nvPr/>
        </p:nvSpPr>
        <p:spPr>
          <a:xfrm>
            <a:off x="2907792"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3284" name="Epic 10 queued count">
            <a:extLst>
              <a:ext uri="{FF2B5EF4-FFF2-40B4-BE49-F238E27FC236}">
                <a16:creationId xmlns:a16="http://schemas.microsoft.com/office/drawing/2014/main" id="{1504B982-5CA5-5A8D-CC8A-F4EE9287FC1A}"/>
              </a:ext>
            </a:extLst>
          </p:cNvPr>
          <p:cNvSpPr/>
          <p:nvPr/>
        </p:nvSpPr>
        <p:spPr>
          <a:xfrm>
            <a:off x="329184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11</a:t>
            </a:r>
          </a:p>
          <a:p>
            <a:pPr algn="l">
              <a:buNone/>
            </a:pPr>
            <a:r>
              <a:rPr lang="en-US" sz="100">
                <a:effectLst/>
              </a:rPr>
              <a:t> </a:t>
            </a:r>
            <a:endParaRPr lang="en-US"/>
          </a:p>
        </p:txBody>
      </p:sp>
      <p:sp>
        <p:nvSpPr>
          <p:cNvPr id="43372" name="Epic tile 11">
            <a:extLst>
              <a:ext uri="{FF2B5EF4-FFF2-40B4-BE49-F238E27FC236}">
                <a16:creationId xmlns:a16="http://schemas.microsoft.com/office/drawing/2014/main" id="{3A08125F-8133-E2B3-6DEF-CD33E4721624}"/>
              </a:ext>
            </a:extLst>
          </p:cNvPr>
          <p:cNvSpPr/>
          <p:nvPr/>
        </p:nvSpPr>
        <p:spPr>
          <a:xfrm>
            <a:off x="4498848"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461" name="Epic 11 name">
            <a:extLst>
              <a:ext uri="{FF2B5EF4-FFF2-40B4-BE49-F238E27FC236}">
                <a16:creationId xmlns:a16="http://schemas.microsoft.com/office/drawing/2014/main" id="{AEA36FAE-F173-EF31-3639-78895325965C}"/>
              </a:ext>
            </a:extLst>
          </p:cNvPr>
          <p:cNvSpPr/>
          <p:nvPr/>
        </p:nvSpPr>
        <p:spPr>
          <a:xfrm>
            <a:off x="4892040" y="3776472"/>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UX and accessibility</a:t>
            </a:r>
          </a:p>
          <a:p>
            <a:pPr algn="l">
              <a:buNone/>
            </a:pPr>
            <a:r>
              <a:rPr lang="en-US" sz="100">
                <a:effectLst/>
              </a:rPr>
              <a:t> </a:t>
            </a:r>
            <a:endParaRPr lang="en-US"/>
          </a:p>
        </p:txBody>
      </p:sp>
      <p:sp>
        <p:nvSpPr>
          <p:cNvPr id="43551" name="Epic 11 track">
            <a:extLst>
              <a:ext uri="{FF2B5EF4-FFF2-40B4-BE49-F238E27FC236}">
                <a16:creationId xmlns:a16="http://schemas.microsoft.com/office/drawing/2014/main" id="{0AE2FCA7-356B-8FC0-862E-AA95689265EE}"/>
              </a:ext>
            </a:extLst>
          </p:cNvPr>
          <p:cNvSpPr/>
          <p:nvPr/>
        </p:nvSpPr>
        <p:spPr>
          <a:xfrm>
            <a:off x="4590288"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642" name="Epic 11 delivered bar">
            <a:extLst>
              <a:ext uri="{FF2B5EF4-FFF2-40B4-BE49-F238E27FC236}">
                <a16:creationId xmlns:a16="http://schemas.microsoft.com/office/drawing/2014/main" id="{E1E0E860-E630-283E-87CC-7BE18F85EEEA}"/>
              </a:ext>
            </a:extLst>
          </p:cNvPr>
          <p:cNvSpPr/>
          <p:nvPr/>
        </p:nvSpPr>
        <p:spPr>
          <a:xfrm>
            <a:off x="4590288"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734" name="Epic 11 in progress bar">
            <a:extLst>
              <a:ext uri="{FF2B5EF4-FFF2-40B4-BE49-F238E27FC236}">
                <a16:creationId xmlns:a16="http://schemas.microsoft.com/office/drawing/2014/main" id="{16C9B743-D3D2-7D5C-13DE-0DBD555835F1}"/>
              </a:ext>
            </a:extLst>
          </p:cNvPr>
          <p:cNvSpPr/>
          <p:nvPr/>
        </p:nvSpPr>
        <p:spPr>
          <a:xfrm>
            <a:off x="4648620" y="4329684"/>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827" name="Epic 11 queued bar">
            <a:extLst>
              <a:ext uri="{FF2B5EF4-FFF2-40B4-BE49-F238E27FC236}">
                <a16:creationId xmlns:a16="http://schemas.microsoft.com/office/drawing/2014/main" id="{B1A04E0D-7E22-94AA-D10C-81A10F3C5D5A}"/>
              </a:ext>
            </a:extLst>
          </p:cNvPr>
          <p:cNvSpPr/>
          <p:nvPr/>
        </p:nvSpPr>
        <p:spPr>
          <a:xfrm>
            <a:off x="4765285" y="4329684"/>
            <a:ext cx="75832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921" name="Epic 11 delivered count">
            <a:extLst>
              <a:ext uri="{FF2B5EF4-FFF2-40B4-BE49-F238E27FC236}">
                <a16:creationId xmlns:a16="http://schemas.microsoft.com/office/drawing/2014/main" id="{E084AF30-EEEA-C9AE-D4BC-EA30C108BEFD}"/>
              </a:ext>
            </a:extLst>
          </p:cNvPr>
          <p:cNvSpPr/>
          <p:nvPr/>
        </p:nvSpPr>
        <p:spPr>
          <a:xfrm>
            <a:off x="449884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4016" name="Epic 11 in progress count">
            <a:extLst>
              <a:ext uri="{FF2B5EF4-FFF2-40B4-BE49-F238E27FC236}">
                <a16:creationId xmlns:a16="http://schemas.microsoft.com/office/drawing/2014/main" id="{034BE952-39AB-865F-19C3-2CAC20B9EF5B}"/>
              </a:ext>
            </a:extLst>
          </p:cNvPr>
          <p:cNvSpPr/>
          <p:nvPr/>
        </p:nvSpPr>
        <p:spPr>
          <a:xfrm>
            <a:off x="4882896"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4112" name="Epic 11 queued count">
            <a:extLst>
              <a:ext uri="{FF2B5EF4-FFF2-40B4-BE49-F238E27FC236}">
                <a16:creationId xmlns:a16="http://schemas.microsoft.com/office/drawing/2014/main" id="{DD8BC81F-0E35-4801-02BE-53C3F07089C3}"/>
              </a:ext>
            </a:extLst>
          </p:cNvPr>
          <p:cNvSpPr/>
          <p:nvPr/>
        </p:nvSpPr>
        <p:spPr>
          <a:xfrm>
            <a:off x="5266944"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13</a:t>
            </a:r>
          </a:p>
          <a:p>
            <a:pPr algn="l">
              <a:buNone/>
            </a:pPr>
            <a:r>
              <a:rPr lang="en-US" sz="100">
                <a:effectLst/>
              </a:rPr>
              <a:t> </a:t>
            </a:r>
            <a:endParaRPr lang="en-US"/>
          </a:p>
        </p:txBody>
      </p:sp>
      <p:sp>
        <p:nvSpPr>
          <p:cNvPr id="44209" name="Epic tile 12">
            <a:extLst>
              <a:ext uri="{FF2B5EF4-FFF2-40B4-BE49-F238E27FC236}">
                <a16:creationId xmlns:a16="http://schemas.microsoft.com/office/drawing/2014/main" id="{1EB794A3-2040-B0A5-354A-A32D5A60B37D}"/>
              </a:ext>
            </a:extLst>
          </p:cNvPr>
          <p:cNvSpPr/>
          <p:nvPr/>
        </p:nvSpPr>
        <p:spPr>
          <a:xfrm>
            <a:off x="6473952" y="3749040"/>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307" name="Epic 12 name">
            <a:extLst>
              <a:ext uri="{FF2B5EF4-FFF2-40B4-BE49-F238E27FC236}">
                <a16:creationId xmlns:a16="http://schemas.microsoft.com/office/drawing/2014/main" id="{191CF2DA-0452-A499-2774-C03BABFB8D12}"/>
              </a:ext>
            </a:extLst>
          </p:cNvPr>
          <p:cNvSpPr/>
          <p:nvPr/>
        </p:nvSpPr>
        <p:spPr>
          <a:xfrm>
            <a:off x="6867144" y="3798152"/>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Agent chat</a:t>
            </a:r>
          </a:p>
          <a:p>
            <a:pPr algn="l">
              <a:buNone/>
            </a:pPr>
            <a:r>
              <a:rPr lang="en-US" sz="100">
                <a:effectLst/>
              </a:rPr>
              <a:t> </a:t>
            </a:r>
            <a:endParaRPr lang="en-US"/>
          </a:p>
        </p:txBody>
      </p:sp>
      <p:sp>
        <p:nvSpPr>
          <p:cNvPr id="44406" name="Epic 12 track">
            <a:extLst>
              <a:ext uri="{FF2B5EF4-FFF2-40B4-BE49-F238E27FC236}">
                <a16:creationId xmlns:a16="http://schemas.microsoft.com/office/drawing/2014/main" id="{69A8D6EE-82F9-6C09-9C00-69E5EA922466}"/>
              </a:ext>
            </a:extLst>
          </p:cNvPr>
          <p:cNvSpPr/>
          <p:nvPr/>
        </p:nvSpPr>
        <p:spPr>
          <a:xfrm>
            <a:off x="6565392" y="4329684"/>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506" name="Epic 12 delivered bar">
            <a:extLst>
              <a:ext uri="{FF2B5EF4-FFF2-40B4-BE49-F238E27FC236}">
                <a16:creationId xmlns:a16="http://schemas.microsoft.com/office/drawing/2014/main" id="{0CCC0EA3-8136-306C-5A74-525D9072E81D}"/>
              </a:ext>
            </a:extLst>
          </p:cNvPr>
          <p:cNvSpPr/>
          <p:nvPr/>
        </p:nvSpPr>
        <p:spPr>
          <a:xfrm>
            <a:off x="6565392" y="4329684"/>
            <a:ext cx="5833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607" name="Epic 12 in progress bar">
            <a:extLst>
              <a:ext uri="{FF2B5EF4-FFF2-40B4-BE49-F238E27FC236}">
                <a16:creationId xmlns:a16="http://schemas.microsoft.com/office/drawing/2014/main" id="{DBFEF01E-ED79-6CAE-12A9-2FC0717D5C45}"/>
              </a:ext>
            </a:extLst>
          </p:cNvPr>
          <p:cNvSpPr/>
          <p:nvPr/>
        </p:nvSpPr>
        <p:spPr>
          <a:xfrm>
            <a:off x="6623724" y="4329684"/>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709" name="Epic 12 queued bar">
            <a:extLst>
              <a:ext uri="{FF2B5EF4-FFF2-40B4-BE49-F238E27FC236}">
                <a16:creationId xmlns:a16="http://schemas.microsoft.com/office/drawing/2014/main" id="{235B4718-B3D6-AADA-2AF5-5B4B3DAFAAB1}"/>
              </a:ext>
            </a:extLst>
          </p:cNvPr>
          <p:cNvSpPr/>
          <p:nvPr/>
        </p:nvSpPr>
        <p:spPr>
          <a:xfrm>
            <a:off x="6682057" y="4329684"/>
            <a:ext cx="291662"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812" name="Epic 12 delivered count">
            <a:extLst>
              <a:ext uri="{FF2B5EF4-FFF2-40B4-BE49-F238E27FC236}">
                <a16:creationId xmlns:a16="http://schemas.microsoft.com/office/drawing/2014/main" id="{4B0F93D6-F002-A30B-CCCB-4134E153F283}"/>
              </a:ext>
            </a:extLst>
          </p:cNvPr>
          <p:cNvSpPr/>
          <p:nvPr/>
        </p:nvSpPr>
        <p:spPr>
          <a:xfrm>
            <a:off x="6473952"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1</a:t>
            </a:r>
          </a:p>
          <a:p>
            <a:pPr algn="l">
              <a:buNone/>
            </a:pPr>
            <a:r>
              <a:rPr lang="en-US" sz="100">
                <a:effectLst/>
              </a:rPr>
              <a:t> </a:t>
            </a:r>
            <a:endParaRPr lang="en-US"/>
          </a:p>
        </p:txBody>
      </p:sp>
      <p:sp>
        <p:nvSpPr>
          <p:cNvPr id="44916" name="Epic 12 in progress count">
            <a:extLst>
              <a:ext uri="{FF2B5EF4-FFF2-40B4-BE49-F238E27FC236}">
                <a16:creationId xmlns:a16="http://schemas.microsoft.com/office/drawing/2014/main" id="{ECF154D2-B788-13B5-E979-F48147F9E60C}"/>
              </a:ext>
            </a:extLst>
          </p:cNvPr>
          <p:cNvSpPr/>
          <p:nvPr/>
        </p:nvSpPr>
        <p:spPr>
          <a:xfrm>
            <a:off x="6858000"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5021" name="Epic 12 queued count">
            <a:extLst>
              <a:ext uri="{FF2B5EF4-FFF2-40B4-BE49-F238E27FC236}">
                <a16:creationId xmlns:a16="http://schemas.microsoft.com/office/drawing/2014/main" id="{A1C1CC39-826A-7926-B889-731855A556B9}"/>
              </a:ext>
            </a:extLst>
          </p:cNvPr>
          <p:cNvSpPr/>
          <p:nvPr/>
        </p:nvSpPr>
        <p:spPr>
          <a:xfrm>
            <a:off x="7242048" y="4372700"/>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5</a:t>
            </a:r>
          </a:p>
          <a:p>
            <a:pPr algn="l">
              <a:buNone/>
            </a:pPr>
            <a:r>
              <a:rPr lang="en-US" sz="100">
                <a:effectLst/>
              </a:rPr>
              <a:t> </a:t>
            </a:r>
            <a:endParaRPr lang="en-US"/>
          </a:p>
        </p:txBody>
      </p:sp>
      <p:sp>
        <p:nvSpPr>
          <p:cNvPr id="45127" name="Epic tile 13">
            <a:extLst>
              <a:ext uri="{FF2B5EF4-FFF2-40B4-BE49-F238E27FC236}">
                <a16:creationId xmlns:a16="http://schemas.microsoft.com/office/drawing/2014/main" id="{D9139794-2960-22F4-76A8-1D2D9ABDEBA3}"/>
              </a:ext>
            </a:extLst>
          </p:cNvPr>
          <p:cNvSpPr/>
          <p:nvPr/>
        </p:nvSpPr>
        <p:spPr>
          <a:xfrm>
            <a:off x="548640"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234" name="Epic 13 name">
            <a:extLst>
              <a:ext uri="{FF2B5EF4-FFF2-40B4-BE49-F238E27FC236}">
                <a16:creationId xmlns:a16="http://schemas.microsoft.com/office/drawing/2014/main" id="{F3372555-3E97-6367-2912-D8625E3852AD}"/>
              </a:ext>
            </a:extLst>
          </p:cNvPr>
          <p:cNvSpPr/>
          <p:nvPr/>
        </p:nvSpPr>
        <p:spPr>
          <a:xfrm>
            <a:off x="941832" y="4904576"/>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Synthetic data</a:t>
            </a:r>
          </a:p>
          <a:p>
            <a:pPr algn="l">
              <a:buNone/>
            </a:pPr>
            <a:r>
              <a:rPr lang="en-US" sz="100">
                <a:effectLst/>
              </a:rPr>
              <a:t> </a:t>
            </a:r>
            <a:endParaRPr lang="en-US"/>
          </a:p>
        </p:txBody>
      </p:sp>
      <p:sp>
        <p:nvSpPr>
          <p:cNvPr id="45342" name="Epic 13 track">
            <a:extLst>
              <a:ext uri="{FF2B5EF4-FFF2-40B4-BE49-F238E27FC236}">
                <a16:creationId xmlns:a16="http://schemas.microsoft.com/office/drawing/2014/main" id="{B68389B0-4447-A582-D720-F15B39BF7ED0}"/>
              </a:ext>
            </a:extLst>
          </p:cNvPr>
          <p:cNvSpPr/>
          <p:nvPr/>
        </p:nvSpPr>
        <p:spPr>
          <a:xfrm>
            <a:off x="640080"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451" name="Epic 13 delivered bar">
            <a:extLst>
              <a:ext uri="{FF2B5EF4-FFF2-40B4-BE49-F238E27FC236}">
                <a16:creationId xmlns:a16="http://schemas.microsoft.com/office/drawing/2014/main" id="{94FBC1D1-EAA3-80E9-CF8C-5268522A7069}"/>
              </a:ext>
            </a:extLst>
          </p:cNvPr>
          <p:cNvSpPr/>
          <p:nvPr/>
        </p:nvSpPr>
        <p:spPr>
          <a:xfrm>
            <a:off x="640080" y="5436108"/>
            <a:ext cx="524992"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561" name="Epic 13 in progress bar">
            <a:extLst>
              <a:ext uri="{FF2B5EF4-FFF2-40B4-BE49-F238E27FC236}">
                <a16:creationId xmlns:a16="http://schemas.microsoft.com/office/drawing/2014/main" id="{2BCAB353-0599-B8F3-E7F2-0C039BF165F6}"/>
              </a:ext>
            </a:extLst>
          </p:cNvPr>
          <p:cNvSpPr/>
          <p:nvPr/>
        </p:nvSpPr>
        <p:spPr>
          <a:xfrm>
            <a:off x="1165072" y="5436108"/>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672" name="Epic 13 queued bar">
            <a:extLst>
              <a:ext uri="{FF2B5EF4-FFF2-40B4-BE49-F238E27FC236}">
                <a16:creationId xmlns:a16="http://schemas.microsoft.com/office/drawing/2014/main" id="{9C6389C1-8D08-3B09-8AF1-7E2FE13C35AD}"/>
              </a:ext>
            </a:extLst>
          </p:cNvPr>
          <p:cNvSpPr/>
          <p:nvPr/>
        </p:nvSpPr>
        <p:spPr>
          <a:xfrm>
            <a:off x="1223404" y="5436108"/>
            <a:ext cx="1108316"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784" name="Epic 13 delivered count">
            <a:extLst>
              <a:ext uri="{FF2B5EF4-FFF2-40B4-BE49-F238E27FC236}">
                <a16:creationId xmlns:a16="http://schemas.microsoft.com/office/drawing/2014/main" id="{77CFFEA6-0DC8-7166-5957-7DC0BBD64F42}"/>
              </a:ext>
            </a:extLst>
          </p:cNvPr>
          <p:cNvSpPr/>
          <p:nvPr/>
        </p:nvSpPr>
        <p:spPr>
          <a:xfrm>
            <a:off x="54864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9</a:t>
            </a:r>
          </a:p>
          <a:p>
            <a:pPr algn="l">
              <a:buNone/>
            </a:pPr>
            <a:r>
              <a:rPr lang="en-US" sz="100">
                <a:effectLst/>
              </a:rPr>
              <a:t> </a:t>
            </a:r>
            <a:endParaRPr lang="en-US"/>
          </a:p>
        </p:txBody>
      </p:sp>
      <p:sp>
        <p:nvSpPr>
          <p:cNvPr id="45897" name="Epic 13 in progress count">
            <a:extLst>
              <a:ext uri="{FF2B5EF4-FFF2-40B4-BE49-F238E27FC236}">
                <a16:creationId xmlns:a16="http://schemas.microsoft.com/office/drawing/2014/main" id="{8A0C6D2D-C637-80DF-B063-5F62D10C00FC}"/>
              </a:ext>
            </a:extLst>
          </p:cNvPr>
          <p:cNvSpPr/>
          <p:nvPr/>
        </p:nvSpPr>
        <p:spPr>
          <a:xfrm>
            <a:off x="93268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6011" name="Epic 13 queued count">
            <a:extLst>
              <a:ext uri="{FF2B5EF4-FFF2-40B4-BE49-F238E27FC236}">
                <a16:creationId xmlns:a16="http://schemas.microsoft.com/office/drawing/2014/main" id="{B31AE8C5-50F9-6F3B-765C-CE3FAD7A54FC}"/>
              </a:ext>
            </a:extLst>
          </p:cNvPr>
          <p:cNvSpPr/>
          <p:nvPr/>
        </p:nvSpPr>
        <p:spPr>
          <a:xfrm>
            <a:off x="1316736"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19</a:t>
            </a:r>
          </a:p>
          <a:p>
            <a:pPr algn="l">
              <a:buNone/>
            </a:pPr>
            <a:r>
              <a:rPr lang="en-US" sz="100">
                <a:effectLst/>
              </a:rPr>
              <a:t> </a:t>
            </a:r>
            <a:endParaRPr lang="en-US"/>
          </a:p>
        </p:txBody>
      </p:sp>
      <p:sp>
        <p:nvSpPr>
          <p:cNvPr id="46126" name="Epic tile 14">
            <a:extLst>
              <a:ext uri="{FF2B5EF4-FFF2-40B4-BE49-F238E27FC236}">
                <a16:creationId xmlns:a16="http://schemas.microsoft.com/office/drawing/2014/main" id="{7D64E8F2-F272-ABB2-5319-8DDC82FDF9AB}"/>
              </a:ext>
            </a:extLst>
          </p:cNvPr>
          <p:cNvSpPr/>
          <p:nvPr/>
        </p:nvSpPr>
        <p:spPr>
          <a:xfrm>
            <a:off x="2523744"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242" name="Epic 14 name">
            <a:extLst>
              <a:ext uri="{FF2B5EF4-FFF2-40B4-BE49-F238E27FC236}">
                <a16:creationId xmlns:a16="http://schemas.microsoft.com/office/drawing/2014/main" id="{A97FBE47-4FA8-ACF6-0802-9332A545DF4E}"/>
              </a:ext>
            </a:extLst>
          </p:cNvPr>
          <p:cNvSpPr/>
          <p:nvPr/>
        </p:nvSpPr>
        <p:spPr>
          <a:xfrm>
            <a:off x="2916936" y="4882896"/>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Repository restructure</a:t>
            </a:r>
          </a:p>
          <a:p>
            <a:pPr algn="l">
              <a:buNone/>
            </a:pPr>
            <a:r>
              <a:rPr lang="en-US" sz="100">
                <a:effectLst/>
              </a:rPr>
              <a:t> </a:t>
            </a:r>
            <a:endParaRPr lang="en-US"/>
          </a:p>
        </p:txBody>
      </p:sp>
      <p:sp>
        <p:nvSpPr>
          <p:cNvPr id="46359" name="Epic 14 track">
            <a:extLst>
              <a:ext uri="{FF2B5EF4-FFF2-40B4-BE49-F238E27FC236}">
                <a16:creationId xmlns:a16="http://schemas.microsoft.com/office/drawing/2014/main" id="{1F417936-EB5B-7624-8E04-41159CB461BE}"/>
              </a:ext>
            </a:extLst>
          </p:cNvPr>
          <p:cNvSpPr/>
          <p:nvPr/>
        </p:nvSpPr>
        <p:spPr>
          <a:xfrm>
            <a:off x="2615184"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477" name="Epic 14 delivered bar">
            <a:extLst>
              <a:ext uri="{FF2B5EF4-FFF2-40B4-BE49-F238E27FC236}">
                <a16:creationId xmlns:a16="http://schemas.microsoft.com/office/drawing/2014/main" id="{EF2A0CA0-1CCA-0609-9404-F6F07DFEB931}"/>
              </a:ext>
            </a:extLst>
          </p:cNvPr>
          <p:cNvSpPr/>
          <p:nvPr/>
        </p:nvSpPr>
        <p:spPr>
          <a:xfrm>
            <a:off x="2615184" y="5436108"/>
            <a:ext cx="174997"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596" name="Epic 14 in progress bar">
            <a:extLst>
              <a:ext uri="{FF2B5EF4-FFF2-40B4-BE49-F238E27FC236}">
                <a16:creationId xmlns:a16="http://schemas.microsoft.com/office/drawing/2014/main" id="{D5D9A924-1214-5A1D-499E-FE39F948A73B}"/>
              </a:ext>
            </a:extLst>
          </p:cNvPr>
          <p:cNvSpPr/>
          <p:nvPr/>
        </p:nvSpPr>
        <p:spPr>
          <a:xfrm>
            <a:off x="2790181" y="5436108"/>
            <a:ext cx="58333"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716" name="Epic 14 queued bar">
            <a:extLst>
              <a:ext uri="{FF2B5EF4-FFF2-40B4-BE49-F238E27FC236}">
                <a16:creationId xmlns:a16="http://schemas.microsoft.com/office/drawing/2014/main" id="{E6A4DE54-D87E-E7A8-A73E-53033A30A171}"/>
              </a:ext>
            </a:extLst>
          </p:cNvPr>
          <p:cNvSpPr/>
          <p:nvPr/>
        </p:nvSpPr>
        <p:spPr>
          <a:xfrm>
            <a:off x="2848514" y="5436108"/>
            <a:ext cx="349994"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837" name="Epic 14 delivered count">
            <a:extLst>
              <a:ext uri="{FF2B5EF4-FFF2-40B4-BE49-F238E27FC236}">
                <a16:creationId xmlns:a16="http://schemas.microsoft.com/office/drawing/2014/main" id="{2FFB175C-AC40-A82C-8AF6-AFAC7CE287C4}"/>
              </a:ext>
            </a:extLst>
          </p:cNvPr>
          <p:cNvSpPr/>
          <p:nvPr/>
        </p:nvSpPr>
        <p:spPr>
          <a:xfrm>
            <a:off x="2523744"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3</a:t>
            </a:r>
          </a:p>
          <a:p>
            <a:pPr algn="l">
              <a:buNone/>
            </a:pPr>
            <a:r>
              <a:rPr lang="en-US" sz="100">
                <a:effectLst/>
              </a:rPr>
              <a:t> </a:t>
            </a:r>
            <a:endParaRPr lang="en-US"/>
          </a:p>
        </p:txBody>
      </p:sp>
      <p:sp>
        <p:nvSpPr>
          <p:cNvPr id="46959" name="Epic 14 in progress count">
            <a:extLst>
              <a:ext uri="{FF2B5EF4-FFF2-40B4-BE49-F238E27FC236}">
                <a16:creationId xmlns:a16="http://schemas.microsoft.com/office/drawing/2014/main" id="{106385A8-B043-BF07-9B63-1335F9808BCE}"/>
              </a:ext>
            </a:extLst>
          </p:cNvPr>
          <p:cNvSpPr/>
          <p:nvPr/>
        </p:nvSpPr>
        <p:spPr>
          <a:xfrm>
            <a:off x="2907792"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7082" name="Epic 14 queued count">
            <a:extLst>
              <a:ext uri="{FF2B5EF4-FFF2-40B4-BE49-F238E27FC236}">
                <a16:creationId xmlns:a16="http://schemas.microsoft.com/office/drawing/2014/main" id="{30966F52-CACA-1F44-83D5-34FF15F597E8}"/>
              </a:ext>
            </a:extLst>
          </p:cNvPr>
          <p:cNvSpPr/>
          <p:nvPr/>
        </p:nvSpPr>
        <p:spPr>
          <a:xfrm>
            <a:off x="329184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47206" name="Epic tile 15">
            <a:extLst>
              <a:ext uri="{FF2B5EF4-FFF2-40B4-BE49-F238E27FC236}">
                <a16:creationId xmlns:a16="http://schemas.microsoft.com/office/drawing/2014/main" id="{32AAF4CA-EB4D-57AC-6480-062E133AFAEB}"/>
              </a:ext>
            </a:extLst>
          </p:cNvPr>
          <p:cNvSpPr/>
          <p:nvPr/>
        </p:nvSpPr>
        <p:spPr>
          <a:xfrm>
            <a:off x="4498848"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331" name="Epic 15 name">
            <a:extLst>
              <a:ext uri="{FF2B5EF4-FFF2-40B4-BE49-F238E27FC236}">
                <a16:creationId xmlns:a16="http://schemas.microsoft.com/office/drawing/2014/main" id="{34F63D05-16E8-B177-BD5C-45F2F400508E}"/>
              </a:ext>
            </a:extLst>
          </p:cNvPr>
          <p:cNvSpPr/>
          <p:nvPr/>
        </p:nvSpPr>
        <p:spPr>
          <a:xfrm>
            <a:off x="4892040" y="4882896"/>
            <a:ext cx="149961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Regulatory assistant</a:t>
            </a:r>
          </a:p>
          <a:p>
            <a:pPr algn="l">
              <a:buNone/>
            </a:pPr>
            <a:r>
              <a:rPr lang="en-US" sz="100">
                <a:effectLst/>
              </a:rPr>
              <a:t> </a:t>
            </a:r>
            <a:endParaRPr lang="en-US"/>
          </a:p>
        </p:txBody>
      </p:sp>
      <p:sp>
        <p:nvSpPr>
          <p:cNvPr id="47457" name="Epic 15 track">
            <a:extLst>
              <a:ext uri="{FF2B5EF4-FFF2-40B4-BE49-F238E27FC236}">
                <a16:creationId xmlns:a16="http://schemas.microsoft.com/office/drawing/2014/main" id="{3ED44572-3BC0-E66D-8E4D-99674A6C9D93}"/>
              </a:ext>
            </a:extLst>
          </p:cNvPr>
          <p:cNvSpPr/>
          <p:nvPr/>
        </p:nvSpPr>
        <p:spPr>
          <a:xfrm>
            <a:off x="4590288"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584" name="Epic 15 delivered bar">
            <a:extLst>
              <a:ext uri="{FF2B5EF4-FFF2-40B4-BE49-F238E27FC236}">
                <a16:creationId xmlns:a16="http://schemas.microsoft.com/office/drawing/2014/main" id="{4C47C88B-A9D2-4085-DB7B-A8336F7D7D5E}"/>
              </a:ext>
            </a:extLst>
          </p:cNvPr>
          <p:cNvSpPr/>
          <p:nvPr/>
        </p:nvSpPr>
        <p:spPr>
          <a:xfrm>
            <a:off x="4590288" y="5436108"/>
            <a:ext cx="116665" cy="128016"/>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712" name="Epic 15 in progress bar">
            <a:extLst>
              <a:ext uri="{FF2B5EF4-FFF2-40B4-BE49-F238E27FC236}">
                <a16:creationId xmlns:a16="http://schemas.microsoft.com/office/drawing/2014/main" id="{68D214E1-AD76-F22B-49A4-FD898DBEBEB1}"/>
              </a:ext>
            </a:extLst>
          </p:cNvPr>
          <p:cNvSpPr/>
          <p:nvPr/>
        </p:nvSpPr>
        <p:spPr>
          <a:xfrm>
            <a:off x="4706953" y="5436108"/>
            <a:ext cx="58332"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841" name="Epic 15 queued bar">
            <a:extLst>
              <a:ext uri="{FF2B5EF4-FFF2-40B4-BE49-F238E27FC236}">
                <a16:creationId xmlns:a16="http://schemas.microsoft.com/office/drawing/2014/main" id="{6B252743-6AA6-C340-A4D2-39817F70D98D}"/>
              </a:ext>
            </a:extLst>
          </p:cNvPr>
          <p:cNvSpPr/>
          <p:nvPr/>
        </p:nvSpPr>
        <p:spPr>
          <a:xfrm>
            <a:off x="4765285" y="5436108"/>
            <a:ext cx="349995"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971" name="Epic 15 delivered count">
            <a:extLst>
              <a:ext uri="{FF2B5EF4-FFF2-40B4-BE49-F238E27FC236}">
                <a16:creationId xmlns:a16="http://schemas.microsoft.com/office/drawing/2014/main" id="{E886E31F-DCD2-A05C-5768-4BAE309CCEBE}"/>
              </a:ext>
            </a:extLst>
          </p:cNvPr>
          <p:cNvSpPr/>
          <p:nvPr/>
        </p:nvSpPr>
        <p:spPr>
          <a:xfrm>
            <a:off x="449884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2</a:t>
            </a:r>
          </a:p>
          <a:p>
            <a:pPr algn="l">
              <a:buNone/>
            </a:pPr>
            <a:r>
              <a:rPr lang="en-US" sz="100">
                <a:effectLst/>
              </a:rPr>
              <a:t> </a:t>
            </a:r>
            <a:endParaRPr lang="en-US"/>
          </a:p>
        </p:txBody>
      </p:sp>
      <p:sp>
        <p:nvSpPr>
          <p:cNvPr id="48102" name="Epic 15 in progress count">
            <a:extLst>
              <a:ext uri="{FF2B5EF4-FFF2-40B4-BE49-F238E27FC236}">
                <a16:creationId xmlns:a16="http://schemas.microsoft.com/office/drawing/2014/main" id="{0262411D-035D-140D-D9C2-F4BDA5B523EF}"/>
              </a:ext>
            </a:extLst>
          </p:cNvPr>
          <p:cNvSpPr/>
          <p:nvPr/>
        </p:nvSpPr>
        <p:spPr>
          <a:xfrm>
            <a:off x="4882896"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1</a:t>
            </a:r>
          </a:p>
          <a:p>
            <a:pPr algn="l">
              <a:buNone/>
            </a:pPr>
            <a:r>
              <a:rPr lang="en-US" sz="100">
                <a:effectLst/>
              </a:rPr>
              <a:t> </a:t>
            </a:r>
            <a:endParaRPr lang="en-US"/>
          </a:p>
        </p:txBody>
      </p:sp>
      <p:sp>
        <p:nvSpPr>
          <p:cNvPr id="48234" name="Epic 15 queued count">
            <a:extLst>
              <a:ext uri="{FF2B5EF4-FFF2-40B4-BE49-F238E27FC236}">
                <a16:creationId xmlns:a16="http://schemas.microsoft.com/office/drawing/2014/main" id="{2BDEB4A6-D685-A295-EBEC-92D9F7FB73A1}"/>
              </a:ext>
            </a:extLst>
          </p:cNvPr>
          <p:cNvSpPr/>
          <p:nvPr/>
        </p:nvSpPr>
        <p:spPr>
          <a:xfrm>
            <a:off x="5266944"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6</a:t>
            </a:r>
          </a:p>
          <a:p>
            <a:pPr algn="l">
              <a:buNone/>
            </a:pPr>
            <a:r>
              <a:rPr lang="en-US" sz="100">
                <a:effectLst/>
              </a:rPr>
              <a:t> </a:t>
            </a:r>
            <a:endParaRPr lang="en-US"/>
          </a:p>
        </p:txBody>
      </p:sp>
      <p:sp>
        <p:nvSpPr>
          <p:cNvPr id="48367" name="Epic tile 16">
            <a:extLst>
              <a:ext uri="{FF2B5EF4-FFF2-40B4-BE49-F238E27FC236}">
                <a16:creationId xmlns:a16="http://schemas.microsoft.com/office/drawing/2014/main" id="{ACC454A2-707E-44E9-357D-0284BAD8E3E9}"/>
              </a:ext>
            </a:extLst>
          </p:cNvPr>
          <p:cNvSpPr/>
          <p:nvPr/>
        </p:nvSpPr>
        <p:spPr>
          <a:xfrm>
            <a:off x="6473952" y="4855464"/>
            <a:ext cx="1874520" cy="1005840"/>
          </a:xfrm>
          <a:prstGeom prst="rect">
            <a:avLst/>
          </a:prstGeom>
          <a:solidFill>
            <a:srgbClr val="FFFFFF"/>
          </a:solidFill>
          <a:ln w="12700">
            <a:solidFill>
              <a:srgbClr val="C3D2C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501" name="Epic 16 name">
            <a:extLst>
              <a:ext uri="{FF2B5EF4-FFF2-40B4-BE49-F238E27FC236}">
                <a16:creationId xmlns:a16="http://schemas.microsoft.com/office/drawing/2014/main" id="{90EF07D2-46D4-1989-4AA0-6190DD617745}"/>
              </a:ext>
            </a:extLst>
          </p:cNvPr>
          <p:cNvSpPr/>
          <p:nvPr/>
        </p:nvSpPr>
        <p:spPr>
          <a:xfrm>
            <a:off x="6867144" y="4904576"/>
            <a:ext cx="1499616"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Responsible AI</a:t>
            </a:r>
          </a:p>
          <a:p>
            <a:pPr algn="l">
              <a:buNone/>
            </a:pPr>
            <a:r>
              <a:rPr lang="en-US" sz="100">
                <a:effectLst/>
              </a:rPr>
              <a:t> </a:t>
            </a:r>
            <a:endParaRPr lang="en-US"/>
          </a:p>
        </p:txBody>
      </p:sp>
      <p:sp>
        <p:nvSpPr>
          <p:cNvPr id="48636" name="Epic 16 track">
            <a:extLst>
              <a:ext uri="{FF2B5EF4-FFF2-40B4-BE49-F238E27FC236}">
                <a16:creationId xmlns:a16="http://schemas.microsoft.com/office/drawing/2014/main" id="{CF765600-0006-A70B-AFBC-6851C3C98090}"/>
              </a:ext>
            </a:extLst>
          </p:cNvPr>
          <p:cNvSpPr/>
          <p:nvPr/>
        </p:nvSpPr>
        <p:spPr>
          <a:xfrm>
            <a:off x="6565392" y="5436108"/>
            <a:ext cx="1691640" cy="128016"/>
          </a:xfrm>
          <a:prstGeom prst="rect">
            <a:avLst/>
          </a:prstGeom>
          <a:solidFill>
            <a:srgbClr val="E6ECE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772" name="Epic 16 in progress bar">
            <a:extLst>
              <a:ext uri="{FF2B5EF4-FFF2-40B4-BE49-F238E27FC236}">
                <a16:creationId xmlns:a16="http://schemas.microsoft.com/office/drawing/2014/main" id="{7B06C4C2-95D1-A9D3-7822-8EE267870E5C}"/>
              </a:ext>
            </a:extLst>
          </p:cNvPr>
          <p:cNvSpPr/>
          <p:nvPr/>
        </p:nvSpPr>
        <p:spPr>
          <a:xfrm>
            <a:off x="6565392" y="5436108"/>
            <a:ext cx="116665" cy="128016"/>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909" name="Epic 16 queued bar">
            <a:extLst>
              <a:ext uri="{FF2B5EF4-FFF2-40B4-BE49-F238E27FC236}">
                <a16:creationId xmlns:a16="http://schemas.microsoft.com/office/drawing/2014/main" id="{B4947D67-BF0D-CE31-B108-2B23D451868D}"/>
              </a:ext>
            </a:extLst>
          </p:cNvPr>
          <p:cNvSpPr/>
          <p:nvPr/>
        </p:nvSpPr>
        <p:spPr>
          <a:xfrm>
            <a:off x="6682057" y="5436108"/>
            <a:ext cx="233329" cy="128016"/>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047" name="Epic 16 delivered count">
            <a:extLst>
              <a:ext uri="{FF2B5EF4-FFF2-40B4-BE49-F238E27FC236}">
                <a16:creationId xmlns:a16="http://schemas.microsoft.com/office/drawing/2014/main" id="{668F372D-DE84-66C5-F83B-D6C914823D95}"/>
              </a:ext>
            </a:extLst>
          </p:cNvPr>
          <p:cNvSpPr/>
          <p:nvPr/>
        </p:nvSpPr>
        <p:spPr>
          <a:xfrm>
            <a:off x="6473952"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E6B5E"/>
                </a:solidFill>
                <a:effectLst/>
                <a:latin typeface="Arial" panose="020B0604020202020204" pitchFamily="34" charset="0"/>
              </a:rPr>
              <a:t>0</a:t>
            </a:r>
          </a:p>
          <a:p>
            <a:pPr algn="l">
              <a:buNone/>
            </a:pPr>
            <a:r>
              <a:rPr lang="en-US" sz="100">
                <a:effectLst/>
              </a:rPr>
              <a:t> </a:t>
            </a:r>
            <a:endParaRPr lang="en-US"/>
          </a:p>
        </p:txBody>
      </p:sp>
      <p:sp>
        <p:nvSpPr>
          <p:cNvPr id="49186" name="Epic 16 in progress count">
            <a:extLst>
              <a:ext uri="{FF2B5EF4-FFF2-40B4-BE49-F238E27FC236}">
                <a16:creationId xmlns:a16="http://schemas.microsoft.com/office/drawing/2014/main" id="{4A815485-A6E1-DA65-605D-FD26F98617F3}"/>
              </a:ext>
            </a:extLst>
          </p:cNvPr>
          <p:cNvSpPr/>
          <p:nvPr/>
        </p:nvSpPr>
        <p:spPr>
          <a:xfrm>
            <a:off x="6858000"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2F5F8A"/>
                </a:solidFill>
                <a:effectLst/>
                <a:latin typeface="Arial" panose="020B0604020202020204" pitchFamily="34" charset="0"/>
              </a:rPr>
              <a:t>2</a:t>
            </a:r>
          </a:p>
          <a:p>
            <a:pPr algn="l">
              <a:buNone/>
            </a:pPr>
            <a:r>
              <a:rPr lang="en-US" sz="100">
                <a:effectLst/>
              </a:rPr>
              <a:t> </a:t>
            </a:r>
            <a:endParaRPr lang="en-US"/>
          </a:p>
        </p:txBody>
      </p:sp>
      <p:sp>
        <p:nvSpPr>
          <p:cNvPr id="49326" name="Epic 16 queued count">
            <a:extLst>
              <a:ext uri="{FF2B5EF4-FFF2-40B4-BE49-F238E27FC236}">
                <a16:creationId xmlns:a16="http://schemas.microsoft.com/office/drawing/2014/main" id="{A6183167-3875-9958-B3C0-4D288F1510DC}"/>
              </a:ext>
            </a:extLst>
          </p:cNvPr>
          <p:cNvSpPr/>
          <p:nvPr/>
        </p:nvSpPr>
        <p:spPr>
          <a:xfrm>
            <a:off x="7242048" y="5479124"/>
            <a:ext cx="4754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4</a:t>
            </a:r>
          </a:p>
          <a:p>
            <a:pPr algn="l">
              <a:buNone/>
            </a:pPr>
            <a:r>
              <a:rPr lang="en-US" sz="100">
                <a:effectLst/>
              </a:rPr>
              <a:t> </a:t>
            </a:r>
            <a:endParaRPr lang="en-US"/>
          </a:p>
        </p:txBody>
      </p:sp>
      <p:sp>
        <p:nvSpPr>
          <p:cNvPr id="49467" name="Counter delivered number">
            <a:extLst>
              <a:ext uri="{FF2B5EF4-FFF2-40B4-BE49-F238E27FC236}">
                <a16:creationId xmlns:a16="http://schemas.microsoft.com/office/drawing/2014/main" id="{73E06EBF-930F-9965-F254-AE2EABDD931E}"/>
              </a:ext>
            </a:extLst>
          </p:cNvPr>
          <p:cNvSpPr/>
          <p:nvPr/>
        </p:nvSpPr>
        <p:spPr>
          <a:xfrm>
            <a:off x="8524416" y="1374992"/>
            <a:ext cx="999622"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2E6B5E"/>
                </a:solidFill>
                <a:effectLst/>
                <a:latin typeface="Arial" panose="020B0604020202020204" pitchFamily="34" charset="0"/>
              </a:rPr>
              <a:t>54</a:t>
            </a:r>
          </a:p>
          <a:p>
            <a:pPr algn="r">
              <a:buNone/>
            </a:pPr>
            <a:r>
              <a:rPr lang="en-US" sz="100">
                <a:effectLst/>
              </a:rPr>
              <a:t> </a:t>
            </a:r>
            <a:endParaRPr lang="en-US"/>
          </a:p>
        </p:txBody>
      </p:sp>
      <p:sp>
        <p:nvSpPr>
          <p:cNvPr id="49609" name="Counter delivered key">
            <a:extLst>
              <a:ext uri="{FF2B5EF4-FFF2-40B4-BE49-F238E27FC236}">
                <a16:creationId xmlns:a16="http://schemas.microsoft.com/office/drawing/2014/main" id="{E04A41DC-227A-8F16-0546-86FFE8DED621}"/>
              </a:ext>
            </a:extLst>
          </p:cNvPr>
          <p:cNvSpPr/>
          <p:nvPr/>
        </p:nvSpPr>
        <p:spPr>
          <a:xfrm>
            <a:off x="9597189" y="1820456"/>
            <a:ext cx="155448" cy="15544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752" name="Counter delivered label">
            <a:extLst>
              <a:ext uri="{FF2B5EF4-FFF2-40B4-BE49-F238E27FC236}">
                <a16:creationId xmlns:a16="http://schemas.microsoft.com/office/drawing/2014/main" id="{A4838E81-D756-65F5-5A6E-93A575445921}"/>
              </a:ext>
            </a:extLst>
          </p:cNvPr>
          <p:cNvSpPr/>
          <p:nvPr/>
        </p:nvSpPr>
        <p:spPr>
          <a:xfrm>
            <a:off x="9734349" y="1639444"/>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delivered</a:t>
            </a:r>
          </a:p>
          <a:p>
            <a:pPr algn="l">
              <a:buNone/>
            </a:pPr>
            <a:r>
              <a:rPr lang="en-US" sz="100">
                <a:effectLst/>
              </a:rPr>
              <a:t> </a:t>
            </a:r>
            <a:endParaRPr lang="en-US"/>
          </a:p>
        </p:txBody>
      </p:sp>
      <p:sp>
        <p:nvSpPr>
          <p:cNvPr id="49896" name="Counter in progress number">
            <a:extLst>
              <a:ext uri="{FF2B5EF4-FFF2-40B4-BE49-F238E27FC236}">
                <a16:creationId xmlns:a16="http://schemas.microsoft.com/office/drawing/2014/main" id="{262F6E3A-31A1-BED9-DBCA-1E513DB84A4F}"/>
              </a:ext>
            </a:extLst>
          </p:cNvPr>
          <p:cNvSpPr/>
          <p:nvPr/>
        </p:nvSpPr>
        <p:spPr>
          <a:xfrm>
            <a:off x="8524416" y="1960208"/>
            <a:ext cx="999622"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a:solidFill>
                  <a:srgbClr val="2F5F8A"/>
                </a:solidFill>
                <a:effectLst/>
                <a:latin typeface="Arial" panose="020B0604020202020204" pitchFamily="34" charset="0"/>
              </a:rPr>
              <a:t>24</a:t>
            </a:r>
          </a:p>
          <a:p>
            <a:pPr algn="r">
              <a:buNone/>
            </a:pPr>
            <a:r>
              <a:rPr lang="en-US" sz="100">
                <a:effectLst/>
              </a:rPr>
              <a:t> </a:t>
            </a:r>
            <a:endParaRPr lang="en-US"/>
          </a:p>
        </p:txBody>
      </p:sp>
      <p:sp>
        <p:nvSpPr>
          <p:cNvPr id="50041" name="Counter in progress key">
            <a:extLst>
              <a:ext uri="{FF2B5EF4-FFF2-40B4-BE49-F238E27FC236}">
                <a16:creationId xmlns:a16="http://schemas.microsoft.com/office/drawing/2014/main" id="{E03EF8C5-F778-4D63-AE83-895AEA01046C}"/>
              </a:ext>
            </a:extLst>
          </p:cNvPr>
          <p:cNvSpPr/>
          <p:nvPr/>
        </p:nvSpPr>
        <p:spPr>
          <a:xfrm>
            <a:off x="9597189" y="2405672"/>
            <a:ext cx="155448" cy="155448"/>
          </a:xfrm>
          <a:prstGeom prst="rect">
            <a:avLst/>
          </a:prstGeom>
          <a:solidFill>
            <a:srgbClr val="5B8DB8"/>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187" name="Counter in progress label">
            <a:extLst>
              <a:ext uri="{FF2B5EF4-FFF2-40B4-BE49-F238E27FC236}">
                <a16:creationId xmlns:a16="http://schemas.microsoft.com/office/drawing/2014/main" id="{785BFAC5-0E71-925D-2897-9B5EF6379F17}"/>
              </a:ext>
            </a:extLst>
          </p:cNvPr>
          <p:cNvSpPr/>
          <p:nvPr/>
        </p:nvSpPr>
        <p:spPr>
          <a:xfrm>
            <a:off x="9734349" y="2224660"/>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in progress</a:t>
            </a:r>
          </a:p>
          <a:p>
            <a:pPr algn="l">
              <a:buNone/>
            </a:pPr>
            <a:r>
              <a:rPr lang="en-US" sz="100">
                <a:effectLst/>
              </a:rPr>
              <a:t> </a:t>
            </a:r>
            <a:endParaRPr lang="en-US"/>
          </a:p>
        </p:txBody>
      </p:sp>
      <p:sp>
        <p:nvSpPr>
          <p:cNvPr id="50334" name="Counter queued number">
            <a:extLst>
              <a:ext uri="{FF2B5EF4-FFF2-40B4-BE49-F238E27FC236}">
                <a16:creationId xmlns:a16="http://schemas.microsoft.com/office/drawing/2014/main" id="{E29B6427-9D47-134F-0E99-AF564280A695}"/>
              </a:ext>
            </a:extLst>
          </p:cNvPr>
          <p:cNvSpPr/>
          <p:nvPr/>
        </p:nvSpPr>
        <p:spPr>
          <a:xfrm>
            <a:off x="8524416" y="2545424"/>
            <a:ext cx="999622" cy="87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4000" b="1" dirty="0">
                <a:solidFill>
                  <a:srgbClr val="7A4B00"/>
                </a:solidFill>
                <a:effectLst/>
                <a:latin typeface="Arial" panose="020B0604020202020204" pitchFamily="34" charset="0"/>
              </a:rPr>
              <a:t>111</a:t>
            </a:r>
          </a:p>
          <a:p>
            <a:pPr algn="r">
              <a:buNone/>
            </a:pPr>
            <a:r>
              <a:rPr lang="en-US" sz="100" dirty="0">
                <a:effectLst/>
              </a:rPr>
              <a:t> </a:t>
            </a:r>
            <a:endParaRPr lang="en-US" dirty="0"/>
          </a:p>
        </p:txBody>
      </p:sp>
      <p:sp>
        <p:nvSpPr>
          <p:cNvPr id="50482" name="Counter queued key">
            <a:extLst>
              <a:ext uri="{FF2B5EF4-FFF2-40B4-BE49-F238E27FC236}">
                <a16:creationId xmlns:a16="http://schemas.microsoft.com/office/drawing/2014/main" id="{E1FBFBFC-0B3F-AA8A-83BF-E2D991AC6EEA}"/>
              </a:ext>
            </a:extLst>
          </p:cNvPr>
          <p:cNvSpPr/>
          <p:nvPr/>
        </p:nvSpPr>
        <p:spPr>
          <a:xfrm>
            <a:off x="9597189" y="2990888"/>
            <a:ext cx="155448" cy="15544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631" name="Counter queued label">
            <a:extLst>
              <a:ext uri="{FF2B5EF4-FFF2-40B4-BE49-F238E27FC236}">
                <a16:creationId xmlns:a16="http://schemas.microsoft.com/office/drawing/2014/main" id="{78C1C20A-CE8E-9872-5EF5-8384C3BE5541}"/>
              </a:ext>
            </a:extLst>
          </p:cNvPr>
          <p:cNvSpPr/>
          <p:nvPr/>
        </p:nvSpPr>
        <p:spPr>
          <a:xfrm>
            <a:off x="9734349" y="2809876"/>
            <a:ext cx="1909011"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queued</a:t>
            </a:r>
          </a:p>
          <a:p>
            <a:pPr algn="l">
              <a:buNone/>
            </a:pPr>
            <a:r>
              <a:rPr lang="en-US" sz="100">
                <a:effectLst/>
              </a:rPr>
              <a:t> </a:t>
            </a:r>
            <a:endParaRPr lang="en-US"/>
          </a:p>
        </p:txBody>
      </p:sp>
      <p:sp>
        <p:nvSpPr>
          <p:cNvPr id="50781" name="Statement 2">
            <a:extLst>
              <a:ext uri="{FF2B5EF4-FFF2-40B4-BE49-F238E27FC236}">
                <a16:creationId xmlns:a16="http://schemas.microsoft.com/office/drawing/2014/main" id="{B471467C-F3D5-F498-8737-D13CB6C01F02}"/>
              </a:ext>
            </a:extLst>
          </p:cNvPr>
          <p:cNvSpPr/>
          <p:nvPr/>
        </p:nvSpPr>
        <p:spPr>
          <a:xfrm>
            <a:off x="8549640" y="3456432"/>
            <a:ext cx="30937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Generated from the BRD, PRD and architecture decisions</a:t>
            </a:r>
          </a:p>
          <a:p>
            <a:pPr algn="l">
              <a:buNone/>
            </a:pPr>
            <a:r>
              <a:rPr lang="en-US" sz="100">
                <a:effectLst/>
              </a:rPr>
              <a:t> </a:t>
            </a:r>
            <a:endParaRPr lang="en-US"/>
          </a:p>
        </p:txBody>
      </p:sp>
      <p:sp>
        <p:nvSpPr>
          <p:cNvPr id="50932" name="Statement 3">
            <a:extLst>
              <a:ext uri="{FF2B5EF4-FFF2-40B4-BE49-F238E27FC236}">
                <a16:creationId xmlns:a16="http://schemas.microsoft.com/office/drawing/2014/main" id="{A57F6551-7ACA-0B43-761C-CFD5A5FF814D}"/>
              </a:ext>
            </a:extLst>
          </p:cNvPr>
          <p:cNvSpPr/>
          <p:nvPr/>
        </p:nvSpPr>
        <p:spPr>
          <a:xfrm>
            <a:off x="8549640" y="4352544"/>
            <a:ext cx="30937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Every item traceable from requirement to pull request</a:t>
            </a:r>
          </a:p>
          <a:p>
            <a:pPr algn="l">
              <a:buNone/>
            </a:pPr>
            <a:r>
              <a:rPr lang="en-US" sz="100">
                <a:effectLst/>
              </a:rPr>
              <a:t> </a:t>
            </a:r>
            <a:endParaRPr lang="en-US"/>
          </a:p>
        </p:txBody>
      </p:sp>
      <p:sp>
        <p:nvSpPr>
          <p:cNvPr id="51084" name="Footnote">
            <a:extLst>
              <a:ext uri="{FF2B5EF4-FFF2-40B4-BE49-F238E27FC236}">
                <a16:creationId xmlns:a16="http://schemas.microsoft.com/office/drawing/2014/main" id="{46C15A2E-FDFC-E05E-C1C0-074D1E623016}"/>
              </a:ext>
            </a:extLst>
          </p:cNvPr>
          <p:cNvSpPr/>
          <p:nvPr/>
        </p:nvSpPr>
        <p:spPr>
          <a:xfrm>
            <a:off x="8549640" y="5059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Board totals include 28 items outside the 16 epic areas.</a:t>
            </a:r>
          </a:p>
          <a:p>
            <a:pPr algn="l">
              <a:buNone/>
            </a:pPr>
            <a:r>
              <a:rPr lang="en-US" sz="1200">
                <a:solidFill>
                  <a:srgbClr val="50655E"/>
                </a:solidFill>
                <a:effectLst/>
                <a:latin typeface="Arial" panose="020B0604020202020204" pitchFamily="34" charset="0"/>
              </a:rPr>
              <a:t>Bars to one scale: full track = 29 items.</a:t>
            </a:r>
            <a:endParaRPr lang="en-US"/>
          </a:p>
        </p:txBody>
      </p:sp>
      <p:pic>
        <p:nvPicPr>
          <p:cNvPr id="51085" name="Epic 1 icon" descr="House icon">
            <a:extLst>
              <a:ext uri="{FF2B5EF4-FFF2-40B4-BE49-F238E27FC236}">
                <a16:creationId xmlns:a16="http://schemas.microsoft.com/office/drawing/2014/main" id="{F1C1C2AC-54C3-ED3A-C72F-07D51AAA052F}"/>
              </a:ext>
            </a:extLst>
          </p:cNvPr>
          <p:cNvPicPr>
            <a:picLocks noChangeAspect="1"/>
          </p:cNvPicPr>
          <p:nvPr/>
        </p:nvPicPr>
        <p:blipFill>
          <a:blip r:embed="rId3"/>
          <a:stretch>
            <a:fillRect/>
          </a:stretch>
        </p:blipFill>
        <p:spPr>
          <a:xfrm>
            <a:off x="640080" y="1658112"/>
            <a:ext cx="329184" cy="329184"/>
          </a:xfrm>
          <a:prstGeom prst="rect">
            <a:avLst/>
          </a:prstGeom>
        </p:spPr>
      </p:pic>
      <p:pic>
        <p:nvPicPr>
          <p:cNvPr id="51086" name="Epic 2 icon" descr="Damp and mould icon">
            <a:extLst>
              <a:ext uri="{FF2B5EF4-FFF2-40B4-BE49-F238E27FC236}">
                <a16:creationId xmlns:a16="http://schemas.microsoft.com/office/drawing/2014/main" id="{2D57FD56-99A7-674A-E7CD-99981C36FA96}"/>
              </a:ext>
            </a:extLst>
          </p:cNvPr>
          <p:cNvPicPr>
            <a:picLocks noChangeAspect="1"/>
          </p:cNvPicPr>
          <p:nvPr/>
        </p:nvPicPr>
        <p:blipFill>
          <a:blip r:embed="rId4"/>
          <a:stretch>
            <a:fillRect/>
          </a:stretch>
        </p:blipFill>
        <p:spPr>
          <a:xfrm>
            <a:off x="2615184" y="1658112"/>
            <a:ext cx="329184" cy="329184"/>
          </a:xfrm>
          <a:prstGeom prst="rect">
            <a:avLst/>
          </a:prstGeom>
        </p:spPr>
      </p:pic>
      <p:pic>
        <p:nvPicPr>
          <p:cNvPr id="51087" name="Epic 3 icon" descr="Contractor icon">
            <a:extLst>
              <a:ext uri="{FF2B5EF4-FFF2-40B4-BE49-F238E27FC236}">
                <a16:creationId xmlns:a16="http://schemas.microsoft.com/office/drawing/2014/main" id="{8E0902D5-91C8-7AB8-99C7-9AD14477A069}"/>
              </a:ext>
            </a:extLst>
          </p:cNvPr>
          <p:cNvPicPr>
            <a:picLocks noChangeAspect="1"/>
          </p:cNvPicPr>
          <p:nvPr/>
        </p:nvPicPr>
        <p:blipFill>
          <a:blip r:embed="rId5"/>
          <a:stretch>
            <a:fillRect/>
          </a:stretch>
        </p:blipFill>
        <p:spPr>
          <a:xfrm>
            <a:off x="4590288" y="1658112"/>
            <a:ext cx="329184" cy="329184"/>
          </a:xfrm>
          <a:prstGeom prst="rect">
            <a:avLst/>
          </a:prstGeom>
        </p:spPr>
      </p:pic>
      <p:pic>
        <p:nvPicPr>
          <p:cNvPr id="51088" name="Epic 4 icon" descr="Cost icon">
            <a:extLst>
              <a:ext uri="{FF2B5EF4-FFF2-40B4-BE49-F238E27FC236}">
                <a16:creationId xmlns:a16="http://schemas.microsoft.com/office/drawing/2014/main" id="{5791F5A4-47D6-6422-A0FB-0439D43ED6F8}"/>
              </a:ext>
            </a:extLst>
          </p:cNvPr>
          <p:cNvPicPr>
            <a:picLocks noChangeAspect="1"/>
          </p:cNvPicPr>
          <p:nvPr/>
        </p:nvPicPr>
        <p:blipFill>
          <a:blip r:embed="rId6"/>
          <a:stretch>
            <a:fillRect/>
          </a:stretch>
        </p:blipFill>
        <p:spPr>
          <a:xfrm>
            <a:off x="6565392" y="1658112"/>
            <a:ext cx="329184" cy="329184"/>
          </a:xfrm>
          <a:prstGeom prst="rect">
            <a:avLst/>
          </a:prstGeom>
        </p:spPr>
      </p:pic>
      <p:pic>
        <p:nvPicPr>
          <p:cNvPr id="51089" name="Epic 5 icon" descr="Forecast icon">
            <a:extLst>
              <a:ext uri="{FF2B5EF4-FFF2-40B4-BE49-F238E27FC236}">
                <a16:creationId xmlns:a16="http://schemas.microsoft.com/office/drawing/2014/main" id="{9E275A9F-8A54-DC4E-C162-F5F5EE5C45AB}"/>
              </a:ext>
            </a:extLst>
          </p:cNvPr>
          <p:cNvPicPr>
            <a:picLocks noChangeAspect="1"/>
          </p:cNvPicPr>
          <p:nvPr/>
        </p:nvPicPr>
        <p:blipFill>
          <a:blip r:embed="rId7"/>
          <a:stretch>
            <a:fillRect/>
          </a:stretch>
        </p:blipFill>
        <p:spPr>
          <a:xfrm>
            <a:off x="640080" y="2764536"/>
            <a:ext cx="329184" cy="329184"/>
          </a:xfrm>
          <a:prstGeom prst="rect">
            <a:avLst/>
          </a:prstGeom>
        </p:spPr>
      </p:pic>
      <p:pic>
        <p:nvPicPr>
          <p:cNvPr id="51090" name="Epic 6 icon" descr="AI icon">
            <a:extLst>
              <a:ext uri="{FF2B5EF4-FFF2-40B4-BE49-F238E27FC236}">
                <a16:creationId xmlns:a16="http://schemas.microsoft.com/office/drawing/2014/main" id="{A1E3FC52-AA2A-CCBB-08FF-A6738F280FF3}"/>
              </a:ext>
            </a:extLst>
          </p:cNvPr>
          <p:cNvPicPr>
            <a:picLocks noChangeAspect="1"/>
          </p:cNvPicPr>
          <p:nvPr/>
        </p:nvPicPr>
        <p:blipFill>
          <a:blip r:embed="rId8"/>
          <a:stretch>
            <a:fillRect/>
          </a:stretch>
        </p:blipFill>
        <p:spPr>
          <a:xfrm>
            <a:off x="2615184" y="2764536"/>
            <a:ext cx="329184" cy="329184"/>
          </a:xfrm>
          <a:prstGeom prst="rect">
            <a:avLst/>
          </a:prstGeom>
        </p:spPr>
      </p:pic>
      <p:pic>
        <p:nvPicPr>
          <p:cNvPr id="51091" name="Epic 7 icon" descr="Warmth icon">
            <a:extLst>
              <a:ext uri="{FF2B5EF4-FFF2-40B4-BE49-F238E27FC236}">
                <a16:creationId xmlns:a16="http://schemas.microsoft.com/office/drawing/2014/main" id="{8AB2000F-ED42-0254-0A5D-536AFB6E0BD4}"/>
              </a:ext>
            </a:extLst>
          </p:cNvPr>
          <p:cNvPicPr>
            <a:picLocks noChangeAspect="1"/>
          </p:cNvPicPr>
          <p:nvPr/>
        </p:nvPicPr>
        <p:blipFill>
          <a:blip r:embed="rId9"/>
          <a:stretch>
            <a:fillRect/>
          </a:stretch>
        </p:blipFill>
        <p:spPr>
          <a:xfrm>
            <a:off x="4590288" y="2764536"/>
            <a:ext cx="329184" cy="329184"/>
          </a:xfrm>
          <a:prstGeom prst="rect">
            <a:avLst/>
          </a:prstGeom>
        </p:spPr>
      </p:pic>
      <p:pic>
        <p:nvPicPr>
          <p:cNvPr id="51092" name="Epic 8 icon" descr="Security icon">
            <a:extLst>
              <a:ext uri="{FF2B5EF4-FFF2-40B4-BE49-F238E27FC236}">
                <a16:creationId xmlns:a16="http://schemas.microsoft.com/office/drawing/2014/main" id="{32A40441-62DC-BA96-AA2B-A7119D4F2EFE}"/>
              </a:ext>
            </a:extLst>
          </p:cNvPr>
          <p:cNvPicPr>
            <a:picLocks noChangeAspect="1"/>
          </p:cNvPicPr>
          <p:nvPr/>
        </p:nvPicPr>
        <p:blipFill>
          <a:blip r:embed="rId10"/>
          <a:stretch>
            <a:fillRect/>
          </a:stretch>
        </p:blipFill>
        <p:spPr>
          <a:xfrm>
            <a:off x="6565392" y="2764536"/>
            <a:ext cx="329184" cy="329184"/>
          </a:xfrm>
          <a:prstGeom prst="rect">
            <a:avLst/>
          </a:prstGeom>
        </p:spPr>
      </p:pic>
      <p:pic>
        <p:nvPicPr>
          <p:cNvPr id="51093" name="Epic 9 icon" descr="Approval gate icon">
            <a:extLst>
              <a:ext uri="{FF2B5EF4-FFF2-40B4-BE49-F238E27FC236}">
                <a16:creationId xmlns:a16="http://schemas.microsoft.com/office/drawing/2014/main" id="{C6E251BD-3E33-93AA-2542-69A062B4247C}"/>
              </a:ext>
            </a:extLst>
          </p:cNvPr>
          <p:cNvPicPr>
            <a:picLocks noChangeAspect="1"/>
          </p:cNvPicPr>
          <p:nvPr/>
        </p:nvPicPr>
        <p:blipFill>
          <a:blip r:embed="rId11"/>
          <a:stretch>
            <a:fillRect/>
          </a:stretch>
        </p:blipFill>
        <p:spPr>
          <a:xfrm>
            <a:off x="640080" y="3870960"/>
            <a:ext cx="329184" cy="329184"/>
          </a:xfrm>
          <a:prstGeom prst="rect">
            <a:avLst/>
          </a:prstGeom>
        </p:spPr>
      </p:pic>
      <p:pic>
        <p:nvPicPr>
          <p:cNvPr id="51094" name="Epic 10 icon" descr="Cloud icon">
            <a:extLst>
              <a:ext uri="{FF2B5EF4-FFF2-40B4-BE49-F238E27FC236}">
                <a16:creationId xmlns:a16="http://schemas.microsoft.com/office/drawing/2014/main" id="{9CEFBDA5-DE75-B1F6-7453-24116B7691BD}"/>
              </a:ext>
            </a:extLst>
          </p:cNvPr>
          <p:cNvPicPr>
            <a:picLocks noChangeAspect="1"/>
          </p:cNvPicPr>
          <p:nvPr/>
        </p:nvPicPr>
        <p:blipFill>
          <a:blip r:embed="rId12"/>
          <a:stretch>
            <a:fillRect/>
          </a:stretch>
        </p:blipFill>
        <p:spPr>
          <a:xfrm>
            <a:off x="2615184" y="3870960"/>
            <a:ext cx="329184" cy="329184"/>
          </a:xfrm>
          <a:prstGeom prst="rect">
            <a:avLst/>
          </a:prstGeom>
        </p:spPr>
      </p:pic>
      <p:pic>
        <p:nvPicPr>
          <p:cNvPr id="51095" name="Epic 11 icon" descr="Prototype icon">
            <a:extLst>
              <a:ext uri="{FF2B5EF4-FFF2-40B4-BE49-F238E27FC236}">
                <a16:creationId xmlns:a16="http://schemas.microsoft.com/office/drawing/2014/main" id="{6C16D3B1-7BD4-16B3-C5E5-34B74BC7FC87}"/>
              </a:ext>
            </a:extLst>
          </p:cNvPr>
          <p:cNvPicPr>
            <a:picLocks noChangeAspect="1"/>
          </p:cNvPicPr>
          <p:nvPr/>
        </p:nvPicPr>
        <p:blipFill>
          <a:blip r:embed="rId13"/>
          <a:stretch>
            <a:fillRect/>
          </a:stretch>
        </p:blipFill>
        <p:spPr>
          <a:xfrm>
            <a:off x="4590288" y="3870960"/>
            <a:ext cx="329184" cy="329184"/>
          </a:xfrm>
          <a:prstGeom prst="rect">
            <a:avLst/>
          </a:prstGeom>
        </p:spPr>
      </p:pic>
      <p:pic>
        <p:nvPicPr>
          <p:cNvPr id="51096" name="Epic 12 icon" descr="Conversation icon">
            <a:extLst>
              <a:ext uri="{FF2B5EF4-FFF2-40B4-BE49-F238E27FC236}">
                <a16:creationId xmlns:a16="http://schemas.microsoft.com/office/drawing/2014/main" id="{09681945-4C64-A262-2708-1BF52B0E62EF}"/>
              </a:ext>
            </a:extLst>
          </p:cNvPr>
          <p:cNvPicPr>
            <a:picLocks noChangeAspect="1"/>
          </p:cNvPicPr>
          <p:nvPr/>
        </p:nvPicPr>
        <p:blipFill>
          <a:blip r:embed="rId14"/>
          <a:stretch>
            <a:fillRect/>
          </a:stretch>
        </p:blipFill>
        <p:spPr>
          <a:xfrm>
            <a:off x="6565392" y="3870960"/>
            <a:ext cx="329184" cy="329184"/>
          </a:xfrm>
          <a:prstGeom prst="rect">
            <a:avLst/>
          </a:prstGeom>
        </p:spPr>
      </p:pic>
      <p:pic>
        <p:nvPicPr>
          <p:cNvPr id="51097" name="Epic 13 icon" descr="Spreadsheet icon">
            <a:extLst>
              <a:ext uri="{FF2B5EF4-FFF2-40B4-BE49-F238E27FC236}">
                <a16:creationId xmlns:a16="http://schemas.microsoft.com/office/drawing/2014/main" id="{0180DE6B-F0E7-758C-918C-BFB197F30AA1}"/>
              </a:ext>
            </a:extLst>
          </p:cNvPr>
          <p:cNvPicPr>
            <a:picLocks noChangeAspect="1"/>
          </p:cNvPicPr>
          <p:nvPr/>
        </p:nvPicPr>
        <p:blipFill>
          <a:blip r:embed="rId15"/>
          <a:stretch>
            <a:fillRect/>
          </a:stretch>
        </p:blipFill>
        <p:spPr>
          <a:xfrm>
            <a:off x="640080" y="4977384"/>
            <a:ext cx="329184" cy="329184"/>
          </a:xfrm>
          <a:prstGeom prst="rect">
            <a:avLst/>
          </a:prstGeom>
        </p:spPr>
      </p:pic>
      <p:pic>
        <p:nvPicPr>
          <p:cNvPr id="51098" name="Epic 14 icon" descr="Route icon">
            <a:extLst>
              <a:ext uri="{FF2B5EF4-FFF2-40B4-BE49-F238E27FC236}">
                <a16:creationId xmlns:a16="http://schemas.microsoft.com/office/drawing/2014/main" id="{3D1A947A-C9C1-BAE9-A3C7-8645427066BD}"/>
              </a:ext>
            </a:extLst>
          </p:cNvPr>
          <p:cNvPicPr>
            <a:picLocks noChangeAspect="1"/>
          </p:cNvPicPr>
          <p:nvPr/>
        </p:nvPicPr>
        <p:blipFill>
          <a:blip r:embed="rId16"/>
          <a:stretch>
            <a:fillRect/>
          </a:stretch>
        </p:blipFill>
        <p:spPr>
          <a:xfrm>
            <a:off x="2615184" y="4977384"/>
            <a:ext cx="329184" cy="329184"/>
          </a:xfrm>
          <a:prstGeom prst="rect">
            <a:avLst/>
          </a:prstGeom>
        </p:spPr>
      </p:pic>
      <p:pic>
        <p:nvPicPr>
          <p:cNvPr id="51099" name="Epic 15 icon" descr="Evidence icon">
            <a:extLst>
              <a:ext uri="{FF2B5EF4-FFF2-40B4-BE49-F238E27FC236}">
                <a16:creationId xmlns:a16="http://schemas.microsoft.com/office/drawing/2014/main" id="{CCB82A9F-2FB2-91BE-26E3-6098E9A1E99E}"/>
              </a:ext>
            </a:extLst>
          </p:cNvPr>
          <p:cNvPicPr>
            <a:picLocks noChangeAspect="1"/>
          </p:cNvPicPr>
          <p:nvPr/>
        </p:nvPicPr>
        <p:blipFill>
          <a:blip r:embed="rId17"/>
          <a:stretch>
            <a:fillRect/>
          </a:stretch>
        </p:blipFill>
        <p:spPr>
          <a:xfrm>
            <a:off x="4590288" y="4977384"/>
            <a:ext cx="329184" cy="329184"/>
          </a:xfrm>
          <a:prstGeom prst="rect">
            <a:avLst/>
          </a:prstGeom>
        </p:spPr>
      </p:pic>
      <p:pic>
        <p:nvPicPr>
          <p:cNvPr id="51100" name="Epic 16 icon" descr="Research icon">
            <a:extLst>
              <a:ext uri="{FF2B5EF4-FFF2-40B4-BE49-F238E27FC236}">
                <a16:creationId xmlns:a16="http://schemas.microsoft.com/office/drawing/2014/main" id="{A0DEF99C-EC00-1C94-8059-1B6D7E1D09ED}"/>
              </a:ext>
            </a:extLst>
          </p:cNvPr>
          <p:cNvPicPr>
            <a:picLocks noChangeAspect="1"/>
          </p:cNvPicPr>
          <p:nvPr/>
        </p:nvPicPr>
        <p:blipFill>
          <a:blip r:embed="rId18"/>
          <a:stretch>
            <a:fillRect/>
          </a:stretch>
        </p:blipFill>
        <p:spPr>
          <a:xfrm>
            <a:off x="6565392" y="4977384"/>
            <a:ext cx="329184" cy="329184"/>
          </a:xfrm>
          <a:prstGeom prst="rect">
            <a:avLst/>
          </a:prstGeom>
        </p:spPr>
      </p:pic>
    </p:spTree>
    <p:extLst>
      <p:ext uri="{BB962C8B-B14F-4D97-AF65-F5344CB8AC3E}">
        <p14:creationId xmlns:p14="http://schemas.microsoft.com/office/powerpoint/2010/main" val="3032475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094" name="Lane 1">
            <a:extLst>
              <a:ext uri="{FF2B5EF4-FFF2-40B4-BE49-F238E27FC236}">
                <a16:creationId xmlns:a16="http://schemas.microsoft.com/office/drawing/2014/main" id="{1641F7CC-2437-292E-7164-058D8E3551E2}"/>
              </a:ext>
            </a:extLst>
          </p:cNvPr>
          <p:cNvSpPr/>
          <p:nvPr/>
        </p:nvSpPr>
        <p:spPr>
          <a:xfrm>
            <a:off x="548640" y="1463040"/>
            <a:ext cx="2103120" cy="297180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096" name="Sheet stock list">
            <a:extLst>
              <a:ext uri="{FF2B5EF4-FFF2-40B4-BE49-F238E27FC236}">
                <a16:creationId xmlns:a16="http://schemas.microsoft.com/office/drawing/2014/main" id="{5EE8D02E-5125-9192-F5E1-B63C8C9893D9}"/>
              </a:ext>
            </a:extLst>
          </p:cNvPr>
          <p:cNvSpPr/>
          <p:nvPr/>
        </p:nvSpPr>
        <p:spPr>
          <a:xfrm>
            <a:off x="649224" y="2526792"/>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099" name="Sheet survey tracker">
            <a:extLst>
              <a:ext uri="{FF2B5EF4-FFF2-40B4-BE49-F238E27FC236}">
                <a16:creationId xmlns:a16="http://schemas.microsoft.com/office/drawing/2014/main" id="{9306674D-DFCD-0D75-50CE-17998855EB41}"/>
              </a:ext>
            </a:extLst>
          </p:cNvPr>
          <p:cNvSpPr/>
          <p:nvPr/>
        </p:nvSpPr>
        <p:spPr>
          <a:xfrm>
            <a:off x="649224" y="2865120"/>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03" name="Sheet grant tracker">
            <a:extLst>
              <a:ext uri="{FF2B5EF4-FFF2-40B4-BE49-F238E27FC236}">
                <a16:creationId xmlns:a16="http://schemas.microsoft.com/office/drawing/2014/main" id="{3811FC6A-B9B8-F5F5-C7EF-712E1975580E}"/>
              </a:ext>
            </a:extLst>
          </p:cNvPr>
          <p:cNvSpPr/>
          <p:nvPr/>
        </p:nvSpPr>
        <p:spPr>
          <a:xfrm>
            <a:off x="649224" y="3203448"/>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08" name="Sheet contractor schedule">
            <a:extLst>
              <a:ext uri="{FF2B5EF4-FFF2-40B4-BE49-F238E27FC236}">
                <a16:creationId xmlns:a16="http://schemas.microsoft.com/office/drawing/2014/main" id="{D1917239-4A76-1FB9-07C4-D7E98247B96D}"/>
              </a:ext>
            </a:extLst>
          </p:cNvPr>
          <p:cNvSpPr/>
          <p:nvPr/>
        </p:nvSpPr>
        <p:spPr>
          <a:xfrm>
            <a:off x="649224" y="3541776"/>
            <a:ext cx="1901952" cy="274320"/>
          </a:xfrm>
          <a:prstGeom prst="rect">
            <a:avLst/>
          </a:prstGeom>
          <a:solidFill>
            <a:srgbClr val="F1F4F2"/>
          </a:solidFill>
          <a:ln w="9525">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14" name="Lane 2">
            <a:extLst>
              <a:ext uri="{FF2B5EF4-FFF2-40B4-BE49-F238E27FC236}">
                <a16:creationId xmlns:a16="http://schemas.microsoft.com/office/drawing/2014/main" id="{15AD7684-B527-13D1-3AB8-5F91AE8EF195}"/>
              </a:ext>
            </a:extLst>
          </p:cNvPr>
          <p:cNvSpPr/>
          <p:nvPr/>
        </p:nvSpPr>
        <p:spPr>
          <a:xfrm>
            <a:off x="3035808" y="1463040"/>
            <a:ext cx="2560320"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21" name="Lane 3">
            <a:extLst>
              <a:ext uri="{FF2B5EF4-FFF2-40B4-BE49-F238E27FC236}">
                <a16:creationId xmlns:a16="http://schemas.microsoft.com/office/drawing/2014/main" id="{71B46951-9204-BD65-6F8F-9BECC71FD0DB}"/>
              </a:ext>
            </a:extLst>
          </p:cNvPr>
          <p:cNvSpPr/>
          <p:nvPr/>
        </p:nvSpPr>
        <p:spPr>
          <a:xfrm>
            <a:off x="5980176" y="1463040"/>
            <a:ext cx="2377440"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29" name="Lane 4">
            <a:extLst>
              <a:ext uri="{FF2B5EF4-FFF2-40B4-BE49-F238E27FC236}">
                <a16:creationId xmlns:a16="http://schemas.microsoft.com/office/drawing/2014/main" id="{10DE829E-1663-544F-8E35-D8622FA9F95D}"/>
              </a:ext>
            </a:extLst>
          </p:cNvPr>
          <p:cNvSpPr/>
          <p:nvPr/>
        </p:nvSpPr>
        <p:spPr>
          <a:xfrm>
            <a:off x="8741664" y="1463040"/>
            <a:ext cx="2898648" cy="29718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38" name="Arrow 1-2">
            <a:extLst>
              <a:ext uri="{FF2B5EF4-FFF2-40B4-BE49-F238E27FC236}">
                <a16:creationId xmlns:a16="http://schemas.microsoft.com/office/drawing/2014/main" id="{D8FA6A29-0413-B019-3387-27B7D6693B4D}"/>
              </a:ext>
            </a:extLst>
          </p:cNvPr>
          <p:cNvSpPr/>
          <p:nvPr/>
        </p:nvSpPr>
        <p:spPr>
          <a:xfrm>
            <a:off x="2715768"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48" name="Arrow 2-3">
            <a:extLst>
              <a:ext uri="{FF2B5EF4-FFF2-40B4-BE49-F238E27FC236}">
                <a16:creationId xmlns:a16="http://schemas.microsoft.com/office/drawing/2014/main" id="{E3E50997-1235-EFA1-28ED-2A606CE1B4C6}"/>
              </a:ext>
            </a:extLst>
          </p:cNvPr>
          <p:cNvSpPr/>
          <p:nvPr/>
        </p:nvSpPr>
        <p:spPr>
          <a:xfrm>
            <a:off x="5660136"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59" name="Arrow 3-4">
            <a:extLst>
              <a:ext uri="{FF2B5EF4-FFF2-40B4-BE49-F238E27FC236}">
                <a16:creationId xmlns:a16="http://schemas.microsoft.com/office/drawing/2014/main" id="{19E6362C-439A-4529-76E8-363C441D3760}"/>
              </a:ext>
            </a:extLst>
          </p:cNvPr>
          <p:cNvSpPr/>
          <p:nvPr/>
        </p:nvSpPr>
        <p:spPr>
          <a:xfrm>
            <a:off x="8421624" y="2811780"/>
            <a:ext cx="256032" cy="27432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71" name="Microsoft 365 band">
            <a:extLst>
              <a:ext uri="{FF2B5EF4-FFF2-40B4-BE49-F238E27FC236}">
                <a16:creationId xmlns:a16="http://schemas.microsoft.com/office/drawing/2014/main" id="{A5C94923-E809-1CC1-B6A6-092CF75DAAFF}"/>
              </a:ext>
            </a:extLst>
          </p:cNvPr>
          <p:cNvSpPr/>
          <p:nvPr/>
        </p:nvSpPr>
        <p:spPr>
          <a:xfrm>
            <a:off x="548640" y="4535424"/>
            <a:ext cx="11094720" cy="132892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84" name="M365 chip 1">
            <a:extLst>
              <a:ext uri="{FF2B5EF4-FFF2-40B4-BE49-F238E27FC236}">
                <a16:creationId xmlns:a16="http://schemas.microsoft.com/office/drawing/2014/main" id="{8837A139-28EB-7CF1-EFBF-D65C1909C38E}"/>
              </a:ext>
            </a:extLst>
          </p:cNvPr>
          <p:cNvSpPr/>
          <p:nvPr/>
        </p:nvSpPr>
        <p:spPr>
          <a:xfrm>
            <a:off x="303580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198" name="M365 chip 2">
            <a:extLst>
              <a:ext uri="{FF2B5EF4-FFF2-40B4-BE49-F238E27FC236}">
                <a16:creationId xmlns:a16="http://schemas.microsoft.com/office/drawing/2014/main" id="{C61D75C0-82D3-7A46-2242-51DF272697C3}"/>
              </a:ext>
            </a:extLst>
          </p:cNvPr>
          <p:cNvSpPr/>
          <p:nvPr/>
        </p:nvSpPr>
        <p:spPr>
          <a:xfrm>
            <a:off x="475731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13" name="M365 chip 3">
            <a:extLst>
              <a:ext uri="{FF2B5EF4-FFF2-40B4-BE49-F238E27FC236}">
                <a16:creationId xmlns:a16="http://schemas.microsoft.com/office/drawing/2014/main" id="{3A7F82BB-FDEB-FE85-8326-7DD53201C2DD}"/>
              </a:ext>
            </a:extLst>
          </p:cNvPr>
          <p:cNvSpPr/>
          <p:nvPr/>
        </p:nvSpPr>
        <p:spPr>
          <a:xfrm>
            <a:off x="647882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29" name="M365 chip 4">
            <a:extLst>
              <a:ext uri="{FF2B5EF4-FFF2-40B4-BE49-F238E27FC236}">
                <a16:creationId xmlns:a16="http://schemas.microsoft.com/office/drawing/2014/main" id="{887C0AAC-B3E8-D4B6-1EC8-824E1580E0B8}"/>
              </a:ext>
            </a:extLst>
          </p:cNvPr>
          <p:cNvSpPr/>
          <p:nvPr/>
        </p:nvSpPr>
        <p:spPr>
          <a:xfrm>
            <a:off x="820033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246" name="M365 chip 5">
            <a:extLst>
              <a:ext uri="{FF2B5EF4-FFF2-40B4-BE49-F238E27FC236}">
                <a16:creationId xmlns:a16="http://schemas.microsoft.com/office/drawing/2014/main" id="{4086DB01-C483-B624-CB57-26C744955B10}"/>
              </a:ext>
            </a:extLst>
          </p:cNvPr>
          <p:cNvSpPr/>
          <p:nvPr/>
        </p:nvSpPr>
        <p:spPr>
          <a:xfrm>
            <a:off x="9921848" y="4626864"/>
            <a:ext cx="1611782" cy="908304"/>
          </a:xfrm>
          <a:prstGeom prst="rect">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5247" name="Lane 1 icon" descr="Spreadsheet icon">
            <a:extLst>
              <a:ext uri="{FF2B5EF4-FFF2-40B4-BE49-F238E27FC236}">
                <a16:creationId xmlns:a16="http://schemas.microsoft.com/office/drawing/2014/main" id="{A60A0D02-1855-72A9-9647-2A0CE78C4F97}"/>
              </a:ext>
            </a:extLst>
          </p:cNvPr>
          <p:cNvPicPr>
            <a:picLocks noChangeAspect="1"/>
          </p:cNvPicPr>
          <p:nvPr/>
        </p:nvPicPr>
        <p:blipFill>
          <a:blip r:embed="rId3"/>
          <a:stretch>
            <a:fillRect/>
          </a:stretch>
        </p:blipFill>
        <p:spPr>
          <a:xfrm>
            <a:off x="649224" y="1563624"/>
            <a:ext cx="347472" cy="347472"/>
          </a:xfrm>
          <a:prstGeom prst="rect">
            <a:avLst/>
          </a:prstGeom>
        </p:spPr>
      </p:pic>
      <p:pic>
        <p:nvPicPr>
          <p:cNvPr id="55248" name="Lane 2 icon" descr="Research icon">
            <a:extLst>
              <a:ext uri="{FF2B5EF4-FFF2-40B4-BE49-F238E27FC236}">
                <a16:creationId xmlns:a16="http://schemas.microsoft.com/office/drawing/2014/main" id="{CEAA2512-0CD4-A3F0-911E-772EE6687E87}"/>
              </a:ext>
            </a:extLst>
          </p:cNvPr>
          <p:cNvPicPr>
            <a:picLocks noChangeAspect="1"/>
          </p:cNvPicPr>
          <p:nvPr/>
        </p:nvPicPr>
        <p:blipFill>
          <a:blip r:embed="rId4"/>
          <a:stretch>
            <a:fillRect/>
          </a:stretch>
        </p:blipFill>
        <p:spPr>
          <a:xfrm>
            <a:off x="3136392" y="1563624"/>
            <a:ext cx="347472" cy="347472"/>
          </a:xfrm>
          <a:prstGeom prst="rect">
            <a:avLst/>
          </a:prstGeom>
        </p:spPr>
      </p:pic>
      <p:pic>
        <p:nvPicPr>
          <p:cNvPr id="55249" name="Lane 3 icon" descr="People and roles icon">
            <a:extLst>
              <a:ext uri="{FF2B5EF4-FFF2-40B4-BE49-F238E27FC236}">
                <a16:creationId xmlns:a16="http://schemas.microsoft.com/office/drawing/2014/main" id="{0712210D-9C5D-D5A3-CC4B-BF16AD7847FB}"/>
              </a:ext>
            </a:extLst>
          </p:cNvPr>
          <p:cNvPicPr>
            <a:picLocks noChangeAspect="1"/>
          </p:cNvPicPr>
          <p:nvPr/>
        </p:nvPicPr>
        <p:blipFill>
          <a:blip r:embed="rId5"/>
          <a:stretch>
            <a:fillRect/>
          </a:stretch>
        </p:blipFill>
        <p:spPr>
          <a:xfrm>
            <a:off x="6080760" y="1563624"/>
            <a:ext cx="347472" cy="347472"/>
          </a:xfrm>
          <a:prstGeom prst="rect">
            <a:avLst/>
          </a:prstGeom>
        </p:spPr>
      </p:pic>
      <p:pic>
        <p:nvPicPr>
          <p:cNvPr id="55250" name="Lane 4 icon" descr="House icon">
            <a:extLst>
              <a:ext uri="{FF2B5EF4-FFF2-40B4-BE49-F238E27FC236}">
                <a16:creationId xmlns:a16="http://schemas.microsoft.com/office/drawing/2014/main" id="{B2B53EFB-321E-A7F1-23C4-64A577025A94}"/>
              </a:ext>
            </a:extLst>
          </p:cNvPr>
          <p:cNvPicPr>
            <a:picLocks noChangeAspect="1"/>
          </p:cNvPicPr>
          <p:nvPr/>
        </p:nvPicPr>
        <p:blipFill>
          <a:blip r:embed="rId6"/>
          <a:stretch>
            <a:fillRect/>
          </a:stretch>
        </p:blipFill>
        <p:spPr>
          <a:xfrm>
            <a:off x="8842248" y="1563624"/>
            <a:ext cx="347472" cy="347472"/>
          </a:xfrm>
          <a:prstGeom prst="rect">
            <a:avLst/>
          </a:prstGeom>
        </p:spPr>
      </p:pic>
      <p:sp>
        <p:nvSpPr>
          <p:cNvPr id="55251" name="Eyebrow">
            <a:extLst>
              <a:ext uri="{FF2B5EF4-FFF2-40B4-BE49-F238E27FC236}">
                <a16:creationId xmlns:a16="http://schemas.microsoft.com/office/drawing/2014/main" id="{F2D51851-665E-F43B-94DF-D6860D7B151F}"/>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5253" name="Slide title">
            <a:extLst>
              <a:ext uri="{FF2B5EF4-FFF2-40B4-BE49-F238E27FC236}">
                <a16:creationId xmlns:a16="http://schemas.microsoft.com/office/drawing/2014/main" id="{178E0B52-A837-C50A-F817-A01770BC3EB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Start Monday with the spreadsheets you already run.</a:t>
            </a:r>
          </a:p>
          <a:p>
            <a:pPr algn="l">
              <a:buNone/>
            </a:pPr>
            <a:r>
              <a:rPr lang="en-US" sz="100">
                <a:effectLst/>
              </a:rPr>
              <a:t> </a:t>
            </a:r>
            <a:endParaRPr lang="en-US"/>
          </a:p>
        </p:txBody>
      </p:sp>
      <p:sp>
        <p:nvSpPr>
          <p:cNvPr id="55256" name="Footer sources">
            <a:extLst>
              <a:ext uri="{FF2B5EF4-FFF2-40B4-BE49-F238E27FC236}">
                <a16:creationId xmlns:a16="http://schemas.microsoft.com/office/drawing/2014/main" id="{C432C705-6E37-84F6-4276-D5CBE0991E29}"/>
              </a:ext>
            </a:extLst>
          </p:cNvPr>
          <p:cNvSpPr/>
          <p:nvPr/>
        </p:nvSpPr>
        <p:spPr>
          <a:xfrm>
            <a:off x="548640" y="6126480"/>
            <a:ext cx="91897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FR-029, FR-030, NFR-010 and transition plan · infra/main.bicep · architecture README · AMA Plan #80, #100, #102</a:t>
            </a:r>
          </a:p>
          <a:p>
            <a:pPr algn="l">
              <a:buNone/>
            </a:pPr>
            <a:r>
              <a:rPr lang="en-US" sz="100">
                <a:effectLst/>
              </a:rPr>
              <a:t> </a:t>
            </a:r>
            <a:endParaRPr lang="en-US"/>
          </a:p>
        </p:txBody>
      </p:sp>
      <p:sp>
        <p:nvSpPr>
          <p:cNvPr id="55260" name="Footer navigation">
            <a:extLst>
              <a:ext uri="{FF2B5EF4-FFF2-40B4-BE49-F238E27FC236}">
                <a16:creationId xmlns:a16="http://schemas.microsoft.com/office/drawing/2014/main" id="{6CD62730-CA8D-2891-F337-87472AAFECA4}"/>
              </a:ext>
            </a:extLst>
          </p:cNvPr>
          <p:cNvSpPr/>
          <p:nvPr/>
        </p:nvSpPr>
        <p:spPr>
          <a:xfrm>
            <a:off x="10043160" y="6126480"/>
            <a:ext cx="1600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S14 · Answers: B20</a:t>
            </a:r>
          </a:p>
          <a:p>
            <a:pPr algn="r">
              <a:buNone/>
            </a:pPr>
            <a:r>
              <a:rPr lang="en-US" sz="100">
                <a:effectLst/>
              </a:rPr>
              <a:t> </a:t>
            </a:r>
            <a:endParaRPr lang="en-US"/>
          </a:p>
        </p:txBody>
      </p:sp>
      <p:sp>
        <p:nvSpPr>
          <p:cNvPr id="55265" name="Lane 1 title">
            <a:extLst>
              <a:ext uri="{FF2B5EF4-FFF2-40B4-BE49-F238E27FC236}">
                <a16:creationId xmlns:a16="http://schemas.microsoft.com/office/drawing/2014/main" id="{73C1E209-DDBB-D3C9-717F-E72FD1374A60}"/>
              </a:ext>
            </a:extLst>
          </p:cNvPr>
          <p:cNvSpPr/>
          <p:nvPr/>
        </p:nvSpPr>
        <p:spPr>
          <a:xfrm>
            <a:off x="557784" y="1920240"/>
            <a:ext cx="208483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Your spreadsheets</a:t>
            </a:r>
          </a:p>
          <a:p>
            <a:pPr algn="l">
              <a:buNone/>
            </a:pPr>
            <a:r>
              <a:rPr lang="en-US" sz="1600" b="1">
                <a:solidFill>
                  <a:srgbClr val="173F35"/>
                </a:solidFill>
                <a:effectLst/>
                <a:latin typeface="Arial" panose="020B0604020202020204" pitchFamily="34" charset="0"/>
              </a:rPr>
              <a:t>today</a:t>
            </a:r>
            <a:endParaRPr lang="en-US"/>
          </a:p>
        </p:txBody>
      </p:sp>
      <p:sp>
        <p:nvSpPr>
          <p:cNvPr id="55271" name="Sheet stock list text">
            <a:extLst>
              <a:ext uri="{FF2B5EF4-FFF2-40B4-BE49-F238E27FC236}">
                <a16:creationId xmlns:a16="http://schemas.microsoft.com/office/drawing/2014/main" id="{95D69706-BF0F-58C7-265C-F2441C1FD1D7}"/>
              </a:ext>
            </a:extLst>
          </p:cNvPr>
          <p:cNvSpPr/>
          <p:nvPr/>
        </p:nvSpPr>
        <p:spPr>
          <a:xfrm>
            <a:off x="649224" y="2434172"/>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stock list</a:t>
            </a:r>
          </a:p>
          <a:p>
            <a:pPr algn="l">
              <a:buNone/>
            </a:pPr>
            <a:r>
              <a:rPr lang="en-US" sz="100">
                <a:effectLst/>
              </a:rPr>
              <a:t> </a:t>
            </a:r>
            <a:endParaRPr lang="en-US"/>
          </a:p>
        </p:txBody>
      </p:sp>
      <p:sp>
        <p:nvSpPr>
          <p:cNvPr id="55278" name="Sheet survey tracker text">
            <a:extLst>
              <a:ext uri="{FF2B5EF4-FFF2-40B4-BE49-F238E27FC236}">
                <a16:creationId xmlns:a16="http://schemas.microsoft.com/office/drawing/2014/main" id="{98248242-A9B4-EB7A-7E54-1247DDF86CD8}"/>
              </a:ext>
            </a:extLst>
          </p:cNvPr>
          <p:cNvSpPr/>
          <p:nvPr/>
        </p:nvSpPr>
        <p:spPr>
          <a:xfrm>
            <a:off x="649224" y="2772500"/>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survey tracker</a:t>
            </a:r>
          </a:p>
          <a:p>
            <a:pPr algn="l">
              <a:buNone/>
            </a:pPr>
            <a:r>
              <a:rPr lang="en-US" sz="100">
                <a:effectLst/>
              </a:rPr>
              <a:t> </a:t>
            </a:r>
            <a:endParaRPr lang="en-US"/>
          </a:p>
        </p:txBody>
      </p:sp>
      <p:sp>
        <p:nvSpPr>
          <p:cNvPr id="55286" name="Sheet grant tracker text">
            <a:extLst>
              <a:ext uri="{FF2B5EF4-FFF2-40B4-BE49-F238E27FC236}">
                <a16:creationId xmlns:a16="http://schemas.microsoft.com/office/drawing/2014/main" id="{92848ABE-43CD-B491-181F-26F73994CDC4}"/>
              </a:ext>
            </a:extLst>
          </p:cNvPr>
          <p:cNvSpPr/>
          <p:nvPr/>
        </p:nvSpPr>
        <p:spPr>
          <a:xfrm>
            <a:off x="649224" y="3110828"/>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grant tracker</a:t>
            </a:r>
          </a:p>
          <a:p>
            <a:pPr algn="l">
              <a:buNone/>
            </a:pPr>
            <a:r>
              <a:rPr lang="en-US" sz="100">
                <a:effectLst/>
              </a:rPr>
              <a:t> </a:t>
            </a:r>
            <a:endParaRPr lang="en-US"/>
          </a:p>
        </p:txBody>
      </p:sp>
      <p:sp>
        <p:nvSpPr>
          <p:cNvPr id="55295" name="Sheet contractor schedule text">
            <a:extLst>
              <a:ext uri="{FF2B5EF4-FFF2-40B4-BE49-F238E27FC236}">
                <a16:creationId xmlns:a16="http://schemas.microsoft.com/office/drawing/2014/main" id="{BB444293-DA70-0F3F-7F9C-7F6293CD6A72}"/>
              </a:ext>
            </a:extLst>
          </p:cNvPr>
          <p:cNvSpPr/>
          <p:nvPr/>
        </p:nvSpPr>
        <p:spPr>
          <a:xfrm>
            <a:off x="649224" y="3449156"/>
            <a:ext cx="1901952"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contractor schedule</a:t>
            </a:r>
          </a:p>
          <a:p>
            <a:pPr algn="l">
              <a:buNone/>
            </a:pPr>
            <a:r>
              <a:rPr lang="en-US" sz="100">
                <a:effectLst/>
              </a:rPr>
              <a:t> </a:t>
            </a:r>
            <a:endParaRPr lang="en-US"/>
          </a:p>
        </p:txBody>
      </p:sp>
      <p:sp>
        <p:nvSpPr>
          <p:cNvPr id="55305" name="Lane 2 title">
            <a:extLst>
              <a:ext uri="{FF2B5EF4-FFF2-40B4-BE49-F238E27FC236}">
                <a16:creationId xmlns:a16="http://schemas.microsoft.com/office/drawing/2014/main" id="{0888320D-04F4-23BD-A3B8-EB86FD97C777}"/>
              </a:ext>
            </a:extLst>
          </p:cNvPr>
          <p:cNvSpPr/>
          <p:nvPr/>
        </p:nvSpPr>
        <p:spPr>
          <a:xfrm>
            <a:off x="3044952" y="1835240"/>
            <a:ext cx="2542032"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Import preview</a:t>
            </a:r>
          </a:p>
          <a:p>
            <a:pPr algn="l">
              <a:buNone/>
            </a:pPr>
            <a:r>
              <a:rPr lang="en-US" sz="100">
                <a:effectLst/>
              </a:rPr>
              <a:t> </a:t>
            </a:r>
            <a:endParaRPr lang="en-US"/>
          </a:p>
        </p:txBody>
      </p:sp>
      <p:sp>
        <p:nvSpPr>
          <p:cNvPr id="55316" name="Lane 2 body">
            <a:extLst>
              <a:ext uri="{FF2B5EF4-FFF2-40B4-BE49-F238E27FC236}">
                <a16:creationId xmlns:a16="http://schemas.microsoft.com/office/drawing/2014/main" id="{78561FCA-B635-A5C5-6E1C-C1AE9CD069C8}"/>
              </a:ext>
            </a:extLst>
          </p:cNvPr>
          <p:cNvSpPr/>
          <p:nvPr/>
        </p:nvSpPr>
        <p:spPr>
          <a:xfrm>
            <a:off x="3044952" y="2237232"/>
            <a:ext cx="2542032"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Import today’s trackers: preview, validate, quarantine bad rows, never touch the source</a:t>
            </a:r>
          </a:p>
          <a:p>
            <a:pPr algn="l">
              <a:buNone/>
            </a:pPr>
            <a:r>
              <a:rPr lang="en-US" sz="100">
                <a:effectLst/>
              </a:rPr>
              <a:t> </a:t>
            </a:r>
            <a:endParaRPr lang="en-US"/>
          </a:p>
        </p:txBody>
      </p:sp>
      <p:sp>
        <p:nvSpPr>
          <p:cNvPr id="55328" name="Lane 2 detail">
            <a:extLst>
              <a:ext uri="{FF2B5EF4-FFF2-40B4-BE49-F238E27FC236}">
                <a16:creationId xmlns:a16="http://schemas.microsoft.com/office/drawing/2014/main" id="{04840B29-12AB-9B87-1581-76D9F7FCCE93}"/>
              </a:ext>
            </a:extLst>
          </p:cNvPr>
          <p:cNvSpPr/>
          <p:nvPr/>
        </p:nvSpPr>
        <p:spPr>
          <a:xfrm>
            <a:off x="3044952" y="3163824"/>
            <a:ext cx="2542032"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E6B5E"/>
                </a:solidFill>
                <a:effectLst/>
                <a:latin typeface="Arial" panose="020B0604020202020204" pitchFamily="34" charset="0"/>
              </a:rPr>
              <a:t>Map columns · 500-row import under 10 s preview target</a:t>
            </a:r>
          </a:p>
          <a:p>
            <a:pPr algn="l">
              <a:buNone/>
            </a:pPr>
            <a:r>
              <a:rPr lang="en-US" sz="100">
                <a:effectLst/>
              </a:rPr>
              <a:t> </a:t>
            </a:r>
            <a:endParaRPr lang="en-US"/>
          </a:p>
        </p:txBody>
      </p:sp>
      <p:sp>
        <p:nvSpPr>
          <p:cNvPr id="55341" name="Lane 2 pill DESIGNED · PRD FR-029">
            <a:extLst>
              <a:ext uri="{FF2B5EF4-FFF2-40B4-BE49-F238E27FC236}">
                <a16:creationId xmlns:a16="http://schemas.microsoft.com/office/drawing/2014/main" id="{E16DA279-B185-8332-B7FF-EA1E37A7389E}"/>
              </a:ext>
            </a:extLst>
          </p:cNvPr>
          <p:cNvSpPr/>
          <p:nvPr/>
        </p:nvSpPr>
        <p:spPr>
          <a:xfrm>
            <a:off x="3136392" y="3685032"/>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PRD FR-029</a:t>
            </a:r>
          </a:p>
          <a:p>
            <a:pPr algn="ctr">
              <a:buNone/>
            </a:pPr>
            <a:r>
              <a:rPr lang="en-US" sz="100">
                <a:effectLst/>
              </a:rPr>
              <a:t> </a:t>
            </a:r>
            <a:endParaRPr lang="en-US"/>
          </a:p>
        </p:txBody>
      </p:sp>
      <p:sp>
        <p:nvSpPr>
          <p:cNvPr id="55355" name="Lane 3 title">
            <a:extLst>
              <a:ext uri="{FF2B5EF4-FFF2-40B4-BE49-F238E27FC236}">
                <a16:creationId xmlns:a16="http://schemas.microsoft.com/office/drawing/2014/main" id="{575AA986-7E1D-C0CF-155C-7B39FC5C9DD3}"/>
              </a:ext>
            </a:extLst>
          </p:cNvPr>
          <p:cNvSpPr/>
          <p:nvPr/>
        </p:nvSpPr>
        <p:spPr>
          <a:xfrm>
            <a:off x="5989320" y="1835240"/>
            <a:ext cx="2359152"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Parallel run</a:t>
            </a:r>
          </a:p>
          <a:p>
            <a:pPr algn="l">
              <a:buNone/>
            </a:pPr>
            <a:r>
              <a:rPr lang="en-US" sz="100">
                <a:effectLst/>
              </a:rPr>
              <a:t> </a:t>
            </a:r>
            <a:endParaRPr lang="en-US"/>
          </a:p>
        </p:txBody>
      </p:sp>
      <p:sp>
        <p:nvSpPr>
          <p:cNvPr id="55370" name="Lane 3 body">
            <a:extLst>
              <a:ext uri="{FF2B5EF4-FFF2-40B4-BE49-F238E27FC236}">
                <a16:creationId xmlns:a16="http://schemas.microsoft.com/office/drawing/2014/main" id="{F684E39C-64AB-2DBC-DA40-E2BB54491271}"/>
              </a:ext>
            </a:extLst>
          </p:cNvPr>
          <p:cNvSpPr/>
          <p:nvPr/>
        </p:nvSpPr>
        <p:spPr>
          <a:xfrm>
            <a:off x="5989320" y="2237232"/>
            <a:ext cx="2359152"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Run side by side with named Excel editors, then switch the workbooks to read-only</a:t>
            </a:r>
          </a:p>
          <a:p>
            <a:pPr algn="l">
              <a:buNone/>
            </a:pPr>
            <a:r>
              <a:rPr lang="en-US" sz="100">
                <a:effectLst/>
              </a:rPr>
              <a:t> </a:t>
            </a:r>
            <a:endParaRPr lang="en-US"/>
          </a:p>
        </p:txBody>
      </p:sp>
      <p:sp>
        <p:nvSpPr>
          <p:cNvPr id="55386" name="Lane 3 detail">
            <a:extLst>
              <a:ext uri="{FF2B5EF4-FFF2-40B4-BE49-F238E27FC236}">
                <a16:creationId xmlns:a16="http://schemas.microsoft.com/office/drawing/2014/main" id="{87F60F0C-492E-389F-E642-E8CC49AE80AA}"/>
              </a:ext>
            </a:extLst>
          </p:cNvPr>
          <p:cNvSpPr/>
          <p:nvPr/>
        </p:nvSpPr>
        <p:spPr>
          <a:xfrm>
            <a:off x="5989320" y="3078824"/>
            <a:ext cx="2359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2E6B5E"/>
                </a:solidFill>
                <a:effectLst/>
                <a:latin typeface="Arial" panose="020B0604020202020204" pitchFamily="34" charset="0"/>
              </a:rPr>
              <a:t>Read-only comparison</a:t>
            </a:r>
          </a:p>
          <a:p>
            <a:pPr algn="l">
              <a:buNone/>
            </a:pPr>
            <a:r>
              <a:rPr lang="en-US" sz="100">
                <a:effectLst/>
              </a:rPr>
              <a:t> </a:t>
            </a:r>
            <a:endParaRPr lang="en-US"/>
          </a:p>
        </p:txBody>
      </p:sp>
      <p:sp>
        <p:nvSpPr>
          <p:cNvPr id="55403" name="Lane 3 pill NEXT · #80">
            <a:extLst>
              <a:ext uri="{FF2B5EF4-FFF2-40B4-BE49-F238E27FC236}">
                <a16:creationId xmlns:a16="http://schemas.microsoft.com/office/drawing/2014/main" id="{AD1367C4-E4BB-937D-6E95-FD4A29E24E98}"/>
              </a:ext>
            </a:extLst>
          </p:cNvPr>
          <p:cNvSpPr/>
          <p:nvPr/>
        </p:nvSpPr>
        <p:spPr>
          <a:xfrm>
            <a:off x="6080760" y="3502152"/>
            <a:ext cx="117957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NEXT · #80</a:t>
            </a:r>
          </a:p>
          <a:p>
            <a:pPr algn="ctr">
              <a:buNone/>
            </a:pPr>
            <a:r>
              <a:rPr lang="en-US" sz="100">
                <a:effectLst/>
              </a:rPr>
              <a:t> </a:t>
            </a:r>
            <a:endParaRPr lang="en-US"/>
          </a:p>
        </p:txBody>
      </p:sp>
      <p:sp>
        <p:nvSpPr>
          <p:cNvPr id="55421" name="Lane 4 title">
            <a:extLst>
              <a:ext uri="{FF2B5EF4-FFF2-40B4-BE49-F238E27FC236}">
                <a16:creationId xmlns:a16="http://schemas.microsoft.com/office/drawing/2014/main" id="{96F30EF8-ECE7-75A2-3F56-57FE5008C27F}"/>
              </a:ext>
            </a:extLst>
          </p:cNvPr>
          <p:cNvSpPr/>
          <p:nvPr/>
        </p:nvSpPr>
        <p:spPr>
          <a:xfrm>
            <a:off x="8750808" y="1835240"/>
            <a:ext cx="2880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Workbench and exports</a:t>
            </a:r>
          </a:p>
          <a:p>
            <a:pPr algn="l">
              <a:buNone/>
            </a:pPr>
            <a:r>
              <a:rPr lang="en-US" sz="100">
                <a:effectLst/>
              </a:rPr>
              <a:t> </a:t>
            </a:r>
            <a:endParaRPr lang="en-US"/>
          </a:p>
        </p:txBody>
      </p:sp>
      <p:sp>
        <p:nvSpPr>
          <p:cNvPr id="55440" name="Lane 4 body">
            <a:extLst>
              <a:ext uri="{FF2B5EF4-FFF2-40B4-BE49-F238E27FC236}">
                <a16:creationId xmlns:a16="http://schemas.microsoft.com/office/drawing/2014/main" id="{79E4F4E4-9F4E-54BE-AF8F-EFCDB2B81BBB}"/>
              </a:ext>
            </a:extLst>
          </p:cNvPr>
          <p:cNvSpPr/>
          <p:nvPr/>
        </p:nvSpPr>
        <p:spPr>
          <a:xfrm>
            <a:off x="8750808" y="2152232"/>
            <a:ext cx="2880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Export to Excel or CSV any time</a:t>
            </a:r>
          </a:p>
          <a:p>
            <a:pPr algn="l">
              <a:buNone/>
            </a:pPr>
            <a:r>
              <a:rPr lang="en-US" sz="100">
                <a:effectLst/>
              </a:rPr>
              <a:t> </a:t>
            </a:r>
            <a:endParaRPr lang="en-US"/>
          </a:p>
        </p:txBody>
      </p:sp>
      <p:sp>
        <p:nvSpPr>
          <p:cNvPr id="55460" name="Lane 4 Excel or CSV export, no write-back">
            <a:extLst>
              <a:ext uri="{FF2B5EF4-FFF2-40B4-BE49-F238E27FC236}">
                <a16:creationId xmlns:a16="http://schemas.microsoft.com/office/drawing/2014/main" id="{D888D46A-F3CE-6BA1-6AFB-57A699101CDA}"/>
              </a:ext>
            </a:extLst>
          </p:cNvPr>
          <p:cNvSpPr/>
          <p:nvPr/>
        </p:nvSpPr>
        <p:spPr>
          <a:xfrm>
            <a:off x="8750808" y="24387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Excel or CSV export, no write-back</a:t>
            </a:r>
          </a:p>
          <a:p>
            <a:pPr algn="l">
              <a:buNone/>
            </a:pPr>
            <a:r>
              <a:rPr lang="en-US" sz="100">
                <a:effectLst/>
              </a:rPr>
              <a:t> </a:t>
            </a:r>
            <a:endParaRPr lang="en-US"/>
          </a:p>
        </p:txBody>
      </p:sp>
      <p:sp>
        <p:nvSpPr>
          <p:cNvPr id="55481" name="Lane 4 pill DESIGNED · FR-030">
            <a:extLst>
              <a:ext uri="{FF2B5EF4-FFF2-40B4-BE49-F238E27FC236}">
                <a16:creationId xmlns:a16="http://schemas.microsoft.com/office/drawing/2014/main" id="{0EBC22C5-2DA1-CBB3-0D9E-CB3B3EAC7BFD}"/>
              </a:ext>
            </a:extLst>
          </p:cNvPr>
          <p:cNvSpPr/>
          <p:nvPr/>
        </p:nvSpPr>
        <p:spPr>
          <a:xfrm>
            <a:off x="8842248" y="2795016"/>
            <a:ext cx="186537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55503" name="Lane 4 Progress packs">
            <a:extLst>
              <a:ext uri="{FF2B5EF4-FFF2-40B4-BE49-F238E27FC236}">
                <a16:creationId xmlns:a16="http://schemas.microsoft.com/office/drawing/2014/main" id="{8BC171AA-D219-7BC1-8A88-D30642D98BBC}"/>
              </a:ext>
            </a:extLst>
          </p:cNvPr>
          <p:cNvSpPr/>
          <p:nvPr/>
        </p:nvSpPr>
        <p:spPr>
          <a:xfrm>
            <a:off x="8750808" y="30483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Progress packs</a:t>
            </a:r>
          </a:p>
          <a:p>
            <a:pPr algn="l">
              <a:buNone/>
            </a:pPr>
            <a:r>
              <a:rPr lang="en-US" sz="100">
                <a:effectLst/>
              </a:rPr>
              <a:t> </a:t>
            </a:r>
            <a:endParaRPr lang="en-US"/>
          </a:p>
        </p:txBody>
      </p:sp>
      <p:sp>
        <p:nvSpPr>
          <p:cNvPr id="55526" name="Lane 4 pill DELIVERED #102">
            <a:extLst>
              <a:ext uri="{FF2B5EF4-FFF2-40B4-BE49-F238E27FC236}">
                <a16:creationId xmlns:a16="http://schemas.microsoft.com/office/drawing/2014/main" id="{2250ECB1-D278-ED97-1F95-3202610A416F}"/>
              </a:ext>
            </a:extLst>
          </p:cNvPr>
          <p:cNvSpPr/>
          <p:nvPr/>
        </p:nvSpPr>
        <p:spPr>
          <a:xfrm>
            <a:off x="8842248" y="3404616"/>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DELIVERED #102</a:t>
            </a:r>
          </a:p>
          <a:p>
            <a:pPr algn="ctr">
              <a:buNone/>
            </a:pPr>
            <a:r>
              <a:rPr lang="en-US" sz="100">
                <a:effectLst/>
              </a:rPr>
              <a:t> </a:t>
            </a:r>
            <a:endParaRPr lang="en-US"/>
          </a:p>
        </p:txBody>
      </p:sp>
      <p:sp>
        <p:nvSpPr>
          <p:cNvPr id="55550" name="Lane 4 Evidence export">
            <a:extLst>
              <a:ext uri="{FF2B5EF4-FFF2-40B4-BE49-F238E27FC236}">
                <a16:creationId xmlns:a16="http://schemas.microsoft.com/office/drawing/2014/main" id="{BDB0AAEE-F447-9F83-F03E-053DFCDF8807}"/>
              </a:ext>
            </a:extLst>
          </p:cNvPr>
          <p:cNvSpPr/>
          <p:nvPr/>
        </p:nvSpPr>
        <p:spPr>
          <a:xfrm>
            <a:off x="8750808" y="3657944"/>
            <a:ext cx="288036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Evidence export</a:t>
            </a:r>
          </a:p>
          <a:p>
            <a:pPr algn="l">
              <a:buNone/>
            </a:pPr>
            <a:r>
              <a:rPr lang="en-US" sz="100">
                <a:effectLst/>
              </a:rPr>
              <a:t> </a:t>
            </a:r>
            <a:endParaRPr lang="en-US"/>
          </a:p>
        </p:txBody>
      </p:sp>
      <p:sp>
        <p:nvSpPr>
          <p:cNvPr id="55575" name="Lane 4 pill BUILDING #100">
            <a:extLst>
              <a:ext uri="{FF2B5EF4-FFF2-40B4-BE49-F238E27FC236}">
                <a16:creationId xmlns:a16="http://schemas.microsoft.com/office/drawing/2014/main" id="{37174888-B8A8-E801-FDF8-2F6EAD4F853E}"/>
              </a:ext>
            </a:extLst>
          </p:cNvPr>
          <p:cNvSpPr/>
          <p:nvPr/>
        </p:nvSpPr>
        <p:spPr>
          <a:xfrm>
            <a:off x="8842248" y="4014216"/>
            <a:ext cx="15179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BUILDING #100</a:t>
            </a:r>
          </a:p>
          <a:p>
            <a:pPr algn="ctr">
              <a:buNone/>
            </a:pPr>
            <a:r>
              <a:rPr lang="en-US" sz="100">
                <a:effectLst/>
              </a:rPr>
              <a:t> </a:t>
            </a:r>
            <a:endParaRPr lang="en-US"/>
          </a:p>
        </p:txBody>
      </p:sp>
      <p:sp>
        <p:nvSpPr>
          <p:cNvPr id="55601" name="Statement 3 (Microsoft 365)">
            <a:extLst>
              <a:ext uri="{FF2B5EF4-FFF2-40B4-BE49-F238E27FC236}">
                <a16:creationId xmlns:a16="http://schemas.microsoft.com/office/drawing/2014/main" id="{B47A3AB1-93C8-74D9-CC6F-DEB574AC52B2}"/>
              </a:ext>
            </a:extLst>
          </p:cNvPr>
          <p:cNvSpPr/>
          <p:nvPr/>
        </p:nvSpPr>
        <p:spPr>
          <a:xfrm>
            <a:off x="557784" y="4669536"/>
            <a:ext cx="208483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FAF9F6"/>
                </a:solidFill>
                <a:effectLst/>
                <a:latin typeface="Arial" panose="020B0604020202020204" pitchFamily="34" charset="0"/>
              </a:rPr>
              <a:t>Microsoft 365 for sign-in, alerts and documents</a:t>
            </a:r>
          </a:p>
          <a:p>
            <a:pPr algn="l">
              <a:buNone/>
            </a:pPr>
            <a:r>
              <a:rPr lang="en-US" sz="100">
                <a:effectLst/>
              </a:rPr>
              <a:t> </a:t>
            </a:r>
            <a:endParaRPr lang="en-US"/>
          </a:p>
        </p:txBody>
      </p:sp>
      <p:sp>
        <p:nvSpPr>
          <p:cNvPr id="55628" name="M365 chip 1 name">
            <a:extLst>
              <a:ext uri="{FF2B5EF4-FFF2-40B4-BE49-F238E27FC236}">
                <a16:creationId xmlns:a16="http://schemas.microsoft.com/office/drawing/2014/main" id="{9B350A66-10B9-ADF0-3549-41081B47EF9D}"/>
              </a:ext>
            </a:extLst>
          </p:cNvPr>
          <p:cNvSpPr/>
          <p:nvPr/>
        </p:nvSpPr>
        <p:spPr>
          <a:xfrm>
            <a:off x="301752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Entra ID sign-in and roles</a:t>
            </a:r>
          </a:p>
          <a:p>
            <a:pPr algn="l">
              <a:buNone/>
            </a:pPr>
            <a:r>
              <a:rPr lang="en-US" sz="100">
                <a:effectLst/>
              </a:rPr>
              <a:t> </a:t>
            </a:r>
            <a:endParaRPr lang="en-US"/>
          </a:p>
        </p:txBody>
      </p:sp>
      <p:sp>
        <p:nvSpPr>
          <p:cNvPr id="55656" name="M365 chip 1 status">
            <a:extLst>
              <a:ext uri="{FF2B5EF4-FFF2-40B4-BE49-F238E27FC236}">
                <a16:creationId xmlns:a16="http://schemas.microsoft.com/office/drawing/2014/main" id="{43E1D41A-AAEA-C6FE-E195-2B8F991617CF}"/>
              </a:ext>
            </a:extLst>
          </p:cNvPr>
          <p:cNvSpPr/>
          <p:nvPr/>
        </p:nvSpPr>
        <p:spPr>
          <a:xfrm>
            <a:off x="3108960" y="5141976"/>
            <a:ext cx="128930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MVP (HIST.)</a:t>
            </a:r>
          </a:p>
          <a:p>
            <a:pPr algn="ctr">
              <a:buNone/>
            </a:pPr>
            <a:r>
              <a:rPr lang="en-US" sz="100">
                <a:effectLst/>
              </a:rPr>
              <a:t> </a:t>
            </a:r>
            <a:endParaRPr lang="en-US"/>
          </a:p>
        </p:txBody>
      </p:sp>
      <p:sp>
        <p:nvSpPr>
          <p:cNvPr id="55685" name="M365 chip 2 name">
            <a:extLst>
              <a:ext uri="{FF2B5EF4-FFF2-40B4-BE49-F238E27FC236}">
                <a16:creationId xmlns:a16="http://schemas.microsoft.com/office/drawing/2014/main" id="{5B8B3D53-FCFE-5027-E90E-A1EF71DFA5DC}"/>
              </a:ext>
            </a:extLst>
          </p:cNvPr>
          <p:cNvSpPr/>
          <p:nvPr/>
        </p:nvSpPr>
        <p:spPr>
          <a:xfrm>
            <a:off x="473903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Microsoft Graph profile</a:t>
            </a:r>
          </a:p>
          <a:p>
            <a:pPr algn="l">
              <a:buNone/>
            </a:pPr>
            <a:r>
              <a:rPr lang="en-US" sz="100">
                <a:effectLst/>
              </a:rPr>
              <a:t> </a:t>
            </a:r>
            <a:endParaRPr lang="en-US"/>
          </a:p>
        </p:txBody>
      </p:sp>
      <p:sp>
        <p:nvSpPr>
          <p:cNvPr id="55715" name="M365 chip 2 status">
            <a:extLst>
              <a:ext uri="{FF2B5EF4-FFF2-40B4-BE49-F238E27FC236}">
                <a16:creationId xmlns:a16="http://schemas.microsoft.com/office/drawing/2014/main" id="{6DC17E0E-19C2-FDA6-3842-015BE7E953CE}"/>
              </a:ext>
            </a:extLst>
          </p:cNvPr>
          <p:cNvSpPr/>
          <p:nvPr/>
        </p:nvSpPr>
        <p:spPr>
          <a:xfrm>
            <a:off x="4830470" y="5141976"/>
            <a:ext cx="128930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MVP (HIST.)</a:t>
            </a:r>
          </a:p>
          <a:p>
            <a:pPr algn="ctr">
              <a:buNone/>
            </a:pPr>
            <a:r>
              <a:rPr lang="en-US" sz="100">
                <a:effectLst/>
              </a:rPr>
              <a:t> </a:t>
            </a:r>
            <a:endParaRPr lang="en-US"/>
          </a:p>
        </p:txBody>
      </p:sp>
      <p:sp>
        <p:nvSpPr>
          <p:cNvPr id="55746" name="M365 chip 3 name">
            <a:extLst>
              <a:ext uri="{FF2B5EF4-FFF2-40B4-BE49-F238E27FC236}">
                <a16:creationId xmlns:a16="http://schemas.microsoft.com/office/drawing/2014/main" id="{0EFDADCA-5BBB-EEB7-06FF-EF2D1B3D3C56}"/>
              </a:ext>
            </a:extLst>
          </p:cNvPr>
          <p:cNvSpPr/>
          <p:nvPr/>
        </p:nvSpPr>
        <p:spPr>
          <a:xfrm>
            <a:off x="646054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Teams operations alerts</a:t>
            </a:r>
          </a:p>
          <a:p>
            <a:pPr algn="l">
              <a:buNone/>
            </a:pPr>
            <a:r>
              <a:rPr lang="en-US" sz="100">
                <a:effectLst/>
              </a:rPr>
              <a:t> </a:t>
            </a:r>
            <a:endParaRPr lang="en-US"/>
          </a:p>
        </p:txBody>
      </p:sp>
      <p:sp>
        <p:nvSpPr>
          <p:cNvPr id="55778" name="M365 chip 3 status">
            <a:extLst>
              <a:ext uri="{FF2B5EF4-FFF2-40B4-BE49-F238E27FC236}">
                <a16:creationId xmlns:a16="http://schemas.microsoft.com/office/drawing/2014/main" id="{0CD8B42A-0DCD-A52F-A2C9-62E368FFA8EF}"/>
              </a:ext>
            </a:extLst>
          </p:cNvPr>
          <p:cNvSpPr/>
          <p:nvPr/>
        </p:nvSpPr>
        <p:spPr>
          <a:xfrm>
            <a:off x="6551980" y="5141976"/>
            <a:ext cx="139903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CONFIGURED</a:t>
            </a:r>
          </a:p>
          <a:p>
            <a:pPr algn="ctr">
              <a:buNone/>
            </a:pPr>
            <a:r>
              <a:rPr lang="en-US" sz="100">
                <a:effectLst/>
              </a:rPr>
              <a:t> </a:t>
            </a:r>
            <a:endParaRPr lang="en-US"/>
          </a:p>
        </p:txBody>
      </p:sp>
      <p:sp>
        <p:nvSpPr>
          <p:cNvPr id="55811" name="M365 chip 4 name">
            <a:extLst>
              <a:ext uri="{FF2B5EF4-FFF2-40B4-BE49-F238E27FC236}">
                <a16:creationId xmlns:a16="http://schemas.microsoft.com/office/drawing/2014/main" id="{676EF646-31FA-0904-79DD-AEC82BA4143B}"/>
              </a:ext>
            </a:extLst>
          </p:cNvPr>
          <p:cNvSpPr/>
          <p:nvPr/>
        </p:nvSpPr>
        <p:spPr>
          <a:xfrm>
            <a:off x="818205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SharePoint evidence library</a:t>
            </a:r>
          </a:p>
          <a:p>
            <a:pPr algn="l">
              <a:buNone/>
            </a:pPr>
            <a:r>
              <a:rPr lang="en-US" sz="100">
                <a:effectLst/>
              </a:rPr>
              <a:t> </a:t>
            </a:r>
            <a:endParaRPr lang="en-US"/>
          </a:p>
        </p:txBody>
      </p:sp>
      <p:sp>
        <p:nvSpPr>
          <p:cNvPr id="55845" name="M365 chip 4 status">
            <a:extLst>
              <a:ext uri="{FF2B5EF4-FFF2-40B4-BE49-F238E27FC236}">
                <a16:creationId xmlns:a16="http://schemas.microsoft.com/office/drawing/2014/main" id="{D99A1BCE-0206-81B7-8509-0364FF1869F9}"/>
              </a:ext>
            </a:extLst>
          </p:cNvPr>
          <p:cNvSpPr/>
          <p:nvPr/>
        </p:nvSpPr>
        <p:spPr>
          <a:xfrm>
            <a:off x="8273490" y="5141976"/>
            <a:ext cx="116128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a:t>
            </a:r>
          </a:p>
          <a:p>
            <a:pPr algn="ctr">
              <a:buNone/>
            </a:pPr>
            <a:r>
              <a:rPr lang="en-US" sz="100">
                <a:effectLst/>
              </a:rPr>
              <a:t> </a:t>
            </a:r>
            <a:endParaRPr lang="en-US"/>
          </a:p>
        </p:txBody>
      </p:sp>
      <p:sp>
        <p:nvSpPr>
          <p:cNvPr id="55880" name="M365 chip 5 name">
            <a:extLst>
              <a:ext uri="{FF2B5EF4-FFF2-40B4-BE49-F238E27FC236}">
                <a16:creationId xmlns:a16="http://schemas.microsoft.com/office/drawing/2014/main" id="{477DB6C1-7C20-DFB8-5A03-A03C318DF020}"/>
              </a:ext>
            </a:extLst>
          </p:cNvPr>
          <p:cNvSpPr/>
          <p:nvPr/>
        </p:nvSpPr>
        <p:spPr>
          <a:xfrm>
            <a:off x="9903560" y="4654296"/>
            <a:ext cx="1648358"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FAF9F6"/>
                </a:solidFill>
                <a:effectLst/>
                <a:latin typeface="Arial" panose="020B0604020202020204" pitchFamily="34" charset="0"/>
              </a:rPr>
              <a:t>Teams review nudges</a:t>
            </a:r>
          </a:p>
          <a:p>
            <a:pPr algn="l">
              <a:buNone/>
            </a:pPr>
            <a:r>
              <a:rPr lang="en-US" sz="100">
                <a:effectLst/>
              </a:rPr>
              <a:t> </a:t>
            </a:r>
            <a:endParaRPr lang="en-US"/>
          </a:p>
        </p:txBody>
      </p:sp>
      <p:sp>
        <p:nvSpPr>
          <p:cNvPr id="55916" name="M365 chip 5 status">
            <a:extLst>
              <a:ext uri="{FF2B5EF4-FFF2-40B4-BE49-F238E27FC236}">
                <a16:creationId xmlns:a16="http://schemas.microsoft.com/office/drawing/2014/main" id="{18910FA0-F55F-EA8D-7237-6DB1DEC3C15C}"/>
              </a:ext>
            </a:extLst>
          </p:cNvPr>
          <p:cNvSpPr/>
          <p:nvPr/>
        </p:nvSpPr>
        <p:spPr>
          <a:xfrm>
            <a:off x="9995000" y="5141976"/>
            <a:ext cx="1143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ROADMAP</a:t>
            </a:r>
          </a:p>
          <a:p>
            <a:pPr algn="ctr">
              <a:buNone/>
            </a:pPr>
            <a:r>
              <a:rPr lang="en-US" sz="100">
                <a:effectLst/>
              </a:rPr>
              <a:t> </a:t>
            </a:r>
            <a:endParaRPr lang="en-US"/>
          </a:p>
        </p:txBody>
      </p:sp>
      <p:sp>
        <p:nvSpPr>
          <p:cNvPr id="55953" name="Microsoft 365 rule">
            <a:extLst>
              <a:ext uri="{FF2B5EF4-FFF2-40B4-BE49-F238E27FC236}">
                <a16:creationId xmlns:a16="http://schemas.microsoft.com/office/drawing/2014/main" id="{42E414A7-E7BD-9083-B1D1-00D2EED51F94}"/>
              </a:ext>
            </a:extLst>
          </p:cNvPr>
          <p:cNvSpPr/>
          <p:nvPr/>
        </p:nvSpPr>
        <p:spPr>
          <a:xfrm>
            <a:off x="2944368" y="5459312"/>
            <a:ext cx="86075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Microsoft 365 is for people and documents; the workbench stays the system of record.</a:t>
            </a:r>
          </a:p>
          <a:p>
            <a:pPr algn="l">
              <a:buNone/>
            </a:pPr>
            <a:r>
              <a:rPr lang="en-US" sz="100">
                <a:effectLst/>
              </a:rPr>
              <a:t> </a:t>
            </a:r>
            <a:endParaRPr lang="en-US"/>
          </a:p>
        </p:txBody>
      </p:sp>
      <p:sp xmlns:p="http://schemas.openxmlformats.org/presentationml/2006/main" xmlns:a="http://schemas.openxmlformats.org/drawingml/2006/main">
        <p:nvSpPr>
          <p:cNvPr id="900000" name="Story-15-historical-mvp-caption" descr="Historical MVP, 12-14 Oct; current staff sign-in/Graph acceptance outstanding."/>
          <p:cNvSpPr txBox="1"/>
          <p:nvPr/>
        </p:nvSpPr>
        <p:spPr>
          <a:xfrm>
            <a:off x="548640" y="5888736"/>
            <a:ext cx="11091672" cy="21945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Historical MVP, 12-14 Oct; current staff sign-in/Graph acceptance outstanding.</a:t>
            </a:r>
          </a:p>
        </p:txBody>
      </p:sp>
    </p:spTree>
    <p:extLst>
      <p:ext uri="{BB962C8B-B14F-4D97-AF65-F5344CB8AC3E}">
        <p14:creationId xmlns:p14="http://schemas.microsoft.com/office/powerpoint/2010/main" val="3162528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590" name="Eyebrow">
            <a:extLst>
              <a:ext uri="{FF2B5EF4-FFF2-40B4-BE49-F238E27FC236}">
                <a16:creationId xmlns:a16="http://schemas.microsoft.com/office/drawing/2014/main" id="{68E5CB15-FF48-8DC0-B55E-B8792D2DE0E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2592" name="Slide title">
            <a:extLst>
              <a:ext uri="{FF2B5EF4-FFF2-40B4-BE49-F238E27FC236}">
                <a16:creationId xmlns:a16="http://schemas.microsoft.com/office/drawing/2014/main" id="{60B5CDF0-92B6-8630-EFFA-1C6FA66BA2BF}"/>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AI where it earns its place:</a:t>
            </a:r>
          </a:p>
          <a:p>
            <a:pPr algn="l">
              <a:buNone/>
            </a:pPr>
            <a:r>
              <a:rPr lang="en-US" sz="3200" b="1">
                <a:solidFill>
                  <a:srgbClr val="173F35"/>
                </a:solidFill>
                <a:effectLst/>
                <a:latin typeface="Arial" panose="020B0604020202020204" pitchFamily="34" charset="0"/>
              </a:rPr>
              <a:t>five assistants, one workbench, people decide.</a:t>
            </a:r>
            <a:endParaRPr lang="en-US"/>
          </a:p>
        </p:txBody>
      </p:sp>
      <p:sp>
        <p:nvSpPr>
          <p:cNvPr id="52595" name="Footer sources">
            <a:extLst>
              <a:ext uri="{FF2B5EF4-FFF2-40B4-BE49-F238E27FC236}">
                <a16:creationId xmlns:a16="http://schemas.microsoft.com/office/drawing/2014/main" id="{C8610F2E-571E-20A6-C04E-7E0E35E36A1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AI placement view (E04, E09) · AMA Plan #104, #105, #106, #107, #214</a:t>
            </a:r>
          </a:p>
          <a:p>
            <a:pPr algn="l">
              <a:buNone/>
            </a:pPr>
            <a:r>
              <a:rPr lang="en-US" sz="100">
                <a:effectLst/>
              </a:rPr>
              <a:t> </a:t>
            </a:r>
            <a:endParaRPr lang="en-US"/>
          </a:p>
        </p:txBody>
      </p:sp>
      <p:sp>
        <p:nvSpPr>
          <p:cNvPr id="52599" name="Footer navigation">
            <a:extLst>
              <a:ext uri="{FF2B5EF4-FFF2-40B4-BE49-F238E27FC236}">
                <a16:creationId xmlns:a16="http://schemas.microsoft.com/office/drawing/2014/main" id="{BBDF7C06-8865-BDF5-7C38-AFDD9B1C5142}"/>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S15 · Answers: B04 · B11</a:t>
            </a:r>
          </a:p>
          <a:p>
            <a:pPr algn="r">
              <a:buNone/>
            </a:pPr>
            <a:r>
              <a:rPr lang="en-US" sz="100">
                <a:effectLst/>
              </a:rPr>
              <a:t> </a:t>
            </a:r>
            <a:endParaRPr lang="en-US"/>
          </a:p>
        </p:txBody>
      </p:sp>
      <p:sp>
        <p:nvSpPr>
          <p:cNvPr id="52604" name="Statement 1">
            <a:extLst>
              <a:ext uri="{FF2B5EF4-FFF2-40B4-BE49-F238E27FC236}">
                <a16:creationId xmlns:a16="http://schemas.microsoft.com/office/drawing/2014/main" id="{485ECB80-19A2-CBA0-E919-DD03B6BA2910}"/>
              </a:ext>
            </a:extLst>
          </p:cNvPr>
          <p:cNvSpPr/>
          <p:nvPr/>
        </p:nvSpPr>
        <p:spPr>
          <a:xfrm>
            <a:off x="548640" y="1926680"/>
            <a:ext cx="110947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Rules for policy and arithmetic · learned scoring for candidate choices · generative AI for drafts</a:t>
            </a:r>
          </a:p>
          <a:p>
            <a:pPr algn="l">
              <a:buNone/>
            </a:pPr>
            <a:r>
              <a:rPr lang="en-US" sz="100">
                <a:effectLst/>
              </a:rPr>
              <a:t> </a:t>
            </a:r>
            <a:endParaRPr lang="en-US"/>
          </a:p>
        </p:txBody>
      </p:sp>
      <p:sp>
        <p:nvSpPr>
          <p:cNvPr id="52610" name="Card Rules">
            <a:extLst>
              <a:ext uri="{FF2B5EF4-FFF2-40B4-BE49-F238E27FC236}">
                <a16:creationId xmlns:a16="http://schemas.microsoft.com/office/drawing/2014/main" id="{DCCC742F-2BCA-A38E-DA52-3A5838B42D9F}"/>
              </a:ext>
            </a:extLst>
          </p:cNvPr>
          <p:cNvSpPr/>
          <p:nvPr/>
        </p:nvSpPr>
        <p:spPr>
          <a:xfrm>
            <a:off x="548640" y="2450592"/>
            <a:ext cx="3545840" cy="13716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17" name="Rules title">
            <a:extLst>
              <a:ext uri="{FF2B5EF4-FFF2-40B4-BE49-F238E27FC236}">
                <a16:creationId xmlns:a16="http://schemas.microsoft.com/office/drawing/2014/main" id="{BA5738D9-D8CD-20FA-312F-7F880FA677C4}"/>
              </a:ext>
            </a:extLst>
          </p:cNvPr>
          <p:cNvSpPr/>
          <p:nvPr/>
        </p:nvSpPr>
        <p:spPr>
          <a:xfrm>
            <a:off x="621792" y="2524088"/>
            <a:ext cx="3399536"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Rules</a:t>
            </a:r>
          </a:p>
          <a:p>
            <a:pPr algn="l">
              <a:buNone/>
            </a:pPr>
            <a:r>
              <a:rPr lang="en-US" sz="100">
                <a:effectLst/>
              </a:rPr>
              <a:t> </a:t>
            </a:r>
            <a:endParaRPr lang="en-US"/>
          </a:p>
        </p:txBody>
      </p:sp>
      <p:sp>
        <p:nvSpPr>
          <p:cNvPr id="52625" name="Rules lines">
            <a:extLst>
              <a:ext uri="{FF2B5EF4-FFF2-40B4-BE49-F238E27FC236}">
                <a16:creationId xmlns:a16="http://schemas.microsoft.com/office/drawing/2014/main" id="{C87CF421-B2B2-DA4E-4C15-406866AB87B9}"/>
              </a:ext>
            </a:extLst>
          </p:cNvPr>
          <p:cNvSpPr/>
          <p:nvPr/>
        </p:nvSpPr>
        <p:spPr>
          <a:xfrm>
            <a:off x="62179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Known policy and arithmetic</a:t>
            </a:r>
          </a:p>
          <a:p>
            <a:pPr algn="l">
              <a:buNone/>
            </a:pPr>
            <a:r>
              <a:rPr lang="en-US" sz="1400">
                <a:solidFill>
                  <a:srgbClr val="173F35"/>
                </a:solidFill>
                <a:effectLst/>
                <a:latin typeface="Arial" panose="020B0604020202020204" pitchFamily="34" charset="0"/>
              </a:rPr>
              <a:t>Deterministic, fast and repeatable</a:t>
            </a:r>
            <a:endParaRPr lang="en-US"/>
          </a:p>
        </p:txBody>
      </p:sp>
      <p:sp>
        <p:nvSpPr>
          <p:cNvPr id="52634" name="Card Decision model">
            <a:extLst>
              <a:ext uri="{FF2B5EF4-FFF2-40B4-BE49-F238E27FC236}">
                <a16:creationId xmlns:a16="http://schemas.microsoft.com/office/drawing/2014/main" id="{4D25BB4D-1BBA-A5A8-87F7-FCD46BC41B0A}"/>
              </a:ext>
            </a:extLst>
          </p:cNvPr>
          <p:cNvSpPr/>
          <p:nvPr/>
        </p:nvSpPr>
        <p:spPr>
          <a:xfrm>
            <a:off x="4323080" y="2450592"/>
            <a:ext cx="3545840" cy="13716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44" name="Decision model title">
            <a:extLst>
              <a:ext uri="{FF2B5EF4-FFF2-40B4-BE49-F238E27FC236}">
                <a16:creationId xmlns:a16="http://schemas.microsoft.com/office/drawing/2014/main" id="{9DEBAD12-8FE8-696F-87F5-A5CC3345D0FA}"/>
              </a:ext>
            </a:extLst>
          </p:cNvPr>
          <p:cNvSpPr/>
          <p:nvPr/>
        </p:nvSpPr>
        <p:spPr>
          <a:xfrm>
            <a:off x="4396232" y="2524088"/>
            <a:ext cx="3399536"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Decision model</a:t>
            </a:r>
          </a:p>
          <a:p>
            <a:pPr algn="l">
              <a:buNone/>
            </a:pPr>
            <a:r>
              <a:rPr lang="en-US" sz="100">
                <a:effectLst/>
              </a:rPr>
              <a:t> </a:t>
            </a:r>
            <a:endParaRPr lang="en-US"/>
          </a:p>
        </p:txBody>
      </p:sp>
      <p:sp>
        <p:nvSpPr>
          <p:cNvPr id="52655" name="Decision model lines">
            <a:extLst>
              <a:ext uri="{FF2B5EF4-FFF2-40B4-BE49-F238E27FC236}">
                <a16:creationId xmlns:a16="http://schemas.microsoft.com/office/drawing/2014/main" id="{1EE60E45-A323-4A66-04E5-A0F26E246386}"/>
              </a:ext>
            </a:extLst>
          </p:cNvPr>
          <p:cNvSpPr/>
          <p:nvPr/>
        </p:nvSpPr>
        <p:spPr>
          <a:xfrm>
            <a:off x="439623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Chooses between supplied candidates</a:t>
            </a:r>
          </a:p>
          <a:p>
            <a:pPr algn="l">
              <a:buNone/>
            </a:pPr>
            <a:r>
              <a:rPr lang="en-US" sz="1400">
                <a:solidFill>
                  <a:srgbClr val="173F35"/>
                </a:solidFill>
                <a:effectLst/>
                <a:latin typeface="Arial" panose="020B0604020202020204" pitchFamily="34" charset="0"/>
              </a:rPr>
              <a:t>Scores them and can abstain</a:t>
            </a:r>
            <a:endParaRPr lang="en-US"/>
          </a:p>
        </p:txBody>
      </p:sp>
      <p:sp>
        <p:nvSpPr>
          <p:cNvPr id="52667" name="Card Generative AI">
            <a:extLst>
              <a:ext uri="{FF2B5EF4-FFF2-40B4-BE49-F238E27FC236}">
                <a16:creationId xmlns:a16="http://schemas.microsoft.com/office/drawing/2014/main" id="{F4F29BD5-ECD3-6964-5093-24C1FD52E1D3}"/>
              </a:ext>
            </a:extLst>
          </p:cNvPr>
          <p:cNvSpPr/>
          <p:nvPr/>
        </p:nvSpPr>
        <p:spPr>
          <a:xfrm>
            <a:off x="8097520" y="2450592"/>
            <a:ext cx="3545840" cy="137160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680" name="Generative AI title">
            <a:extLst>
              <a:ext uri="{FF2B5EF4-FFF2-40B4-BE49-F238E27FC236}">
                <a16:creationId xmlns:a16="http://schemas.microsoft.com/office/drawing/2014/main" id="{E7D86FBB-41F0-2783-535A-780D152900F6}"/>
              </a:ext>
            </a:extLst>
          </p:cNvPr>
          <p:cNvSpPr/>
          <p:nvPr/>
        </p:nvSpPr>
        <p:spPr>
          <a:xfrm>
            <a:off x="8646160" y="2524088"/>
            <a:ext cx="292404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Generative AI</a:t>
            </a:r>
          </a:p>
          <a:p>
            <a:pPr algn="l">
              <a:buNone/>
            </a:pPr>
            <a:r>
              <a:rPr lang="en-US" sz="100">
                <a:effectLst/>
              </a:rPr>
              <a:t> </a:t>
            </a:r>
            <a:endParaRPr lang="en-US"/>
          </a:p>
        </p:txBody>
      </p:sp>
      <p:sp>
        <p:nvSpPr>
          <p:cNvPr id="52694" name="Generative AI lines">
            <a:extLst>
              <a:ext uri="{FF2B5EF4-FFF2-40B4-BE49-F238E27FC236}">
                <a16:creationId xmlns:a16="http://schemas.microsoft.com/office/drawing/2014/main" id="{61E5D5B0-ADE7-F6B3-F72A-B2B659C35741}"/>
              </a:ext>
            </a:extLst>
          </p:cNvPr>
          <p:cNvSpPr/>
          <p:nvPr/>
        </p:nvSpPr>
        <p:spPr>
          <a:xfrm>
            <a:off x="8170672" y="3044952"/>
            <a:ext cx="3399536"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Explains evidence, drafts letters</a:t>
            </a:r>
          </a:p>
          <a:p>
            <a:pPr algn="l">
              <a:buNone/>
            </a:pPr>
            <a:r>
              <a:rPr lang="en-US" sz="1400">
                <a:solidFill>
                  <a:srgbClr val="173F35"/>
                </a:solidFill>
                <a:effectLst/>
                <a:latin typeface="Arial" panose="020B0604020202020204" pitchFamily="34" charset="0"/>
              </a:rPr>
              <a:t>Writes a cited draft</a:t>
            </a:r>
            <a:endParaRPr lang="en-US"/>
          </a:p>
        </p:txBody>
      </p:sp>
      <p:sp>
        <p:nvSpPr>
          <p:cNvPr id="52709" name="Statement 2">
            <a:extLst>
              <a:ext uri="{FF2B5EF4-FFF2-40B4-BE49-F238E27FC236}">
                <a16:creationId xmlns:a16="http://schemas.microsoft.com/office/drawing/2014/main" id="{305CFD68-E643-84C9-B29A-BC480A35C14A}"/>
              </a:ext>
            </a:extLst>
          </p:cNvPr>
          <p:cNvSpPr/>
          <p:nvPr/>
        </p:nvSpPr>
        <p:spPr>
          <a:xfrm>
            <a:off x="548640" y="3862160"/>
            <a:ext cx="91440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Five assistants on one proposal service: prioritise, assess, fund, coordinate, check quality</a:t>
            </a:r>
          </a:p>
          <a:p>
            <a:pPr algn="l">
              <a:buNone/>
            </a:pPr>
            <a:r>
              <a:rPr lang="en-US" sz="100">
                <a:effectLst/>
              </a:rPr>
              <a:t> </a:t>
            </a:r>
            <a:endParaRPr lang="en-US"/>
          </a:p>
        </p:txBody>
      </p:sp>
      <p:sp>
        <p:nvSpPr>
          <p:cNvPr id="52725" name="Building pill">
            <a:extLst>
              <a:ext uri="{FF2B5EF4-FFF2-40B4-BE49-F238E27FC236}">
                <a16:creationId xmlns:a16="http://schemas.microsoft.com/office/drawing/2014/main" id="{77B4AA23-669B-F99B-6F31-6811014CB057}"/>
              </a:ext>
            </a:extLst>
          </p:cNvPr>
          <p:cNvSpPr/>
          <p:nvPr/>
        </p:nvSpPr>
        <p:spPr>
          <a:xfrm>
            <a:off x="9896856" y="3954780"/>
            <a:ext cx="17465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BUILDING #107</a:t>
            </a:r>
          </a:p>
          <a:p>
            <a:pPr algn="ctr">
              <a:buNone/>
            </a:pPr>
            <a:r>
              <a:rPr lang="en-US" sz="100">
                <a:effectLst/>
              </a:rPr>
              <a:t> </a:t>
            </a:r>
            <a:endParaRPr lang="en-US"/>
          </a:p>
        </p:txBody>
      </p:sp>
      <p:sp>
        <p:nvSpPr>
          <p:cNvPr id="52742" name="Proposal service rail">
            <a:extLst>
              <a:ext uri="{FF2B5EF4-FFF2-40B4-BE49-F238E27FC236}">
                <a16:creationId xmlns:a16="http://schemas.microsoft.com/office/drawing/2014/main" id="{C4882B06-CEBE-7AC1-0A12-6FAE139A09E8}"/>
              </a:ext>
            </a:extLst>
          </p:cNvPr>
          <p:cNvSpPr/>
          <p:nvPr/>
        </p:nvSpPr>
        <p:spPr>
          <a:xfrm>
            <a:off x="548640" y="4389120"/>
            <a:ext cx="9528048" cy="932688"/>
          </a:xfrm>
          <a:prstGeom prst="homePlate">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760" name="Assistant Prioritisation">
            <a:extLst>
              <a:ext uri="{FF2B5EF4-FFF2-40B4-BE49-F238E27FC236}">
                <a16:creationId xmlns:a16="http://schemas.microsoft.com/office/drawing/2014/main" id="{40FBBB7E-AC51-7E92-AE3A-8C8E5F9F3C96}"/>
              </a:ext>
            </a:extLst>
          </p:cNvPr>
          <p:cNvSpPr/>
          <p:nvPr/>
        </p:nvSpPr>
        <p:spPr>
          <a:xfrm>
            <a:off x="67665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Prioritisation</a:t>
            </a:r>
          </a:p>
          <a:p>
            <a:pPr algn="ctr">
              <a:buNone/>
            </a:pPr>
            <a:r>
              <a:rPr lang="en-US" sz="100">
                <a:effectLst/>
              </a:rPr>
              <a:t> </a:t>
            </a:r>
            <a:endParaRPr lang="en-US"/>
          </a:p>
        </p:txBody>
      </p:sp>
      <p:sp>
        <p:nvSpPr>
          <p:cNvPr id="52779" name="Assistant Assessment">
            <a:extLst>
              <a:ext uri="{FF2B5EF4-FFF2-40B4-BE49-F238E27FC236}">
                <a16:creationId xmlns:a16="http://schemas.microsoft.com/office/drawing/2014/main" id="{617A7457-1A5B-B5C4-8F6B-53401CB2B553}"/>
              </a:ext>
            </a:extLst>
          </p:cNvPr>
          <p:cNvSpPr/>
          <p:nvPr/>
        </p:nvSpPr>
        <p:spPr>
          <a:xfrm>
            <a:off x="2467051"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52799" name="Assistant Funding evidence">
            <a:extLst>
              <a:ext uri="{FF2B5EF4-FFF2-40B4-BE49-F238E27FC236}">
                <a16:creationId xmlns:a16="http://schemas.microsoft.com/office/drawing/2014/main" id="{EDA495B2-4765-2E48-99A5-107A6206C8C9}"/>
              </a:ext>
            </a:extLst>
          </p:cNvPr>
          <p:cNvSpPr/>
          <p:nvPr/>
        </p:nvSpPr>
        <p:spPr>
          <a:xfrm>
            <a:off x="425744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Funding evidence</a:t>
            </a:r>
          </a:p>
          <a:p>
            <a:pPr algn="ctr">
              <a:buNone/>
            </a:pPr>
            <a:r>
              <a:rPr lang="en-US" sz="100">
                <a:effectLst/>
              </a:rPr>
              <a:t> </a:t>
            </a:r>
            <a:endParaRPr lang="en-US"/>
          </a:p>
        </p:txBody>
      </p:sp>
      <p:sp>
        <p:nvSpPr>
          <p:cNvPr id="52820" name="Assistant Coordination">
            <a:extLst>
              <a:ext uri="{FF2B5EF4-FFF2-40B4-BE49-F238E27FC236}">
                <a16:creationId xmlns:a16="http://schemas.microsoft.com/office/drawing/2014/main" id="{3622B57B-CD5E-B22D-D1F2-70CE569726EA}"/>
              </a:ext>
            </a:extLst>
          </p:cNvPr>
          <p:cNvSpPr/>
          <p:nvPr/>
        </p:nvSpPr>
        <p:spPr>
          <a:xfrm>
            <a:off x="6047841"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Coordination</a:t>
            </a:r>
          </a:p>
          <a:p>
            <a:pPr algn="ctr">
              <a:buNone/>
            </a:pPr>
            <a:r>
              <a:rPr lang="en-US" sz="100">
                <a:effectLst/>
              </a:rPr>
              <a:t> </a:t>
            </a:r>
            <a:endParaRPr lang="en-US"/>
          </a:p>
        </p:txBody>
      </p:sp>
      <p:sp>
        <p:nvSpPr>
          <p:cNvPr id="52842" name="Assistant Quality evidence">
            <a:extLst>
              <a:ext uri="{FF2B5EF4-FFF2-40B4-BE49-F238E27FC236}">
                <a16:creationId xmlns:a16="http://schemas.microsoft.com/office/drawing/2014/main" id="{B8B70083-ED78-43B8-76A3-8D2BF0C43B1C}"/>
              </a:ext>
            </a:extLst>
          </p:cNvPr>
          <p:cNvSpPr/>
          <p:nvPr/>
        </p:nvSpPr>
        <p:spPr>
          <a:xfrm>
            <a:off x="7838236" y="4498848"/>
            <a:ext cx="1680667" cy="347472"/>
          </a:xfrm>
          <a:prstGeom prst="round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300" b="1">
                <a:solidFill>
                  <a:srgbClr val="173F35"/>
                </a:solidFill>
                <a:effectLst/>
                <a:latin typeface="Arial" panose="020B0604020202020204" pitchFamily="34" charset="0"/>
              </a:rPr>
              <a:t>Quality evidence</a:t>
            </a:r>
          </a:p>
          <a:p>
            <a:pPr algn="ctr">
              <a:buNone/>
            </a:pPr>
            <a:r>
              <a:rPr lang="en-US" sz="100">
                <a:effectLst/>
              </a:rPr>
              <a:t> </a:t>
            </a:r>
            <a:endParaRPr lang="en-US"/>
          </a:p>
        </p:txBody>
      </p:sp>
      <p:sp>
        <p:nvSpPr>
          <p:cNvPr id="52865" name="Rail label">
            <a:extLst>
              <a:ext uri="{FF2B5EF4-FFF2-40B4-BE49-F238E27FC236}">
                <a16:creationId xmlns:a16="http://schemas.microsoft.com/office/drawing/2014/main" id="{EA2FDA95-F0F1-AEB9-FD83-AB4C160E600C}"/>
              </a:ext>
            </a:extLst>
          </p:cNvPr>
          <p:cNvSpPr/>
          <p:nvPr/>
        </p:nvSpPr>
        <p:spPr>
          <a:xfrm>
            <a:off x="585216" y="4837520"/>
            <a:ext cx="410174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FAF9F6"/>
                </a:solidFill>
                <a:effectLst/>
                <a:latin typeface="Arial" panose="020B0604020202020204" pitchFamily="34" charset="0"/>
              </a:rPr>
              <a:t>One proposal service · workflow-only fallback</a:t>
            </a:r>
          </a:p>
          <a:p>
            <a:pPr algn="l">
              <a:buNone/>
            </a:pPr>
            <a:r>
              <a:rPr lang="en-US" sz="100">
                <a:effectLst/>
              </a:rPr>
              <a:t> </a:t>
            </a:r>
            <a:endParaRPr lang="en-US"/>
          </a:p>
        </p:txBody>
      </p:sp>
      <p:sp>
        <p:nvSpPr>
          <p:cNvPr id="52889" name="Delivered pill">
            <a:extLst>
              <a:ext uri="{FF2B5EF4-FFF2-40B4-BE49-F238E27FC236}">
                <a16:creationId xmlns:a16="http://schemas.microsoft.com/office/drawing/2014/main" id="{782F9A13-7632-0610-549A-3896617503DC}"/>
              </a:ext>
            </a:extLst>
          </p:cNvPr>
          <p:cNvSpPr/>
          <p:nvPr/>
        </p:nvSpPr>
        <p:spPr>
          <a:xfrm>
            <a:off x="4796686" y="4914900"/>
            <a:ext cx="23408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DELIVERED #105 #106</a:t>
            </a:r>
          </a:p>
          <a:p>
            <a:pPr algn="ctr">
              <a:buNone/>
            </a:pPr>
            <a:r>
              <a:rPr lang="en-US" sz="100">
                <a:effectLst/>
              </a:rPr>
              <a:t> </a:t>
            </a:r>
            <a:endParaRPr lang="en-US"/>
          </a:p>
        </p:txBody>
      </p:sp>
      <p:sp>
        <p:nvSpPr>
          <p:cNvPr id="52914" name="Gate disc">
            <a:extLst>
              <a:ext uri="{FF2B5EF4-FFF2-40B4-BE49-F238E27FC236}">
                <a16:creationId xmlns:a16="http://schemas.microsoft.com/office/drawing/2014/main" id="{A7A04E04-72D5-9EF8-6C79-029CD3207D23}"/>
              </a:ext>
            </a:extLst>
          </p:cNvPr>
          <p:cNvSpPr/>
          <p:nvPr/>
        </p:nvSpPr>
        <p:spPr>
          <a:xfrm>
            <a:off x="10204704" y="4434840"/>
            <a:ext cx="841248" cy="841248"/>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940" name="Gate label">
            <a:extLst>
              <a:ext uri="{FF2B5EF4-FFF2-40B4-BE49-F238E27FC236}">
                <a16:creationId xmlns:a16="http://schemas.microsoft.com/office/drawing/2014/main" id="{5C63FED8-B47C-306B-3681-E9419D055FC1}"/>
              </a:ext>
            </a:extLst>
          </p:cNvPr>
          <p:cNvSpPr/>
          <p:nvPr/>
        </p:nvSpPr>
        <p:spPr>
          <a:xfrm>
            <a:off x="9710928" y="5330952"/>
            <a:ext cx="18288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Accept / reject</a:t>
            </a:r>
          </a:p>
          <a:p>
            <a:pPr algn="ctr">
              <a:buNone/>
            </a:pPr>
            <a:r>
              <a:rPr lang="en-US" sz="1400" b="1">
                <a:solidFill>
                  <a:srgbClr val="173F35"/>
                </a:solidFill>
                <a:effectLst/>
                <a:latin typeface="Arial" panose="020B0604020202020204" pitchFamily="34" charset="0"/>
              </a:rPr>
              <a:t>with reason</a:t>
            </a:r>
            <a:endParaRPr lang="en-US"/>
          </a:p>
        </p:txBody>
      </p:sp>
      <p:sp>
        <p:nvSpPr>
          <p:cNvPr id="52967" name="Statement 3">
            <a:extLst>
              <a:ext uri="{FF2B5EF4-FFF2-40B4-BE49-F238E27FC236}">
                <a16:creationId xmlns:a16="http://schemas.microsoft.com/office/drawing/2014/main" id="{F70B6219-03B8-8B34-6A0E-49604420CD7D}"/>
              </a:ext>
            </a:extLst>
          </p:cNvPr>
          <p:cNvSpPr/>
          <p:nvPr/>
        </p:nvSpPr>
        <p:spPr>
          <a:xfrm>
            <a:off x="548640" y="5343488"/>
            <a:ext cx="68580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Every suggestion is accepted or rejected with a reason</a:t>
            </a:r>
          </a:p>
          <a:p>
            <a:pPr algn="l">
              <a:buNone/>
            </a:pPr>
            <a:r>
              <a:rPr lang="en-US" sz="100">
                <a:effectLst/>
              </a:rPr>
              <a:t> </a:t>
            </a:r>
            <a:endParaRPr lang="en-US"/>
          </a:p>
        </p:txBody>
      </p:sp>
      <p:pic>
        <p:nvPicPr>
          <p:cNvPr id="52968" name="Azure OpenAI icon" descr="Azure OpenAI icon (official Azure icon)">
            <a:extLst>
              <a:ext uri="{FF2B5EF4-FFF2-40B4-BE49-F238E27FC236}">
                <a16:creationId xmlns:a16="http://schemas.microsoft.com/office/drawing/2014/main" id="{75ECE118-507E-E291-BC73-26F94FCC2276}"/>
              </a:ext>
            </a:extLst>
          </p:cNvPr>
          <p:cNvPicPr>
            <a:picLocks noChangeAspect="1"/>
          </p:cNvPicPr>
          <p:nvPr/>
        </p:nvPicPr>
        <p:blipFill>
          <a:blip r:embed="rId3"/>
          <a:stretch>
            <a:fillRect/>
          </a:stretch>
        </p:blipFill>
        <p:spPr>
          <a:xfrm>
            <a:off x="8262112" y="2615184"/>
            <a:ext cx="384048" cy="384048"/>
          </a:xfrm>
          <a:prstGeom prst="rect">
            <a:avLst/>
          </a:prstGeom>
        </p:spPr>
      </p:pic>
      <p:pic>
        <p:nvPicPr>
          <p:cNvPr id="52969" name="Gate icon" descr="Approval gate icon">
            <a:extLst>
              <a:ext uri="{FF2B5EF4-FFF2-40B4-BE49-F238E27FC236}">
                <a16:creationId xmlns:a16="http://schemas.microsoft.com/office/drawing/2014/main" id="{454FF3F0-B91D-8AE7-D1AF-BBF55222DA65}"/>
              </a:ext>
            </a:extLst>
          </p:cNvPr>
          <p:cNvPicPr>
            <a:picLocks noChangeAspect="1"/>
          </p:cNvPicPr>
          <p:nvPr/>
        </p:nvPicPr>
        <p:blipFill>
          <a:blip r:embed="rId4"/>
          <a:stretch>
            <a:fillRect/>
          </a:stretch>
        </p:blipFill>
        <p:spPr>
          <a:xfrm>
            <a:off x="10351008" y="4581144"/>
            <a:ext cx="548640" cy="548640"/>
          </a:xfrm>
          <a:prstGeom prst="rect">
            <a:avLst/>
          </a:prstGeom>
        </p:spPr>
      </p:pic>
    </p:spTree>
    <p:extLst>
      <p:ext uri="{BB962C8B-B14F-4D97-AF65-F5344CB8AC3E}">
        <p14:creationId xmlns:p14="http://schemas.microsoft.com/office/powerpoint/2010/main" val="266176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5966" name="Eyebrow">
            <a:extLst>
              <a:ext uri="{FF2B5EF4-FFF2-40B4-BE49-F238E27FC236}">
                <a16:creationId xmlns:a16="http://schemas.microsoft.com/office/drawing/2014/main" id="{AAA73CC0-345A-5DBC-7B0F-E8C56A43E66B}"/>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5968" name="Slide title">
            <a:extLst>
              <a:ext uri="{FF2B5EF4-FFF2-40B4-BE49-F238E27FC236}">
                <a16:creationId xmlns:a16="http://schemas.microsoft.com/office/drawing/2014/main" id="{A2538438-B304-218A-F349-E37605D6D46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5971" name="Footer sources">
            <a:extLst>
              <a:ext uri="{FF2B5EF4-FFF2-40B4-BE49-F238E27FC236}">
                <a16:creationId xmlns:a16="http://schemas.microsoft.com/office/drawing/2014/main" id="{E44B5BCF-80BC-6F07-D14B-A16B3B940CC5}"/>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5975" name="Footer navigation">
            <a:extLst>
              <a:ext uri="{FF2B5EF4-FFF2-40B4-BE49-F238E27FC236}">
                <a16:creationId xmlns:a16="http://schemas.microsoft.com/office/drawing/2014/main" id="{A5235A33-B091-8688-3BD4-B923343F606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5980" name="Card staff browser">
            <a:extLst>
              <a:ext uri="{FF2B5EF4-FFF2-40B4-BE49-F238E27FC236}">
                <a16:creationId xmlns:a16="http://schemas.microsoft.com/office/drawing/2014/main" id="{DC979B01-2E17-BC07-5213-E292E71294D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86" name="Card Container Apps API">
            <a:extLst>
              <a:ext uri="{FF2B5EF4-FFF2-40B4-BE49-F238E27FC236}">
                <a16:creationId xmlns:a16="http://schemas.microsoft.com/office/drawing/2014/main" id="{590E2C6F-0AF2-8066-34F2-93F827DCDFD0}"/>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93" name="Card Azure SQL">
            <a:extLst>
              <a:ext uri="{FF2B5EF4-FFF2-40B4-BE49-F238E27FC236}">
                <a16:creationId xmlns:a16="http://schemas.microsoft.com/office/drawing/2014/main" id="{128F3044-B2EC-B2A3-9A70-D93218E1D9B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01" name="Card Azure Blob">
            <a:extLst>
              <a:ext uri="{FF2B5EF4-FFF2-40B4-BE49-F238E27FC236}">
                <a16:creationId xmlns:a16="http://schemas.microsoft.com/office/drawing/2014/main" id="{D20081C8-7AC4-9A34-F7DD-E482AD672205}"/>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10" name="Scoped model calls zone">
            <a:extLst>
              <a:ext uri="{FF2B5EF4-FFF2-40B4-BE49-F238E27FC236}">
                <a16:creationId xmlns:a16="http://schemas.microsoft.com/office/drawing/2014/main" id="{B19C2637-E27F-507C-ACAE-C469CF852175}"/>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20" name="Card Azure OpenAI">
            <a:extLst>
              <a:ext uri="{FF2B5EF4-FFF2-40B4-BE49-F238E27FC236}">
                <a16:creationId xmlns:a16="http://schemas.microsoft.com/office/drawing/2014/main" id="{5324DB1B-867A-C6E4-A55F-27A84570E92C}"/>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31" name="Card Decision 1">
            <a:extLst>
              <a:ext uri="{FF2B5EF4-FFF2-40B4-BE49-F238E27FC236}">
                <a16:creationId xmlns:a16="http://schemas.microsoft.com/office/drawing/2014/main" id="{19A3F976-8CE9-AF43-1D87-6BA7990E042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43" name="Arrow browser to API">
            <a:extLst>
              <a:ext uri="{FF2B5EF4-FFF2-40B4-BE49-F238E27FC236}">
                <a16:creationId xmlns:a16="http://schemas.microsoft.com/office/drawing/2014/main" id="{57FA41BA-5EC8-A6A4-D071-708CF2624D6E}"/>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56" name="Arrow API to data">
            <a:extLst>
              <a:ext uri="{FF2B5EF4-FFF2-40B4-BE49-F238E27FC236}">
                <a16:creationId xmlns:a16="http://schemas.microsoft.com/office/drawing/2014/main" id="{7BC58E2E-7F79-7D9F-A166-BD49643F7A4C}"/>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70" name="Arrow API to model calls">
            <a:extLst>
              <a:ext uri="{FF2B5EF4-FFF2-40B4-BE49-F238E27FC236}">
                <a16:creationId xmlns:a16="http://schemas.microsoft.com/office/drawing/2014/main" id="{C7F40F72-C9CA-E3C0-1FF9-0E71353569A6}"/>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85" name="Browser text">
            <a:extLst>
              <a:ext uri="{FF2B5EF4-FFF2-40B4-BE49-F238E27FC236}">
                <a16:creationId xmlns:a16="http://schemas.microsoft.com/office/drawing/2014/main" id="{687CECAB-D171-73D8-8B3C-538AEE8F5D6A}"/>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101" name="API title">
            <a:extLst>
              <a:ext uri="{FF2B5EF4-FFF2-40B4-BE49-F238E27FC236}">
                <a16:creationId xmlns:a16="http://schemas.microsoft.com/office/drawing/2014/main" id="{84AE2C80-08D0-C2A5-C410-03BDF53A22F0}"/>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118" name="API body">
            <a:extLst>
              <a:ext uri="{FF2B5EF4-FFF2-40B4-BE49-F238E27FC236}">
                <a16:creationId xmlns:a16="http://schemas.microsoft.com/office/drawing/2014/main" id="{82FF1EF2-FDD2-F939-2566-8BAB51C18246}"/>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218" name="Model zone label">
            <a:extLst>
              <a:ext uri="{FF2B5EF4-FFF2-40B4-BE49-F238E27FC236}">
                <a16:creationId xmlns:a16="http://schemas.microsoft.com/office/drawing/2014/main" id="{D6FC0720-828B-88EA-BEB8-56D35113439F}"/>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6241" name="Azure OpenAI text">
            <a:extLst>
              <a:ext uri="{FF2B5EF4-FFF2-40B4-BE49-F238E27FC236}">
                <a16:creationId xmlns:a16="http://schemas.microsoft.com/office/drawing/2014/main" id="{65305AD2-3B41-8196-B798-8072ABA1F9D5}"/>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6265" name="Decision 1 text">
            <a:extLst>
              <a:ext uri="{FF2B5EF4-FFF2-40B4-BE49-F238E27FC236}">
                <a16:creationId xmlns:a16="http://schemas.microsoft.com/office/drawing/2014/main" id="{989186AA-BF7C-F834-B88F-765A07D4C130}"/>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pic>
        <p:nvPicPr>
          <p:cNvPr id="66266" name="Azure Container Apps icon" descr="Azure Container Apps icon (official Azure icon)">
            <a:extLst>
              <a:ext uri="{FF2B5EF4-FFF2-40B4-BE49-F238E27FC236}">
                <a16:creationId xmlns:a16="http://schemas.microsoft.com/office/drawing/2014/main" id="{B542BDA5-2AC3-3010-819C-4B7ED5506A83}"/>
              </a:ext>
            </a:extLst>
          </p:cNvPr>
          <p:cNvPicPr>
            <a:picLocks noChangeAspect="1"/>
          </p:cNvPicPr>
          <p:nvPr/>
        </p:nvPicPr>
        <p:blipFill>
          <a:blip r:embed="rId3"/>
          <a:stretch>
            <a:fillRect/>
          </a:stretch>
        </p:blipFill>
        <p:spPr>
          <a:xfrm>
            <a:off x="4946904" y="3246120"/>
            <a:ext cx="384048" cy="384048"/>
          </a:xfrm>
          <a:prstGeom prst="rect">
            <a:avLst/>
          </a:prstGeom>
        </p:spPr>
      </p:pic>
      <p:pic>
        <p:nvPicPr>
          <p:cNvPr id="66267" name="Azure SQL icon" descr="Azure SQL icon (official Azure icon)">
            <a:extLst>
              <a:ext uri="{FF2B5EF4-FFF2-40B4-BE49-F238E27FC236}">
                <a16:creationId xmlns:a16="http://schemas.microsoft.com/office/drawing/2014/main" id="{8508ECC8-3C6D-DFE5-42C0-3B9D46303A5F}"/>
              </a:ext>
            </a:extLst>
          </p:cNvPr>
          <p:cNvPicPr>
            <a:picLocks noChangeAspect="1"/>
          </p:cNvPicPr>
          <p:nvPr/>
        </p:nvPicPr>
        <p:blipFill>
          <a:blip r:embed="rId4"/>
          <a:stretch>
            <a:fillRect/>
          </a:stretch>
        </p:blipFill>
        <p:spPr>
          <a:xfrm>
            <a:off x="7461593" y="3059430"/>
            <a:ext cx="320040" cy="320040"/>
          </a:xfrm>
          <a:prstGeom prst="rect">
            <a:avLst/>
          </a:prstGeom>
        </p:spPr>
      </p:pic>
      <p:pic>
        <p:nvPicPr>
          <p:cNvPr id="66268" name="Azure Storage (Blob) icon" descr="Azure Storage (Blob) icon (official Azure icon)">
            <a:extLst>
              <a:ext uri="{FF2B5EF4-FFF2-40B4-BE49-F238E27FC236}">
                <a16:creationId xmlns:a16="http://schemas.microsoft.com/office/drawing/2014/main" id="{41652622-A693-BCC9-2E67-7E20D0FFE61A}"/>
              </a:ext>
            </a:extLst>
          </p:cNvPr>
          <p:cNvPicPr>
            <a:picLocks noChangeAspect="1"/>
          </p:cNvPicPr>
          <p:nvPr/>
        </p:nvPicPr>
        <p:blipFill>
          <a:blip r:embed="rId5"/>
          <a:stretch>
            <a:fillRect/>
          </a:stretch>
        </p:blipFill>
        <p:spPr>
          <a:xfrm>
            <a:off x="9112619" y="3059430"/>
            <a:ext cx="320040" cy="320040"/>
          </a:xfrm>
          <a:prstGeom prst="rect">
            <a:avLst/>
          </a:prstGeom>
        </p:spPr>
      </p:pic>
      <p:pic>
        <p:nvPicPr>
          <p:cNvPr id="66269" name="Azure OpenAI icon" descr="Azure OpenAI icon (official Azure icon)">
            <a:extLst>
              <a:ext uri="{FF2B5EF4-FFF2-40B4-BE49-F238E27FC236}">
                <a16:creationId xmlns:a16="http://schemas.microsoft.com/office/drawing/2014/main" id="{02E0B182-F372-A6D2-6FC8-48B885587052}"/>
              </a:ext>
            </a:extLst>
          </p:cNvPr>
          <p:cNvPicPr>
            <a:picLocks noChangeAspect="1"/>
          </p:cNvPicPr>
          <p:nvPr/>
        </p:nvPicPr>
        <p:blipFill>
          <a:blip r:embed="rId6"/>
          <a:stretch>
            <a:fillRect/>
          </a:stretch>
        </p:blipFill>
        <p:spPr>
          <a:xfrm>
            <a:off x="4178166" y="4730496"/>
            <a:ext cx="384048" cy="384048"/>
          </a:xfrm>
          <a:prstGeom prst="rect">
            <a:avLst/>
          </a:prstGeom>
        </p:spPr>
      </p:pic>
      <p:sp>
        <p:nvSpPr>
          <p:cNvPr id="67267" name="Azure SQL text">
            <a:extLst>
              <a:ext uri="{FF2B5EF4-FFF2-40B4-BE49-F238E27FC236}">
                <a16:creationId xmlns:a16="http://schemas.microsoft.com/office/drawing/2014/main" id="{B1CA1FFB-1C5A-F35B-8873-010DF4ADE6A6}"/>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69" name="Azure Blob text">
            <a:extLst>
              <a:ext uri="{FF2B5EF4-FFF2-40B4-BE49-F238E27FC236}">
                <a16:creationId xmlns:a16="http://schemas.microsoft.com/office/drawing/2014/main" id="{D8DC6089-6347-8A03-CEE9-A64DB74168EE}"/>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Tree>
    <p:extLst>
      <p:ext uri="{BB962C8B-B14F-4D97-AF65-F5344CB8AC3E}">
        <p14:creationId xmlns:p14="http://schemas.microsoft.com/office/powerpoint/2010/main" val="29789757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6270" name="Eyebrow">
            <a:extLst>
              <a:ext uri="{FF2B5EF4-FFF2-40B4-BE49-F238E27FC236}">
                <a16:creationId xmlns:a16="http://schemas.microsoft.com/office/drawing/2014/main" id="{405288C7-2035-BD9F-5736-7ECEDB00B251}"/>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6272" name="Slide title">
            <a:extLst>
              <a:ext uri="{FF2B5EF4-FFF2-40B4-BE49-F238E27FC236}">
                <a16:creationId xmlns:a16="http://schemas.microsoft.com/office/drawing/2014/main" id="{FF7EC53C-EC6A-2801-5E8A-8D5AFB3E46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6275" name="Footer sources">
            <a:extLst>
              <a:ext uri="{FF2B5EF4-FFF2-40B4-BE49-F238E27FC236}">
                <a16:creationId xmlns:a16="http://schemas.microsoft.com/office/drawing/2014/main" id="{F509940C-7F4D-1FAB-C5D9-C9DDE4B009FC}"/>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6279" name="Footer navigation">
            <a:extLst>
              <a:ext uri="{FF2B5EF4-FFF2-40B4-BE49-F238E27FC236}">
                <a16:creationId xmlns:a16="http://schemas.microsoft.com/office/drawing/2014/main" id="{983CA842-F69B-180D-4533-72920443292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6284" name="Legend">
            <a:extLst>
              <a:ext uri="{FF2B5EF4-FFF2-40B4-BE49-F238E27FC236}">
                <a16:creationId xmlns:a16="http://schemas.microsoft.com/office/drawing/2014/main" id="{BDF8D7F7-BD74-1AFB-451C-8C882038863E}"/>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6290" name="Region public edge">
            <a:extLst>
              <a:ext uri="{FF2B5EF4-FFF2-40B4-BE49-F238E27FC236}">
                <a16:creationId xmlns:a16="http://schemas.microsoft.com/office/drawing/2014/main" id="{BB13514F-9A4C-C2E3-FBB5-90A517B82A15}"/>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297" name="Region Entra ID">
            <a:extLst>
              <a:ext uri="{FF2B5EF4-FFF2-40B4-BE49-F238E27FC236}">
                <a16:creationId xmlns:a16="http://schemas.microsoft.com/office/drawing/2014/main" id="{E53138B4-8686-28A5-66CA-D34A0749D7AC}"/>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05" name="Region private network">
            <a:extLst>
              <a:ext uri="{FF2B5EF4-FFF2-40B4-BE49-F238E27FC236}">
                <a16:creationId xmlns:a16="http://schemas.microsoft.com/office/drawing/2014/main" id="{7746EB88-4E27-280D-6563-DDC30533F539}"/>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14" name="Card staff browser">
            <a:extLst>
              <a:ext uri="{FF2B5EF4-FFF2-40B4-BE49-F238E27FC236}">
                <a16:creationId xmlns:a16="http://schemas.microsoft.com/office/drawing/2014/main" id="{C66BFEB6-3DB8-24B5-5CC4-38C461F0821E}"/>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24" name="Card Container Apps API">
            <a:extLst>
              <a:ext uri="{FF2B5EF4-FFF2-40B4-BE49-F238E27FC236}">
                <a16:creationId xmlns:a16="http://schemas.microsoft.com/office/drawing/2014/main" id="{2599C042-F58E-D9D7-526A-5233AD774FD1}"/>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35" name="Card Azure SQL">
            <a:extLst>
              <a:ext uri="{FF2B5EF4-FFF2-40B4-BE49-F238E27FC236}">
                <a16:creationId xmlns:a16="http://schemas.microsoft.com/office/drawing/2014/main" id="{EA541CD9-6F72-CFFE-B052-AE207082072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47" name="Card Azure Blob">
            <a:extLst>
              <a:ext uri="{FF2B5EF4-FFF2-40B4-BE49-F238E27FC236}">
                <a16:creationId xmlns:a16="http://schemas.microsoft.com/office/drawing/2014/main" id="{60195E23-CB8E-76B1-7D79-FAC5F7DF6C1F}"/>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60" name="Card Key Vault">
            <a:extLst>
              <a:ext uri="{FF2B5EF4-FFF2-40B4-BE49-F238E27FC236}">
                <a16:creationId xmlns:a16="http://schemas.microsoft.com/office/drawing/2014/main" id="{A5EE0BB3-1A82-568D-4F01-0667E92D0021}"/>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74" name="Card Operate">
            <a:extLst>
              <a:ext uri="{FF2B5EF4-FFF2-40B4-BE49-F238E27FC236}">
                <a16:creationId xmlns:a16="http://schemas.microsoft.com/office/drawing/2014/main" id="{71A39DED-7522-BA27-C66F-74217AA9369F}"/>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89" name="Scoped model calls zone">
            <a:extLst>
              <a:ext uri="{FF2B5EF4-FFF2-40B4-BE49-F238E27FC236}">
                <a16:creationId xmlns:a16="http://schemas.microsoft.com/office/drawing/2014/main" id="{E391B81F-049A-09CE-160A-F5A71785E7DE}"/>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05" name="Card Azure OpenAI">
            <a:extLst>
              <a:ext uri="{FF2B5EF4-FFF2-40B4-BE49-F238E27FC236}">
                <a16:creationId xmlns:a16="http://schemas.microsoft.com/office/drawing/2014/main" id="{31980D45-0BC8-5CFA-F76B-B991FE10F14D}"/>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22" name="Card Decision 1">
            <a:extLst>
              <a:ext uri="{FF2B5EF4-FFF2-40B4-BE49-F238E27FC236}">
                <a16:creationId xmlns:a16="http://schemas.microsoft.com/office/drawing/2014/main" id="{8D7AD373-AA47-B10F-60EA-1CD56B8E45D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40" name="Arrow browser to API">
            <a:extLst>
              <a:ext uri="{FF2B5EF4-FFF2-40B4-BE49-F238E27FC236}">
                <a16:creationId xmlns:a16="http://schemas.microsoft.com/office/drawing/2014/main" id="{ABD1F61E-647C-995D-A05F-563B22736F5F}"/>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59" name="Arrow API to data">
            <a:extLst>
              <a:ext uri="{FF2B5EF4-FFF2-40B4-BE49-F238E27FC236}">
                <a16:creationId xmlns:a16="http://schemas.microsoft.com/office/drawing/2014/main" id="{1D5C0C54-1DC6-DB19-627B-C4054BDD25CE}"/>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79" name="Arrow API to model calls">
            <a:extLst>
              <a:ext uri="{FF2B5EF4-FFF2-40B4-BE49-F238E27FC236}">
                <a16:creationId xmlns:a16="http://schemas.microsoft.com/office/drawing/2014/main" id="{0415C898-4F2F-90C8-C3A0-B855BF23A761}"/>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500" name="Edge label">
            <a:extLst>
              <a:ext uri="{FF2B5EF4-FFF2-40B4-BE49-F238E27FC236}">
                <a16:creationId xmlns:a16="http://schemas.microsoft.com/office/drawing/2014/main" id="{FEEF25AA-0DDE-CA98-AD55-0074CF7654EA}"/>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6522" name="Edge text">
            <a:extLst>
              <a:ext uri="{FF2B5EF4-FFF2-40B4-BE49-F238E27FC236}">
                <a16:creationId xmlns:a16="http://schemas.microsoft.com/office/drawing/2014/main" id="{B1D1BDFD-DD4C-9B00-9FC5-A3ED742228F5}"/>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6545" name="Chip edge designed">
            <a:extLst>
              <a:ext uri="{FF2B5EF4-FFF2-40B4-BE49-F238E27FC236}">
                <a16:creationId xmlns:a16="http://schemas.microsoft.com/office/drawing/2014/main" id="{CBCBA464-773E-5863-AF5C-E9C2A07DD712}"/>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6569" name="Entra label">
            <a:extLst>
              <a:ext uri="{FF2B5EF4-FFF2-40B4-BE49-F238E27FC236}">
                <a16:creationId xmlns:a16="http://schemas.microsoft.com/office/drawing/2014/main" id="{89B77736-A44F-6D98-95A2-D228673CC4B5}"/>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6594" name="Chip Entra live">
            <a:extLst>
              <a:ext uri="{FF2B5EF4-FFF2-40B4-BE49-F238E27FC236}">
                <a16:creationId xmlns:a16="http://schemas.microsoft.com/office/drawing/2014/main" id="{CEBFD3F2-90A2-F4E9-35A7-1DE8BD06858F}"/>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6620" name="Entra captions">
            <a:extLst>
              <a:ext uri="{FF2B5EF4-FFF2-40B4-BE49-F238E27FC236}">
                <a16:creationId xmlns:a16="http://schemas.microsoft.com/office/drawing/2014/main" id="{AC85A465-F53B-8C0A-768D-257F708EA53A}"/>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6647" name="Browser text">
            <a:extLst>
              <a:ext uri="{FF2B5EF4-FFF2-40B4-BE49-F238E27FC236}">
                <a16:creationId xmlns:a16="http://schemas.microsoft.com/office/drawing/2014/main" id="{9116597A-2ACB-06BB-F3B2-2C38FC71A43C}"/>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675" name="API title">
            <a:extLst>
              <a:ext uri="{FF2B5EF4-FFF2-40B4-BE49-F238E27FC236}">
                <a16:creationId xmlns:a16="http://schemas.microsoft.com/office/drawing/2014/main" id="{9C60FEC0-D99F-99CB-62A4-49EEC0DEA2F9}"/>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704" name="API body">
            <a:extLst>
              <a:ext uri="{FF2B5EF4-FFF2-40B4-BE49-F238E27FC236}">
                <a16:creationId xmlns:a16="http://schemas.microsoft.com/office/drawing/2014/main" id="{EA4DE891-DAF8-2C0D-EAF9-17EE10D19A2C}"/>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734" name="VNet label">
            <a:extLst>
              <a:ext uri="{FF2B5EF4-FFF2-40B4-BE49-F238E27FC236}">
                <a16:creationId xmlns:a16="http://schemas.microsoft.com/office/drawing/2014/main" id="{14DE9361-2750-5D2C-20DD-3847EF5BEE91}"/>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6765" name="Chip VNet configured">
            <a:extLst>
              <a:ext uri="{FF2B5EF4-FFF2-40B4-BE49-F238E27FC236}">
                <a16:creationId xmlns:a16="http://schemas.microsoft.com/office/drawing/2014/main" id="{B2AE7407-8511-761E-38A2-2D09C8CC181F}"/>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6797" name="VNet caption">
            <a:extLst>
              <a:ext uri="{FF2B5EF4-FFF2-40B4-BE49-F238E27FC236}">
                <a16:creationId xmlns:a16="http://schemas.microsoft.com/office/drawing/2014/main" id="{E8417AAE-B901-4DFA-AC3F-33753E8F9373}"/>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7049" name="Operate text">
            <a:extLst>
              <a:ext uri="{FF2B5EF4-FFF2-40B4-BE49-F238E27FC236}">
                <a16:creationId xmlns:a16="http://schemas.microsoft.com/office/drawing/2014/main" id="{D5DF60A9-289F-8083-B197-54D24DC8AC3D}"/>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7089" name="Model zone label">
            <a:extLst>
              <a:ext uri="{FF2B5EF4-FFF2-40B4-BE49-F238E27FC236}">
                <a16:creationId xmlns:a16="http://schemas.microsoft.com/office/drawing/2014/main" id="{CDE96196-E9E3-E5DC-543B-ECBF3C0B15A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7130" name="Azure OpenAI text">
            <a:extLst>
              <a:ext uri="{FF2B5EF4-FFF2-40B4-BE49-F238E27FC236}">
                <a16:creationId xmlns:a16="http://schemas.microsoft.com/office/drawing/2014/main" id="{998D5ACD-DB97-E90A-EA15-8C67BD516648}"/>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7172" name="Decision 1 text">
            <a:extLst>
              <a:ext uri="{FF2B5EF4-FFF2-40B4-BE49-F238E27FC236}">
                <a16:creationId xmlns:a16="http://schemas.microsoft.com/office/drawing/2014/main" id="{6E834BCB-EF1E-746D-E743-720DA8FAE5D2}"/>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7215" name="Statement 1">
            <a:extLst>
              <a:ext uri="{FF2B5EF4-FFF2-40B4-BE49-F238E27FC236}">
                <a16:creationId xmlns:a16="http://schemas.microsoft.com/office/drawing/2014/main" id="{E49DD370-9FFF-699A-42FC-D4DF20301E55}"/>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7259" name="Statement 2">
            <a:extLst>
              <a:ext uri="{FF2B5EF4-FFF2-40B4-BE49-F238E27FC236}">
                <a16:creationId xmlns:a16="http://schemas.microsoft.com/office/drawing/2014/main" id="{7BDB3404-EEDF-9923-2FA2-F295D43D5643}"/>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pic>
        <p:nvPicPr>
          <p:cNvPr id="67260" name="Microsoft Entra ID icon" descr="Microsoft Entra ID icon (official Azure icon)">
            <a:extLst>
              <a:ext uri="{FF2B5EF4-FFF2-40B4-BE49-F238E27FC236}">
                <a16:creationId xmlns:a16="http://schemas.microsoft.com/office/drawing/2014/main" id="{7863C26F-80C7-F4F4-7B40-B0A2B1D88344}"/>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7261" name="Azure Container Apps icon" descr="Azure Container Apps icon (official Azure icon)">
            <a:extLst>
              <a:ext uri="{FF2B5EF4-FFF2-40B4-BE49-F238E27FC236}">
                <a16:creationId xmlns:a16="http://schemas.microsoft.com/office/drawing/2014/main" id="{F07F0F1E-3BD1-AAF9-8B1B-3136B8DA3796}"/>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7262" name="Azure SQL icon" descr="Azure SQL icon (official Azure icon)">
            <a:extLst>
              <a:ext uri="{FF2B5EF4-FFF2-40B4-BE49-F238E27FC236}">
                <a16:creationId xmlns:a16="http://schemas.microsoft.com/office/drawing/2014/main" id="{46B2A522-DCF4-A1F6-D7ED-DD172A056040}"/>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7263" name="Azure Storage (Blob) icon" descr="Azure Storage (Blob) icon (official Azure icon)">
            <a:extLst>
              <a:ext uri="{FF2B5EF4-FFF2-40B4-BE49-F238E27FC236}">
                <a16:creationId xmlns:a16="http://schemas.microsoft.com/office/drawing/2014/main" id="{07F04C6E-5573-6445-5A12-3EAD41F190FA}"/>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7264" name="Azure Key Vault icon" descr="Azure Key Vault icon (official Azure icon)">
            <a:extLst>
              <a:ext uri="{FF2B5EF4-FFF2-40B4-BE49-F238E27FC236}">
                <a16:creationId xmlns:a16="http://schemas.microsoft.com/office/drawing/2014/main" id="{686E7391-EFB9-4569-B3EF-133EE05C0C89}"/>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7265" name="Azure Monitor icon" descr="Azure Monitor icon (official Azure icon)">
            <a:extLst>
              <a:ext uri="{FF2B5EF4-FFF2-40B4-BE49-F238E27FC236}">
                <a16:creationId xmlns:a16="http://schemas.microsoft.com/office/drawing/2014/main" id="{338EFB03-8D75-8CDB-C62F-8039FB6BF38A}"/>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7266" name="Azure OpenAI icon" descr="Azure OpenAI icon (official Azure icon)">
            <a:extLst>
              <a:ext uri="{FF2B5EF4-FFF2-40B4-BE49-F238E27FC236}">
                <a16:creationId xmlns:a16="http://schemas.microsoft.com/office/drawing/2014/main" id="{46BC22AC-E4B2-A0CC-846F-45ABF757354E}"/>
              </a:ext>
            </a:extLst>
          </p:cNvPr>
          <p:cNvPicPr>
            <a:picLocks noChangeAspect="1"/>
          </p:cNvPicPr>
          <p:nvPr/>
        </p:nvPicPr>
        <p:blipFill>
          <a:blip r:embed="rId9"/>
          <a:stretch>
            <a:fillRect/>
          </a:stretch>
        </p:blipFill>
        <p:spPr>
          <a:xfrm>
            <a:off x="4178166" y="4730496"/>
            <a:ext cx="384048" cy="384048"/>
          </a:xfrm>
          <a:prstGeom prst="rect">
            <a:avLst/>
          </a:prstGeom>
        </p:spPr>
      </p:pic>
      <p:sp>
        <p:nvSpPr>
          <p:cNvPr id="67270" name="Azure SQL text">
            <a:extLst>
              <a:ext uri="{FF2B5EF4-FFF2-40B4-BE49-F238E27FC236}">
                <a16:creationId xmlns:a16="http://schemas.microsoft.com/office/drawing/2014/main" id="{BEF058B0-B6D3-AC57-00BF-F8354CCF43DF}"/>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2" name="Azure Blob text">
            <a:extLst>
              <a:ext uri="{FF2B5EF4-FFF2-40B4-BE49-F238E27FC236}">
                <a16:creationId xmlns:a16="http://schemas.microsoft.com/office/drawing/2014/main" id="{0663453D-79C0-3D42-992B-958195CA84A0}"/>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75" name="Key Vault text">
            <a:extLst>
              <a:ext uri="{FF2B5EF4-FFF2-40B4-BE49-F238E27FC236}">
                <a16:creationId xmlns:a16="http://schemas.microsoft.com/office/drawing/2014/main" id="{08BB5101-402C-3300-6812-B6C8C0CE2082}"/>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spTree>
    <p:extLst>
      <p:ext uri="{BB962C8B-B14F-4D97-AF65-F5344CB8AC3E}">
        <p14:creationId xmlns:p14="http://schemas.microsoft.com/office/powerpoint/2010/main" val="1448202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4065" name="Eyebrow">
            <a:extLst>
              <a:ext uri="{FF2B5EF4-FFF2-40B4-BE49-F238E27FC236}">
                <a16:creationId xmlns:a16="http://schemas.microsoft.com/office/drawing/2014/main" id="{14C624DB-6073-DE37-6844-6CD8309C33E0}"/>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4067" name="Slide title">
            <a:extLst>
              <a:ext uri="{FF2B5EF4-FFF2-40B4-BE49-F238E27FC236}">
                <a16:creationId xmlns:a16="http://schemas.microsoft.com/office/drawing/2014/main" id="{07180045-1E50-D356-B692-4B835EB33F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4070" name="Footer sources">
            <a:extLst>
              <a:ext uri="{FF2B5EF4-FFF2-40B4-BE49-F238E27FC236}">
                <a16:creationId xmlns:a16="http://schemas.microsoft.com/office/drawing/2014/main" id="{9E01ADCC-E937-5EDF-584C-A4917C57AF00}"/>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ADR 0002/0003 · infra/main.bicep · PRD NFR-003 · #441 (assessment) · AMA Plan #80, #102, #143</a:t>
            </a:r>
          </a:p>
          <a:p>
            <a:pPr algn="l">
              <a:buNone/>
            </a:pPr>
            <a:r>
              <a:rPr lang="en-US" sz="100">
                <a:effectLst/>
              </a:rPr>
              <a:t> </a:t>
            </a:r>
            <a:endParaRPr lang="en-US"/>
          </a:p>
        </p:txBody>
      </p:sp>
      <p:sp>
        <p:nvSpPr>
          <p:cNvPr id="64074" name="Footer navigation">
            <a:extLst>
              <a:ext uri="{FF2B5EF4-FFF2-40B4-BE49-F238E27FC236}">
                <a16:creationId xmlns:a16="http://schemas.microsoft.com/office/drawing/2014/main" id="{C14B958C-AA76-9195-4F59-E7EADA4C65F9}"/>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4079" name="Legend">
            <a:extLst>
              <a:ext uri="{FF2B5EF4-FFF2-40B4-BE49-F238E27FC236}">
                <a16:creationId xmlns:a16="http://schemas.microsoft.com/office/drawing/2014/main" id="{807217D8-2B98-B67C-EE07-45EE0415FEC8}"/>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4085" name="Region public edge">
            <a:extLst>
              <a:ext uri="{FF2B5EF4-FFF2-40B4-BE49-F238E27FC236}">
                <a16:creationId xmlns:a16="http://schemas.microsoft.com/office/drawing/2014/main" id="{88DC3D05-D322-596D-B734-A40AF813C4D6}"/>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92" name="Region Entra ID">
            <a:extLst>
              <a:ext uri="{FF2B5EF4-FFF2-40B4-BE49-F238E27FC236}">
                <a16:creationId xmlns:a16="http://schemas.microsoft.com/office/drawing/2014/main" id="{7C265752-78D2-59C5-E615-05506FD9C0B2}"/>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0" name="Region private network">
            <a:extLst>
              <a:ext uri="{FF2B5EF4-FFF2-40B4-BE49-F238E27FC236}">
                <a16:creationId xmlns:a16="http://schemas.microsoft.com/office/drawing/2014/main" id="{A560EFD6-11F2-1755-06D6-848ACAA4DDC0}"/>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9" name="M365 band">
            <a:extLst>
              <a:ext uri="{FF2B5EF4-FFF2-40B4-BE49-F238E27FC236}">
                <a16:creationId xmlns:a16="http://schemas.microsoft.com/office/drawing/2014/main" id="{FE3AAB70-A382-110C-8C0C-A0CB05C3B43E}"/>
              </a:ext>
            </a:extLst>
          </p:cNvPr>
          <p:cNvSpPr/>
          <p:nvPr/>
        </p:nvSpPr>
        <p:spPr>
          <a:xfrm>
            <a:off x="548640" y="1810512"/>
            <a:ext cx="11094720" cy="384048"/>
          </a:xfrm>
          <a:prstGeom prst="rect">
            <a:avLst/>
          </a:prstGeom>
          <a:solidFill>
            <a:srgbClr val="FFFFFF"/>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19" name="Card staff browser">
            <a:extLst>
              <a:ext uri="{FF2B5EF4-FFF2-40B4-BE49-F238E27FC236}">
                <a16:creationId xmlns:a16="http://schemas.microsoft.com/office/drawing/2014/main" id="{5AE2FDB1-0D68-5172-CC08-6291CC2765B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30" name="Card Container Apps API">
            <a:extLst>
              <a:ext uri="{FF2B5EF4-FFF2-40B4-BE49-F238E27FC236}">
                <a16:creationId xmlns:a16="http://schemas.microsoft.com/office/drawing/2014/main" id="{E0EF79D5-56A4-D6AA-9144-AD78D612393A}"/>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42" name="Card Azure SQL">
            <a:extLst>
              <a:ext uri="{FF2B5EF4-FFF2-40B4-BE49-F238E27FC236}">
                <a16:creationId xmlns:a16="http://schemas.microsoft.com/office/drawing/2014/main" id="{C2413DC9-5B8A-FB09-536F-C247E8CFA26C}"/>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55" name="Card Azure Blob">
            <a:extLst>
              <a:ext uri="{FF2B5EF4-FFF2-40B4-BE49-F238E27FC236}">
                <a16:creationId xmlns:a16="http://schemas.microsoft.com/office/drawing/2014/main" id="{8D4C98A3-41EC-9248-D2D3-9E343D0C4524}"/>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69" name="Card Key Vault">
            <a:extLst>
              <a:ext uri="{FF2B5EF4-FFF2-40B4-BE49-F238E27FC236}">
                <a16:creationId xmlns:a16="http://schemas.microsoft.com/office/drawing/2014/main" id="{1AADF71C-BF9C-78BC-2E24-1F8120D3BC16}"/>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84" name="Card Operate">
            <a:extLst>
              <a:ext uri="{FF2B5EF4-FFF2-40B4-BE49-F238E27FC236}">
                <a16:creationId xmlns:a16="http://schemas.microsoft.com/office/drawing/2014/main" id="{418B25FE-0CDF-BB4D-06D6-3B71B9B6809E}"/>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00" name="Card Excel import">
            <a:extLst>
              <a:ext uri="{FF2B5EF4-FFF2-40B4-BE49-F238E27FC236}">
                <a16:creationId xmlns:a16="http://schemas.microsoft.com/office/drawing/2014/main" id="{BB3BA928-24B1-DF5E-4ACC-A04AA6D1F82D}"/>
              </a:ext>
            </a:extLst>
          </p:cNvPr>
          <p:cNvSpPr/>
          <p:nvPr/>
        </p:nvSpPr>
        <p:spPr>
          <a:xfrm>
            <a:off x="548640" y="4282440"/>
            <a:ext cx="2560320" cy="926592"/>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17" name="Scoped model calls zone">
            <a:extLst>
              <a:ext uri="{FF2B5EF4-FFF2-40B4-BE49-F238E27FC236}">
                <a16:creationId xmlns:a16="http://schemas.microsoft.com/office/drawing/2014/main" id="{330CA031-6580-D61F-E8B2-7AE6EB5E579A}"/>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35" name="Card Azure OpenAI">
            <a:extLst>
              <a:ext uri="{FF2B5EF4-FFF2-40B4-BE49-F238E27FC236}">
                <a16:creationId xmlns:a16="http://schemas.microsoft.com/office/drawing/2014/main" id="{61016974-5212-D0D5-9D91-553ABBE31B0B}"/>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54" name="Card Decision 1">
            <a:extLst>
              <a:ext uri="{FF2B5EF4-FFF2-40B4-BE49-F238E27FC236}">
                <a16:creationId xmlns:a16="http://schemas.microsoft.com/office/drawing/2014/main" id="{28A2B5C1-7B2E-1A85-35C1-E14FD2FCF75C}"/>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74" name="Card Exports">
            <a:extLst>
              <a:ext uri="{FF2B5EF4-FFF2-40B4-BE49-F238E27FC236}">
                <a16:creationId xmlns:a16="http://schemas.microsoft.com/office/drawing/2014/main" id="{7AB4337E-94FB-FC9A-4718-32D3AC62D19D}"/>
              </a:ext>
            </a:extLst>
          </p:cNvPr>
          <p:cNvSpPr/>
          <p:nvPr/>
        </p:nvSpPr>
        <p:spPr>
          <a:xfrm>
            <a:off x="8031480" y="4471416"/>
            <a:ext cx="3611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95" name="Arrow browser to API">
            <a:extLst>
              <a:ext uri="{FF2B5EF4-FFF2-40B4-BE49-F238E27FC236}">
                <a16:creationId xmlns:a16="http://schemas.microsoft.com/office/drawing/2014/main" id="{83F914D3-02AB-98D5-0E60-BC682C245E9A}"/>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17" name="Arrow API to data">
            <a:extLst>
              <a:ext uri="{FF2B5EF4-FFF2-40B4-BE49-F238E27FC236}">
                <a16:creationId xmlns:a16="http://schemas.microsoft.com/office/drawing/2014/main" id="{70ED7AF7-A4EE-3ACF-B01C-3DFF32216A1B}"/>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40" name="Arrow API to model calls">
            <a:extLst>
              <a:ext uri="{FF2B5EF4-FFF2-40B4-BE49-F238E27FC236}">
                <a16:creationId xmlns:a16="http://schemas.microsoft.com/office/drawing/2014/main" id="{07A7A165-7AC8-229C-80A3-0EECA65F3263}"/>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64" name="Arrow import to API">
            <a:extLst>
              <a:ext uri="{FF2B5EF4-FFF2-40B4-BE49-F238E27FC236}">
                <a16:creationId xmlns:a16="http://schemas.microsoft.com/office/drawing/2014/main" id="{EA370E2F-BF4D-7DBE-8B8A-2DBD9DFFA0A8}"/>
              </a:ext>
            </a:extLst>
          </p:cNvPr>
          <p:cNvSpPr/>
          <p:nvPr/>
        </p:nvSpPr>
        <p:spPr>
          <a:xfrm rot="20712305">
            <a:off x="3135134" y="4134612"/>
            <a:ext cx="1730732"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89" name="Arrow data to exports">
            <a:extLst>
              <a:ext uri="{FF2B5EF4-FFF2-40B4-BE49-F238E27FC236}">
                <a16:creationId xmlns:a16="http://schemas.microsoft.com/office/drawing/2014/main" id="{83AB8832-38DB-ECA1-892F-80F98714F3FB}"/>
              </a:ext>
            </a:extLst>
          </p:cNvPr>
          <p:cNvSpPr/>
          <p:nvPr/>
        </p:nvSpPr>
        <p:spPr>
          <a:xfrm>
            <a:off x="9723120" y="4233672"/>
            <a:ext cx="228600" cy="19202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415" name="Edge label">
            <a:extLst>
              <a:ext uri="{FF2B5EF4-FFF2-40B4-BE49-F238E27FC236}">
                <a16:creationId xmlns:a16="http://schemas.microsoft.com/office/drawing/2014/main" id="{30D230B5-DFEC-9C27-B73A-FC2AF516EFE7}"/>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4442" name="Edge text">
            <a:extLst>
              <a:ext uri="{FF2B5EF4-FFF2-40B4-BE49-F238E27FC236}">
                <a16:creationId xmlns:a16="http://schemas.microsoft.com/office/drawing/2014/main" id="{A920B7F7-6809-0440-185C-C343FC83E5A1}"/>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4470" name="Chip edge designed">
            <a:extLst>
              <a:ext uri="{FF2B5EF4-FFF2-40B4-BE49-F238E27FC236}">
                <a16:creationId xmlns:a16="http://schemas.microsoft.com/office/drawing/2014/main" id="{F40DF30E-368D-9AF1-53FC-FB39F33F21F5}"/>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4499" name="Entra label">
            <a:extLst>
              <a:ext uri="{FF2B5EF4-FFF2-40B4-BE49-F238E27FC236}">
                <a16:creationId xmlns:a16="http://schemas.microsoft.com/office/drawing/2014/main" id="{527B5A0B-8F6C-540E-BA70-DBFBF2C8FA12}"/>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4529" name="Chip Entra live">
            <a:extLst>
              <a:ext uri="{FF2B5EF4-FFF2-40B4-BE49-F238E27FC236}">
                <a16:creationId xmlns:a16="http://schemas.microsoft.com/office/drawing/2014/main" id="{BC28763E-8CBC-14AA-AD58-C26D8C60407B}"/>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4560" name="Entra captions">
            <a:extLst>
              <a:ext uri="{FF2B5EF4-FFF2-40B4-BE49-F238E27FC236}">
                <a16:creationId xmlns:a16="http://schemas.microsoft.com/office/drawing/2014/main" id="{4B019E08-C170-FDDD-E594-8C93440249B6}"/>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4592" name="Browser text">
            <a:extLst>
              <a:ext uri="{FF2B5EF4-FFF2-40B4-BE49-F238E27FC236}">
                <a16:creationId xmlns:a16="http://schemas.microsoft.com/office/drawing/2014/main" id="{FEB6AF39-D8D0-34F7-1E2F-7AFF05A078E0}"/>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4625" name="API title">
            <a:extLst>
              <a:ext uri="{FF2B5EF4-FFF2-40B4-BE49-F238E27FC236}">
                <a16:creationId xmlns:a16="http://schemas.microsoft.com/office/drawing/2014/main" id="{C3AA626E-A221-94E0-DFF1-BFB4B02F3ECB}"/>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4659" name="API body">
            <a:extLst>
              <a:ext uri="{FF2B5EF4-FFF2-40B4-BE49-F238E27FC236}">
                <a16:creationId xmlns:a16="http://schemas.microsoft.com/office/drawing/2014/main" id="{D078919B-9F37-76F8-E4B8-D436C3F34F33}"/>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4694" name="VNet label">
            <a:extLst>
              <a:ext uri="{FF2B5EF4-FFF2-40B4-BE49-F238E27FC236}">
                <a16:creationId xmlns:a16="http://schemas.microsoft.com/office/drawing/2014/main" id="{87E70114-D8E1-4779-468D-8446C0C585B7}"/>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4730" name="Chip VNet configured">
            <a:extLst>
              <a:ext uri="{FF2B5EF4-FFF2-40B4-BE49-F238E27FC236}">
                <a16:creationId xmlns:a16="http://schemas.microsoft.com/office/drawing/2014/main" id="{966A4737-5F64-639B-CD1D-0B338146C02A}"/>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4767" name="VNet caption">
            <a:extLst>
              <a:ext uri="{FF2B5EF4-FFF2-40B4-BE49-F238E27FC236}">
                <a16:creationId xmlns:a16="http://schemas.microsoft.com/office/drawing/2014/main" id="{F891F9DD-F8B1-9D72-75EB-A9C1808F460F}"/>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5054" name="Operate text">
            <a:extLst>
              <a:ext uri="{FF2B5EF4-FFF2-40B4-BE49-F238E27FC236}">
                <a16:creationId xmlns:a16="http://schemas.microsoft.com/office/drawing/2014/main" id="{DBA97E48-1CDD-F27E-8734-8CB5E5F22088}"/>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5099" name="Import text">
            <a:extLst>
              <a:ext uri="{FF2B5EF4-FFF2-40B4-BE49-F238E27FC236}">
                <a16:creationId xmlns:a16="http://schemas.microsoft.com/office/drawing/2014/main" id="{7BEB4108-5AB9-C492-9C51-AC1D217827FC}"/>
              </a:ext>
            </a:extLst>
          </p:cNvPr>
          <p:cNvSpPr/>
          <p:nvPr/>
        </p:nvSpPr>
        <p:spPr>
          <a:xfrm>
            <a:off x="941832" y="4337304"/>
            <a:ext cx="2203704"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Excel and CSV import</a:t>
            </a:r>
          </a:p>
          <a:p>
            <a:pPr algn="l">
              <a:buNone/>
            </a:pPr>
            <a:r>
              <a:rPr lang="en-US" sz="1200">
                <a:solidFill>
                  <a:srgbClr val="173F35"/>
                </a:solidFill>
                <a:effectLst/>
                <a:latin typeface="Arial" panose="020B0604020202020204" pitchFamily="34" charset="0"/>
              </a:rPr>
              <a:t>preview, validate, quarantine</a:t>
            </a:r>
            <a:endParaRPr lang="en-US"/>
          </a:p>
        </p:txBody>
      </p:sp>
      <p:sp>
        <p:nvSpPr>
          <p:cNvPr id="65145" name="Chip import designed">
            <a:extLst>
              <a:ext uri="{FF2B5EF4-FFF2-40B4-BE49-F238E27FC236}">
                <a16:creationId xmlns:a16="http://schemas.microsoft.com/office/drawing/2014/main" id="{552DF66D-B786-1EFF-FA38-7F4AF11615D9}"/>
              </a:ext>
            </a:extLst>
          </p:cNvPr>
          <p:cNvSpPr/>
          <p:nvPr/>
        </p:nvSpPr>
        <p:spPr>
          <a:xfrm>
            <a:off x="1033272" y="4834128"/>
            <a:ext cx="19751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FR-029</a:t>
            </a:r>
          </a:p>
          <a:p>
            <a:pPr algn="ctr">
              <a:buNone/>
            </a:pPr>
            <a:r>
              <a:rPr lang="en-US" sz="100">
                <a:effectLst/>
              </a:rPr>
              <a:t> </a:t>
            </a:r>
            <a:endParaRPr lang="en-US"/>
          </a:p>
        </p:txBody>
      </p:sp>
      <p:sp>
        <p:nvSpPr>
          <p:cNvPr id="65192" name="Model zone label">
            <a:extLst>
              <a:ext uri="{FF2B5EF4-FFF2-40B4-BE49-F238E27FC236}">
                <a16:creationId xmlns:a16="http://schemas.microsoft.com/office/drawing/2014/main" id="{05CAA288-729F-9C10-D880-55CB1AD8B7E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5240" name="Azure OpenAI text">
            <a:extLst>
              <a:ext uri="{FF2B5EF4-FFF2-40B4-BE49-F238E27FC236}">
                <a16:creationId xmlns:a16="http://schemas.microsoft.com/office/drawing/2014/main" id="{77E73AC7-543C-CA3E-A74A-4634BBDB4314}"/>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5289" name="Decision 1 text">
            <a:extLst>
              <a:ext uri="{FF2B5EF4-FFF2-40B4-BE49-F238E27FC236}">
                <a16:creationId xmlns:a16="http://schemas.microsoft.com/office/drawing/2014/main" id="{410330AA-5EEE-AA55-94CB-B4D9027A8A41}"/>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5339" name="Exports title">
            <a:extLst>
              <a:ext uri="{FF2B5EF4-FFF2-40B4-BE49-F238E27FC236}">
                <a16:creationId xmlns:a16="http://schemas.microsoft.com/office/drawing/2014/main" id="{978C53F7-A00E-F87B-8718-908E3390DB96}"/>
              </a:ext>
            </a:extLst>
          </p:cNvPr>
          <p:cNvSpPr/>
          <p:nvPr/>
        </p:nvSpPr>
        <p:spPr>
          <a:xfrm>
            <a:off x="8013192" y="4412324"/>
            <a:ext cx="854001"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Exports</a:t>
            </a:r>
          </a:p>
          <a:p>
            <a:pPr algn="l">
              <a:buNone/>
            </a:pPr>
            <a:r>
              <a:rPr lang="en-US" sz="100">
                <a:effectLst/>
              </a:rPr>
              <a:t> </a:t>
            </a:r>
            <a:endParaRPr lang="en-US"/>
          </a:p>
        </p:txBody>
      </p:sp>
      <p:sp>
        <p:nvSpPr>
          <p:cNvPr id="65390" name="Exports body">
            <a:extLst>
              <a:ext uri="{FF2B5EF4-FFF2-40B4-BE49-F238E27FC236}">
                <a16:creationId xmlns:a16="http://schemas.microsoft.com/office/drawing/2014/main" id="{15D4BFCB-2CA3-8160-541B-F3D991FF97C0}"/>
              </a:ext>
            </a:extLst>
          </p:cNvPr>
          <p:cNvSpPr/>
          <p:nvPr/>
        </p:nvSpPr>
        <p:spPr>
          <a:xfrm>
            <a:off x="8748321" y="4436708"/>
            <a:ext cx="2931615"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Excel/CSV, progress packs, evidence</a:t>
            </a:r>
          </a:p>
          <a:p>
            <a:pPr algn="l">
              <a:buNone/>
            </a:pPr>
            <a:r>
              <a:rPr lang="en-US" sz="100">
                <a:effectLst/>
              </a:rPr>
              <a:t> </a:t>
            </a:r>
            <a:endParaRPr lang="en-US"/>
          </a:p>
        </p:txBody>
      </p:sp>
      <p:sp>
        <p:nvSpPr>
          <p:cNvPr id="65442" name="Chip exports DESIGNED · FR-030">
            <a:extLst>
              <a:ext uri="{FF2B5EF4-FFF2-40B4-BE49-F238E27FC236}">
                <a16:creationId xmlns:a16="http://schemas.microsoft.com/office/drawing/2014/main" id="{3B4821C9-E356-F311-C5D9-0BFD56529F3D}"/>
              </a:ext>
            </a:extLst>
          </p:cNvPr>
          <p:cNvSpPr/>
          <p:nvPr/>
        </p:nvSpPr>
        <p:spPr>
          <a:xfrm>
            <a:off x="8104632" y="4876800"/>
            <a:ext cx="17465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65495" name="Chip exports DELIVERED · #102">
            <a:extLst>
              <a:ext uri="{FF2B5EF4-FFF2-40B4-BE49-F238E27FC236}">
                <a16:creationId xmlns:a16="http://schemas.microsoft.com/office/drawing/2014/main" id="{725DEFA3-F69C-2048-C0EF-38F1147C209C}"/>
              </a:ext>
            </a:extLst>
          </p:cNvPr>
          <p:cNvSpPr/>
          <p:nvPr/>
        </p:nvSpPr>
        <p:spPr>
          <a:xfrm>
            <a:off x="9906000" y="4876800"/>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DELIVERED · #102</a:t>
            </a:r>
          </a:p>
          <a:p>
            <a:pPr algn="ctr">
              <a:buNone/>
            </a:pPr>
            <a:r>
              <a:rPr lang="en-US" sz="100">
                <a:effectLst/>
              </a:rPr>
              <a:t> </a:t>
            </a:r>
            <a:endParaRPr lang="en-US"/>
          </a:p>
        </p:txBody>
      </p:sp>
      <p:sp>
        <p:nvSpPr>
          <p:cNvPr id="65549" name="M365 label">
            <a:extLst>
              <a:ext uri="{FF2B5EF4-FFF2-40B4-BE49-F238E27FC236}">
                <a16:creationId xmlns:a16="http://schemas.microsoft.com/office/drawing/2014/main" id="{9A07405E-DF25-CC7B-2D56-859A7B0383D0}"/>
              </a:ext>
            </a:extLst>
          </p:cNvPr>
          <p:cNvSpPr/>
          <p:nvPr/>
        </p:nvSpPr>
        <p:spPr>
          <a:xfrm>
            <a:off x="594360" y="1780376"/>
            <a:ext cx="16916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173F35"/>
                </a:solidFill>
                <a:effectLst/>
                <a:latin typeface="Arial" panose="020B0604020202020204" pitchFamily="34" charset="0"/>
              </a:rPr>
              <a:t>IoT · NOT LIVE</a:t>
            </a:r>
          </a:p>
          <a:p>
            <a:pPr algn="l">
              <a:buNone/>
            </a:pPr>
            <a:r>
              <a:rPr lang="en-US" sz="100">
                <a:effectLst/>
              </a:rPr>
              <a:t> </a:t>
            </a:r>
            <a:endParaRPr lang="en-US"/>
          </a:p>
        </p:txBody>
      </p:sp>
      <p:sp>
        <p:nvSpPr>
          <p:cNvPr id="65604" name="Chip M365 Entra sign-in · LIVE">
            <a:extLst>
              <a:ext uri="{FF2B5EF4-FFF2-40B4-BE49-F238E27FC236}">
                <a16:creationId xmlns:a16="http://schemas.microsoft.com/office/drawing/2014/main" id="{E5C9A7D4-A6CB-7ED3-A1FF-EC31EDA0FFE6}"/>
              </a:ext>
            </a:extLst>
          </p:cNvPr>
          <p:cNvSpPr/>
          <p:nvPr/>
        </p:nvSpPr>
        <p:spPr>
          <a:xfrm>
            <a:off x="2199054" y="1842516"/>
            <a:ext cx="1709928"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Sensors / simulator</a:t>
            </a:r>
          </a:p>
          <a:p>
            <a:pPr algn="ctr">
              <a:buNone/>
            </a:pPr>
            <a:r>
              <a:rPr lang="en-US" sz="100">
                <a:effectLst/>
              </a:rPr>
              <a:t> </a:t>
            </a:r>
            <a:endParaRPr lang="en-US"/>
          </a:p>
        </p:txBody>
      </p:sp>
      <p:sp>
        <p:nvSpPr>
          <p:cNvPr id="65660" name="Chip M365 Graph profile · LIVE">
            <a:extLst>
              <a:ext uri="{FF2B5EF4-FFF2-40B4-BE49-F238E27FC236}">
                <a16:creationId xmlns:a16="http://schemas.microsoft.com/office/drawing/2014/main" id="{DAFBB8A4-6EF8-E322-3AFE-77F5D8156814}"/>
              </a:ext>
            </a:extLst>
          </p:cNvPr>
          <p:cNvSpPr/>
          <p:nvPr/>
        </p:nvSpPr>
        <p:spPr>
          <a:xfrm>
            <a:off x="4066996" y="1842516"/>
            <a:ext cx="173736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IoT Hub Basic</a:t>
            </a:r>
          </a:p>
          <a:p>
            <a:pPr algn="ctr">
              <a:buNone/>
            </a:pPr>
            <a:r>
              <a:rPr lang="en-US" sz="100">
                <a:effectLst/>
              </a:rPr>
              <a:t> </a:t>
            </a:r>
            <a:endParaRPr lang="en-US"/>
          </a:p>
        </p:txBody>
      </p:sp>
      <p:sp>
        <p:nvSpPr>
          <p:cNvPr id="65717" name="Chip M365 Teams ops alerts · CONFIGURED">
            <a:extLst>
              <a:ext uri="{FF2B5EF4-FFF2-40B4-BE49-F238E27FC236}">
                <a16:creationId xmlns:a16="http://schemas.microsoft.com/office/drawing/2014/main" id="{327F226C-8D65-48AE-2C4F-AEABAFEB896D}"/>
              </a:ext>
            </a:extLst>
          </p:cNvPr>
          <p:cNvSpPr/>
          <p:nvPr/>
        </p:nvSpPr>
        <p:spPr>
          <a:xfrm>
            <a:off x="5962370" y="1842516"/>
            <a:ext cx="269748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API checks &gt; SQL</a:t>
            </a:r>
          </a:p>
          <a:p>
            <a:pPr algn="ctr">
              <a:buNone/>
            </a:pPr>
            <a:r>
              <a:rPr lang="en-US" sz="100">
                <a:effectLst/>
              </a:rPr>
              <a:t> </a:t>
            </a:r>
            <a:endParaRPr lang="en-US"/>
          </a:p>
        </p:txBody>
      </p:sp>
      <p:sp>
        <p:nvSpPr>
          <p:cNvPr id="65775" name="Chip M365 SharePoint evidence · DESIGNED">
            <a:extLst>
              <a:ext uri="{FF2B5EF4-FFF2-40B4-BE49-F238E27FC236}">
                <a16:creationId xmlns:a16="http://schemas.microsoft.com/office/drawing/2014/main" id="{C2D9CF91-1DB2-EE06-DB0A-CD8E36DF783E}"/>
              </a:ext>
            </a:extLst>
          </p:cNvPr>
          <p:cNvSpPr/>
          <p:nvPr/>
        </p:nvSpPr>
        <p:spPr>
          <a:xfrm>
            <a:off x="8817864" y="1842516"/>
            <a:ext cx="273405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Signal &gt; human review</a:t>
            </a:r>
          </a:p>
          <a:p>
            <a:pPr algn="ctr">
              <a:buNone/>
            </a:pPr>
            <a:r>
              <a:rPr lang="en-US" sz="100">
                <a:effectLst/>
              </a:rPr>
              <a:t> </a:t>
            </a:r>
            <a:endParaRPr lang="en-US"/>
          </a:p>
        </p:txBody>
      </p:sp>
      <p:sp>
        <p:nvSpPr>
          <p:cNvPr id="65834" name="Statement 1">
            <a:extLst>
              <a:ext uri="{FF2B5EF4-FFF2-40B4-BE49-F238E27FC236}">
                <a16:creationId xmlns:a16="http://schemas.microsoft.com/office/drawing/2014/main" id="{8B0A3B9C-7324-F8AC-B51E-0E4058935372}"/>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5894" name="Statement 2">
            <a:extLst>
              <a:ext uri="{FF2B5EF4-FFF2-40B4-BE49-F238E27FC236}">
                <a16:creationId xmlns:a16="http://schemas.microsoft.com/office/drawing/2014/main" id="{3F2BE0B8-5157-9970-331A-BF73D447856E}"/>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sp>
        <p:nvSpPr>
          <p:cNvPr id="65955" name="Statement 3">
            <a:extLst>
              <a:ext uri="{FF2B5EF4-FFF2-40B4-BE49-F238E27FC236}">
                <a16:creationId xmlns:a16="http://schemas.microsoft.com/office/drawing/2014/main" id="{7F7C0E5B-12EF-CED2-CB6A-108AFB304729}"/>
              </a:ext>
            </a:extLst>
          </p:cNvPr>
          <p:cNvSpPr/>
          <p:nvPr/>
        </p:nvSpPr>
        <p:spPr>
          <a:xfrm>
            <a:off x="8249894" y="5334000"/>
            <a:ext cx="348490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IoT: monitor after retrofit; no diagnosis. Excel/M365 stay. Portal: assess #441.</a:t>
            </a:r>
          </a:p>
          <a:p>
            <a:pPr algn="l">
              <a:buNone/>
            </a:pPr>
            <a:r>
              <a:rPr lang="en-US" sz="100">
                <a:effectLst/>
              </a:rPr>
              <a:t> </a:t>
            </a:r>
            <a:endParaRPr lang="en-US"/>
          </a:p>
        </p:txBody>
      </p:sp>
      <p:pic>
        <p:nvPicPr>
          <p:cNvPr id="65956" name="Microsoft Entra ID icon" descr="Microsoft Entra ID icon (official Azure icon)">
            <a:extLst>
              <a:ext uri="{FF2B5EF4-FFF2-40B4-BE49-F238E27FC236}">
                <a16:creationId xmlns:a16="http://schemas.microsoft.com/office/drawing/2014/main" id="{3FAFCB9B-AA04-D6B3-8692-0DAD64AC9DDA}"/>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5957" name="Azure Container Apps icon" descr="Azure Container Apps icon (official Azure icon)">
            <a:extLst>
              <a:ext uri="{FF2B5EF4-FFF2-40B4-BE49-F238E27FC236}">
                <a16:creationId xmlns:a16="http://schemas.microsoft.com/office/drawing/2014/main" id="{4476BCE4-B260-6BD6-374D-252862AB4C22}"/>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5958" name="Azure SQL icon" descr="Azure SQL icon (official Azure icon)">
            <a:extLst>
              <a:ext uri="{FF2B5EF4-FFF2-40B4-BE49-F238E27FC236}">
                <a16:creationId xmlns:a16="http://schemas.microsoft.com/office/drawing/2014/main" id="{071A5864-9191-BDD7-3D6A-3478BDDF28C3}"/>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5959" name="Azure Storage (Blob) icon" descr="Azure Storage (Blob) icon (official Azure icon)">
            <a:extLst>
              <a:ext uri="{FF2B5EF4-FFF2-40B4-BE49-F238E27FC236}">
                <a16:creationId xmlns:a16="http://schemas.microsoft.com/office/drawing/2014/main" id="{A42F8925-4EF4-90A5-5B52-9A409F2EDD76}"/>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5960" name="Azure Key Vault icon" descr="Azure Key Vault icon (official Azure icon)">
            <a:extLst>
              <a:ext uri="{FF2B5EF4-FFF2-40B4-BE49-F238E27FC236}">
                <a16:creationId xmlns:a16="http://schemas.microsoft.com/office/drawing/2014/main" id="{EE1B7B3A-F7B6-BE80-CB7E-82A1771DF49A}"/>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5961" name="Azure Monitor icon" descr="Azure Monitor icon (official Azure icon)">
            <a:extLst>
              <a:ext uri="{FF2B5EF4-FFF2-40B4-BE49-F238E27FC236}">
                <a16:creationId xmlns:a16="http://schemas.microsoft.com/office/drawing/2014/main" id="{247B6AA6-32CB-0FF4-DD57-2BC800701005}"/>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5962" name="Excel import icon" descr="Spreadsheet icon">
            <a:extLst>
              <a:ext uri="{FF2B5EF4-FFF2-40B4-BE49-F238E27FC236}">
                <a16:creationId xmlns:a16="http://schemas.microsoft.com/office/drawing/2014/main" id="{10F2D02F-2D0B-2CDC-A1D2-52980C9B231D}"/>
              </a:ext>
            </a:extLst>
          </p:cNvPr>
          <p:cNvPicPr>
            <a:picLocks noChangeAspect="1"/>
          </p:cNvPicPr>
          <p:nvPr/>
        </p:nvPicPr>
        <p:blipFill>
          <a:blip r:embed="rId9"/>
          <a:stretch>
            <a:fillRect/>
          </a:stretch>
        </p:blipFill>
        <p:spPr>
          <a:xfrm>
            <a:off x="603504" y="4337304"/>
            <a:ext cx="384048" cy="384048"/>
          </a:xfrm>
          <a:prstGeom prst="rect">
            <a:avLst/>
          </a:prstGeom>
        </p:spPr>
      </p:pic>
      <p:pic>
        <p:nvPicPr>
          <p:cNvPr id="65963" name="Azure OpenAI icon" descr="Azure OpenAI icon (official Azure icon)">
            <a:extLst>
              <a:ext uri="{FF2B5EF4-FFF2-40B4-BE49-F238E27FC236}">
                <a16:creationId xmlns:a16="http://schemas.microsoft.com/office/drawing/2014/main" id="{2094F1BE-2647-2C83-8531-0E9872777BB4}"/>
              </a:ext>
            </a:extLst>
          </p:cNvPr>
          <p:cNvPicPr>
            <a:picLocks noChangeAspect="1"/>
          </p:cNvPicPr>
          <p:nvPr/>
        </p:nvPicPr>
        <p:blipFill>
          <a:blip r:embed="rId10"/>
          <a:stretch>
            <a:fillRect/>
          </a:stretch>
        </p:blipFill>
        <p:spPr>
          <a:xfrm>
            <a:off x="4178166" y="4730496"/>
            <a:ext cx="384048" cy="384048"/>
          </a:xfrm>
          <a:prstGeom prst="rect">
            <a:avLst/>
          </a:prstGeom>
        </p:spPr>
      </p:pic>
      <p:sp>
        <p:nvSpPr>
          <p:cNvPr id="67276" name="Azure SQL text">
            <a:extLst>
              <a:ext uri="{FF2B5EF4-FFF2-40B4-BE49-F238E27FC236}">
                <a16:creationId xmlns:a16="http://schemas.microsoft.com/office/drawing/2014/main" id="{1E4A0400-E3C0-DC1B-5F65-752F28C07D42}"/>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8" name="Azure Blob text">
            <a:extLst>
              <a:ext uri="{FF2B5EF4-FFF2-40B4-BE49-F238E27FC236}">
                <a16:creationId xmlns:a16="http://schemas.microsoft.com/office/drawing/2014/main" id="{28471B4D-26DC-5874-4267-614A0F7EEE26}"/>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81" name="Key Vault text">
            <a:extLst>
              <a:ext uri="{FF2B5EF4-FFF2-40B4-BE49-F238E27FC236}">
                <a16:creationId xmlns:a16="http://schemas.microsoft.com/office/drawing/2014/main" id="{5C2FAF6C-1C77-70DE-1C3D-AF6C8E6B0B25}"/>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cxnSp>
        <p:nvCxnSpPr>
          <p:cNvPr id="900001" name="Target IoT flow sensor to hub"/>
          <p:cNvCxnSpPr/>
          <p:nvPr/>
        </p:nvCxnSpPr>
        <p:spPr>
          <a:xfrm>
            <a:off x="3935000" y="2002536"/>
            <a:ext cx="105000" cy="0"/>
          </a:xfrm>
          <a:prstGeom prst="line">
            <a:avLst/>
          </a:prstGeom>
          <a:ln w="12700">
            <a:solidFill>
              <a:srgbClr val="885500"/>
            </a:solidFill>
            <a:tailEnd type="arrow" w="sm" len="sm"/>
          </a:ln>
        </p:spPr>
      </p:cxnSp>
      <p:cxnSp>
        <p:nvCxnSpPr>
          <p:cNvPr id="900002" name="Target IoT flow hub to validation"/>
          <p:cNvCxnSpPr/>
          <p:nvPr/>
        </p:nvCxnSpPr>
        <p:spPr>
          <a:xfrm>
            <a:off x="5830000" y="2002536"/>
            <a:ext cx="105000" cy="0"/>
          </a:xfrm>
          <a:prstGeom prst="line">
            <a:avLst/>
          </a:prstGeom>
          <a:ln w="12700">
            <a:solidFill>
              <a:srgbClr val="885500"/>
            </a:solidFill>
            <a:tailEnd type="arrow" w="sm" len="sm"/>
          </a:ln>
        </p:spPr>
      </p:cxnSp>
      <p:cxnSp>
        <p:nvCxnSpPr>
          <p:cNvPr id="900003" name="Target IoT flow validation to human review"/>
          <p:cNvCxnSpPr/>
          <p:nvPr/>
        </p:nvCxnSpPr>
        <p:spPr>
          <a:xfrm>
            <a:off x="8690000" y="2002536"/>
            <a:ext cx="105000" cy="0"/>
          </a:xfrm>
          <a:prstGeom prst="line">
            <a:avLst/>
          </a:prstGeom>
          <a:ln w="12700">
            <a:solidFill>
              <a:srgbClr val="885500"/>
            </a:solidFill>
            <a:tailEnd type="arrow" w="sm" len="sm"/>
          </a:ln>
        </p:spPr>
      </p:cxnSp>
    </p:spTree>
    <p:extLst>
      <p:ext uri="{BB962C8B-B14F-4D97-AF65-F5344CB8AC3E}">
        <p14:creationId xmlns:p14="http://schemas.microsoft.com/office/powerpoint/2010/main" val="302110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199" name="Eyebrow">
            <a:extLst>
              <a:ext uri="{FF2B5EF4-FFF2-40B4-BE49-F238E27FC236}">
                <a16:creationId xmlns:a16="http://schemas.microsoft.com/office/drawing/2014/main" id="{043CA965-5B4A-BCCF-B913-16F8C7CE40BB}"/>
              </a:ext>
            </a:extLst>
          </p:cNvPr>
          <p:cNvSpPr/>
          <p:nvPr/>
        </p:nvSpPr>
        <p:spPr>
          <a:xfrm>
            <a:off x="460248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201" name="Slide title">
            <a:extLst>
              <a:ext uri="{FF2B5EF4-FFF2-40B4-BE49-F238E27FC236}">
                <a16:creationId xmlns:a16="http://schemas.microsoft.com/office/drawing/2014/main" id="{C29611E2-D866-E597-6285-9A53ADBAD6DC}"/>
              </a:ext>
            </a:extLst>
          </p:cNvPr>
          <p:cNvSpPr/>
          <p:nvPr/>
        </p:nvSpPr>
        <p:spPr>
          <a:xfrm>
            <a:off x="4602480" y="685800"/>
            <a:ext cx="704088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Seven checkpoints between an AI</a:t>
            </a:r>
          </a:p>
          <a:p>
            <a:pPr algn="l">
              <a:buNone/>
            </a:pPr>
            <a:r>
              <a:rPr lang="en-US" sz="3200" b="1">
                <a:solidFill>
                  <a:srgbClr val="173F35"/>
                </a:solidFill>
                <a:effectLst/>
                <a:latin typeface="Arial" panose="020B0604020202020204" pitchFamily="34" charset="0"/>
              </a:rPr>
              <a:t>draft and a real-world decision.</a:t>
            </a:r>
            <a:endParaRPr lang="en-US"/>
          </a:p>
        </p:txBody>
      </p:sp>
      <p:sp>
        <p:nvSpPr>
          <p:cNvPr id="63204" name="Footer sources">
            <a:extLst>
              <a:ext uri="{FF2B5EF4-FFF2-40B4-BE49-F238E27FC236}">
                <a16:creationId xmlns:a16="http://schemas.microsoft.com/office/drawing/2014/main" id="{02104AF6-D09C-E208-B41D-C793B395DD29}"/>
              </a:ext>
            </a:extLst>
          </p:cNvPr>
          <p:cNvSpPr/>
          <p:nvPr/>
        </p:nvSpPr>
        <p:spPr>
          <a:xfrm>
            <a:off x="4602480" y="5943600"/>
            <a:ext cx="4480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controlled AI flow (diagram 04, E09) · ADR 0002 · AMA Plan #105, #106</a:t>
            </a:r>
          </a:p>
          <a:p>
            <a:pPr algn="l">
              <a:buNone/>
            </a:pPr>
            <a:r>
              <a:rPr lang="en-US" sz="100">
                <a:effectLst/>
              </a:rPr>
              <a:t> </a:t>
            </a:r>
            <a:endParaRPr lang="en-US"/>
          </a:p>
        </p:txBody>
      </p:sp>
      <p:sp>
        <p:nvSpPr>
          <p:cNvPr id="63208" name="Footer navigation">
            <a:extLst>
              <a:ext uri="{FF2B5EF4-FFF2-40B4-BE49-F238E27FC236}">
                <a16:creationId xmlns:a16="http://schemas.microsoft.com/office/drawing/2014/main" id="{C68F42F0-9443-88DB-5AC5-B359D9876AA0}"/>
              </a:ext>
            </a:extLst>
          </p:cNvPr>
          <p:cNvSpPr/>
          <p:nvPr/>
        </p:nvSpPr>
        <p:spPr>
          <a:xfrm>
            <a:off x="9174480" y="6126480"/>
            <a:ext cx="24688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S17 · Answers: B07 · B16 · B21</a:t>
            </a:r>
          </a:p>
          <a:p>
            <a:pPr algn="r">
              <a:buNone/>
            </a:pPr>
            <a:r>
              <a:rPr lang="en-US" sz="100">
                <a:effectLst/>
              </a:rPr>
              <a:t> </a:t>
            </a:r>
            <a:endParaRPr lang="en-US"/>
          </a:p>
        </p:txBody>
      </p:sp>
      <p:sp>
        <p:nvSpPr>
          <p:cNvPr id="63213" name="Statement 1">
            <a:extLst>
              <a:ext uri="{FF2B5EF4-FFF2-40B4-BE49-F238E27FC236}">
                <a16:creationId xmlns:a16="http://schemas.microsoft.com/office/drawing/2014/main" id="{079D01D8-E39F-9AD9-6A92-33FBAFE196B4}"/>
              </a:ext>
            </a:extLst>
          </p:cNvPr>
          <p:cNvSpPr/>
          <p:nvPr/>
        </p:nvSpPr>
        <p:spPr>
          <a:xfrm>
            <a:off x="4602480" y="1698080"/>
            <a:ext cx="704088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The model prepares. The system checks. A person decides.</a:t>
            </a:r>
          </a:p>
          <a:p>
            <a:pPr algn="l">
              <a:buNone/>
            </a:pPr>
            <a:r>
              <a:rPr lang="en-US" sz="100">
                <a:effectLst/>
              </a:rPr>
              <a:t> </a:t>
            </a:r>
            <a:endParaRPr lang="en-US"/>
          </a:p>
        </p:txBody>
      </p:sp>
      <p:sp>
        <p:nvSpPr>
          <p:cNvPr id="63219" name="Ladder rail">
            <a:extLst>
              <a:ext uri="{FF2B5EF4-FFF2-40B4-BE49-F238E27FC236}">
                <a16:creationId xmlns:a16="http://schemas.microsoft.com/office/drawing/2014/main" id="{A12D0C67-FCDF-80A3-0430-5D0933F03348}"/>
              </a:ext>
            </a:extLst>
          </p:cNvPr>
          <p:cNvSpPr/>
          <p:nvPr/>
        </p:nvSpPr>
        <p:spPr>
          <a:xfrm>
            <a:off x="4790948" y="2372868"/>
            <a:ext cx="25400" cy="230428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26" name="Checkpoint 1 card">
            <a:extLst>
              <a:ext uri="{FF2B5EF4-FFF2-40B4-BE49-F238E27FC236}">
                <a16:creationId xmlns:a16="http://schemas.microsoft.com/office/drawing/2014/main" id="{8AAF52C2-B02B-F4AB-C740-E0BF9F78A318}"/>
              </a:ext>
            </a:extLst>
          </p:cNvPr>
          <p:cNvSpPr/>
          <p:nvPr/>
        </p:nvSpPr>
        <p:spPr>
          <a:xfrm>
            <a:off x="4602480" y="2203704"/>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34" name="Checkpoint 1 disc">
            <a:extLst>
              <a:ext uri="{FF2B5EF4-FFF2-40B4-BE49-F238E27FC236}">
                <a16:creationId xmlns:a16="http://schemas.microsoft.com/office/drawing/2014/main" id="{05DC6C7E-2D94-AF44-1160-23E867069416}"/>
              </a:ext>
            </a:extLst>
          </p:cNvPr>
          <p:cNvSpPr/>
          <p:nvPr/>
        </p:nvSpPr>
        <p:spPr>
          <a:xfrm>
            <a:off x="4666488" y="223570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43" name="Checkpoint 2 card">
            <a:extLst>
              <a:ext uri="{FF2B5EF4-FFF2-40B4-BE49-F238E27FC236}">
                <a16:creationId xmlns:a16="http://schemas.microsoft.com/office/drawing/2014/main" id="{2AB044A1-726B-99A0-74A6-10E1EA008151}"/>
              </a:ext>
            </a:extLst>
          </p:cNvPr>
          <p:cNvSpPr/>
          <p:nvPr/>
        </p:nvSpPr>
        <p:spPr>
          <a:xfrm>
            <a:off x="4602480" y="2587752"/>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53" name="Checkpoint 2 disc">
            <a:extLst>
              <a:ext uri="{FF2B5EF4-FFF2-40B4-BE49-F238E27FC236}">
                <a16:creationId xmlns:a16="http://schemas.microsoft.com/office/drawing/2014/main" id="{0F7C23B0-1D47-6A00-5166-09379A034ADB}"/>
              </a:ext>
            </a:extLst>
          </p:cNvPr>
          <p:cNvSpPr/>
          <p:nvPr/>
        </p:nvSpPr>
        <p:spPr>
          <a:xfrm>
            <a:off x="4666488" y="261975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64" name="Checkpoint 3 card">
            <a:extLst>
              <a:ext uri="{FF2B5EF4-FFF2-40B4-BE49-F238E27FC236}">
                <a16:creationId xmlns:a16="http://schemas.microsoft.com/office/drawing/2014/main" id="{E64D5AE7-A5F7-7F42-9D54-40BA2D58006B}"/>
              </a:ext>
            </a:extLst>
          </p:cNvPr>
          <p:cNvSpPr/>
          <p:nvPr/>
        </p:nvSpPr>
        <p:spPr>
          <a:xfrm>
            <a:off x="4602480" y="2971800"/>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76" name="Checkpoint 3 disc">
            <a:extLst>
              <a:ext uri="{FF2B5EF4-FFF2-40B4-BE49-F238E27FC236}">
                <a16:creationId xmlns:a16="http://schemas.microsoft.com/office/drawing/2014/main" id="{0DB84D46-5C5C-BD83-5871-BB9021BD5B61}"/>
              </a:ext>
            </a:extLst>
          </p:cNvPr>
          <p:cNvSpPr/>
          <p:nvPr/>
        </p:nvSpPr>
        <p:spPr>
          <a:xfrm>
            <a:off x="4666488" y="3003804"/>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89" name="Checkpoint 4 card">
            <a:extLst>
              <a:ext uri="{FF2B5EF4-FFF2-40B4-BE49-F238E27FC236}">
                <a16:creationId xmlns:a16="http://schemas.microsoft.com/office/drawing/2014/main" id="{F6D1CB88-97F9-46D0-97E8-57A2DE1317BF}"/>
              </a:ext>
            </a:extLst>
          </p:cNvPr>
          <p:cNvSpPr/>
          <p:nvPr/>
        </p:nvSpPr>
        <p:spPr>
          <a:xfrm>
            <a:off x="4602480" y="3355848"/>
            <a:ext cx="7040880" cy="33832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03" name="Checkpoint 4 disc">
            <a:extLst>
              <a:ext uri="{FF2B5EF4-FFF2-40B4-BE49-F238E27FC236}">
                <a16:creationId xmlns:a16="http://schemas.microsoft.com/office/drawing/2014/main" id="{F71EEE0E-0571-21FF-58E9-B03647590D24}"/>
              </a:ext>
            </a:extLst>
          </p:cNvPr>
          <p:cNvSpPr/>
          <p:nvPr/>
        </p:nvSpPr>
        <p:spPr>
          <a:xfrm>
            <a:off x="4666488" y="3387852"/>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18" name="Checkpoint 5 card">
            <a:extLst>
              <a:ext uri="{FF2B5EF4-FFF2-40B4-BE49-F238E27FC236}">
                <a16:creationId xmlns:a16="http://schemas.microsoft.com/office/drawing/2014/main" id="{32A2C8DE-392D-8C45-703E-0D0532E03731}"/>
              </a:ext>
            </a:extLst>
          </p:cNvPr>
          <p:cNvSpPr/>
          <p:nvPr/>
        </p:nvSpPr>
        <p:spPr>
          <a:xfrm>
            <a:off x="4602480" y="3739896"/>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34" name="Checkpoint 5 disc">
            <a:extLst>
              <a:ext uri="{FF2B5EF4-FFF2-40B4-BE49-F238E27FC236}">
                <a16:creationId xmlns:a16="http://schemas.microsoft.com/office/drawing/2014/main" id="{1F7C39C5-D260-5CE8-0D7F-737B9E38F78A}"/>
              </a:ext>
            </a:extLst>
          </p:cNvPr>
          <p:cNvSpPr/>
          <p:nvPr/>
        </p:nvSpPr>
        <p:spPr>
          <a:xfrm>
            <a:off x="4666488" y="3771900"/>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51" name="Checkpoint 6 card">
            <a:extLst>
              <a:ext uri="{FF2B5EF4-FFF2-40B4-BE49-F238E27FC236}">
                <a16:creationId xmlns:a16="http://schemas.microsoft.com/office/drawing/2014/main" id="{60832892-BB5E-074C-9657-A62CC7361A89}"/>
              </a:ext>
            </a:extLst>
          </p:cNvPr>
          <p:cNvSpPr/>
          <p:nvPr/>
        </p:nvSpPr>
        <p:spPr>
          <a:xfrm>
            <a:off x="4602480" y="4123944"/>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69" name="Checkpoint 6 disc">
            <a:extLst>
              <a:ext uri="{FF2B5EF4-FFF2-40B4-BE49-F238E27FC236}">
                <a16:creationId xmlns:a16="http://schemas.microsoft.com/office/drawing/2014/main" id="{9EFB7B0A-C797-7627-D803-58E3895BDA12}"/>
              </a:ext>
            </a:extLst>
          </p:cNvPr>
          <p:cNvSpPr/>
          <p:nvPr/>
        </p:nvSpPr>
        <p:spPr>
          <a:xfrm>
            <a:off x="4666488" y="415594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88" name="Checkpoint 7 card">
            <a:extLst>
              <a:ext uri="{FF2B5EF4-FFF2-40B4-BE49-F238E27FC236}">
                <a16:creationId xmlns:a16="http://schemas.microsoft.com/office/drawing/2014/main" id="{49CCD84A-D966-01C6-5CEB-48FD26B9A441}"/>
              </a:ext>
            </a:extLst>
          </p:cNvPr>
          <p:cNvSpPr/>
          <p:nvPr/>
        </p:nvSpPr>
        <p:spPr>
          <a:xfrm>
            <a:off x="4602480" y="4507992"/>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08" name="Checkpoint 7 disc">
            <a:extLst>
              <a:ext uri="{FF2B5EF4-FFF2-40B4-BE49-F238E27FC236}">
                <a16:creationId xmlns:a16="http://schemas.microsoft.com/office/drawing/2014/main" id="{ED9B213E-C446-79D5-75A8-8B3A6E7829F6}"/>
              </a:ext>
            </a:extLst>
          </p:cNvPr>
          <p:cNvSpPr/>
          <p:nvPr/>
        </p:nvSpPr>
        <p:spPr>
          <a:xfrm>
            <a:off x="4666488" y="453999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29" name="Checkpoint 1 number">
            <a:extLst>
              <a:ext uri="{FF2B5EF4-FFF2-40B4-BE49-F238E27FC236}">
                <a16:creationId xmlns:a16="http://schemas.microsoft.com/office/drawing/2014/main" id="{A144CE5E-2A37-C004-D56A-3FDCD25BB969}"/>
              </a:ext>
            </a:extLst>
          </p:cNvPr>
          <p:cNvSpPr/>
          <p:nvPr/>
        </p:nvSpPr>
        <p:spPr>
          <a:xfrm>
            <a:off x="4575048" y="215070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63451" name="Checkpoint 1 text">
            <a:extLst>
              <a:ext uri="{FF2B5EF4-FFF2-40B4-BE49-F238E27FC236}">
                <a16:creationId xmlns:a16="http://schemas.microsoft.com/office/drawing/2014/main" id="{5F985032-1078-0345-11A3-09829939EA91}"/>
              </a:ext>
            </a:extLst>
          </p:cNvPr>
          <p:cNvSpPr/>
          <p:nvPr/>
        </p:nvSpPr>
        <p:spPr>
          <a:xfrm>
            <a:off x="5279136" y="212784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Signed-in identity (Entra)</a:t>
            </a:r>
          </a:p>
          <a:p>
            <a:pPr algn="l">
              <a:buNone/>
            </a:pPr>
            <a:r>
              <a:rPr lang="en-US" sz="100">
                <a:effectLst/>
              </a:rPr>
              <a:t> </a:t>
            </a:r>
            <a:endParaRPr lang="en-US"/>
          </a:p>
        </p:txBody>
      </p:sp>
      <p:sp>
        <p:nvSpPr>
          <p:cNvPr id="63474" name="Checkpoint 2 number">
            <a:extLst>
              <a:ext uri="{FF2B5EF4-FFF2-40B4-BE49-F238E27FC236}">
                <a16:creationId xmlns:a16="http://schemas.microsoft.com/office/drawing/2014/main" id="{72E379E9-BAB0-54F2-CFB9-E6B50FA23580}"/>
              </a:ext>
            </a:extLst>
          </p:cNvPr>
          <p:cNvSpPr/>
          <p:nvPr/>
        </p:nvSpPr>
        <p:spPr>
          <a:xfrm>
            <a:off x="4575048" y="253475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63498" name="Checkpoint 2 text">
            <a:extLst>
              <a:ext uri="{FF2B5EF4-FFF2-40B4-BE49-F238E27FC236}">
                <a16:creationId xmlns:a16="http://schemas.microsoft.com/office/drawing/2014/main" id="{3465733E-8E58-D4CD-78AD-CA29B561A18E}"/>
              </a:ext>
            </a:extLst>
          </p:cNvPr>
          <p:cNvSpPr/>
          <p:nvPr/>
        </p:nvSpPr>
        <p:spPr>
          <a:xfrm>
            <a:off x="5279136" y="251189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Role and case scope</a:t>
            </a:r>
          </a:p>
          <a:p>
            <a:pPr algn="l">
              <a:buNone/>
            </a:pPr>
            <a:r>
              <a:rPr lang="en-US" sz="100">
                <a:effectLst/>
              </a:rPr>
              <a:t> </a:t>
            </a:r>
            <a:endParaRPr lang="en-US"/>
          </a:p>
        </p:txBody>
      </p:sp>
      <p:sp>
        <p:nvSpPr>
          <p:cNvPr id="63523" name="Checkpoint 3 number">
            <a:extLst>
              <a:ext uri="{FF2B5EF4-FFF2-40B4-BE49-F238E27FC236}">
                <a16:creationId xmlns:a16="http://schemas.microsoft.com/office/drawing/2014/main" id="{0D1508DC-7762-B0E1-4F19-CBB46AF2513D}"/>
              </a:ext>
            </a:extLst>
          </p:cNvPr>
          <p:cNvSpPr/>
          <p:nvPr/>
        </p:nvSpPr>
        <p:spPr>
          <a:xfrm>
            <a:off x="4575048" y="2918804"/>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63549" name="Checkpoint 3 text">
            <a:extLst>
              <a:ext uri="{FF2B5EF4-FFF2-40B4-BE49-F238E27FC236}">
                <a16:creationId xmlns:a16="http://schemas.microsoft.com/office/drawing/2014/main" id="{1879C6FA-7C59-DF99-2A1E-1A499ED2847B}"/>
              </a:ext>
            </a:extLst>
          </p:cNvPr>
          <p:cNvSpPr/>
          <p:nvPr/>
        </p:nvSpPr>
        <p:spPr>
          <a:xfrm>
            <a:off x="5279136" y="2895944"/>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Permitted evidence only, with source and version IDs</a:t>
            </a:r>
          </a:p>
          <a:p>
            <a:pPr algn="l">
              <a:buNone/>
            </a:pPr>
            <a:r>
              <a:rPr lang="en-US" sz="100">
                <a:effectLst/>
              </a:rPr>
              <a:t> </a:t>
            </a:r>
            <a:endParaRPr lang="en-US"/>
          </a:p>
        </p:txBody>
      </p:sp>
      <p:sp>
        <p:nvSpPr>
          <p:cNvPr id="63576" name="Checkpoint 4 number">
            <a:extLst>
              <a:ext uri="{FF2B5EF4-FFF2-40B4-BE49-F238E27FC236}">
                <a16:creationId xmlns:a16="http://schemas.microsoft.com/office/drawing/2014/main" id="{556E9416-6E5D-6DA7-12B8-DCC89002ADF9}"/>
              </a:ext>
            </a:extLst>
          </p:cNvPr>
          <p:cNvSpPr/>
          <p:nvPr/>
        </p:nvSpPr>
        <p:spPr>
          <a:xfrm>
            <a:off x="4575048" y="3302852"/>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63604" name="Checkpoint 4 text">
            <a:extLst>
              <a:ext uri="{FF2B5EF4-FFF2-40B4-BE49-F238E27FC236}">
                <a16:creationId xmlns:a16="http://schemas.microsoft.com/office/drawing/2014/main" id="{6E0FA4A2-E3B2-0B40-E2DD-FE03E66734A1}"/>
              </a:ext>
            </a:extLst>
          </p:cNvPr>
          <p:cNvSpPr/>
          <p:nvPr/>
        </p:nvSpPr>
        <p:spPr>
          <a:xfrm>
            <a:off x="5279136" y="3279992"/>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Bounded model call, finite allowance and expiry</a:t>
            </a:r>
          </a:p>
          <a:p>
            <a:pPr algn="l">
              <a:buNone/>
            </a:pPr>
            <a:r>
              <a:rPr lang="en-US" sz="100">
                <a:effectLst/>
              </a:rPr>
              <a:t> </a:t>
            </a:r>
            <a:endParaRPr lang="en-US"/>
          </a:p>
        </p:txBody>
      </p:sp>
      <p:sp>
        <p:nvSpPr>
          <p:cNvPr id="63633" name="Checkpoint 5 number">
            <a:extLst>
              <a:ext uri="{FF2B5EF4-FFF2-40B4-BE49-F238E27FC236}">
                <a16:creationId xmlns:a16="http://schemas.microsoft.com/office/drawing/2014/main" id="{150791AE-A68F-62F8-FF8A-2A1E59CADD8E}"/>
              </a:ext>
            </a:extLst>
          </p:cNvPr>
          <p:cNvSpPr/>
          <p:nvPr/>
        </p:nvSpPr>
        <p:spPr>
          <a:xfrm>
            <a:off x="4575048" y="3686900"/>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63663" name="Checkpoint 5 text">
            <a:extLst>
              <a:ext uri="{FF2B5EF4-FFF2-40B4-BE49-F238E27FC236}">
                <a16:creationId xmlns:a16="http://schemas.microsoft.com/office/drawing/2014/main" id="{AC85799B-B7C1-E0BB-81A2-F5A66241FEC9}"/>
              </a:ext>
            </a:extLst>
          </p:cNvPr>
          <p:cNvSpPr/>
          <p:nvPr/>
        </p:nvSpPr>
        <p:spPr>
          <a:xfrm>
            <a:off x="5279136" y="3664040"/>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Schema, citation and freshness checks: stale or error stops</a:t>
            </a:r>
          </a:p>
          <a:p>
            <a:pPr algn="l">
              <a:buNone/>
            </a:pPr>
            <a:r>
              <a:rPr lang="en-US" sz="100">
                <a:effectLst/>
              </a:rPr>
              <a:t> </a:t>
            </a:r>
            <a:endParaRPr lang="en-US"/>
          </a:p>
        </p:txBody>
      </p:sp>
      <p:sp>
        <p:nvSpPr>
          <p:cNvPr id="63694" name="Checkpoint 6 number">
            <a:extLst>
              <a:ext uri="{FF2B5EF4-FFF2-40B4-BE49-F238E27FC236}">
                <a16:creationId xmlns:a16="http://schemas.microsoft.com/office/drawing/2014/main" id="{904903ED-06DA-941F-4A86-92350C97387B}"/>
              </a:ext>
            </a:extLst>
          </p:cNvPr>
          <p:cNvSpPr/>
          <p:nvPr/>
        </p:nvSpPr>
        <p:spPr>
          <a:xfrm>
            <a:off x="4575048" y="407094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6</a:t>
            </a:r>
          </a:p>
          <a:p>
            <a:pPr algn="ctr">
              <a:buNone/>
            </a:pPr>
            <a:r>
              <a:rPr lang="en-US" sz="100">
                <a:effectLst/>
              </a:rPr>
              <a:t> </a:t>
            </a:r>
            <a:endParaRPr lang="en-US"/>
          </a:p>
        </p:txBody>
      </p:sp>
      <p:sp>
        <p:nvSpPr>
          <p:cNvPr id="63726" name="Checkpoint 6 text">
            <a:extLst>
              <a:ext uri="{FF2B5EF4-FFF2-40B4-BE49-F238E27FC236}">
                <a16:creationId xmlns:a16="http://schemas.microsoft.com/office/drawing/2014/main" id="{35A43DD3-27DF-5CA4-B97F-87B51858C4F0}"/>
              </a:ext>
            </a:extLst>
          </p:cNvPr>
          <p:cNvSpPr/>
          <p:nvPr/>
        </p:nvSpPr>
        <p:spPr>
          <a:xfrm>
            <a:off x="5279136" y="404808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Human review with current permissions: accept or reject with a reason</a:t>
            </a:r>
          </a:p>
          <a:p>
            <a:pPr algn="l">
              <a:buNone/>
            </a:pPr>
            <a:r>
              <a:rPr lang="en-US" sz="100">
                <a:effectLst/>
              </a:rPr>
              <a:t> </a:t>
            </a:r>
            <a:endParaRPr lang="en-US"/>
          </a:p>
        </p:txBody>
      </p:sp>
      <p:sp>
        <p:nvSpPr>
          <p:cNvPr id="63759" name="Checkpoint 7 number">
            <a:extLst>
              <a:ext uri="{FF2B5EF4-FFF2-40B4-BE49-F238E27FC236}">
                <a16:creationId xmlns:a16="http://schemas.microsoft.com/office/drawing/2014/main" id="{F368D59B-080D-02C7-AF43-8B5AD1CFBB4B}"/>
              </a:ext>
            </a:extLst>
          </p:cNvPr>
          <p:cNvSpPr/>
          <p:nvPr/>
        </p:nvSpPr>
        <p:spPr>
          <a:xfrm>
            <a:off x="4575048" y="445499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7</a:t>
            </a:r>
          </a:p>
          <a:p>
            <a:pPr algn="ctr">
              <a:buNone/>
            </a:pPr>
            <a:r>
              <a:rPr lang="en-US" sz="100">
                <a:effectLst/>
              </a:rPr>
              <a:t> </a:t>
            </a:r>
            <a:endParaRPr lang="en-US"/>
          </a:p>
        </p:txBody>
      </p:sp>
      <p:sp>
        <p:nvSpPr>
          <p:cNvPr id="63793" name="Checkpoint 7 text">
            <a:extLst>
              <a:ext uri="{FF2B5EF4-FFF2-40B4-BE49-F238E27FC236}">
                <a16:creationId xmlns:a16="http://schemas.microsoft.com/office/drawing/2014/main" id="{1EB97FC7-0049-1958-A130-25BD5FEAE62F}"/>
              </a:ext>
            </a:extLst>
          </p:cNvPr>
          <p:cNvSpPr/>
          <p:nvPr/>
        </p:nvSpPr>
        <p:spPr>
          <a:xfrm>
            <a:off x="5279136" y="443213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Separate domain decision and audit trail (consent, quality, Finance)</a:t>
            </a:r>
          </a:p>
          <a:p>
            <a:pPr algn="l">
              <a:buNone/>
            </a:pPr>
            <a:r>
              <a:rPr lang="en-US" sz="100">
                <a:effectLst/>
              </a:rPr>
              <a:t> </a:t>
            </a:r>
            <a:endParaRPr lang="en-US"/>
          </a:p>
        </p:txBody>
      </p:sp>
      <p:sp>
        <p:nvSpPr>
          <p:cNvPr id="63828" name="Fallback band">
            <a:extLst>
              <a:ext uri="{FF2B5EF4-FFF2-40B4-BE49-F238E27FC236}">
                <a16:creationId xmlns:a16="http://schemas.microsoft.com/office/drawing/2014/main" id="{B45270AC-88D8-315E-0369-CB81B1AF3CA4}"/>
              </a:ext>
            </a:extLst>
          </p:cNvPr>
          <p:cNvSpPr/>
          <p:nvPr/>
        </p:nvSpPr>
        <p:spPr>
          <a:xfrm>
            <a:off x="4602480" y="4937760"/>
            <a:ext cx="7040880" cy="89001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64" name="Band text">
            <a:extLst>
              <a:ext uri="{FF2B5EF4-FFF2-40B4-BE49-F238E27FC236}">
                <a16:creationId xmlns:a16="http://schemas.microsoft.com/office/drawing/2014/main" id="{B9F003EF-B201-ADF2-B9B5-9CA320B14980}"/>
              </a:ext>
            </a:extLst>
          </p:cNvPr>
          <p:cNvSpPr/>
          <p:nvPr/>
        </p:nvSpPr>
        <p:spPr>
          <a:xfrm>
            <a:off x="4648200" y="5001768"/>
            <a:ext cx="694944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Failure never becomes approval: the work falls back to its owner</a:t>
            </a:r>
          </a:p>
          <a:p>
            <a:pPr algn="l">
              <a:buNone/>
            </a:pPr>
            <a:r>
              <a:rPr lang="en-US" sz="1600" b="1">
                <a:solidFill>
                  <a:srgbClr val="7A4B00"/>
                </a:solidFill>
                <a:effectLst/>
                <a:latin typeface="Arial" panose="020B0604020202020204" pitchFamily="34" charset="0"/>
              </a:rPr>
              <a:t>Hazards bypass the AI path entirely</a:t>
            </a:r>
          </a:p>
          <a:p>
            <a:pPr algn="l">
              <a:buNone/>
            </a:pPr>
            <a:r>
              <a:rPr lang="en-US" sz="1200">
                <a:solidFill>
                  <a:srgbClr val="7A4B00"/>
                </a:solidFill>
                <a:effectLst/>
                <a:latin typeface="Arial" panose="020B0604020202020204" pitchFamily="34" charset="0"/>
              </a:rPr>
              <a:t>Unknown, stale, disabled or over-allowance → owned manual work · hazards go straight to people</a:t>
            </a:r>
            <a:endParaRPr lang="en-US"/>
          </a:p>
        </p:txBody>
      </p:sp>
      <p:pic>
        <p:nvPicPr>
          <p:cNvPr id="63865" name="Checkpoint 1 icon" descr="Security icon">
            <a:extLst>
              <a:ext uri="{FF2B5EF4-FFF2-40B4-BE49-F238E27FC236}">
                <a16:creationId xmlns:a16="http://schemas.microsoft.com/office/drawing/2014/main" id="{C3DD2DA9-CEC3-16DA-E406-C05421D05608}"/>
              </a:ext>
            </a:extLst>
          </p:cNvPr>
          <p:cNvPicPr>
            <a:picLocks noChangeAspect="1"/>
          </p:cNvPicPr>
          <p:nvPr/>
        </p:nvPicPr>
        <p:blipFill>
          <a:blip r:embed="rId3"/>
          <a:stretch>
            <a:fillRect/>
          </a:stretch>
        </p:blipFill>
        <p:spPr>
          <a:xfrm>
            <a:off x="5013960" y="2235708"/>
            <a:ext cx="274320" cy="274320"/>
          </a:xfrm>
          <a:prstGeom prst="rect">
            <a:avLst/>
          </a:prstGeom>
        </p:spPr>
      </p:pic>
      <p:pic>
        <p:nvPicPr>
          <p:cNvPr id="63866" name="Checkpoint 2 icon" descr="Security icon">
            <a:extLst>
              <a:ext uri="{FF2B5EF4-FFF2-40B4-BE49-F238E27FC236}">
                <a16:creationId xmlns:a16="http://schemas.microsoft.com/office/drawing/2014/main" id="{3607642C-9E0F-751E-431F-DDF7CF4F17CA}"/>
              </a:ext>
            </a:extLst>
          </p:cNvPr>
          <p:cNvPicPr>
            <a:picLocks noChangeAspect="1"/>
          </p:cNvPicPr>
          <p:nvPr/>
        </p:nvPicPr>
        <p:blipFill>
          <a:blip r:embed="rId3"/>
          <a:stretch>
            <a:fillRect/>
          </a:stretch>
        </p:blipFill>
        <p:spPr>
          <a:xfrm>
            <a:off x="5013960" y="2619756"/>
            <a:ext cx="274320" cy="274320"/>
          </a:xfrm>
          <a:prstGeom prst="rect">
            <a:avLst/>
          </a:prstGeom>
        </p:spPr>
      </p:pic>
      <p:pic>
        <p:nvPicPr>
          <p:cNvPr id="63867" name="Checkpoint 3 icon" descr="Security icon">
            <a:extLst>
              <a:ext uri="{FF2B5EF4-FFF2-40B4-BE49-F238E27FC236}">
                <a16:creationId xmlns:a16="http://schemas.microsoft.com/office/drawing/2014/main" id="{ACE49770-856A-B52B-5CFD-D300B2D7BBEF}"/>
              </a:ext>
            </a:extLst>
          </p:cNvPr>
          <p:cNvPicPr>
            <a:picLocks noChangeAspect="1"/>
          </p:cNvPicPr>
          <p:nvPr/>
        </p:nvPicPr>
        <p:blipFill>
          <a:blip r:embed="rId3"/>
          <a:stretch>
            <a:fillRect/>
          </a:stretch>
        </p:blipFill>
        <p:spPr>
          <a:xfrm>
            <a:off x="5013960" y="3003804"/>
            <a:ext cx="274320" cy="274320"/>
          </a:xfrm>
          <a:prstGeom prst="rect">
            <a:avLst/>
          </a:prstGeom>
        </p:spPr>
      </p:pic>
      <p:pic>
        <p:nvPicPr>
          <p:cNvPr id="63868" name="Checkpoint 4 icon" descr="Security icon">
            <a:extLst>
              <a:ext uri="{FF2B5EF4-FFF2-40B4-BE49-F238E27FC236}">
                <a16:creationId xmlns:a16="http://schemas.microsoft.com/office/drawing/2014/main" id="{F1EFA010-2603-6820-10EF-58B0A03456AA}"/>
              </a:ext>
            </a:extLst>
          </p:cNvPr>
          <p:cNvPicPr>
            <a:picLocks noChangeAspect="1"/>
          </p:cNvPicPr>
          <p:nvPr/>
        </p:nvPicPr>
        <p:blipFill>
          <a:blip r:embed="rId3"/>
          <a:stretch>
            <a:fillRect/>
          </a:stretch>
        </p:blipFill>
        <p:spPr>
          <a:xfrm>
            <a:off x="5013960" y="3387852"/>
            <a:ext cx="274320" cy="274320"/>
          </a:xfrm>
          <a:prstGeom prst="rect">
            <a:avLst/>
          </a:prstGeom>
        </p:spPr>
      </p:pic>
      <p:pic>
        <p:nvPicPr>
          <p:cNvPr id="63869" name="Checkpoint 5 icon" descr="Security icon">
            <a:extLst>
              <a:ext uri="{FF2B5EF4-FFF2-40B4-BE49-F238E27FC236}">
                <a16:creationId xmlns:a16="http://schemas.microsoft.com/office/drawing/2014/main" id="{CEB89615-04E9-7F0D-6E81-9886AABAFB8B}"/>
              </a:ext>
            </a:extLst>
          </p:cNvPr>
          <p:cNvPicPr>
            <a:picLocks noChangeAspect="1"/>
          </p:cNvPicPr>
          <p:nvPr/>
        </p:nvPicPr>
        <p:blipFill>
          <a:blip r:embed="rId3"/>
          <a:stretch>
            <a:fillRect/>
          </a:stretch>
        </p:blipFill>
        <p:spPr>
          <a:xfrm>
            <a:off x="5013960" y="3771900"/>
            <a:ext cx="274320" cy="274320"/>
          </a:xfrm>
          <a:prstGeom prst="rect">
            <a:avLst/>
          </a:prstGeom>
        </p:spPr>
      </p:pic>
      <p:pic>
        <p:nvPicPr>
          <p:cNvPr id="63870" name="Checkpoint 6 icon" descr="Approval gate icon">
            <a:extLst>
              <a:ext uri="{FF2B5EF4-FFF2-40B4-BE49-F238E27FC236}">
                <a16:creationId xmlns:a16="http://schemas.microsoft.com/office/drawing/2014/main" id="{703399D0-7E8E-619D-E5D8-63986A330A34}"/>
              </a:ext>
            </a:extLst>
          </p:cNvPr>
          <p:cNvPicPr>
            <a:picLocks noChangeAspect="1"/>
          </p:cNvPicPr>
          <p:nvPr/>
        </p:nvPicPr>
        <p:blipFill>
          <a:blip r:embed="rId4"/>
          <a:stretch>
            <a:fillRect/>
          </a:stretch>
        </p:blipFill>
        <p:spPr>
          <a:xfrm>
            <a:off x="5013960" y="4155948"/>
            <a:ext cx="274320" cy="274320"/>
          </a:xfrm>
          <a:prstGeom prst="rect">
            <a:avLst/>
          </a:prstGeom>
        </p:spPr>
      </p:pic>
      <p:pic>
        <p:nvPicPr>
          <p:cNvPr id="63871" name="Checkpoint 7 icon" descr="Approval gate icon">
            <a:extLst>
              <a:ext uri="{FF2B5EF4-FFF2-40B4-BE49-F238E27FC236}">
                <a16:creationId xmlns:a16="http://schemas.microsoft.com/office/drawing/2014/main" id="{A3F884A9-A804-1D71-1F55-C316A4138046}"/>
              </a:ext>
            </a:extLst>
          </p:cNvPr>
          <p:cNvPicPr>
            <a:picLocks noChangeAspect="1"/>
          </p:cNvPicPr>
          <p:nvPr/>
        </p:nvPicPr>
        <p:blipFill>
          <a:blip r:embed="rId4"/>
          <a:stretch>
            <a:fillRect/>
          </a:stretch>
        </p:blipFill>
        <p:spPr>
          <a:xfrm>
            <a:off x="5013960" y="4539996"/>
            <a:ext cx="274320" cy="274320"/>
          </a:xfrm>
          <a:prstGeom prst="rect">
            <a:avLst/>
          </a:prstGeom>
        </p:spPr>
      </p:pic>
      <p:pic>
        <p:nvPicPr>
          <p:cNvPr id="65965" name="Trust picture" descr="Translucent nested shields and rings around a small glowing house, linked by fine lines to a cloud above, on deep green.">
            <a:extLst>
              <a:ext uri="{FF2B5EF4-FFF2-40B4-BE49-F238E27FC236}">
                <a16:creationId xmlns:a16="http://schemas.microsoft.com/office/drawing/2014/main" id="{2A9277EF-7144-1E70-3465-06DA68D2FBA8}"/>
              </a:ext>
            </a:extLst>
          </p:cNvPr>
          <p:cNvPicPr>
            <a:picLocks noChangeAspect="1"/>
          </p:cNvPicPr>
          <p:nvPr/>
        </p:nvPicPr>
        <p:blipFill>
          <a:blip r:embed="rId5"/>
          <a:stretch>
            <a:fillRect/>
          </a:stretch>
        </p:blipFill>
        <p:spPr>
          <a:xfrm>
            <a:off x="0" y="2612"/>
            <a:ext cx="4145280" cy="6395575"/>
          </a:xfrm>
          <a:prstGeom prst="rect">
            <a:avLst/>
          </a:prstGeom>
        </p:spPr>
      </p:pic>
    </p:spTree>
    <p:extLst>
      <p:ext uri="{BB962C8B-B14F-4D97-AF65-F5344CB8AC3E}">
        <p14:creationId xmlns:p14="http://schemas.microsoft.com/office/powerpoint/2010/main" val="3855353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872" name="Eyebrow">
            <a:extLst>
              <a:ext uri="{FF2B5EF4-FFF2-40B4-BE49-F238E27FC236}">
                <a16:creationId xmlns:a16="http://schemas.microsoft.com/office/drawing/2014/main" id="{4ECC5D62-AC37-41EA-F465-F3A4AFEE145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874" name="Slide title">
            <a:extLst>
              <a:ext uri="{FF2B5EF4-FFF2-40B4-BE49-F238E27FC236}">
                <a16:creationId xmlns:a16="http://schemas.microsoft.com/office/drawing/2014/main" id="{46D35F5E-35CB-007A-4E88-81D952617DF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Model inference. Measure accepted value.</a:t>
            </a:r>
          </a:p>
        </p:txBody>
      </p:sp>
      <p:sp>
        <p:nvSpPr>
          <p:cNvPr id="63877" name="Footer sources">
            <a:extLst>
              <a:ext uri="{FF2B5EF4-FFF2-40B4-BE49-F238E27FC236}">
                <a16:creationId xmlns:a16="http://schemas.microsoft.com/office/drawing/2014/main" id="{7E28B9A2-F135-0DBB-9206-2F5EFF71E1D3}"/>
              </a:ext>
            </a:extLst>
          </p:cNvPr>
          <p:cNvSpPr/>
          <p:nvPr/>
        </p:nvSpPr>
        <p:spPr>
          <a:xfrm>
            <a:off x="548640" y="594360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assumed workload; secondary price, 23 Oct 2026, not current verified price. E19: usage only. E05: controls proposed; #435 not accepted.</a:t>
            </a:r>
          </a:p>
        </p:txBody>
      </p:sp>
      <p:sp>
        <p:nvSpPr>
          <p:cNvPr id="63881" name="Footer navigation">
            <a:extLst>
              <a:ext uri="{FF2B5EF4-FFF2-40B4-BE49-F238E27FC236}">
                <a16:creationId xmlns:a16="http://schemas.microsoft.com/office/drawing/2014/main" id="{AFE2FA15-0D68-491F-B994-C9A8A47A70F1}"/>
              </a:ext>
            </a:extLst>
          </p:cNvPr>
          <p:cNvSpPr/>
          <p:nvPr/>
        </p:nvSpPr>
        <p:spPr>
          <a:xfrm>
            <a:off x="8717280" y="6126480"/>
            <a:ext cx="2926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S18 · Answers: B05 · B25 · B26 · B27</a:t>
            </a:r>
          </a:p>
          <a:p>
            <a:pPr algn="r">
              <a:buNone/>
            </a:pPr>
            <a:r>
              <a:rPr lang="en-US" sz="100">
                <a:effectLst/>
              </a:rPr>
              <a:t> </a:t>
            </a:r>
            <a:endParaRPr lang="en-US"/>
          </a:p>
        </p:txBody>
      </p:sp>
      <p:sp>
        <p:nvSpPr>
          <p:cNvPr id="63886" name="Tile 1">
            <a:extLst>
              <a:ext uri="{FF2B5EF4-FFF2-40B4-BE49-F238E27FC236}">
                <a16:creationId xmlns:a16="http://schemas.microsoft.com/office/drawing/2014/main" id="{1586AB9C-2697-7402-E38E-42DD464D99FB}"/>
              </a:ext>
            </a:extLst>
          </p:cNvPr>
          <p:cNvSpPr/>
          <p:nvPr/>
        </p:nvSpPr>
        <p:spPr>
          <a:xfrm>
            <a:off x="5486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2" name="Tile 2">
            <a:extLst>
              <a:ext uri="{FF2B5EF4-FFF2-40B4-BE49-F238E27FC236}">
                <a16:creationId xmlns:a16="http://schemas.microsoft.com/office/drawing/2014/main" id="{3C1D9BD1-4877-1531-0319-BD76FDAD52E0}"/>
              </a:ext>
            </a:extLst>
          </p:cNvPr>
          <p:cNvSpPr/>
          <p:nvPr/>
        </p:nvSpPr>
        <p:spPr>
          <a:xfrm>
            <a:off x="43078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9" name="Tile 3">
            <a:extLst>
              <a:ext uri="{FF2B5EF4-FFF2-40B4-BE49-F238E27FC236}">
                <a16:creationId xmlns:a16="http://schemas.microsoft.com/office/drawing/2014/main" id="{BB528DF0-D85B-0AC2-34C2-FA58B81F85E6}"/>
              </a:ext>
            </a:extLst>
          </p:cNvPr>
          <p:cNvSpPr/>
          <p:nvPr/>
        </p:nvSpPr>
        <p:spPr>
          <a:xfrm>
            <a:off x="8067040" y="1463040"/>
            <a:ext cx="3576320" cy="2456688"/>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07" name="Tile 1 statement">
            <a:extLst>
              <a:ext uri="{FF2B5EF4-FFF2-40B4-BE49-F238E27FC236}">
                <a16:creationId xmlns:a16="http://schemas.microsoft.com/office/drawing/2014/main" id="{C090F249-743A-C908-7B95-25F37D949529}"/>
              </a:ext>
            </a:extLst>
          </p:cNvPr>
          <p:cNvSpPr/>
          <p:nvPr/>
        </p:nvSpPr>
        <p:spPr>
          <a:xfrm>
            <a:off x="594360" y="1600200"/>
            <a:ext cx="3484880" cy="1432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INFERENCE PLANNING SCENARIO</a:t>
            </a:r>
          </a:p>
          <a:p>
            <a:pPr algn="l">
              <a:buNone/>
            </a:pPr>
            <a:r>
              <a:rPr lang="en-US" sz="3100">
                <a:solidFill>
                  <a:srgbClr val="3F2A72"/>
                </a:solidFill>
                <a:effectLst/>
                <a:latin typeface="Arial" panose="020B0604020202020204" pitchFamily="34" charset="0"/>
              </a:rPr>
              <a:t>USD 0.44/home</a:t>
            </a:r>
          </a:p>
          <a:p>
            <a:pPr algn="l">
              <a:buNone/>
            </a:pPr>
            <a:r>
              <a:rPr lang="en-US" sz="1600">
                <a:solidFill>
                  <a:srgbClr val="3F2A72"/>
                </a:solidFill>
                <a:effectLst/>
                <a:latin typeface="Arial" panose="020B0604020202020204" pitchFamily="34" charset="0"/>
              </a:rPr>
              <a:t>USD 6,873 / 15,600 homes</a:t>
            </a:r>
            <a:endParaRPr lang="en-US"/>
          </a:p>
        </p:txBody>
      </p:sp>
      <p:sp>
        <p:nvSpPr>
          <p:cNvPr id="63916" name="Tile 1 caption">
            <a:extLst>
              <a:ext uri="{FF2B5EF4-FFF2-40B4-BE49-F238E27FC236}">
                <a16:creationId xmlns:a16="http://schemas.microsoft.com/office/drawing/2014/main" id="{5974F310-E344-8424-90D6-3A080256B717}"/>
              </a:ext>
            </a:extLst>
          </p:cNvPr>
          <p:cNvSpPr/>
          <p:nvPr/>
        </p:nvSpPr>
        <p:spPr>
          <a:xfrm>
            <a:off x="594360" y="305104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20 tasks x 13,768 tokens</a:t>
            </a:r>
          </a:p>
          <a:p>
            <a:pPr algn="l">
              <a:buNone/>
            </a:pPr>
            <a:r>
              <a:rPr lang="en-US" sz="1300">
                <a:solidFill>
                  <a:srgbClr val="3F2A72"/>
                </a:solidFill>
                <a:effectLst/>
                <a:latin typeface="Arial" panose="020B0604020202020204" pitchFamily="34" charset="0"/>
              </a:rPr>
              <a:t>x USD 1.60/million</a:t>
            </a:r>
            <a:endParaRPr lang="en-US"/>
          </a:p>
        </p:txBody>
      </p:sp>
      <p:sp>
        <p:nvSpPr>
          <p:cNvPr id="63937" name="Tile 2 caption">
            <a:extLst>
              <a:ext uri="{FF2B5EF4-FFF2-40B4-BE49-F238E27FC236}">
                <a16:creationId xmlns:a16="http://schemas.microsoft.com/office/drawing/2014/main" id="{61E65D6D-F695-4F1E-B910-58C5496A8766}"/>
              </a:ext>
            </a:extLst>
          </p:cNvPr>
          <p:cNvSpPr/>
          <p:nvPr/>
        </p:nvSpPr>
        <p:spPr>
          <a:xfrm>
            <a:off x="4353560" y="329488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Include review effort</a:t>
            </a:r>
          </a:p>
          <a:p>
            <a:pPr algn="l">
              <a:buNone/>
            </a:pPr>
            <a:r>
              <a:rPr lang="en-US" sz="1300">
                <a:solidFill>
                  <a:srgbClr val="3F2A72"/>
                </a:solidFill>
                <a:effectLst/>
                <a:latin typeface="Arial" panose="020B0604020202020204" pitchFamily="34" charset="0"/>
              </a:rPr>
              <a:t>and assurance</a:t>
            </a:r>
            <a:endParaRPr lang="en-US"/>
          </a:p>
        </p:txBody>
      </p:sp>
      <p:sp>
        <p:nvSpPr>
          <p:cNvPr id="63949" name="Tile 3 statement">
            <a:extLst>
              <a:ext uri="{FF2B5EF4-FFF2-40B4-BE49-F238E27FC236}">
                <a16:creationId xmlns:a16="http://schemas.microsoft.com/office/drawing/2014/main" id="{6FC48843-9645-6FEA-0A21-AD408C7963EE}"/>
              </a:ext>
            </a:extLst>
          </p:cNvPr>
          <p:cNvSpPr/>
          <p:nvPr/>
        </p:nvSpPr>
        <p:spPr>
          <a:xfrm>
            <a:off x="8112760" y="1874520"/>
            <a:ext cx="293624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Double workload</a:t>
            </a:r>
          </a:p>
          <a:p>
            <a:pPr algn="l">
              <a:buNone/>
            </a:pPr>
            <a:r>
              <a:rPr lang="en-US" sz="2500" b="1">
                <a:solidFill>
                  <a:srgbClr val="7A4B00"/>
                </a:solidFill>
                <a:effectLst/>
                <a:latin typeface="Arial" panose="020B0604020202020204" pitchFamily="34" charset="0"/>
              </a:rPr>
              <a:t>USD 0.88/home</a:t>
            </a:r>
            <a:endParaRPr lang="en-US"/>
          </a:p>
        </p:txBody>
      </p:sp>
      <p:sp>
        <p:nvSpPr>
          <p:cNvPr id="63962" name="Statement 3">
            <a:extLst>
              <a:ext uri="{FF2B5EF4-FFF2-40B4-BE49-F238E27FC236}">
                <a16:creationId xmlns:a16="http://schemas.microsoft.com/office/drawing/2014/main" id="{63DEA41B-BDC0-CB45-7846-523C09A87897}"/>
              </a:ext>
            </a:extLst>
          </p:cNvPr>
          <p:cNvSpPr/>
          <p:nvPr/>
        </p:nvSpPr>
        <p:spPr>
          <a:xfrm>
            <a:off x="548640" y="3910928"/>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Inference only. Full project TCO and accepted-outcome cost remain unknown.</a:t>
            </a:r>
          </a:p>
        </p:txBody>
      </p:sp>
      <p:sp>
        <p:nvSpPr>
          <p:cNvPr id="63976" name="Guardrail In Place card">
            <a:extLst>
              <a:ext uri="{FF2B5EF4-FFF2-40B4-BE49-F238E27FC236}">
                <a16:creationId xmlns:a16="http://schemas.microsoft.com/office/drawing/2014/main" id="{969EC040-61C2-34CA-A297-4143CFDE22C2}"/>
              </a:ext>
            </a:extLst>
          </p:cNvPr>
          <p:cNvSpPr/>
          <p:nvPr/>
        </p:nvSpPr>
        <p:spPr>
          <a:xfrm>
            <a:off x="548640" y="4440936"/>
            <a:ext cx="5455920" cy="140817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91" name="Guardrail Next card">
            <a:extLst>
              <a:ext uri="{FF2B5EF4-FFF2-40B4-BE49-F238E27FC236}">
                <a16:creationId xmlns:a16="http://schemas.microsoft.com/office/drawing/2014/main" id="{B30D3E3A-3C7E-BA26-F6B1-5932C79D6A2B}"/>
              </a:ext>
            </a:extLst>
          </p:cNvPr>
          <p:cNvSpPr/>
          <p:nvPr/>
        </p:nvSpPr>
        <p:spPr>
          <a:xfrm>
            <a:off x="6187440" y="4440936"/>
            <a:ext cx="5455920" cy="140817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07" name="In Place pill">
            <a:extLst>
              <a:ext uri="{FF2B5EF4-FFF2-40B4-BE49-F238E27FC236}">
                <a16:creationId xmlns:a16="http://schemas.microsoft.com/office/drawing/2014/main" id="{851A200E-85BF-E80D-0261-377F5A40B44A}"/>
              </a:ext>
            </a:extLst>
          </p:cNvPr>
          <p:cNvSpPr/>
          <p:nvPr/>
        </p:nvSpPr>
        <p:spPr>
          <a:xfrm>
            <a:off x="667512" y="4559808"/>
            <a:ext cx="1042416" cy="347472"/>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IN PLACE</a:t>
            </a:r>
          </a:p>
          <a:p>
            <a:pPr algn="ctr">
              <a:buNone/>
            </a:pPr>
            <a:r>
              <a:rPr lang="en-US" sz="100">
                <a:effectLst/>
              </a:rPr>
              <a:t> </a:t>
            </a:r>
            <a:endParaRPr lang="en-US"/>
          </a:p>
        </p:txBody>
      </p:sp>
      <p:sp>
        <p:nvSpPr>
          <p:cNvPr id="64024" name="In Place items">
            <a:extLst>
              <a:ext uri="{FF2B5EF4-FFF2-40B4-BE49-F238E27FC236}">
                <a16:creationId xmlns:a16="http://schemas.microsoft.com/office/drawing/2014/main" id="{223D8F8A-3A5A-CFFA-11BD-E356B94FEADE}"/>
              </a:ext>
            </a:extLst>
          </p:cNvPr>
          <p:cNvSpPr/>
          <p:nvPr/>
        </p:nvSpPr>
        <p:spPr>
          <a:xfrm>
            <a:off x="5760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a:t>
            </a:r>
          </a:p>
          <a:p>
            <a:pPr algn="l">
              <a:buNone/>
            </a:pPr>
            <a:r>
              <a:rPr lang="en-US" sz="1600">
                <a:solidFill>
                  <a:srgbClr val="173F35"/>
                </a:solidFill>
                <a:effectLst/>
                <a:latin typeface="Arial" panose="020B0604020202020204" pitchFamily="34" charset="0"/>
              </a:rPr>
              <a:t>usage captured on the assistant path</a:t>
            </a:r>
          </a:p>
          <a:p>
            <a:pPr algn="l">
              <a:buNone/>
            </a:pPr>
            <a:r>
              <a:rPr lang="en-US" sz="1600">
                <a:solidFill>
                  <a:srgbClr val="173F35"/>
                </a:solidFill>
                <a:effectLst/>
                <a:latin typeface="Arial" panose="020B0604020202020204" pitchFamily="34" charset="0"/>
              </a:rPr>
              <a:t>Azure budget alerts</a:t>
            </a:r>
            <a:endParaRPr lang="en-US"/>
          </a:p>
        </p:txBody>
      </p:sp>
      <p:sp>
        <p:nvSpPr>
          <p:cNvPr id="64042" name="Next pill">
            <a:extLst>
              <a:ext uri="{FF2B5EF4-FFF2-40B4-BE49-F238E27FC236}">
                <a16:creationId xmlns:a16="http://schemas.microsoft.com/office/drawing/2014/main" id="{C916814D-3692-F18E-283A-D99D08E98601}"/>
              </a:ext>
            </a:extLst>
          </p:cNvPr>
          <p:cNvSpPr/>
          <p:nvPr/>
        </p:nvSpPr>
        <p:spPr>
          <a:xfrm>
            <a:off x="6306312" y="4559808"/>
            <a:ext cx="694944" cy="347472"/>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a:t>
            </a:r>
          </a:p>
          <a:p>
            <a:pPr algn="ctr">
              <a:buNone/>
            </a:pPr>
            <a:r>
              <a:rPr lang="en-US" sz="100">
                <a:effectLst/>
              </a:rPr>
              <a:t> </a:t>
            </a:r>
            <a:endParaRPr lang="en-US"/>
          </a:p>
        </p:txBody>
      </p:sp>
      <p:sp>
        <p:nvSpPr>
          <p:cNvPr id="64061" name="Next items">
            <a:extLst>
              <a:ext uri="{FF2B5EF4-FFF2-40B4-BE49-F238E27FC236}">
                <a16:creationId xmlns:a16="http://schemas.microsoft.com/office/drawing/2014/main" id="{7ABF3678-0AEA-3597-C59C-6BD804AA0526}"/>
              </a:ext>
            </a:extLst>
          </p:cNvPr>
          <p:cNvSpPr/>
          <p:nvPr/>
        </p:nvSpPr>
        <p:spPr>
          <a:xfrm>
            <a:off x="62148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7A4B00"/>
                </a:solidFill>
                <a:effectLst/>
                <a:latin typeface="Arial" panose="020B0604020202020204" pitchFamily="34" charset="0"/>
              </a:rPr>
              <a:t>proposed money budgets per task and period</a:t>
            </a:r>
          </a:p>
          <a:p>
            <a:pPr algn="l">
              <a:buNone/>
            </a:pPr>
            <a:r>
              <a:rPr lang="en-US" sz="1500">
                <a:solidFill>
                  <a:srgbClr val="7A4B00"/>
                </a:solidFill>
                <a:effectLst/>
                <a:latin typeface="Arial" panose="020B0604020202020204" pitchFamily="34" charset="0"/>
              </a:rPr>
              <a:t>per-request call and depth limits</a:t>
            </a:r>
          </a:p>
          <a:p>
            <a:pPr algn="l">
              <a:buNone/>
            </a:pPr>
            <a:r>
              <a:rPr lang="en-US" sz="1500">
                <a:solidFill>
                  <a:srgbClr val="7A4B00"/>
                </a:solidFill>
                <a:effectLst/>
                <a:latin typeface="Arial" panose="020B0604020202020204" pitchFamily="34" charset="0"/>
              </a:rPr>
              <a:t>accepted-outcome cost: not yet measured</a:t>
            </a:r>
            <a:endParaRPr lang="en-US"/>
          </a:p>
        </p:txBody>
      </p:sp>
      <p:pic>
        <p:nvPicPr>
          <p:cNvPr id="64062" name="Tile 1 icon" descr="AI icon">
            <a:extLst>
              <a:ext uri="{FF2B5EF4-FFF2-40B4-BE49-F238E27FC236}">
                <a16:creationId xmlns:a16="http://schemas.microsoft.com/office/drawing/2014/main" id="{1D31D405-F19C-D9C6-A8EE-307F1EAE6A9C}"/>
              </a:ext>
            </a:extLst>
          </p:cNvPr>
          <p:cNvPicPr>
            <a:picLocks noChangeAspect="1"/>
          </p:cNvPicPr>
          <p:nvPr/>
        </p:nvPicPr>
        <p:blipFill>
          <a:blip r:embed="rId3"/>
          <a:stretch>
            <a:fillRect/>
          </a:stretch>
        </p:blipFill>
        <p:spPr>
          <a:xfrm>
            <a:off x="3484880" y="1600200"/>
            <a:ext cx="502920" cy="502920"/>
          </a:xfrm>
          <a:prstGeom prst="rect">
            <a:avLst/>
          </a:prstGeom>
        </p:spPr>
      </p:pic>
      <p:pic>
        <p:nvPicPr>
          <p:cNvPr id="64063" name="Tile 2 icon" descr="Forecast icon">
            <a:extLst>
              <a:ext uri="{FF2B5EF4-FFF2-40B4-BE49-F238E27FC236}">
                <a16:creationId xmlns:a16="http://schemas.microsoft.com/office/drawing/2014/main" id="{257FFCB3-B763-32E5-460D-48C4EF54D4CC}"/>
              </a:ext>
            </a:extLst>
          </p:cNvPr>
          <p:cNvPicPr>
            <a:picLocks noChangeAspect="1"/>
          </p:cNvPicPr>
          <p:nvPr/>
        </p:nvPicPr>
        <p:blipFill>
          <a:blip r:embed="rId4"/>
          <a:stretch>
            <a:fillRect/>
          </a:stretch>
        </p:blipFill>
        <p:spPr>
          <a:xfrm>
            <a:off x="7244080" y="1600200"/>
            <a:ext cx="502920" cy="502920"/>
          </a:xfrm>
          <a:prstGeom prst="rect">
            <a:avLst/>
          </a:prstGeom>
        </p:spPr>
      </p:pic>
      <p:pic>
        <p:nvPicPr>
          <p:cNvPr id="64064" name="Tile 3 icon" descr="Cost icon">
            <a:extLst>
              <a:ext uri="{FF2B5EF4-FFF2-40B4-BE49-F238E27FC236}">
                <a16:creationId xmlns:a16="http://schemas.microsoft.com/office/drawing/2014/main" id="{C6B3723C-7B53-660F-5682-3B77C1A35E2A}"/>
              </a:ext>
            </a:extLst>
          </p:cNvPr>
          <p:cNvPicPr>
            <a:picLocks noChangeAspect="1"/>
          </p:cNvPicPr>
          <p:nvPr/>
        </p:nvPicPr>
        <p:blipFill>
          <a:blip r:embed="rId5"/>
          <a:stretch>
            <a:fillRect/>
          </a:stretch>
        </p:blipFill>
        <p:spPr>
          <a:xfrm>
            <a:off x="11003280" y="1600200"/>
            <a:ext cx="502920" cy="502920"/>
          </a:xfrm>
          <a:prstGeom prst="rect">
            <a:avLst/>
          </a:prstGeom>
        </p:spPr>
      </p:pic>
      <p:sp>
        <p:nvSpPr>
          <p:cNvPr id="65964" name="Tile 2 statement">
            <a:extLst>
              <a:ext uri="{FF2B5EF4-FFF2-40B4-BE49-F238E27FC236}">
                <a16:creationId xmlns:a16="http://schemas.microsoft.com/office/drawing/2014/main" id="{5542318A-6D65-75CB-56B0-54C423948A89}"/>
              </a:ext>
            </a:extLst>
          </p:cNvPr>
          <p:cNvSpPr/>
          <p:nvPr/>
        </p:nvSpPr>
        <p:spPr>
          <a:xfrm>
            <a:off x="4353560" y="1600200"/>
            <a:ext cx="3484880" cy="1676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Accepted cost</a:t>
            </a:r>
          </a:p>
          <a:p>
            <a:pPr algn="l">
              <a:buNone/>
            </a:pPr>
            <a:r>
              <a:rPr lang="en-US" sz="3200" b="1">
                <a:solidFill>
                  <a:srgbClr val="3F2A72"/>
                </a:solidFill>
                <a:effectLst/>
                <a:latin typeface="Arial" panose="020B0604020202020204" pitchFamily="34" charset="0"/>
              </a:rPr>
              <a:t>Unknown</a:t>
            </a:r>
          </a:p>
          <a:p>
            <a:pPr algn="l">
              <a:buNone/>
            </a:pPr>
            <a:r>
              <a:rPr lang="en-US" sz="1600">
                <a:solidFill>
                  <a:srgbClr val="3F2A72"/>
                </a:solidFill>
                <a:effectLst/>
                <a:latin typeface="Arial" panose="020B0604020202020204" pitchFamily="34" charset="0"/>
              </a:rPr>
              <a:t>No accepted-outcome</a:t>
            </a:r>
          </a:p>
          <a:p>
            <a:pPr algn="l">
              <a:buNone/>
            </a:pPr>
            <a:r>
              <a:rPr lang="en-US" sz="1600">
                <a:solidFill>
                  <a:srgbClr val="3F2A72"/>
                </a:solidFill>
                <a:effectLst/>
                <a:latin typeface="Arial" panose="020B0604020202020204" pitchFamily="34" charset="0"/>
              </a:rPr>
              <a:t>unit cost established</a:t>
            </a:r>
            <a:endParaRPr lang="en-US"/>
          </a:p>
        </p:txBody>
      </p:sp>
    </p:spTree>
    <p:extLst>
      <p:ext uri="{BB962C8B-B14F-4D97-AF65-F5344CB8AC3E}">
        <p14:creationId xmlns:p14="http://schemas.microsoft.com/office/powerpoint/2010/main" val="75272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774" name="Eyebrow">
            <a:extLst>
              <a:ext uri="{FF2B5EF4-FFF2-40B4-BE49-F238E27FC236}">
                <a16:creationId xmlns:a16="http://schemas.microsoft.com/office/drawing/2014/main" id="{986DE8EB-7DDD-4D29-43EB-0456DF07D93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0776" name="Slide title">
            <a:extLst>
              <a:ext uri="{FF2B5EF4-FFF2-40B4-BE49-F238E27FC236}">
                <a16:creationId xmlns:a16="http://schemas.microsoft.com/office/drawing/2014/main" id="{544F539D-ABDD-D694-6DD0-5FA1DC18DAFE}"/>
              </a:ext>
            </a:extLst>
          </p:cNvPr>
          <p:cNvSpPr/>
          <p:nvPr/>
        </p:nvSpPr>
        <p:spPr>
          <a:xfrm>
            <a:off x="548640" y="777240"/>
            <a:ext cx="11091672"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Everything But the Software</a:t>
            </a:r>
          </a:p>
        </p:txBody>
      </p:sp>
      <p:sp>
        <p:nvSpPr>
          <p:cNvPr id="30779" name="Footer sources">
            <a:extLst>
              <a:ext uri="{FF2B5EF4-FFF2-40B4-BE49-F238E27FC236}">
                <a16:creationId xmlns:a16="http://schemas.microsoft.com/office/drawing/2014/main" id="{347A3EA6-08A3-1933-27F6-EBD3EDE3557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(E20) · delivery method evidence (E14, E16) · repository history (see notes)</a:t>
            </a:r>
          </a:p>
          <a:p>
            <a:pPr algn="l">
              <a:buNone/>
            </a:pPr>
            <a:r>
              <a:rPr lang="en-US" sz="100">
                <a:effectLst/>
              </a:rPr>
              <a:t> </a:t>
            </a:r>
            <a:endParaRPr lang="en-US"/>
          </a:p>
        </p:txBody>
      </p:sp>
      <p:sp>
        <p:nvSpPr>
          <p:cNvPr id="30783" name="Footer navigation">
            <a:extLst>
              <a:ext uri="{FF2B5EF4-FFF2-40B4-BE49-F238E27FC236}">
                <a16:creationId xmlns:a16="http://schemas.microsoft.com/office/drawing/2014/main" id="{61CD4EC3-E3F2-0326-C1CA-F6F9B43E272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S19 · Answers: B13</a:t>
            </a:r>
          </a:p>
          <a:p>
            <a:pPr algn="r">
              <a:buNone/>
            </a:pPr>
            <a:r>
              <a:rPr lang="en-US" sz="100">
                <a:effectLst/>
              </a:rPr>
              <a:t> </a:t>
            </a:r>
            <a:endParaRPr lang="en-US"/>
          </a:p>
        </p:txBody>
      </p:sp>
      <p:sp xmlns:p="http://schemas.openxmlformats.org/presentationml/2006/main" xmlns:a="http://schemas.openxmlformats.org/drawingml/2006/main">
        <p:nvSpPr>
          <p:cNvPr id="900000" name="Story-22-attribution" descr="Author retrospective / exploratory single case / non-causal"/>
          <p:cNvSpPr txBox="1"/>
          <p:nvPr/>
        </p:nvSpPr>
        <p:spPr>
          <a:xfrm>
            <a:off x="548640" y="1417320"/>
            <a:ext cx="11091672" cy="32004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Author retrospective / exploratory single case / non-causal</a:t>
            </a:r>
          </a:p>
        </p:txBody>
      </p:sp>
      <p:sp xmlns:p="http://schemas.openxmlformats.org/presentationml/2006/main" xmlns:a="http://schemas.openxmlformats.org/drawingml/2006/main">
        <p:nvSpPr>
          <p:cNvPr id="900001" name="Story-22-prs" descr="183 merged PRs"/>
          <p:cNvSpPr txBox="1"/>
          <p:nvPr/>
        </p:nvSpPr>
        <p:spPr>
          <a:xfrm>
            <a:off x="548640" y="1965960"/>
            <a:ext cx="3657600" cy="612648"/>
          </a:xfrm>
          <a:prstGeom prst="rect">
            <a:avLst/>
          </a:prstGeom>
          <a:noFill/>
          <a:ln>
            <a:noFill/>
          </a:ln>
        </p:spPr>
        <p:txBody>
          <a:bodyPr wrap="square" lIns="18288" rIns="18288" tIns="9144" bIns="9144" anchor="t">
            <a:noAutofit/>
          </a:bodyPr>
          <a:lstStyle/>
          <a:p>
            <a:pPr algn="l">
              <a:lnSpc>
                <a:spcPct val="105000"/>
              </a:lnSpc>
              <a:buNone/>
            </a:pPr>
            <a:r>
              <a:rPr lang="en-GB" sz="3100" b="1">
                <a:solidFill>
                  <a:srgbClr val="173F35"/>
                </a:solidFill>
                <a:latin typeface="Arial"/>
              </a:rPr>
              <a:t>183 merged PRs</a:t>
            </a:r>
          </a:p>
        </p:txBody>
      </p:sp>
      <p:sp xmlns:p="http://schemas.openxmlformats.org/presentationml/2006/main" xmlns:a="http://schemas.openxmlformats.org/drawingml/2006/main">
        <p:nvSpPr>
          <p:cNvPr id="900002" name="Story-22-prs-window" descr="15-24 Oct 2026"/>
          <p:cNvSpPr txBox="1"/>
          <p:nvPr/>
        </p:nvSpPr>
        <p:spPr>
          <a:xfrm>
            <a:off x="548640" y="2651760"/>
            <a:ext cx="3657600" cy="365760"/>
          </a:xfrm>
          <a:prstGeom prst="rect">
            <a:avLst/>
          </a:prstGeom>
          <a:noFill/>
          <a:ln>
            <a:noFill/>
          </a:ln>
        </p:spPr>
        <p:txBody>
          <a:bodyPr wrap="square" lIns="18288" rIns="18288" tIns="9144" bIns="9144" anchor="t">
            <a:noAutofit/>
          </a:bodyPr>
          <a:lstStyle/>
          <a:p>
            <a:pPr algn="l">
              <a:lnSpc>
                <a:spcPct val="105000"/>
              </a:lnSpc>
              <a:buNone/>
            </a:pPr>
            <a:r>
              <a:rPr lang="en-GB" sz="1900" b="0">
                <a:solidFill>
                  <a:srgbClr val="173F35"/>
                </a:solidFill>
                <a:latin typeface="Arial"/>
              </a:rPr>
              <a:t>15-24 Oct 2026</a:t>
            </a:r>
          </a:p>
        </p:txBody>
      </p:sp>
      <p:sp xmlns:p="http://schemas.openxmlformats.org/presentationml/2006/main" xmlns:a="http://schemas.openxmlformats.org/drawingml/2006/main">
        <p:nvSpPr>
          <p:cNvPr id="900003" name="Story-22-log" descr="36,755 log words"/>
          <p:cNvSpPr txBox="1"/>
          <p:nvPr/>
        </p:nvSpPr>
        <p:spPr>
          <a:xfrm>
            <a:off x="548640" y="3200400"/>
            <a:ext cx="3657600" cy="548640"/>
          </a:xfrm>
          <a:prstGeom prst="rect">
            <a:avLst/>
          </a:prstGeom>
          <a:noFill/>
          <a:ln>
            <a:noFill/>
          </a:ln>
        </p:spPr>
        <p:txBody>
          <a:bodyPr wrap="square" lIns="18288" rIns="18288" tIns="9144" bIns="9144" anchor="t">
            <a:noAutofit/>
          </a:bodyPr>
          <a:lstStyle/>
          <a:p>
            <a:pPr algn="l">
              <a:lnSpc>
                <a:spcPct val="105000"/>
              </a:lnSpc>
              <a:buNone/>
            </a:pPr>
            <a:r>
              <a:rPr lang="en-GB" sz="2700" b="1">
                <a:solidFill>
                  <a:srgbClr val="173F35"/>
                </a:solidFill>
                <a:latin typeface="Arial"/>
              </a:rPr>
              <a:t>36,755 log words</a:t>
            </a:r>
          </a:p>
        </p:txBody>
      </p:sp>
      <p:sp xmlns:p="http://schemas.openxmlformats.org/presentationml/2006/main" xmlns:a="http://schemas.openxmlformats.org/drawingml/2006/main">
        <p:nvSpPr>
          <p:cNvPr id="900004" name="Story-22-log-label" descr="added 15-22 Oct 2026"/>
          <p:cNvSpPr txBox="1"/>
          <p:nvPr/>
        </p:nvSpPr>
        <p:spPr>
          <a:xfrm>
            <a:off x="548640" y="3840480"/>
            <a:ext cx="3657600" cy="36576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added 15-22 Oct 2026</a:t>
            </a:r>
          </a:p>
        </p:txBody>
      </p:sp>
      <p:sp xmlns:p="http://schemas.openxmlformats.org/presentationml/2006/main" xmlns:a="http://schemas.openxmlformats.org/drawingml/2006/main">
        <p:nvSpPr>
          <p:cNvPr id="900005" name="Story-22-contrast-bg" descr=""/>
          <p:cNvSpPr txBox="1"/>
          <p:nvPr/>
        </p:nvSpPr>
        <p:spPr>
          <a:xfrm>
            <a:off x="4572000" y="1965960"/>
            <a:ext cx="7068312" cy="228600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22-contrast-label" descr="THE OUTCOME THAT CHALLENGED THE OUTPUT"/>
          <p:cNvSpPr txBox="1"/>
          <p:nvPr/>
        </p:nvSpPr>
        <p:spPr>
          <a:xfrm>
            <a:off x="4782312" y="2194560"/>
            <a:ext cx="6492240" cy="274320"/>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173F35"/>
                </a:solidFill>
                <a:latin typeface="Arial"/>
              </a:rPr>
              <a:t>THE OUTCOME THAT CHALLENGED THE OUTPUT</a:t>
            </a:r>
          </a:p>
        </p:txBody>
      </p:sp>
      <p:sp xmlns:p="http://schemas.openxmlformats.org/presentationml/2006/main" xmlns:a="http://schemas.openxmlformats.org/drawingml/2006/main">
        <p:nvSpPr>
          <p:cNvPr id="900007" name="Story-22-contrast" descr="The author could no longer&#10;use the replacement."/>
          <p:cNvSpPr txBox="1"/>
          <p:nvPr/>
        </p:nvSpPr>
        <p:spPr>
          <a:xfrm>
            <a:off x="4782312" y="2724912"/>
            <a:ext cx="6492240" cy="841248"/>
          </a:xfrm>
          <a:prstGeom prst="rect">
            <a:avLst/>
          </a:prstGeom>
          <a:noFill/>
          <a:ln>
            <a:noFill/>
          </a:ln>
        </p:spPr>
        <p:txBody>
          <a:bodyPr wrap="square" lIns="18288" rIns="18288" tIns="9144" bIns="9144" anchor="t">
            <a:noAutofit/>
          </a:bodyPr>
          <a:lstStyle/>
          <a:p>
            <a:pPr algn="l">
              <a:lnSpc>
                <a:spcPct val="105000"/>
              </a:lnSpc>
              <a:buNone/>
            </a:pPr>
            <a:r>
              <a:rPr lang="en-GB" sz="2600" b="1">
                <a:solidFill>
                  <a:srgbClr val="173F35"/>
                </a:solidFill>
                <a:latin typeface="Arial"/>
              </a:rPr>
              <a:t>The author could no longer</a:t>
            </a:r>
          </a:p>
          <a:p>
            <a:pPr algn="l">
              <a:lnSpc>
                <a:spcPct val="105000"/>
              </a:lnSpc>
              <a:buNone/>
            </a:pPr>
            <a:r>
              <a:rPr lang="en-GB" sz="2600" b="1">
                <a:solidFill>
                  <a:srgbClr val="173F35"/>
                </a:solidFill>
                <a:latin typeface="Arial"/>
              </a:rPr>
              <a:t>use the replacement.</a:t>
            </a:r>
          </a:p>
        </p:txBody>
      </p:sp>
      <p:sp xmlns:p="http://schemas.openxmlformats.org/presentationml/2006/main" xmlns:a="http://schemas.openxmlformats.org/drawingml/2006/main">
        <p:nvSpPr>
          <p:cNvPr id="900008" name="Story-22-contrast-limit" descr="Output counts do not establish usable delivery or causation."/>
          <p:cNvSpPr txBox="1"/>
          <p:nvPr/>
        </p:nvSpPr>
        <p:spPr>
          <a:xfrm>
            <a:off x="4782312" y="3749040"/>
            <a:ext cx="6492240" cy="29260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Output counts do not establish usable delivery or causation.</a:t>
            </a:r>
          </a:p>
        </p:txBody>
      </p:sp>
      <p:sp xmlns:p="http://schemas.openxmlformats.org/presentationml/2006/main" xmlns:a="http://schemas.openxmlformats.org/drawingml/2006/main">
        <p:nvSpPr>
          <p:cNvPr id="900009" name="Story-22-feedback" descr="Feature   -&gt;   Tests   -&gt;   Use journey   -&gt;   Keep / cut / tidy"/>
          <p:cNvSpPr txBox="1"/>
          <p:nvPr/>
        </p:nvSpPr>
        <p:spPr>
          <a:xfrm>
            <a:off x="548640" y="4617720"/>
            <a:ext cx="11091672" cy="43891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Feature   -&gt;   Tests   -&gt;   Use journey   -&gt;   Keep / cut / tidy</a:t>
            </a:r>
          </a:p>
        </p:txBody>
      </p:sp>
      <p:sp xmlns:p="http://schemas.openxmlformats.org/presentationml/2006/main" xmlns:a="http://schemas.openxmlformats.org/drawingml/2006/main">
        <p:nvSpPr>
          <p:cNvPr id="900010" name="Story-22-proposal" descr="Bounded paper test: can another agent supply reflection? Paused; registration pending; no results."/>
          <p:cNvSpPr txBox="1"/>
          <p:nvPr/>
        </p:nvSpPr>
        <p:spPr>
          <a:xfrm>
            <a:off x="548640" y="5193792"/>
            <a:ext cx="11091672" cy="36576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Bounded paper test: can another agent supply reflection? Paused; registration pending; no results.</a:t>
            </a:r>
          </a:p>
        </p:txBody>
      </p:sp>
      <p:sp xmlns:p="http://schemas.openxmlformats.org/presentationml/2006/main" xmlns:a="http://schemas.openxmlformats.org/drawingml/2006/main">
        <p:nvSpPr>
          <p:cNvPr id="900011" name="Story-22-paper-source" descr="Current source: Everything But the Software, draft + author clarification, 25 Oct 2026; Table 2 defines each window."/>
          <p:cNvSpPr txBox="1"/>
          <p:nvPr/>
        </p:nvSpPr>
        <p:spPr>
          <a:xfrm>
            <a:off x="548640" y="5705856"/>
            <a:ext cx="11091672" cy="26517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Table 2 defines each window.</a:t>
            </a:r>
          </a:p>
        </p:txBody>
      </p:sp>
    </p:spTree>
    <p:extLst>
      <p:ext uri="{BB962C8B-B14F-4D97-AF65-F5344CB8AC3E}">
        <p14:creationId xmlns:p14="http://schemas.microsoft.com/office/powerpoint/2010/main" val="936607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210" name="Eyebrow">
            <a:extLst>
              <a:ext uri="{FF2B5EF4-FFF2-40B4-BE49-F238E27FC236}">
                <a16:creationId xmlns:a16="http://schemas.microsoft.com/office/drawing/2014/main" id="{07E40C33-B33F-E4E2-D2CB-9594DF1FD42D}"/>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212" name="Slide title">
            <a:extLst>
              <a:ext uri="{FF2B5EF4-FFF2-40B4-BE49-F238E27FC236}">
                <a16:creationId xmlns:a16="http://schemas.microsoft.com/office/drawing/2014/main" id="{E5F8E0BC-BB92-95A1-1AFC-7900659175D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Validate, pilot, scale: on the clock to April 2030.</a:t>
            </a:r>
          </a:p>
          <a:p>
            <a:pPr algn="l">
              <a:buNone/>
            </a:pPr>
            <a:r>
              <a:rPr lang="en-US" sz="100">
                <a:effectLst/>
              </a:rPr>
              <a:t> </a:t>
            </a:r>
            <a:endParaRPr lang="en-US"/>
          </a:p>
        </p:txBody>
      </p:sp>
      <p:sp>
        <p:nvSpPr>
          <p:cNvPr id="31215" name="Footer sources">
            <a:extLst>
              <a:ext uri="{FF2B5EF4-FFF2-40B4-BE49-F238E27FC236}">
                <a16:creationId xmlns:a16="http://schemas.microsoft.com/office/drawing/2014/main" id="{7316E15F-DC54-7BB2-AAA0-E3E0FEFFE405}"/>
              </a:ext>
            </a:extLst>
          </p:cNvPr>
          <p:cNvSpPr/>
          <p:nvPr/>
        </p:nvSpPr>
        <p:spPr>
          <a:xfrm>
            <a:off x="548640" y="5943600"/>
            <a:ext cx="88696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BRD BG-011 pilot proposal · measurement design · Awaab's Law collection</a:t>
            </a:r>
          </a:p>
          <a:p>
            <a:pPr algn="l">
              <a:buNone/>
            </a:pPr>
            <a:r>
              <a:rPr lang="en-US" sz="1200">
                <a:solidFill>
                  <a:srgbClr val="50655E"/>
                </a:solidFill>
                <a:effectLst/>
                <a:latin typeface="Arial" panose="020B0604020202020204" pitchFamily="34" charset="0"/>
              </a:rPr>
              <a:t>WH:SHF wave 3 guidance · SRS MEES response</a:t>
            </a:r>
            <a:endParaRPr lang="en-US"/>
          </a:p>
        </p:txBody>
      </p:sp>
      <p:sp>
        <p:nvSpPr>
          <p:cNvPr id="31219" name="Footer navigation">
            <a:extLst>
              <a:ext uri="{FF2B5EF4-FFF2-40B4-BE49-F238E27FC236}">
                <a16:creationId xmlns:a16="http://schemas.microsoft.com/office/drawing/2014/main" id="{45EA11E5-270E-40B2-506F-FF97B48412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S20 · Answers: B17</a:t>
            </a:r>
          </a:p>
          <a:p>
            <a:pPr algn="r">
              <a:buNone/>
            </a:pPr>
            <a:r>
              <a:rPr lang="en-US" sz="100">
                <a:effectLst/>
              </a:rPr>
              <a:t> </a:t>
            </a:r>
            <a:endParaRPr lang="en-US"/>
          </a:p>
        </p:txBody>
      </p:sp>
      <p:sp>
        <p:nvSpPr>
          <p:cNvPr id="31224" name="Date rail">
            <a:extLst>
              <a:ext uri="{FF2B5EF4-FFF2-40B4-BE49-F238E27FC236}">
                <a16:creationId xmlns:a16="http://schemas.microsoft.com/office/drawing/2014/main" id="{905AD723-A69E-7656-5FA8-7323EF0261D5}"/>
              </a:ext>
            </a:extLst>
          </p:cNvPr>
          <p:cNvSpPr/>
          <p:nvPr/>
        </p:nvSpPr>
        <p:spPr>
          <a:xfrm>
            <a:off x="548640" y="2217420"/>
            <a:ext cx="11094720" cy="13716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30" name="Anchor 1">
            <a:extLst>
              <a:ext uri="{FF2B5EF4-FFF2-40B4-BE49-F238E27FC236}">
                <a16:creationId xmlns:a16="http://schemas.microsoft.com/office/drawing/2014/main" id="{8845507E-9955-417D-07FF-1CBCDEC0F6AA}"/>
              </a:ext>
            </a:extLst>
          </p:cNvPr>
          <p:cNvSpPr/>
          <p:nvPr/>
        </p:nvSpPr>
        <p:spPr>
          <a:xfrm>
            <a:off x="5486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30 Nov 2026</a:t>
            </a:r>
          </a:p>
          <a:p>
            <a:pPr algn="ctr">
              <a:buNone/>
            </a:pPr>
            <a:r>
              <a:rPr lang="en-US" sz="1400">
                <a:solidFill>
                  <a:srgbClr val="173F35"/>
                </a:solidFill>
                <a:effectLst/>
                <a:latin typeface="Arial" panose="020B0604020202020204" pitchFamily="34" charset="0"/>
              </a:rPr>
              <a:t>Awaab's Law phase 2</a:t>
            </a:r>
            <a:endParaRPr lang="en-US"/>
          </a:p>
        </p:txBody>
      </p:sp>
      <p:sp>
        <p:nvSpPr>
          <p:cNvPr id="31237" name="Anchor 1 marker">
            <a:extLst>
              <a:ext uri="{FF2B5EF4-FFF2-40B4-BE49-F238E27FC236}">
                <a16:creationId xmlns:a16="http://schemas.microsoft.com/office/drawing/2014/main" id="{DAF5B657-919A-69CF-22E8-8DCF7E357D6B}"/>
              </a:ext>
            </a:extLst>
          </p:cNvPr>
          <p:cNvSpPr/>
          <p:nvPr/>
        </p:nvSpPr>
        <p:spPr>
          <a:xfrm>
            <a:off x="22225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45" name="Anchor 2">
            <a:extLst>
              <a:ext uri="{FF2B5EF4-FFF2-40B4-BE49-F238E27FC236}">
                <a16:creationId xmlns:a16="http://schemas.microsoft.com/office/drawing/2014/main" id="{105E63EA-A319-21B3-CC70-128FA441278F}"/>
              </a:ext>
            </a:extLst>
          </p:cNvPr>
          <p:cNvSpPr/>
          <p:nvPr/>
        </p:nvSpPr>
        <p:spPr>
          <a:xfrm>
            <a:off x="43078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31 Mar 2028</a:t>
            </a:r>
          </a:p>
          <a:p>
            <a:pPr algn="ctr">
              <a:buNone/>
            </a:pPr>
            <a:r>
              <a:rPr lang="en-US" sz="1400">
                <a:solidFill>
                  <a:srgbClr val="173F35"/>
                </a:solidFill>
                <a:effectLst/>
                <a:latin typeface="Arial" panose="020B0604020202020204" pitchFamily="34" charset="0"/>
              </a:rPr>
              <a:t>wave 3 spend deadline</a:t>
            </a:r>
            <a:endParaRPr lang="en-US"/>
          </a:p>
        </p:txBody>
      </p:sp>
      <p:sp>
        <p:nvSpPr>
          <p:cNvPr id="31254" name="Anchor 2 marker">
            <a:extLst>
              <a:ext uri="{FF2B5EF4-FFF2-40B4-BE49-F238E27FC236}">
                <a16:creationId xmlns:a16="http://schemas.microsoft.com/office/drawing/2014/main" id="{962BD874-8EAC-FCC0-A0B0-A57C7BCDFA0D}"/>
              </a:ext>
            </a:extLst>
          </p:cNvPr>
          <p:cNvSpPr/>
          <p:nvPr/>
        </p:nvSpPr>
        <p:spPr>
          <a:xfrm>
            <a:off x="59817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64" name="Anchor 3">
            <a:extLst>
              <a:ext uri="{FF2B5EF4-FFF2-40B4-BE49-F238E27FC236}">
                <a16:creationId xmlns:a16="http://schemas.microsoft.com/office/drawing/2014/main" id="{F0D07E73-9F6E-BD56-F2B0-8F1EA26933EA}"/>
              </a:ext>
            </a:extLst>
          </p:cNvPr>
          <p:cNvSpPr/>
          <p:nvPr/>
        </p:nvSpPr>
        <p:spPr>
          <a:xfrm>
            <a:off x="8067040" y="1508760"/>
            <a:ext cx="357632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 Apr 2030</a:t>
            </a:r>
          </a:p>
          <a:p>
            <a:pPr algn="ctr">
              <a:buNone/>
            </a:pPr>
            <a:r>
              <a:rPr lang="en-US" sz="1400">
                <a:solidFill>
                  <a:srgbClr val="173F35"/>
                </a:solidFill>
                <a:effectLst/>
                <a:latin typeface="Arial" panose="020B0604020202020204" pitchFamily="34" charset="0"/>
              </a:rPr>
              <a:t>EPC C deadline</a:t>
            </a:r>
            <a:endParaRPr lang="en-US"/>
          </a:p>
        </p:txBody>
      </p:sp>
      <p:sp>
        <p:nvSpPr>
          <p:cNvPr id="31275" name="Anchor 3 marker">
            <a:extLst>
              <a:ext uri="{FF2B5EF4-FFF2-40B4-BE49-F238E27FC236}">
                <a16:creationId xmlns:a16="http://schemas.microsoft.com/office/drawing/2014/main" id="{6247A3C3-F628-31FC-6F0B-E2AE93A5CC2F}"/>
              </a:ext>
            </a:extLst>
          </p:cNvPr>
          <p:cNvSpPr/>
          <p:nvPr/>
        </p:nvSpPr>
        <p:spPr>
          <a:xfrm>
            <a:off x="9740900" y="2171700"/>
            <a:ext cx="228600" cy="228600"/>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287" name="Stage 1 chevron">
            <a:extLst>
              <a:ext uri="{FF2B5EF4-FFF2-40B4-BE49-F238E27FC236}">
                <a16:creationId xmlns:a16="http://schemas.microsoft.com/office/drawing/2014/main" id="{FDECBFFA-F85F-1C56-000C-016F4C910318}"/>
              </a:ext>
            </a:extLst>
          </p:cNvPr>
          <p:cNvSpPr/>
          <p:nvPr/>
        </p:nvSpPr>
        <p:spPr>
          <a:xfrm>
            <a:off x="548640" y="2560320"/>
            <a:ext cx="3576320" cy="868680"/>
          </a:xfrm>
          <a:prstGeom prst="homePlate">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00" name="Stage 1 disc">
            <a:extLst>
              <a:ext uri="{FF2B5EF4-FFF2-40B4-BE49-F238E27FC236}">
                <a16:creationId xmlns:a16="http://schemas.microsoft.com/office/drawing/2014/main" id="{6FF3325E-07A2-3353-8171-F38827FC80CF}"/>
              </a:ext>
            </a:extLst>
          </p:cNvPr>
          <p:cNvSpPr/>
          <p:nvPr/>
        </p:nvSpPr>
        <p:spPr>
          <a:xfrm>
            <a:off x="7315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14" name="Stage 1 name">
            <a:extLst>
              <a:ext uri="{FF2B5EF4-FFF2-40B4-BE49-F238E27FC236}">
                <a16:creationId xmlns:a16="http://schemas.microsoft.com/office/drawing/2014/main" id="{3AD168DF-DBC5-6543-B321-1E7051F40124}"/>
              </a:ext>
            </a:extLst>
          </p:cNvPr>
          <p:cNvSpPr/>
          <p:nvPr/>
        </p:nvSpPr>
        <p:spPr>
          <a:xfrm>
            <a:off x="13716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Phase 0</a:t>
            </a:r>
          </a:p>
          <a:p>
            <a:pPr algn="l">
              <a:buNone/>
            </a:pPr>
            <a:r>
              <a:rPr lang="en-US" sz="1600" b="1">
                <a:solidFill>
                  <a:srgbClr val="E9B14C"/>
                </a:solidFill>
                <a:effectLst/>
                <a:latin typeface="Arial" panose="020B0604020202020204" pitchFamily="34" charset="0"/>
              </a:rPr>
              <a:t>6-8 weeks</a:t>
            </a:r>
            <a:endParaRPr lang="en-US"/>
          </a:p>
        </p:txBody>
      </p:sp>
      <p:sp>
        <p:nvSpPr>
          <p:cNvPr id="31329" name="Stage 2 chevron">
            <a:extLst>
              <a:ext uri="{FF2B5EF4-FFF2-40B4-BE49-F238E27FC236}">
                <a16:creationId xmlns:a16="http://schemas.microsoft.com/office/drawing/2014/main" id="{82DE5151-14FC-5B86-A7F6-3C0F39016C8D}"/>
              </a:ext>
            </a:extLst>
          </p:cNvPr>
          <p:cNvSpPr/>
          <p:nvPr/>
        </p:nvSpPr>
        <p:spPr>
          <a:xfrm>
            <a:off x="4307840" y="2560320"/>
            <a:ext cx="3576320" cy="868680"/>
          </a:xfrm>
          <a:prstGeom prst="homePlate">
            <a:avLst/>
          </a:prstGeom>
          <a:solidFill>
            <a:srgbClr val="1F4D41"/>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45" name="Stage 2 disc">
            <a:extLst>
              <a:ext uri="{FF2B5EF4-FFF2-40B4-BE49-F238E27FC236}">
                <a16:creationId xmlns:a16="http://schemas.microsoft.com/office/drawing/2014/main" id="{D0B73D4A-0DD3-1315-B867-84B1215BFBAD}"/>
              </a:ext>
            </a:extLst>
          </p:cNvPr>
          <p:cNvSpPr/>
          <p:nvPr/>
        </p:nvSpPr>
        <p:spPr>
          <a:xfrm>
            <a:off x="44907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62" name="Stage 2 name">
            <a:extLst>
              <a:ext uri="{FF2B5EF4-FFF2-40B4-BE49-F238E27FC236}">
                <a16:creationId xmlns:a16="http://schemas.microsoft.com/office/drawing/2014/main" id="{BF19A19C-EEFC-1D3E-F1CF-EA47CA5EACE1}"/>
              </a:ext>
            </a:extLst>
          </p:cNvPr>
          <p:cNvSpPr/>
          <p:nvPr/>
        </p:nvSpPr>
        <p:spPr>
          <a:xfrm>
            <a:off x="51308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Pilot</a:t>
            </a:r>
          </a:p>
          <a:p>
            <a:pPr algn="l">
              <a:buNone/>
            </a:pPr>
            <a:r>
              <a:rPr lang="en-US" sz="1600" b="1">
                <a:solidFill>
                  <a:srgbClr val="E9B14C"/>
                </a:solidFill>
                <a:effectLst/>
                <a:latin typeface="Arial" panose="020B0604020202020204" pitchFamily="34" charset="0"/>
              </a:rPr>
              <a:t>6-9 months</a:t>
            </a:r>
            <a:endParaRPr lang="en-US"/>
          </a:p>
        </p:txBody>
      </p:sp>
      <p:sp>
        <p:nvSpPr>
          <p:cNvPr id="31380" name="Stage 3 chevron">
            <a:extLst>
              <a:ext uri="{FF2B5EF4-FFF2-40B4-BE49-F238E27FC236}">
                <a16:creationId xmlns:a16="http://schemas.microsoft.com/office/drawing/2014/main" id="{8F0390B8-2AF1-141E-17A8-0D5C57ED8086}"/>
              </a:ext>
            </a:extLst>
          </p:cNvPr>
          <p:cNvSpPr/>
          <p:nvPr/>
        </p:nvSpPr>
        <p:spPr>
          <a:xfrm>
            <a:off x="8067040" y="2560320"/>
            <a:ext cx="3576320" cy="868680"/>
          </a:xfrm>
          <a:prstGeom prst="homePlate">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399" name="Stage 3 disc">
            <a:extLst>
              <a:ext uri="{FF2B5EF4-FFF2-40B4-BE49-F238E27FC236}">
                <a16:creationId xmlns:a16="http://schemas.microsoft.com/office/drawing/2014/main" id="{885986AC-BB3D-8DD4-E534-3F5D431583E7}"/>
              </a:ext>
            </a:extLst>
          </p:cNvPr>
          <p:cNvSpPr/>
          <p:nvPr/>
        </p:nvSpPr>
        <p:spPr>
          <a:xfrm>
            <a:off x="8249920" y="269748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19" name="Stage 3 name">
            <a:extLst>
              <a:ext uri="{FF2B5EF4-FFF2-40B4-BE49-F238E27FC236}">
                <a16:creationId xmlns:a16="http://schemas.microsoft.com/office/drawing/2014/main" id="{F3B43219-BDA7-BC4B-5C3C-C15C5C686229}"/>
              </a:ext>
            </a:extLst>
          </p:cNvPr>
          <p:cNvSpPr/>
          <p:nvPr/>
        </p:nvSpPr>
        <p:spPr>
          <a:xfrm>
            <a:off x="8890000" y="2644140"/>
            <a:ext cx="23190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Scale</a:t>
            </a:r>
          </a:p>
          <a:p>
            <a:pPr algn="l">
              <a:buNone/>
            </a:pPr>
            <a:r>
              <a:rPr lang="en-US" sz="1600" b="1">
                <a:solidFill>
                  <a:srgbClr val="E9B14C"/>
                </a:solidFill>
                <a:effectLst/>
                <a:latin typeface="Arial" panose="020B0604020202020204" pitchFamily="34" charset="0"/>
              </a:rPr>
              <a:t>to April 2030</a:t>
            </a:r>
            <a:endParaRPr lang="en-US"/>
          </a:p>
        </p:txBody>
      </p:sp>
      <p:sp>
        <p:nvSpPr>
          <p:cNvPr id="31440" name="Stage 1 card">
            <a:extLst>
              <a:ext uri="{FF2B5EF4-FFF2-40B4-BE49-F238E27FC236}">
                <a16:creationId xmlns:a16="http://schemas.microsoft.com/office/drawing/2014/main" id="{B5F2CB72-3C65-7F23-4A0A-A94BAB4688B4}"/>
              </a:ext>
            </a:extLst>
          </p:cNvPr>
          <p:cNvSpPr/>
          <p:nvPr/>
        </p:nvSpPr>
        <p:spPr>
          <a:xfrm>
            <a:off x="5486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62" name="Stage 2 card">
            <a:extLst>
              <a:ext uri="{FF2B5EF4-FFF2-40B4-BE49-F238E27FC236}">
                <a16:creationId xmlns:a16="http://schemas.microsoft.com/office/drawing/2014/main" id="{F14D8FFB-A816-7F37-F8A4-4DDB9DBA6845}"/>
              </a:ext>
            </a:extLst>
          </p:cNvPr>
          <p:cNvSpPr/>
          <p:nvPr/>
        </p:nvSpPr>
        <p:spPr>
          <a:xfrm>
            <a:off x="43078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485" name="Stage 3 card">
            <a:extLst>
              <a:ext uri="{FF2B5EF4-FFF2-40B4-BE49-F238E27FC236}">
                <a16:creationId xmlns:a16="http://schemas.microsoft.com/office/drawing/2014/main" id="{12782043-D21F-7A44-D478-6479AAEC8B60}"/>
              </a:ext>
            </a:extLst>
          </p:cNvPr>
          <p:cNvSpPr/>
          <p:nvPr/>
        </p:nvSpPr>
        <p:spPr>
          <a:xfrm>
            <a:off x="8067040" y="3657600"/>
            <a:ext cx="3576320" cy="20116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509" name="Stage 1 statement">
            <a:extLst>
              <a:ext uri="{FF2B5EF4-FFF2-40B4-BE49-F238E27FC236}">
                <a16:creationId xmlns:a16="http://schemas.microsoft.com/office/drawing/2014/main" id="{03B663E1-9076-56EE-7591-56B909DBA7C1}"/>
              </a:ext>
            </a:extLst>
          </p:cNvPr>
          <p:cNvSpPr/>
          <p:nvPr/>
        </p:nvSpPr>
        <p:spPr>
          <a:xfrm>
            <a:off x="594360" y="4160520"/>
            <a:ext cx="348488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Validate one connected journey against a paired comparator</a:t>
            </a:r>
          </a:p>
          <a:p>
            <a:pPr algn="l">
              <a:buNone/>
            </a:pPr>
            <a:r>
              <a:rPr lang="en-US" sz="100">
                <a:effectLst/>
              </a:rPr>
              <a:t> </a:t>
            </a:r>
            <a:endParaRPr lang="en-US"/>
          </a:p>
        </p:txBody>
      </p:sp>
      <p:sp>
        <p:nvSpPr>
          <p:cNvPr id="31534" name="Pilot targets label">
            <a:extLst>
              <a:ext uri="{FF2B5EF4-FFF2-40B4-BE49-F238E27FC236}">
                <a16:creationId xmlns:a16="http://schemas.microsoft.com/office/drawing/2014/main" id="{1DB54D99-0B6E-731B-53EB-54ED79AF8538}"/>
              </a:ext>
            </a:extLst>
          </p:cNvPr>
          <p:cNvSpPr/>
          <p:nvPr/>
        </p:nvSpPr>
        <p:spPr>
          <a:xfrm>
            <a:off x="4353560" y="3728048"/>
            <a:ext cx="34848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TARGETS</a:t>
            </a:r>
          </a:p>
          <a:p>
            <a:pPr algn="l">
              <a:buNone/>
            </a:pPr>
            <a:r>
              <a:rPr lang="en-US" sz="100">
                <a:effectLst/>
              </a:rPr>
              <a:t> </a:t>
            </a:r>
            <a:endParaRPr lang="en-US"/>
          </a:p>
        </p:txBody>
      </p:sp>
      <p:sp>
        <p:nvSpPr>
          <p:cNvPr id="31560" name="Target chip 1">
            <a:extLst>
              <a:ext uri="{FF2B5EF4-FFF2-40B4-BE49-F238E27FC236}">
                <a16:creationId xmlns:a16="http://schemas.microsoft.com/office/drawing/2014/main" id="{5ED55DBC-D245-EA3E-F1E5-4F48B878E80C}"/>
              </a:ext>
            </a:extLst>
          </p:cNvPr>
          <p:cNvSpPr/>
          <p:nvPr/>
        </p:nvSpPr>
        <p:spPr>
          <a:xfrm>
            <a:off x="4445000" y="4178808"/>
            <a:ext cx="2350008"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50+ accepted handovers</a:t>
            </a:r>
          </a:p>
          <a:p>
            <a:pPr algn="ctr">
              <a:buNone/>
            </a:pPr>
            <a:r>
              <a:rPr lang="en-US" sz="100">
                <a:effectLst/>
              </a:rPr>
              <a:t> </a:t>
            </a:r>
            <a:endParaRPr lang="en-US"/>
          </a:p>
        </p:txBody>
      </p:sp>
      <p:sp>
        <p:nvSpPr>
          <p:cNvPr id="31587" name="Target chip 2">
            <a:extLst>
              <a:ext uri="{FF2B5EF4-FFF2-40B4-BE49-F238E27FC236}">
                <a16:creationId xmlns:a16="http://schemas.microsoft.com/office/drawing/2014/main" id="{D939D286-C86F-E9D6-90CF-94EF34BE7DFA}"/>
              </a:ext>
            </a:extLst>
          </p:cNvPr>
          <p:cNvSpPr/>
          <p:nvPr/>
        </p:nvSpPr>
        <p:spPr>
          <a:xfrm>
            <a:off x="4445000" y="4663440"/>
            <a:ext cx="1645920"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−20% cycle time</a:t>
            </a:r>
          </a:p>
          <a:p>
            <a:pPr algn="ctr">
              <a:buNone/>
            </a:pPr>
            <a:r>
              <a:rPr lang="en-US" sz="100">
                <a:effectLst/>
              </a:rPr>
              <a:t> </a:t>
            </a:r>
            <a:endParaRPr lang="en-US"/>
          </a:p>
        </p:txBody>
      </p:sp>
      <p:sp>
        <p:nvSpPr>
          <p:cNvPr id="31615" name="Target chip 3">
            <a:extLst>
              <a:ext uri="{FF2B5EF4-FFF2-40B4-BE49-F238E27FC236}">
                <a16:creationId xmlns:a16="http://schemas.microsoft.com/office/drawing/2014/main" id="{CBF7D218-9FE1-A988-B88A-DA632E755946}"/>
              </a:ext>
            </a:extLst>
          </p:cNvPr>
          <p:cNvSpPr/>
          <p:nvPr/>
        </p:nvSpPr>
        <p:spPr>
          <a:xfrm>
            <a:off x="4445000" y="5148072"/>
            <a:ext cx="3255264" cy="36576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−25% coordination hours per home</a:t>
            </a:r>
          </a:p>
          <a:p>
            <a:pPr algn="ctr">
              <a:buNone/>
            </a:pPr>
            <a:r>
              <a:rPr lang="en-US" sz="100">
                <a:effectLst/>
              </a:rPr>
              <a:t> </a:t>
            </a:r>
            <a:endParaRPr lang="en-US"/>
          </a:p>
        </p:txBody>
      </p:sp>
      <p:sp>
        <p:nvSpPr>
          <p:cNvPr id="31644" name="Scale figure">
            <a:extLst>
              <a:ext uri="{FF2B5EF4-FFF2-40B4-BE49-F238E27FC236}">
                <a16:creationId xmlns:a16="http://schemas.microsoft.com/office/drawing/2014/main" id="{373651CE-1AEF-A1AE-6A99-921A24256C9B}"/>
              </a:ext>
            </a:extLst>
          </p:cNvPr>
          <p:cNvSpPr/>
          <p:nvPr/>
        </p:nvSpPr>
        <p:spPr>
          <a:xfrm>
            <a:off x="8112760" y="3870960"/>
            <a:ext cx="3484880" cy="1584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88</a:t>
            </a:r>
          </a:p>
          <a:p>
            <a:pPr algn="l">
              <a:buNone/>
            </a:pPr>
            <a:r>
              <a:rPr lang="en-US" sz="2000" b="1">
                <a:solidFill>
                  <a:srgbClr val="173F35"/>
                </a:solidFill>
                <a:effectLst/>
                <a:latin typeface="Arial" panose="020B0604020202020204" pitchFamily="34" charset="0"/>
              </a:rPr>
              <a:t>homes a week</a:t>
            </a:r>
          </a:p>
          <a:p>
            <a:pPr algn="l">
              <a:buNone/>
            </a:pPr>
            <a:r>
              <a:rPr lang="en-US" sz="1800">
                <a:solidFill>
                  <a:srgbClr val="173F35"/>
                </a:solidFill>
                <a:effectLst/>
                <a:latin typeface="Arial" panose="020B0604020202020204" pitchFamily="34" charset="0"/>
              </a:rPr>
              <a:t>to reach 15,600 by 1 April 2030</a:t>
            </a:r>
            <a:endParaRPr lang="en-US"/>
          </a:p>
        </p:txBody>
      </p:sp>
      <p:pic>
        <p:nvPicPr>
          <p:cNvPr id="31645" name="Stage 1 icon" descr="Approval gate icon">
            <a:extLst>
              <a:ext uri="{FF2B5EF4-FFF2-40B4-BE49-F238E27FC236}">
                <a16:creationId xmlns:a16="http://schemas.microsoft.com/office/drawing/2014/main" id="{7786BE05-F1C9-960D-EC4E-A42A14CB356E}"/>
              </a:ext>
            </a:extLst>
          </p:cNvPr>
          <p:cNvPicPr>
            <a:picLocks noChangeAspect="1"/>
          </p:cNvPicPr>
          <p:nvPr/>
        </p:nvPicPr>
        <p:blipFill>
          <a:blip r:embed="rId3"/>
          <a:stretch>
            <a:fillRect/>
          </a:stretch>
        </p:blipFill>
        <p:spPr>
          <a:xfrm>
            <a:off x="827532" y="2793492"/>
            <a:ext cx="402336" cy="402336"/>
          </a:xfrm>
          <a:prstGeom prst="rect">
            <a:avLst/>
          </a:prstGeom>
        </p:spPr>
      </p:pic>
      <p:pic>
        <p:nvPicPr>
          <p:cNvPr id="31646" name="Stage 2 icon" descr="Forecast icon">
            <a:extLst>
              <a:ext uri="{FF2B5EF4-FFF2-40B4-BE49-F238E27FC236}">
                <a16:creationId xmlns:a16="http://schemas.microsoft.com/office/drawing/2014/main" id="{08024BF6-1D5B-9692-B4F1-6706FD58C2AE}"/>
              </a:ext>
            </a:extLst>
          </p:cNvPr>
          <p:cNvPicPr>
            <a:picLocks noChangeAspect="1"/>
          </p:cNvPicPr>
          <p:nvPr/>
        </p:nvPicPr>
        <p:blipFill>
          <a:blip r:embed="rId4"/>
          <a:stretch>
            <a:fillRect/>
          </a:stretch>
        </p:blipFill>
        <p:spPr>
          <a:xfrm>
            <a:off x="4586732" y="2793492"/>
            <a:ext cx="402336" cy="402336"/>
          </a:xfrm>
          <a:prstGeom prst="rect">
            <a:avLst/>
          </a:prstGeom>
        </p:spPr>
      </p:pic>
      <p:pic>
        <p:nvPicPr>
          <p:cNvPr id="31647" name="Stage 3 icon" descr="House icon">
            <a:extLst>
              <a:ext uri="{FF2B5EF4-FFF2-40B4-BE49-F238E27FC236}">
                <a16:creationId xmlns:a16="http://schemas.microsoft.com/office/drawing/2014/main" id="{888F2E7D-FAA5-B53E-F16D-0ED763C260BE}"/>
              </a:ext>
            </a:extLst>
          </p:cNvPr>
          <p:cNvPicPr>
            <a:picLocks noChangeAspect="1"/>
          </p:cNvPicPr>
          <p:nvPr/>
        </p:nvPicPr>
        <p:blipFill>
          <a:blip r:embed="rId5"/>
          <a:stretch>
            <a:fillRect/>
          </a:stretch>
        </p:blipFill>
        <p:spPr>
          <a:xfrm>
            <a:off x="8345932" y="2793492"/>
            <a:ext cx="402336" cy="402336"/>
          </a:xfrm>
          <a:prstGeom prst="rect">
            <a:avLst/>
          </a:prstGeom>
        </p:spPr>
      </p:pic>
    </p:spTree>
    <p:extLst>
      <p:ext uri="{BB962C8B-B14F-4D97-AF65-F5344CB8AC3E}">
        <p14:creationId xmlns:p14="http://schemas.microsoft.com/office/powerpoint/2010/main" val="4271561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648" name="Eyebrow">
            <a:extLst>
              <a:ext uri="{FF2B5EF4-FFF2-40B4-BE49-F238E27FC236}">
                <a16:creationId xmlns:a16="http://schemas.microsoft.com/office/drawing/2014/main" id="{35470C55-FF6B-BDA0-2121-A5D6AE5E10F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650" name="Slide title">
            <a:extLst>
              <a:ext uri="{FF2B5EF4-FFF2-40B4-BE49-F238E27FC236}">
                <a16:creationId xmlns:a16="http://schemas.microsoft.com/office/drawing/2014/main" id="{EDB5C946-0BE1-852A-50CB-A6C361339995}"/>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Decision today: fund the validation gate.</a:t>
            </a:r>
          </a:p>
          <a:p>
            <a:pPr algn="l">
              <a:buNone/>
            </a:pPr>
            <a:r>
              <a:rPr lang="en-US" sz="100">
                <a:effectLst/>
              </a:rPr>
              <a:t> </a:t>
            </a:r>
            <a:endParaRPr lang="en-US"/>
          </a:p>
        </p:txBody>
      </p:sp>
      <p:sp>
        <p:nvSpPr>
          <p:cNvPr id="31653" name="Footer sources">
            <a:extLst>
              <a:ext uri="{FF2B5EF4-FFF2-40B4-BE49-F238E27FC236}">
                <a16:creationId xmlns:a16="http://schemas.microsoft.com/office/drawing/2014/main" id="{97F4C656-4982-BC83-3710-E33CA2EB082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decision design (E02, E10, E11, E13)</a:t>
            </a:r>
          </a:p>
          <a:p>
            <a:pPr algn="l">
              <a:buNone/>
            </a:pPr>
            <a:r>
              <a:rPr lang="en-US" sz="100">
                <a:effectLst/>
              </a:rPr>
              <a:t> </a:t>
            </a:r>
            <a:endParaRPr lang="en-US"/>
          </a:p>
        </p:txBody>
      </p:sp>
      <p:sp>
        <p:nvSpPr>
          <p:cNvPr id="31657" name="Footer navigation">
            <a:extLst>
              <a:ext uri="{FF2B5EF4-FFF2-40B4-BE49-F238E27FC236}">
                <a16:creationId xmlns:a16="http://schemas.microsoft.com/office/drawing/2014/main" id="{BA07A0FD-F26D-F300-4A9A-365FFCD5D1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S21 · Answers: B15</a:t>
            </a:r>
          </a:p>
          <a:p>
            <a:pPr algn="r">
              <a:buNone/>
            </a:pPr>
            <a:r>
              <a:rPr lang="en-US" sz="100">
                <a:effectLst/>
              </a:rPr>
              <a:t> </a:t>
            </a:r>
            <a:endParaRPr lang="en-US"/>
          </a:p>
        </p:txBody>
      </p:sp>
      <p:sp>
        <p:nvSpPr>
          <p:cNvPr id="31662" name="Decision card">
            <a:extLst>
              <a:ext uri="{FF2B5EF4-FFF2-40B4-BE49-F238E27FC236}">
                <a16:creationId xmlns:a16="http://schemas.microsoft.com/office/drawing/2014/main" id="{F72CE615-B1AE-D4A1-0A39-9CF859A96311}"/>
              </a:ext>
            </a:extLst>
          </p:cNvPr>
          <p:cNvSpPr/>
          <p:nvPr/>
        </p:nvSpPr>
        <p:spPr>
          <a:xfrm>
            <a:off x="548640" y="1554480"/>
            <a:ext cx="11094720" cy="4160520"/>
          </a:xfrm>
          <a:prstGeom prst="rect">
            <a:avLst/>
          </a:prstGeom>
          <a:solidFill>
            <a:srgbClr val="FAF9F6"/>
          </a:solidFill>
          <a:ln w="19050">
            <a:solidFill>
              <a:srgbClr val="173F35"/>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68" name="Decision header">
            <a:extLst>
              <a:ext uri="{FF2B5EF4-FFF2-40B4-BE49-F238E27FC236}">
                <a16:creationId xmlns:a16="http://schemas.microsoft.com/office/drawing/2014/main" id="{E8A5AFD9-7859-78FA-BCE8-1A166B20E2B9}"/>
              </a:ext>
            </a:extLst>
          </p:cNvPr>
          <p:cNvSpPr/>
          <p:nvPr/>
        </p:nvSpPr>
        <p:spPr>
          <a:xfrm>
            <a:off x="548640" y="1554480"/>
            <a:ext cx="11094720" cy="777240"/>
          </a:xfrm>
          <a:prstGeom prst="rect">
            <a:avLst/>
          </a:prstGeom>
          <a:solidFill>
            <a:srgbClr val="173F35"/>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75" name="Decision disc">
            <a:extLst>
              <a:ext uri="{FF2B5EF4-FFF2-40B4-BE49-F238E27FC236}">
                <a16:creationId xmlns:a16="http://schemas.microsoft.com/office/drawing/2014/main" id="{CF371DD9-BA88-9AE1-E669-0D097B3AA405}"/>
              </a:ext>
            </a:extLst>
          </p:cNvPr>
          <p:cNvSpPr/>
          <p:nvPr/>
        </p:nvSpPr>
        <p:spPr>
          <a:xfrm>
            <a:off x="868680" y="164592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683" name="Decision word">
            <a:extLst>
              <a:ext uri="{FF2B5EF4-FFF2-40B4-BE49-F238E27FC236}">
                <a16:creationId xmlns:a16="http://schemas.microsoft.com/office/drawing/2014/main" id="{AB60CB17-E0F9-F49A-7CE7-199C83C33919}"/>
              </a:ext>
            </a:extLst>
          </p:cNvPr>
          <p:cNvSpPr/>
          <p:nvPr/>
        </p:nvSpPr>
        <p:spPr>
          <a:xfrm>
            <a:off x="1554480" y="1659980"/>
            <a:ext cx="32004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spc="300">
                <a:solidFill>
                  <a:srgbClr val="FAF9F6"/>
                </a:solidFill>
                <a:effectLst/>
                <a:latin typeface="Arial" panose="020B0604020202020204" pitchFamily="34" charset="0"/>
              </a:rPr>
              <a:t>DECISION</a:t>
            </a:r>
          </a:p>
          <a:p>
            <a:pPr algn="l">
              <a:buNone/>
            </a:pPr>
            <a:r>
              <a:rPr lang="en-US" sz="100">
                <a:effectLst/>
              </a:rPr>
              <a:t> </a:t>
            </a:r>
            <a:endParaRPr lang="en-US"/>
          </a:p>
        </p:txBody>
      </p:sp>
      <p:sp>
        <p:nvSpPr>
          <p:cNvPr id="31692" name="Next gate pill">
            <a:extLst>
              <a:ext uri="{FF2B5EF4-FFF2-40B4-BE49-F238E27FC236}">
                <a16:creationId xmlns:a16="http://schemas.microsoft.com/office/drawing/2014/main" id="{AC9B9FF3-71B9-E832-29A2-883D3CAFDDC5}"/>
              </a:ext>
            </a:extLst>
          </p:cNvPr>
          <p:cNvSpPr/>
          <p:nvPr/>
        </p:nvSpPr>
        <p:spPr>
          <a:xfrm>
            <a:off x="9887712" y="1783080"/>
            <a:ext cx="143560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p>
          <a:p>
            <a:pPr algn="ctr">
              <a:buNone/>
            </a:pPr>
            <a:r>
              <a:rPr lang="en-US" sz="100">
                <a:effectLst/>
              </a:rPr>
              <a:t> </a:t>
            </a:r>
            <a:endParaRPr lang="en-US"/>
          </a:p>
        </p:txBody>
      </p:sp>
      <p:sp>
        <p:nvSpPr>
          <p:cNvPr id="31702" name="Row 1 label">
            <a:extLst>
              <a:ext uri="{FF2B5EF4-FFF2-40B4-BE49-F238E27FC236}">
                <a16:creationId xmlns:a16="http://schemas.microsoft.com/office/drawing/2014/main" id="{8D73C9CF-9810-43C5-4D5D-9D8E4C71B111}"/>
              </a:ext>
            </a:extLst>
          </p:cNvPr>
          <p:cNvSpPr/>
          <p:nvPr/>
        </p:nvSpPr>
        <p:spPr>
          <a:xfrm>
            <a:off x="777240" y="2458556"/>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SCOPE</a:t>
            </a:r>
          </a:p>
          <a:p>
            <a:pPr algn="l">
              <a:buNone/>
            </a:pPr>
            <a:r>
              <a:rPr lang="en-US" sz="100">
                <a:effectLst/>
              </a:rPr>
              <a:t> </a:t>
            </a:r>
            <a:endParaRPr lang="en-US"/>
          </a:p>
        </p:txBody>
      </p:sp>
      <p:sp>
        <p:nvSpPr>
          <p:cNvPr id="31713" name="Row 1 value">
            <a:extLst>
              <a:ext uri="{FF2B5EF4-FFF2-40B4-BE49-F238E27FC236}">
                <a16:creationId xmlns:a16="http://schemas.microsoft.com/office/drawing/2014/main" id="{8E9690B5-38ED-B32C-52EF-808588F645B2}"/>
              </a:ext>
            </a:extLst>
          </p:cNvPr>
          <p:cNvSpPr/>
          <p:nvPr/>
        </p:nvSpPr>
        <p:spPr>
          <a:xfrm>
            <a:off x="3063240" y="2397596"/>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Fund Phase 0: one connected journey and a paired comparator</a:t>
            </a:r>
          </a:p>
          <a:p>
            <a:pPr algn="l">
              <a:buNone/>
            </a:pPr>
            <a:r>
              <a:rPr lang="en-US" sz="100">
                <a:effectLst/>
              </a:rPr>
              <a:t> </a:t>
            </a:r>
            <a:endParaRPr lang="en-US"/>
          </a:p>
        </p:txBody>
      </p:sp>
      <p:sp>
        <p:nvSpPr>
          <p:cNvPr id="31725" name="Row rule 1">
            <a:extLst>
              <a:ext uri="{FF2B5EF4-FFF2-40B4-BE49-F238E27FC236}">
                <a16:creationId xmlns:a16="http://schemas.microsoft.com/office/drawing/2014/main" id="{AFA1E26B-FFD8-8C7A-B74C-BBD1D2318716}"/>
              </a:ext>
            </a:extLst>
          </p:cNvPr>
          <p:cNvSpPr/>
          <p:nvPr/>
        </p:nvSpPr>
        <p:spPr>
          <a:xfrm>
            <a:off x="868680" y="2983992"/>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738" name="Row 2 label">
            <a:extLst>
              <a:ext uri="{FF2B5EF4-FFF2-40B4-BE49-F238E27FC236}">
                <a16:creationId xmlns:a16="http://schemas.microsoft.com/office/drawing/2014/main" id="{14437BA6-5C1C-74C4-A66D-AF95080265A1}"/>
              </a:ext>
            </a:extLst>
          </p:cNvPr>
          <p:cNvSpPr/>
          <p:nvPr/>
        </p:nvSpPr>
        <p:spPr>
          <a:xfrm>
            <a:off x="777240" y="3065108"/>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OWNERS</a:t>
            </a:r>
          </a:p>
          <a:p>
            <a:pPr algn="l">
              <a:buNone/>
            </a:pPr>
            <a:r>
              <a:rPr lang="en-US" sz="100">
                <a:effectLst/>
              </a:rPr>
              <a:t> </a:t>
            </a:r>
            <a:endParaRPr lang="en-US"/>
          </a:p>
        </p:txBody>
      </p:sp>
      <p:sp>
        <p:nvSpPr>
          <p:cNvPr id="31752" name="Row 2 value">
            <a:extLst>
              <a:ext uri="{FF2B5EF4-FFF2-40B4-BE49-F238E27FC236}">
                <a16:creationId xmlns:a16="http://schemas.microsoft.com/office/drawing/2014/main" id="{0ECAA700-1BEB-491B-CF51-67F5AB22A225}"/>
              </a:ext>
            </a:extLst>
          </p:cNvPr>
          <p:cNvSpPr/>
          <p:nvPr/>
        </p:nvSpPr>
        <p:spPr>
          <a:xfrm>
            <a:off x="3063240" y="3004148"/>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Programme, Finance, technical and control reviewers</a:t>
            </a:r>
          </a:p>
          <a:p>
            <a:pPr algn="l">
              <a:buNone/>
            </a:pPr>
            <a:r>
              <a:rPr lang="en-US" sz="100">
                <a:effectLst/>
              </a:rPr>
              <a:t> </a:t>
            </a:r>
            <a:endParaRPr lang="en-US"/>
          </a:p>
        </p:txBody>
      </p:sp>
      <p:sp>
        <p:nvSpPr>
          <p:cNvPr id="31767" name="Row rule 2">
            <a:extLst>
              <a:ext uri="{FF2B5EF4-FFF2-40B4-BE49-F238E27FC236}">
                <a16:creationId xmlns:a16="http://schemas.microsoft.com/office/drawing/2014/main" id="{208594AA-1C3A-F1AB-9BA7-9EE62BA271DF}"/>
              </a:ext>
            </a:extLst>
          </p:cNvPr>
          <p:cNvSpPr/>
          <p:nvPr/>
        </p:nvSpPr>
        <p:spPr>
          <a:xfrm>
            <a:off x="868680" y="3590544"/>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783" name="Row 3 label">
            <a:extLst>
              <a:ext uri="{FF2B5EF4-FFF2-40B4-BE49-F238E27FC236}">
                <a16:creationId xmlns:a16="http://schemas.microsoft.com/office/drawing/2014/main" id="{D53DDEE7-B41C-4123-B037-40A15EB865CB}"/>
              </a:ext>
            </a:extLst>
          </p:cNvPr>
          <p:cNvSpPr/>
          <p:nvPr/>
        </p:nvSpPr>
        <p:spPr>
          <a:xfrm>
            <a:off x="777240" y="3671660"/>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SUCCESS MEASURES</a:t>
            </a:r>
          </a:p>
          <a:p>
            <a:pPr algn="l">
              <a:buNone/>
            </a:pPr>
            <a:r>
              <a:rPr lang="en-US" sz="100">
                <a:effectLst/>
              </a:rPr>
              <a:t> </a:t>
            </a:r>
            <a:endParaRPr lang="en-US"/>
          </a:p>
        </p:txBody>
      </p:sp>
      <p:sp>
        <p:nvSpPr>
          <p:cNvPr id="31800" name="Row 3 value">
            <a:extLst>
              <a:ext uri="{FF2B5EF4-FFF2-40B4-BE49-F238E27FC236}">
                <a16:creationId xmlns:a16="http://schemas.microsoft.com/office/drawing/2014/main" id="{5D96526C-747B-E849-686E-F44273921CD6}"/>
              </a:ext>
            </a:extLst>
          </p:cNvPr>
          <p:cNvSpPr/>
          <p:nvPr/>
        </p:nvSpPr>
        <p:spPr>
          <a:xfrm>
            <a:off x="3063240" y="3695700"/>
            <a:ext cx="835152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Accepted handovers per week · preparation and review time · rework · cost per accepted outcome</a:t>
            </a:r>
          </a:p>
          <a:p>
            <a:pPr algn="l">
              <a:buNone/>
            </a:pPr>
            <a:r>
              <a:rPr lang="en-US" sz="100">
                <a:effectLst/>
              </a:rPr>
              <a:t> </a:t>
            </a:r>
            <a:endParaRPr lang="en-US"/>
          </a:p>
        </p:txBody>
      </p:sp>
      <p:sp>
        <p:nvSpPr>
          <p:cNvPr id="31818" name="Row rule 3">
            <a:extLst>
              <a:ext uri="{FF2B5EF4-FFF2-40B4-BE49-F238E27FC236}">
                <a16:creationId xmlns:a16="http://schemas.microsoft.com/office/drawing/2014/main" id="{10808E5A-8024-FB51-CEAA-EA1DBDEA361C}"/>
              </a:ext>
            </a:extLst>
          </p:cNvPr>
          <p:cNvSpPr/>
          <p:nvPr/>
        </p:nvSpPr>
        <p:spPr>
          <a:xfrm>
            <a:off x="868680" y="4501896"/>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837" name="Row 4 label">
            <a:extLst>
              <a:ext uri="{FF2B5EF4-FFF2-40B4-BE49-F238E27FC236}">
                <a16:creationId xmlns:a16="http://schemas.microsoft.com/office/drawing/2014/main" id="{6127ACC8-6A53-C8CF-8121-77632C131E1B}"/>
              </a:ext>
            </a:extLst>
          </p:cNvPr>
          <p:cNvSpPr/>
          <p:nvPr/>
        </p:nvSpPr>
        <p:spPr>
          <a:xfrm>
            <a:off x="777240" y="4583012"/>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BOUNDARY</a:t>
            </a:r>
          </a:p>
          <a:p>
            <a:pPr algn="l">
              <a:buNone/>
            </a:pPr>
            <a:r>
              <a:rPr lang="en-US" sz="100">
                <a:effectLst/>
              </a:rPr>
              <a:t> </a:t>
            </a:r>
            <a:endParaRPr lang="en-US"/>
          </a:p>
        </p:txBody>
      </p:sp>
      <p:sp>
        <p:nvSpPr>
          <p:cNvPr id="31857" name="Row 4 value">
            <a:extLst>
              <a:ext uri="{FF2B5EF4-FFF2-40B4-BE49-F238E27FC236}">
                <a16:creationId xmlns:a16="http://schemas.microsoft.com/office/drawing/2014/main" id="{1D59009F-C45D-88FC-9170-B1AD59A83EFD}"/>
              </a:ext>
            </a:extLst>
          </p:cNvPr>
          <p:cNvSpPr/>
          <p:nvPr/>
        </p:nvSpPr>
        <p:spPr>
          <a:xfrm>
            <a:off x="3063240" y="4522052"/>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A refreshed, finite budget agreed before spend</a:t>
            </a:r>
          </a:p>
          <a:p>
            <a:pPr algn="l">
              <a:buNone/>
            </a:pPr>
            <a:r>
              <a:rPr lang="en-US" sz="100">
                <a:effectLst/>
              </a:rPr>
              <a:t> </a:t>
            </a:r>
            <a:endParaRPr lang="en-US"/>
          </a:p>
        </p:txBody>
      </p:sp>
      <p:sp>
        <p:nvSpPr>
          <p:cNvPr id="31878" name="Row rule 4">
            <a:extLst>
              <a:ext uri="{FF2B5EF4-FFF2-40B4-BE49-F238E27FC236}">
                <a16:creationId xmlns:a16="http://schemas.microsoft.com/office/drawing/2014/main" id="{70B7D738-7DF0-EAA0-1EC6-F6F270542963}"/>
              </a:ext>
            </a:extLst>
          </p:cNvPr>
          <p:cNvSpPr/>
          <p:nvPr/>
        </p:nvSpPr>
        <p:spPr>
          <a:xfrm>
            <a:off x="868680" y="5108448"/>
            <a:ext cx="1045464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00" name="Row 5 label">
            <a:extLst>
              <a:ext uri="{FF2B5EF4-FFF2-40B4-BE49-F238E27FC236}">
                <a16:creationId xmlns:a16="http://schemas.microsoft.com/office/drawing/2014/main" id="{2EBE94A7-78A0-8D88-CE90-A67C5E0EEB7B}"/>
              </a:ext>
            </a:extLst>
          </p:cNvPr>
          <p:cNvSpPr/>
          <p:nvPr/>
        </p:nvSpPr>
        <p:spPr>
          <a:xfrm>
            <a:off x="777240" y="5189564"/>
            <a:ext cx="22860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SCALE RULE</a:t>
            </a:r>
          </a:p>
          <a:p>
            <a:pPr algn="l">
              <a:buNone/>
            </a:pPr>
            <a:r>
              <a:rPr lang="en-US" sz="100">
                <a:effectLst/>
              </a:rPr>
              <a:t> </a:t>
            </a:r>
            <a:endParaRPr lang="en-US"/>
          </a:p>
        </p:txBody>
      </p:sp>
      <p:sp>
        <p:nvSpPr>
          <p:cNvPr id="31923" name="Row 5 value">
            <a:extLst>
              <a:ext uri="{FF2B5EF4-FFF2-40B4-BE49-F238E27FC236}">
                <a16:creationId xmlns:a16="http://schemas.microsoft.com/office/drawing/2014/main" id="{4EC9AE67-6FC1-7EE0-6CAB-93E7E9E77A09}"/>
              </a:ext>
            </a:extLst>
          </p:cNvPr>
          <p:cNvSpPr/>
          <p:nvPr/>
        </p:nvSpPr>
        <p:spPr>
          <a:xfrm>
            <a:off x="3063240" y="5128604"/>
            <a:ext cx="8351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173F35"/>
                </a:solidFill>
                <a:effectLst/>
                <a:latin typeface="Arial" panose="020B0604020202020204" pitchFamily="34" charset="0"/>
              </a:rPr>
              <a:t>Scale when quality, control and net value clear the bar</a:t>
            </a:r>
          </a:p>
          <a:p>
            <a:pPr algn="l">
              <a:buNone/>
            </a:pPr>
            <a:r>
              <a:rPr lang="en-US" sz="100">
                <a:effectLst/>
              </a:rPr>
              <a:t> </a:t>
            </a:r>
            <a:endParaRPr lang="en-US"/>
          </a:p>
        </p:txBody>
      </p:sp>
      <p:pic>
        <p:nvPicPr>
          <p:cNvPr id="31924" name="Decision icon" descr="Decision icon">
            <a:extLst>
              <a:ext uri="{FF2B5EF4-FFF2-40B4-BE49-F238E27FC236}">
                <a16:creationId xmlns:a16="http://schemas.microsoft.com/office/drawing/2014/main" id="{4E1F5967-CCC2-11F9-62F6-00D9E8FC2E78}"/>
              </a:ext>
            </a:extLst>
          </p:cNvPr>
          <p:cNvPicPr>
            <a:picLocks noChangeAspect="1"/>
          </p:cNvPicPr>
          <p:nvPr/>
        </p:nvPicPr>
        <p:blipFill>
          <a:blip r:embed="rId3"/>
          <a:stretch>
            <a:fillRect/>
          </a:stretch>
        </p:blipFill>
        <p:spPr>
          <a:xfrm>
            <a:off x="964692" y="1741932"/>
            <a:ext cx="402336" cy="402336"/>
          </a:xfrm>
          <a:prstGeom prst="rect">
            <a:avLst/>
          </a:prstGeom>
        </p:spPr>
      </p:pic>
    </p:spTree>
    <p:extLst>
      <p:ext uri="{BB962C8B-B14F-4D97-AF65-F5344CB8AC3E}">
        <p14:creationId xmlns:p14="http://schemas.microsoft.com/office/powerpoint/2010/main" val="22681510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925" name="Eyebrow">
            <a:extLst>
              <a:ext uri="{FF2B5EF4-FFF2-40B4-BE49-F238E27FC236}">
                <a16:creationId xmlns:a16="http://schemas.microsoft.com/office/drawing/2014/main" id="{CFAF6562-0A03-6473-F7F6-46C39C39906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927" name="Slide title">
            <a:extLst>
              <a:ext uri="{FF2B5EF4-FFF2-40B4-BE49-F238E27FC236}">
                <a16:creationId xmlns:a16="http://schemas.microsoft.com/office/drawing/2014/main" id="{2BDBBD34-A286-0D64-E005-7800D6850E6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See it work: one home, one exception,</a:t>
            </a:r>
          </a:p>
          <a:p>
            <a:pPr algn="l">
              <a:buNone/>
            </a:pPr>
            <a:r>
              <a:rPr lang="en-US" sz="3200" b="1">
                <a:solidFill>
                  <a:srgbClr val="173F35"/>
                </a:solidFill>
                <a:effectLst/>
                <a:latin typeface="Arial" panose="020B0604020202020204" pitchFamily="34" charset="0"/>
              </a:rPr>
              <a:t>one accountable next step.</a:t>
            </a:r>
            <a:endParaRPr lang="en-US"/>
          </a:p>
        </p:txBody>
      </p:sp>
      <p:sp>
        <p:nvSpPr>
          <p:cNvPr id="31930" name="Footer sources">
            <a:extLst>
              <a:ext uri="{FF2B5EF4-FFF2-40B4-BE49-F238E27FC236}">
                <a16:creationId xmlns:a16="http://schemas.microsoft.com/office/drawing/2014/main" id="{4F81028C-C9F1-C891-723A-C22F6CA7047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demo runbook (E07, E13)</a:t>
            </a:r>
          </a:p>
          <a:p>
            <a:pPr algn="l">
              <a:buNone/>
            </a:pPr>
            <a:r>
              <a:rPr lang="en-US" sz="100">
                <a:effectLst/>
              </a:rPr>
              <a:t> </a:t>
            </a:r>
            <a:endParaRPr lang="en-US"/>
          </a:p>
        </p:txBody>
      </p:sp>
      <p:sp>
        <p:nvSpPr>
          <p:cNvPr id="31934" name="Footer navigation">
            <a:extLst>
              <a:ext uri="{FF2B5EF4-FFF2-40B4-BE49-F238E27FC236}">
                <a16:creationId xmlns:a16="http://schemas.microsoft.com/office/drawing/2014/main" id="{3B56A0CB-5000-DBF8-5D66-4F354B21EC3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S22 · Answers: B18</a:t>
            </a:r>
          </a:p>
          <a:p>
            <a:pPr algn="r">
              <a:buNone/>
            </a:pPr>
            <a:r>
              <a:rPr lang="en-US" sz="100">
                <a:effectLst/>
              </a:rPr>
              <a:t> </a:t>
            </a:r>
            <a:endParaRPr lang="en-US"/>
          </a:p>
        </p:txBody>
      </p:sp>
      <p:sp>
        <p:nvSpPr>
          <p:cNvPr id="31939" name="Watch tile 1">
            <a:extLst>
              <a:ext uri="{FF2B5EF4-FFF2-40B4-BE49-F238E27FC236}">
                <a16:creationId xmlns:a16="http://schemas.microsoft.com/office/drawing/2014/main" id="{9B8CF4BE-B219-B5FC-5356-AEBF1C5EB6C6}"/>
              </a:ext>
            </a:extLst>
          </p:cNvPr>
          <p:cNvSpPr/>
          <p:nvPr/>
        </p:nvSpPr>
        <p:spPr>
          <a:xfrm>
            <a:off x="54864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45" name="Watch 1 number">
            <a:extLst>
              <a:ext uri="{FF2B5EF4-FFF2-40B4-BE49-F238E27FC236}">
                <a16:creationId xmlns:a16="http://schemas.microsoft.com/office/drawing/2014/main" id="{B7341B9A-300C-00F5-B5FA-430EBD411273}"/>
              </a:ext>
            </a:extLst>
          </p:cNvPr>
          <p:cNvSpPr/>
          <p:nvPr/>
        </p:nvSpPr>
        <p:spPr>
          <a:xfrm>
            <a:off x="68580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1</a:t>
            </a:r>
          </a:p>
          <a:p>
            <a:pPr algn="l">
              <a:buNone/>
            </a:pPr>
            <a:r>
              <a:rPr lang="en-US" sz="100">
                <a:effectLst/>
              </a:rPr>
              <a:t> </a:t>
            </a:r>
            <a:endParaRPr lang="en-US"/>
          </a:p>
        </p:txBody>
      </p:sp>
      <p:sp>
        <p:nvSpPr>
          <p:cNvPr id="31952" name="Watch 1 disc">
            <a:extLst>
              <a:ext uri="{FF2B5EF4-FFF2-40B4-BE49-F238E27FC236}">
                <a16:creationId xmlns:a16="http://schemas.microsoft.com/office/drawing/2014/main" id="{5622EA36-874C-59B6-8B2D-B3872818AA0B}"/>
              </a:ext>
            </a:extLst>
          </p:cNvPr>
          <p:cNvSpPr/>
          <p:nvPr/>
        </p:nvSpPr>
        <p:spPr>
          <a:xfrm>
            <a:off x="308864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60" name="Watch 1 statement">
            <a:extLst>
              <a:ext uri="{FF2B5EF4-FFF2-40B4-BE49-F238E27FC236}">
                <a16:creationId xmlns:a16="http://schemas.microsoft.com/office/drawing/2014/main" id="{DF6F3185-A124-0515-C1AC-B3C1FE7DABF7}"/>
              </a:ext>
            </a:extLst>
          </p:cNvPr>
          <p:cNvSpPr/>
          <p:nvPr/>
        </p:nvSpPr>
        <p:spPr>
          <a:xfrm>
            <a:off x="68580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evidence conflict find its owner</a:t>
            </a:r>
          </a:p>
          <a:p>
            <a:pPr algn="l">
              <a:buNone/>
            </a:pPr>
            <a:r>
              <a:rPr lang="en-US" sz="100">
                <a:effectLst/>
              </a:rPr>
              <a:t> </a:t>
            </a:r>
            <a:endParaRPr lang="en-US"/>
          </a:p>
        </p:txBody>
      </p:sp>
      <p:sp>
        <p:nvSpPr>
          <p:cNvPr id="31969" name="Watch tile 2">
            <a:extLst>
              <a:ext uri="{FF2B5EF4-FFF2-40B4-BE49-F238E27FC236}">
                <a16:creationId xmlns:a16="http://schemas.microsoft.com/office/drawing/2014/main" id="{C109BA6C-CE45-CBC0-7006-D6387A1D58B5}"/>
              </a:ext>
            </a:extLst>
          </p:cNvPr>
          <p:cNvSpPr/>
          <p:nvPr/>
        </p:nvSpPr>
        <p:spPr>
          <a:xfrm>
            <a:off x="432308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79" name="Watch 2 number">
            <a:extLst>
              <a:ext uri="{FF2B5EF4-FFF2-40B4-BE49-F238E27FC236}">
                <a16:creationId xmlns:a16="http://schemas.microsoft.com/office/drawing/2014/main" id="{61F9E011-D446-C322-9A77-E9BDB03AC314}"/>
              </a:ext>
            </a:extLst>
          </p:cNvPr>
          <p:cNvSpPr/>
          <p:nvPr/>
        </p:nvSpPr>
        <p:spPr>
          <a:xfrm>
            <a:off x="446024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2</a:t>
            </a:r>
          </a:p>
          <a:p>
            <a:pPr algn="l">
              <a:buNone/>
            </a:pPr>
            <a:r>
              <a:rPr lang="en-US" sz="100">
                <a:effectLst/>
              </a:rPr>
              <a:t> </a:t>
            </a:r>
            <a:endParaRPr lang="en-US"/>
          </a:p>
        </p:txBody>
      </p:sp>
      <p:sp>
        <p:nvSpPr>
          <p:cNvPr id="31990" name="Watch 2 disc">
            <a:extLst>
              <a:ext uri="{FF2B5EF4-FFF2-40B4-BE49-F238E27FC236}">
                <a16:creationId xmlns:a16="http://schemas.microsoft.com/office/drawing/2014/main" id="{FDFBD9BF-737B-D1CE-ABE2-49945F54FD14}"/>
              </a:ext>
            </a:extLst>
          </p:cNvPr>
          <p:cNvSpPr/>
          <p:nvPr/>
        </p:nvSpPr>
        <p:spPr>
          <a:xfrm>
            <a:off x="686308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02" name="Watch 2 statement">
            <a:extLst>
              <a:ext uri="{FF2B5EF4-FFF2-40B4-BE49-F238E27FC236}">
                <a16:creationId xmlns:a16="http://schemas.microsoft.com/office/drawing/2014/main" id="{82EFB211-407E-9073-C3AC-807A56162B7A}"/>
              </a:ext>
            </a:extLst>
          </p:cNvPr>
          <p:cNvSpPr/>
          <p:nvPr/>
        </p:nvSpPr>
        <p:spPr>
          <a:xfrm>
            <a:off x="4460240" y="3429000"/>
            <a:ext cx="32715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what AI drafts, and what only a person can approve</a:t>
            </a:r>
          </a:p>
          <a:p>
            <a:pPr algn="l">
              <a:buNone/>
            </a:pPr>
            <a:r>
              <a:rPr lang="en-US" sz="100">
                <a:effectLst/>
              </a:rPr>
              <a:t> </a:t>
            </a:r>
            <a:endParaRPr lang="en-US"/>
          </a:p>
        </p:txBody>
      </p:sp>
      <p:sp>
        <p:nvSpPr>
          <p:cNvPr id="32015" name="Watch tile 3">
            <a:extLst>
              <a:ext uri="{FF2B5EF4-FFF2-40B4-BE49-F238E27FC236}">
                <a16:creationId xmlns:a16="http://schemas.microsoft.com/office/drawing/2014/main" id="{58025BCC-FB2C-F8D2-2626-08430F08E8E2}"/>
              </a:ext>
            </a:extLst>
          </p:cNvPr>
          <p:cNvSpPr/>
          <p:nvPr/>
        </p:nvSpPr>
        <p:spPr>
          <a:xfrm>
            <a:off x="809752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29" name="Watch 3 number">
            <a:extLst>
              <a:ext uri="{FF2B5EF4-FFF2-40B4-BE49-F238E27FC236}">
                <a16:creationId xmlns:a16="http://schemas.microsoft.com/office/drawing/2014/main" id="{9FEE563E-5BAA-7346-C558-7894C14BF315}"/>
              </a:ext>
            </a:extLst>
          </p:cNvPr>
          <p:cNvSpPr/>
          <p:nvPr/>
        </p:nvSpPr>
        <p:spPr>
          <a:xfrm>
            <a:off x="823468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3</a:t>
            </a:r>
          </a:p>
          <a:p>
            <a:pPr algn="l">
              <a:buNone/>
            </a:pPr>
            <a:r>
              <a:rPr lang="en-US" sz="100">
                <a:effectLst/>
              </a:rPr>
              <a:t> </a:t>
            </a:r>
            <a:endParaRPr lang="en-US"/>
          </a:p>
        </p:txBody>
      </p:sp>
      <p:sp>
        <p:nvSpPr>
          <p:cNvPr id="32044" name="Watch 3 disc">
            <a:extLst>
              <a:ext uri="{FF2B5EF4-FFF2-40B4-BE49-F238E27FC236}">
                <a16:creationId xmlns:a16="http://schemas.microsoft.com/office/drawing/2014/main" id="{4DDCEE19-CFE3-302C-4EE7-7A05DD0E2CB0}"/>
              </a:ext>
            </a:extLst>
          </p:cNvPr>
          <p:cNvSpPr/>
          <p:nvPr/>
        </p:nvSpPr>
        <p:spPr>
          <a:xfrm>
            <a:off x="1063752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60" name="Watch 3 statement">
            <a:extLst>
              <a:ext uri="{FF2B5EF4-FFF2-40B4-BE49-F238E27FC236}">
                <a16:creationId xmlns:a16="http://schemas.microsoft.com/office/drawing/2014/main" id="{A8002A22-461B-41BC-4772-17A9B6BD4975}"/>
              </a:ext>
            </a:extLst>
          </p:cNvPr>
          <p:cNvSpPr/>
          <p:nvPr/>
        </p:nvSpPr>
        <p:spPr>
          <a:xfrm>
            <a:off x="823468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record keep the next action</a:t>
            </a:r>
          </a:p>
          <a:p>
            <a:pPr algn="l">
              <a:buNone/>
            </a:pPr>
            <a:r>
              <a:rPr lang="en-US" sz="100">
                <a:effectLst/>
              </a:rPr>
              <a:t> </a:t>
            </a:r>
            <a:endParaRPr lang="en-US"/>
          </a:p>
        </p:txBody>
      </p:sp>
      <p:sp>
        <p:nvSpPr>
          <p:cNvPr id="32077" name="Route strip">
            <a:extLst>
              <a:ext uri="{FF2B5EF4-FFF2-40B4-BE49-F238E27FC236}">
                <a16:creationId xmlns:a16="http://schemas.microsoft.com/office/drawing/2014/main" id="{16949BEC-881D-52EC-71B9-3664D06622D1}"/>
              </a:ext>
            </a:extLst>
          </p:cNvPr>
          <p:cNvSpPr/>
          <p:nvPr/>
        </p:nvSpPr>
        <p:spPr>
          <a:xfrm>
            <a:off x="548640" y="4937760"/>
            <a:ext cx="11094720" cy="73152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95" name="Route disc">
            <a:extLst>
              <a:ext uri="{FF2B5EF4-FFF2-40B4-BE49-F238E27FC236}">
                <a16:creationId xmlns:a16="http://schemas.microsoft.com/office/drawing/2014/main" id="{CE1465C2-4BCF-8B12-60B7-298D00F3FCD0}"/>
              </a:ext>
            </a:extLst>
          </p:cNvPr>
          <p:cNvSpPr/>
          <p:nvPr/>
        </p:nvSpPr>
        <p:spPr>
          <a:xfrm>
            <a:off x="731520" y="5029200"/>
            <a:ext cx="548640" cy="54864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14" name="Route strip lead">
            <a:extLst>
              <a:ext uri="{FF2B5EF4-FFF2-40B4-BE49-F238E27FC236}">
                <a16:creationId xmlns:a16="http://schemas.microsoft.com/office/drawing/2014/main" id="{E7ABA722-3419-4686-EBBC-373AB859202F}"/>
              </a:ext>
            </a:extLst>
          </p:cNvPr>
          <p:cNvSpPr/>
          <p:nvPr/>
        </p:nvSpPr>
        <p:spPr>
          <a:xfrm>
            <a:off x="1417320" y="5035640"/>
            <a:ext cx="220813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E9B14C"/>
                </a:solidFill>
                <a:effectLst/>
                <a:latin typeface="Arial" panose="020B0604020202020204" pitchFamily="34" charset="0"/>
              </a:rPr>
              <a:t>Ten-minute demo</a:t>
            </a:r>
          </a:p>
          <a:p>
            <a:pPr algn="l">
              <a:buNone/>
            </a:pPr>
            <a:r>
              <a:rPr lang="en-US" sz="100">
                <a:effectLst/>
              </a:rPr>
              <a:t> </a:t>
            </a:r>
            <a:endParaRPr lang="en-US"/>
          </a:p>
        </p:txBody>
      </p:sp>
      <p:pic>
        <p:nvPicPr>
          <p:cNvPr id="32135" name="Watch 1 icon" descr="Evidence icon">
            <a:extLst>
              <a:ext uri="{FF2B5EF4-FFF2-40B4-BE49-F238E27FC236}">
                <a16:creationId xmlns:a16="http://schemas.microsoft.com/office/drawing/2014/main" id="{D97523BF-CDAB-46CF-53D3-88B2630AC455}"/>
              </a:ext>
            </a:extLst>
          </p:cNvPr>
          <p:cNvPicPr>
            <a:picLocks noChangeAspect="1"/>
          </p:cNvPicPr>
          <p:nvPr/>
        </p:nvPicPr>
        <p:blipFill>
          <a:blip r:embed="rId3"/>
          <a:stretch>
            <a:fillRect/>
          </a:stretch>
        </p:blipFill>
        <p:spPr>
          <a:xfrm>
            <a:off x="3225800" y="2583180"/>
            <a:ext cx="502920" cy="502920"/>
          </a:xfrm>
          <a:prstGeom prst="rect">
            <a:avLst/>
          </a:prstGeom>
        </p:spPr>
      </p:pic>
      <p:pic>
        <p:nvPicPr>
          <p:cNvPr id="32136" name="Watch 2 icon" descr="AI icon">
            <a:extLst>
              <a:ext uri="{FF2B5EF4-FFF2-40B4-BE49-F238E27FC236}">
                <a16:creationId xmlns:a16="http://schemas.microsoft.com/office/drawing/2014/main" id="{075631DA-DACE-B3FB-96ED-CA8795E433CE}"/>
              </a:ext>
            </a:extLst>
          </p:cNvPr>
          <p:cNvPicPr>
            <a:picLocks noChangeAspect="1"/>
          </p:cNvPicPr>
          <p:nvPr/>
        </p:nvPicPr>
        <p:blipFill>
          <a:blip r:embed="rId4"/>
          <a:stretch>
            <a:fillRect/>
          </a:stretch>
        </p:blipFill>
        <p:spPr>
          <a:xfrm>
            <a:off x="7000240" y="2583180"/>
            <a:ext cx="502920" cy="502920"/>
          </a:xfrm>
          <a:prstGeom prst="rect">
            <a:avLst/>
          </a:prstGeom>
        </p:spPr>
      </p:pic>
      <p:pic>
        <p:nvPicPr>
          <p:cNvPr id="32137" name="Watch 3 icon" descr="Route icon">
            <a:extLst>
              <a:ext uri="{FF2B5EF4-FFF2-40B4-BE49-F238E27FC236}">
                <a16:creationId xmlns:a16="http://schemas.microsoft.com/office/drawing/2014/main" id="{2C2DAD7F-9164-CB50-2CD5-8839247DCCA3}"/>
              </a:ext>
            </a:extLst>
          </p:cNvPr>
          <p:cNvPicPr>
            <a:picLocks noChangeAspect="1"/>
          </p:cNvPicPr>
          <p:nvPr/>
        </p:nvPicPr>
        <p:blipFill>
          <a:blip r:embed="rId5"/>
          <a:stretch>
            <a:fillRect/>
          </a:stretch>
        </p:blipFill>
        <p:spPr>
          <a:xfrm>
            <a:off x="10774680" y="2583180"/>
            <a:ext cx="502920" cy="502920"/>
          </a:xfrm>
          <a:prstGeom prst="rect">
            <a:avLst/>
          </a:prstGeom>
        </p:spPr>
      </p:pic>
      <p:pic>
        <p:nvPicPr>
          <p:cNvPr id="32138" name="Route icon" descr="Deadline icon">
            <a:extLst>
              <a:ext uri="{FF2B5EF4-FFF2-40B4-BE49-F238E27FC236}">
                <a16:creationId xmlns:a16="http://schemas.microsoft.com/office/drawing/2014/main" id="{B4C4B00D-41D5-84BB-E354-0D6B479239A7}"/>
              </a:ext>
            </a:extLst>
          </p:cNvPr>
          <p:cNvPicPr>
            <a:picLocks noChangeAspect="1"/>
          </p:cNvPicPr>
          <p:nvPr/>
        </p:nvPicPr>
        <p:blipFill>
          <a:blip r:embed="rId6"/>
          <a:stretch>
            <a:fillRect/>
          </a:stretch>
        </p:blipFill>
        <p:spPr>
          <a:xfrm>
            <a:off x="813816" y="5111496"/>
            <a:ext cx="384048" cy="384048"/>
          </a:xfrm>
          <a:prstGeom prst="rect">
            <a:avLst/>
          </a:prstGeom>
        </p:spPr>
      </p:pic>
      <p:sp>
        <p:nvSpPr>
          <p:cNvPr id="37902" name="Route strip separator">
            <a:extLst>
              <a:ext uri="{FF2B5EF4-FFF2-40B4-BE49-F238E27FC236}">
                <a16:creationId xmlns:a16="http://schemas.microsoft.com/office/drawing/2014/main" id="{6B8D1E42-F88E-D68B-09F3-DC40C892C689}"/>
              </a:ext>
            </a:extLst>
          </p:cNvPr>
          <p:cNvSpPr/>
          <p:nvPr/>
        </p:nvSpPr>
        <p:spPr>
          <a:xfrm>
            <a:off x="3529441" y="5271516"/>
            <a:ext cx="64008" cy="6400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04" name="Route strip text">
            <a:extLst>
              <a:ext uri="{FF2B5EF4-FFF2-40B4-BE49-F238E27FC236}">
                <a16:creationId xmlns:a16="http://schemas.microsoft.com/office/drawing/2014/main" id="{9C407A15-5FCB-F70A-3E12-DD99598F1409}"/>
              </a:ext>
            </a:extLst>
          </p:cNvPr>
          <p:cNvSpPr/>
          <p:nvPr/>
        </p:nvSpPr>
        <p:spPr>
          <a:xfrm>
            <a:off x="3634597" y="5035640"/>
            <a:ext cx="791732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FAF9F6"/>
                </a:solidFill>
                <a:effectLst/>
                <a:latin typeface="Arial" panose="020B0604020202020204" pitchFamily="34" charset="0"/>
              </a:rPr>
              <a:t>route confirmed at preflight: live exercise or recorded walkthrough</a:t>
            </a:r>
          </a:p>
          <a:p>
            <a:pPr algn="l">
              <a:buNone/>
            </a:pPr>
            <a:r>
              <a:rPr lang="en-US" sz="100">
                <a:effectLst/>
              </a:rPr>
              <a:t> </a:t>
            </a:r>
            <a:endParaRPr lang="en-US"/>
          </a:p>
        </p:txBody>
      </p:sp>
    </p:spTree>
    <p:extLst>
      <p:ext uri="{BB962C8B-B14F-4D97-AF65-F5344CB8AC3E}">
        <p14:creationId xmlns:p14="http://schemas.microsoft.com/office/powerpoint/2010/main" val="2994702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32139" name="Closer picture" descr="A red-brick terraced street after retrofit, with solar panels, heat pumps, young trees and warm window light at dusk.">
            <a:extLst>
              <a:ext uri="{FF2B5EF4-FFF2-40B4-BE49-F238E27FC236}">
                <a16:creationId xmlns:a16="http://schemas.microsoft.com/office/drawing/2014/main" id="{18D923FD-140A-4226-0851-EFB35D4A4C73}"/>
              </a:ext>
            </a:extLst>
          </p:cNvPr>
          <p:cNvPicPr>
            <a:picLocks noChangeAspect="1"/>
          </p:cNvPicPr>
          <p:nvPr/>
        </p:nvPicPr>
        <p:blipFill>
          <a:blip r:embed="rId3"/>
          <a:stretch>
            <a:fillRect/>
          </a:stretch>
        </p:blipFill>
        <p:spPr>
          <a:xfrm>
            <a:off x="0" y="0"/>
            <a:ext cx="12192000" cy="6858000"/>
          </a:xfrm>
          <a:prstGeom prst="rect">
            <a:avLst/>
          </a:prstGeom>
        </p:spPr>
      </p:pic>
      <p:sp>
        <p:nvSpPr>
          <p:cNvPr id="32140" name="Scrim 01">
            <a:extLst>
              <a:ext uri="{FF2B5EF4-FFF2-40B4-BE49-F238E27FC236}">
                <a16:creationId xmlns:a16="http://schemas.microsoft.com/office/drawing/2014/main" id="{95DDD215-9984-B452-0CA4-618219B15527}"/>
              </a:ext>
            </a:extLst>
          </p:cNvPr>
          <p:cNvSpPr/>
          <p:nvPr/>
        </p:nvSpPr>
        <p:spPr>
          <a:xfrm>
            <a:off x="0" y="0"/>
            <a:ext cx="71048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2" name="Scrim 02">
            <a:extLst>
              <a:ext uri="{FF2B5EF4-FFF2-40B4-BE49-F238E27FC236}">
                <a16:creationId xmlns:a16="http://schemas.microsoft.com/office/drawing/2014/main" id="{E07C62F8-A63D-6630-8F3E-E6915F55B151}"/>
              </a:ext>
            </a:extLst>
          </p:cNvPr>
          <p:cNvSpPr/>
          <p:nvPr/>
        </p:nvSpPr>
        <p:spPr>
          <a:xfrm>
            <a:off x="0" y="0"/>
            <a:ext cx="71688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5" name="Scrim 03">
            <a:extLst>
              <a:ext uri="{FF2B5EF4-FFF2-40B4-BE49-F238E27FC236}">
                <a16:creationId xmlns:a16="http://schemas.microsoft.com/office/drawing/2014/main" id="{1DC06BF8-6EA7-44FF-E705-0F425C01A0BD}"/>
              </a:ext>
            </a:extLst>
          </p:cNvPr>
          <p:cNvSpPr/>
          <p:nvPr/>
        </p:nvSpPr>
        <p:spPr>
          <a:xfrm>
            <a:off x="0" y="0"/>
            <a:ext cx="72329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9" name="Scrim 04">
            <a:extLst>
              <a:ext uri="{FF2B5EF4-FFF2-40B4-BE49-F238E27FC236}">
                <a16:creationId xmlns:a16="http://schemas.microsoft.com/office/drawing/2014/main" id="{156B37BE-4596-907D-E42C-07DB523971FB}"/>
              </a:ext>
            </a:extLst>
          </p:cNvPr>
          <p:cNvSpPr/>
          <p:nvPr/>
        </p:nvSpPr>
        <p:spPr>
          <a:xfrm>
            <a:off x="0" y="0"/>
            <a:ext cx="72969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54" name="Scrim 05">
            <a:extLst>
              <a:ext uri="{FF2B5EF4-FFF2-40B4-BE49-F238E27FC236}">
                <a16:creationId xmlns:a16="http://schemas.microsoft.com/office/drawing/2014/main" id="{5A34DBF2-3585-255D-F771-B07714AF1721}"/>
              </a:ext>
            </a:extLst>
          </p:cNvPr>
          <p:cNvSpPr/>
          <p:nvPr/>
        </p:nvSpPr>
        <p:spPr>
          <a:xfrm>
            <a:off x="0" y="0"/>
            <a:ext cx="73609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0" name="Scrim 06">
            <a:extLst>
              <a:ext uri="{FF2B5EF4-FFF2-40B4-BE49-F238E27FC236}">
                <a16:creationId xmlns:a16="http://schemas.microsoft.com/office/drawing/2014/main" id="{4768DD5D-79CD-CC28-8C4E-0576A5A7DCA5}"/>
              </a:ext>
            </a:extLst>
          </p:cNvPr>
          <p:cNvSpPr/>
          <p:nvPr/>
        </p:nvSpPr>
        <p:spPr>
          <a:xfrm>
            <a:off x="0" y="0"/>
            <a:ext cx="74249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7" name="Scrim 07">
            <a:extLst>
              <a:ext uri="{FF2B5EF4-FFF2-40B4-BE49-F238E27FC236}">
                <a16:creationId xmlns:a16="http://schemas.microsoft.com/office/drawing/2014/main" id="{E04C85BC-F23C-9542-6031-B0CBE38C5A9F}"/>
              </a:ext>
            </a:extLst>
          </p:cNvPr>
          <p:cNvSpPr/>
          <p:nvPr/>
        </p:nvSpPr>
        <p:spPr>
          <a:xfrm>
            <a:off x="0" y="0"/>
            <a:ext cx="74889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75" name="Scrim 08">
            <a:extLst>
              <a:ext uri="{FF2B5EF4-FFF2-40B4-BE49-F238E27FC236}">
                <a16:creationId xmlns:a16="http://schemas.microsoft.com/office/drawing/2014/main" id="{0E3AABD7-4484-F821-3E41-73BE0552AA44}"/>
              </a:ext>
            </a:extLst>
          </p:cNvPr>
          <p:cNvSpPr/>
          <p:nvPr/>
        </p:nvSpPr>
        <p:spPr>
          <a:xfrm>
            <a:off x="0" y="0"/>
            <a:ext cx="75529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84" name="Scrim 09">
            <a:extLst>
              <a:ext uri="{FF2B5EF4-FFF2-40B4-BE49-F238E27FC236}">
                <a16:creationId xmlns:a16="http://schemas.microsoft.com/office/drawing/2014/main" id="{E13A2001-B395-6EFF-9FD0-126C0ACAB532}"/>
              </a:ext>
            </a:extLst>
          </p:cNvPr>
          <p:cNvSpPr/>
          <p:nvPr/>
        </p:nvSpPr>
        <p:spPr>
          <a:xfrm>
            <a:off x="0" y="0"/>
            <a:ext cx="76169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94" name="Scrim 10">
            <a:extLst>
              <a:ext uri="{FF2B5EF4-FFF2-40B4-BE49-F238E27FC236}">
                <a16:creationId xmlns:a16="http://schemas.microsoft.com/office/drawing/2014/main" id="{92061ED2-9B1B-E2A1-AEBA-832C8C595845}"/>
              </a:ext>
            </a:extLst>
          </p:cNvPr>
          <p:cNvSpPr/>
          <p:nvPr/>
        </p:nvSpPr>
        <p:spPr>
          <a:xfrm>
            <a:off x="0" y="0"/>
            <a:ext cx="76809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05" name="Scrim 11">
            <a:extLst>
              <a:ext uri="{FF2B5EF4-FFF2-40B4-BE49-F238E27FC236}">
                <a16:creationId xmlns:a16="http://schemas.microsoft.com/office/drawing/2014/main" id="{507A2FA0-2F38-4EB5-D620-4B3422AAF86C}"/>
              </a:ext>
            </a:extLst>
          </p:cNvPr>
          <p:cNvSpPr/>
          <p:nvPr/>
        </p:nvSpPr>
        <p:spPr>
          <a:xfrm>
            <a:off x="0" y="0"/>
            <a:ext cx="77449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17" name="Scrim 12">
            <a:extLst>
              <a:ext uri="{FF2B5EF4-FFF2-40B4-BE49-F238E27FC236}">
                <a16:creationId xmlns:a16="http://schemas.microsoft.com/office/drawing/2014/main" id="{463B238E-A91C-4490-524E-DD24FE2AD193}"/>
              </a:ext>
            </a:extLst>
          </p:cNvPr>
          <p:cNvSpPr/>
          <p:nvPr/>
        </p:nvSpPr>
        <p:spPr>
          <a:xfrm>
            <a:off x="0" y="0"/>
            <a:ext cx="78089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30" name="Scrim 13">
            <a:extLst>
              <a:ext uri="{FF2B5EF4-FFF2-40B4-BE49-F238E27FC236}">
                <a16:creationId xmlns:a16="http://schemas.microsoft.com/office/drawing/2014/main" id="{C6B0075B-3259-04E5-5B4F-900AA5E9E4BB}"/>
              </a:ext>
            </a:extLst>
          </p:cNvPr>
          <p:cNvSpPr/>
          <p:nvPr/>
        </p:nvSpPr>
        <p:spPr>
          <a:xfrm>
            <a:off x="0" y="0"/>
            <a:ext cx="78729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44" name="Scrim 14">
            <a:extLst>
              <a:ext uri="{FF2B5EF4-FFF2-40B4-BE49-F238E27FC236}">
                <a16:creationId xmlns:a16="http://schemas.microsoft.com/office/drawing/2014/main" id="{51E0CFFB-11DC-D012-C0CB-788451F8C851}"/>
              </a:ext>
            </a:extLst>
          </p:cNvPr>
          <p:cNvSpPr/>
          <p:nvPr/>
        </p:nvSpPr>
        <p:spPr>
          <a:xfrm>
            <a:off x="0" y="0"/>
            <a:ext cx="79369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59" name="Scrim 15">
            <a:extLst>
              <a:ext uri="{FF2B5EF4-FFF2-40B4-BE49-F238E27FC236}">
                <a16:creationId xmlns:a16="http://schemas.microsoft.com/office/drawing/2014/main" id="{C83EA5B9-8BBF-09FA-7A7C-5E4C10BCE22C}"/>
              </a:ext>
            </a:extLst>
          </p:cNvPr>
          <p:cNvSpPr/>
          <p:nvPr/>
        </p:nvSpPr>
        <p:spPr>
          <a:xfrm>
            <a:off x="0" y="0"/>
            <a:ext cx="80010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75" name="Scrim 16">
            <a:extLst>
              <a:ext uri="{FF2B5EF4-FFF2-40B4-BE49-F238E27FC236}">
                <a16:creationId xmlns:a16="http://schemas.microsoft.com/office/drawing/2014/main" id="{1699BCB2-1FA5-5300-DBC3-7784A2B6B441}"/>
              </a:ext>
            </a:extLst>
          </p:cNvPr>
          <p:cNvSpPr/>
          <p:nvPr/>
        </p:nvSpPr>
        <p:spPr>
          <a:xfrm>
            <a:off x="0" y="0"/>
            <a:ext cx="806500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92" name="Scrim 17">
            <a:extLst>
              <a:ext uri="{FF2B5EF4-FFF2-40B4-BE49-F238E27FC236}">
                <a16:creationId xmlns:a16="http://schemas.microsoft.com/office/drawing/2014/main" id="{091EFDEC-4D97-7AFB-63F6-96E7C3063275}"/>
              </a:ext>
            </a:extLst>
          </p:cNvPr>
          <p:cNvSpPr/>
          <p:nvPr/>
        </p:nvSpPr>
        <p:spPr>
          <a:xfrm>
            <a:off x="0" y="0"/>
            <a:ext cx="812901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10" name="Scrim 18">
            <a:extLst>
              <a:ext uri="{FF2B5EF4-FFF2-40B4-BE49-F238E27FC236}">
                <a16:creationId xmlns:a16="http://schemas.microsoft.com/office/drawing/2014/main" id="{593F603D-35B8-6EE4-EE5F-07F0245D3816}"/>
              </a:ext>
            </a:extLst>
          </p:cNvPr>
          <p:cNvSpPr/>
          <p:nvPr/>
        </p:nvSpPr>
        <p:spPr>
          <a:xfrm>
            <a:off x="0" y="0"/>
            <a:ext cx="819302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29" name="Scrim 19">
            <a:extLst>
              <a:ext uri="{FF2B5EF4-FFF2-40B4-BE49-F238E27FC236}">
                <a16:creationId xmlns:a16="http://schemas.microsoft.com/office/drawing/2014/main" id="{2B4385BE-744E-BA96-FA6C-54245BF28DF1}"/>
              </a:ext>
            </a:extLst>
          </p:cNvPr>
          <p:cNvSpPr/>
          <p:nvPr/>
        </p:nvSpPr>
        <p:spPr>
          <a:xfrm>
            <a:off x="0" y="0"/>
            <a:ext cx="825703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49" name="Scrim 20">
            <a:extLst>
              <a:ext uri="{FF2B5EF4-FFF2-40B4-BE49-F238E27FC236}">
                <a16:creationId xmlns:a16="http://schemas.microsoft.com/office/drawing/2014/main" id="{835F5B10-711A-BAEE-78DF-3CE74DDF1C50}"/>
              </a:ext>
            </a:extLst>
          </p:cNvPr>
          <p:cNvSpPr/>
          <p:nvPr/>
        </p:nvSpPr>
        <p:spPr>
          <a:xfrm>
            <a:off x="0" y="0"/>
            <a:ext cx="832104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70" name="Scrim 21">
            <a:extLst>
              <a:ext uri="{FF2B5EF4-FFF2-40B4-BE49-F238E27FC236}">
                <a16:creationId xmlns:a16="http://schemas.microsoft.com/office/drawing/2014/main" id="{734E9657-5B24-4D26-6E54-1AF0334132E5}"/>
              </a:ext>
            </a:extLst>
          </p:cNvPr>
          <p:cNvSpPr/>
          <p:nvPr/>
        </p:nvSpPr>
        <p:spPr>
          <a:xfrm>
            <a:off x="0" y="0"/>
            <a:ext cx="838504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92" name="Scrim 22">
            <a:extLst>
              <a:ext uri="{FF2B5EF4-FFF2-40B4-BE49-F238E27FC236}">
                <a16:creationId xmlns:a16="http://schemas.microsoft.com/office/drawing/2014/main" id="{392AA600-884E-34AA-BE23-CEFE29241319}"/>
              </a:ext>
            </a:extLst>
          </p:cNvPr>
          <p:cNvSpPr/>
          <p:nvPr/>
        </p:nvSpPr>
        <p:spPr>
          <a:xfrm>
            <a:off x="0" y="0"/>
            <a:ext cx="844905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15" name="Scrim 23">
            <a:extLst>
              <a:ext uri="{FF2B5EF4-FFF2-40B4-BE49-F238E27FC236}">
                <a16:creationId xmlns:a16="http://schemas.microsoft.com/office/drawing/2014/main" id="{45BC951B-A9C6-868D-F9AB-235A4C89F313}"/>
              </a:ext>
            </a:extLst>
          </p:cNvPr>
          <p:cNvSpPr/>
          <p:nvPr/>
        </p:nvSpPr>
        <p:spPr>
          <a:xfrm>
            <a:off x="0" y="0"/>
            <a:ext cx="851306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39" name="Scrim 24">
            <a:extLst>
              <a:ext uri="{FF2B5EF4-FFF2-40B4-BE49-F238E27FC236}">
                <a16:creationId xmlns:a16="http://schemas.microsoft.com/office/drawing/2014/main" id="{7CD23AFB-207A-EC19-E8DF-7AE9072DF12D}"/>
              </a:ext>
            </a:extLst>
          </p:cNvPr>
          <p:cNvSpPr/>
          <p:nvPr/>
        </p:nvSpPr>
        <p:spPr>
          <a:xfrm>
            <a:off x="0" y="0"/>
            <a:ext cx="857707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64" name="Scrim 25">
            <a:extLst>
              <a:ext uri="{FF2B5EF4-FFF2-40B4-BE49-F238E27FC236}">
                <a16:creationId xmlns:a16="http://schemas.microsoft.com/office/drawing/2014/main" id="{91E36BB1-D8D4-2C6B-B3C0-929D1D4DAA03}"/>
              </a:ext>
            </a:extLst>
          </p:cNvPr>
          <p:cNvSpPr/>
          <p:nvPr/>
        </p:nvSpPr>
        <p:spPr>
          <a:xfrm>
            <a:off x="0" y="0"/>
            <a:ext cx="864108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90" name="Scrim 26">
            <a:extLst>
              <a:ext uri="{FF2B5EF4-FFF2-40B4-BE49-F238E27FC236}">
                <a16:creationId xmlns:a16="http://schemas.microsoft.com/office/drawing/2014/main" id="{CE4F9AFA-59FD-E495-BB7E-D718D3CFC81A}"/>
              </a:ext>
            </a:extLst>
          </p:cNvPr>
          <p:cNvSpPr/>
          <p:nvPr/>
        </p:nvSpPr>
        <p:spPr>
          <a:xfrm>
            <a:off x="0" y="0"/>
            <a:ext cx="87050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17" name="Scrim 27">
            <a:extLst>
              <a:ext uri="{FF2B5EF4-FFF2-40B4-BE49-F238E27FC236}">
                <a16:creationId xmlns:a16="http://schemas.microsoft.com/office/drawing/2014/main" id="{B706A9A9-735D-85A1-A8CF-4EDE112AF484}"/>
              </a:ext>
            </a:extLst>
          </p:cNvPr>
          <p:cNvSpPr/>
          <p:nvPr/>
        </p:nvSpPr>
        <p:spPr>
          <a:xfrm>
            <a:off x="0" y="0"/>
            <a:ext cx="87690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45" name="Scrim 28">
            <a:extLst>
              <a:ext uri="{FF2B5EF4-FFF2-40B4-BE49-F238E27FC236}">
                <a16:creationId xmlns:a16="http://schemas.microsoft.com/office/drawing/2014/main" id="{39562D3C-968C-F4D2-287F-4BFABADBE803}"/>
              </a:ext>
            </a:extLst>
          </p:cNvPr>
          <p:cNvSpPr/>
          <p:nvPr/>
        </p:nvSpPr>
        <p:spPr>
          <a:xfrm>
            <a:off x="0" y="0"/>
            <a:ext cx="88331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74" name="Scrim 29">
            <a:extLst>
              <a:ext uri="{FF2B5EF4-FFF2-40B4-BE49-F238E27FC236}">
                <a16:creationId xmlns:a16="http://schemas.microsoft.com/office/drawing/2014/main" id="{2E8C94CD-6D3E-F70B-CB1D-DD2B01BEBA95}"/>
              </a:ext>
            </a:extLst>
          </p:cNvPr>
          <p:cNvSpPr/>
          <p:nvPr/>
        </p:nvSpPr>
        <p:spPr>
          <a:xfrm>
            <a:off x="0" y="0"/>
            <a:ext cx="88971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04" name="Scrim 30">
            <a:extLst>
              <a:ext uri="{FF2B5EF4-FFF2-40B4-BE49-F238E27FC236}">
                <a16:creationId xmlns:a16="http://schemas.microsoft.com/office/drawing/2014/main" id="{CB75B9FC-D349-829E-A92B-51B41B6AA5E1}"/>
              </a:ext>
            </a:extLst>
          </p:cNvPr>
          <p:cNvSpPr/>
          <p:nvPr/>
        </p:nvSpPr>
        <p:spPr>
          <a:xfrm>
            <a:off x="0" y="0"/>
            <a:ext cx="89611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35" name="Scrim 31">
            <a:extLst>
              <a:ext uri="{FF2B5EF4-FFF2-40B4-BE49-F238E27FC236}">
                <a16:creationId xmlns:a16="http://schemas.microsoft.com/office/drawing/2014/main" id="{EC222A5C-871F-D33B-E185-E792994751EB}"/>
              </a:ext>
            </a:extLst>
          </p:cNvPr>
          <p:cNvSpPr/>
          <p:nvPr/>
        </p:nvSpPr>
        <p:spPr>
          <a:xfrm>
            <a:off x="0" y="0"/>
            <a:ext cx="90251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67" name="Scrim 32">
            <a:extLst>
              <a:ext uri="{FF2B5EF4-FFF2-40B4-BE49-F238E27FC236}">
                <a16:creationId xmlns:a16="http://schemas.microsoft.com/office/drawing/2014/main" id="{3C69A0FD-C1DB-2508-2742-DC09B9912D5A}"/>
              </a:ext>
            </a:extLst>
          </p:cNvPr>
          <p:cNvSpPr/>
          <p:nvPr/>
        </p:nvSpPr>
        <p:spPr>
          <a:xfrm>
            <a:off x="0" y="0"/>
            <a:ext cx="90891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00" name="Scrim 33">
            <a:extLst>
              <a:ext uri="{FF2B5EF4-FFF2-40B4-BE49-F238E27FC236}">
                <a16:creationId xmlns:a16="http://schemas.microsoft.com/office/drawing/2014/main" id="{23C8D99C-88CA-4B13-1F35-03C51CF26315}"/>
              </a:ext>
            </a:extLst>
          </p:cNvPr>
          <p:cNvSpPr/>
          <p:nvPr/>
        </p:nvSpPr>
        <p:spPr>
          <a:xfrm>
            <a:off x="0" y="0"/>
            <a:ext cx="91531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34" name="Scrim 34">
            <a:extLst>
              <a:ext uri="{FF2B5EF4-FFF2-40B4-BE49-F238E27FC236}">
                <a16:creationId xmlns:a16="http://schemas.microsoft.com/office/drawing/2014/main" id="{98AA469E-154E-F054-4BBA-D90CC19E8425}"/>
              </a:ext>
            </a:extLst>
          </p:cNvPr>
          <p:cNvSpPr/>
          <p:nvPr/>
        </p:nvSpPr>
        <p:spPr>
          <a:xfrm>
            <a:off x="0" y="0"/>
            <a:ext cx="92171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69" name="Scrim 35">
            <a:extLst>
              <a:ext uri="{FF2B5EF4-FFF2-40B4-BE49-F238E27FC236}">
                <a16:creationId xmlns:a16="http://schemas.microsoft.com/office/drawing/2014/main" id="{941C9A1F-5BCD-2E5D-047F-4D74C8E99B56}"/>
              </a:ext>
            </a:extLst>
          </p:cNvPr>
          <p:cNvSpPr/>
          <p:nvPr/>
        </p:nvSpPr>
        <p:spPr>
          <a:xfrm>
            <a:off x="0" y="0"/>
            <a:ext cx="92811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05" name="Scrim 36">
            <a:extLst>
              <a:ext uri="{FF2B5EF4-FFF2-40B4-BE49-F238E27FC236}">
                <a16:creationId xmlns:a16="http://schemas.microsoft.com/office/drawing/2014/main" id="{9165BD6C-60C4-BED6-0011-DD34BBE59868}"/>
              </a:ext>
            </a:extLst>
          </p:cNvPr>
          <p:cNvSpPr/>
          <p:nvPr/>
        </p:nvSpPr>
        <p:spPr>
          <a:xfrm>
            <a:off x="0" y="0"/>
            <a:ext cx="93451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42" name="Scrim 37">
            <a:extLst>
              <a:ext uri="{FF2B5EF4-FFF2-40B4-BE49-F238E27FC236}">
                <a16:creationId xmlns:a16="http://schemas.microsoft.com/office/drawing/2014/main" id="{56774B6D-A6B5-3B0C-81DB-E7B98A69EEE6}"/>
              </a:ext>
            </a:extLst>
          </p:cNvPr>
          <p:cNvSpPr/>
          <p:nvPr/>
        </p:nvSpPr>
        <p:spPr>
          <a:xfrm>
            <a:off x="0" y="0"/>
            <a:ext cx="94091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80" name="Scrim 38">
            <a:extLst>
              <a:ext uri="{FF2B5EF4-FFF2-40B4-BE49-F238E27FC236}">
                <a16:creationId xmlns:a16="http://schemas.microsoft.com/office/drawing/2014/main" id="{E7B1D9FF-9B42-09EC-D73D-D3EE6B73017D}"/>
              </a:ext>
            </a:extLst>
          </p:cNvPr>
          <p:cNvSpPr/>
          <p:nvPr/>
        </p:nvSpPr>
        <p:spPr>
          <a:xfrm>
            <a:off x="0" y="0"/>
            <a:ext cx="94731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19" name="Scrim 39">
            <a:extLst>
              <a:ext uri="{FF2B5EF4-FFF2-40B4-BE49-F238E27FC236}">
                <a16:creationId xmlns:a16="http://schemas.microsoft.com/office/drawing/2014/main" id="{6033B03C-7125-E4AF-A450-FA40D7D5707F}"/>
              </a:ext>
            </a:extLst>
          </p:cNvPr>
          <p:cNvSpPr/>
          <p:nvPr/>
        </p:nvSpPr>
        <p:spPr>
          <a:xfrm>
            <a:off x="0" y="0"/>
            <a:ext cx="95371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59" name="Scrim 40">
            <a:extLst>
              <a:ext uri="{FF2B5EF4-FFF2-40B4-BE49-F238E27FC236}">
                <a16:creationId xmlns:a16="http://schemas.microsoft.com/office/drawing/2014/main" id="{724F3AEC-625F-F36F-57AB-0C7FA8728403}"/>
              </a:ext>
            </a:extLst>
          </p:cNvPr>
          <p:cNvSpPr/>
          <p:nvPr/>
        </p:nvSpPr>
        <p:spPr>
          <a:xfrm>
            <a:off x="0" y="0"/>
            <a:ext cx="96012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00" name="Footer scrim 1">
            <a:extLst>
              <a:ext uri="{FF2B5EF4-FFF2-40B4-BE49-F238E27FC236}">
                <a16:creationId xmlns:a16="http://schemas.microsoft.com/office/drawing/2014/main" id="{8945AEFF-896A-245C-63C0-8FF8071CB0B2}"/>
              </a:ext>
            </a:extLst>
          </p:cNvPr>
          <p:cNvSpPr/>
          <p:nvPr/>
        </p:nvSpPr>
        <p:spPr>
          <a:xfrm>
            <a:off x="0" y="5394960"/>
            <a:ext cx="12192000" cy="146304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42" name="Footer scrim 2">
            <a:extLst>
              <a:ext uri="{FF2B5EF4-FFF2-40B4-BE49-F238E27FC236}">
                <a16:creationId xmlns:a16="http://schemas.microsoft.com/office/drawing/2014/main" id="{80883BC8-A079-FE2F-7157-04997411277F}"/>
              </a:ext>
            </a:extLst>
          </p:cNvPr>
          <p:cNvSpPr/>
          <p:nvPr/>
        </p:nvSpPr>
        <p:spPr>
          <a:xfrm>
            <a:off x="0" y="5669280"/>
            <a:ext cx="12192000" cy="118872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85" name="Footer scrim 3">
            <a:extLst>
              <a:ext uri="{FF2B5EF4-FFF2-40B4-BE49-F238E27FC236}">
                <a16:creationId xmlns:a16="http://schemas.microsoft.com/office/drawing/2014/main" id="{8D228DC0-A09B-BDDE-B392-F6142B07B6E2}"/>
              </a:ext>
            </a:extLst>
          </p:cNvPr>
          <p:cNvSpPr/>
          <p:nvPr/>
        </p:nvSpPr>
        <p:spPr>
          <a:xfrm>
            <a:off x="0" y="5943600"/>
            <a:ext cx="12192000" cy="91440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29" name="Footer scrim 4">
            <a:extLst>
              <a:ext uri="{FF2B5EF4-FFF2-40B4-BE49-F238E27FC236}">
                <a16:creationId xmlns:a16="http://schemas.microsoft.com/office/drawing/2014/main" id="{787B61FB-FFFB-D7B6-76B5-F3E6F34576E1}"/>
              </a:ext>
            </a:extLst>
          </p:cNvPr>
          <p:cNvSpPr/>
          <p:nvPr/>
        </p:nvSpPr>
        <p:spPr>
          <a:xfrm>
            <a:off x="0" y="6217920"/>
            <a:ext cx="12192000" cy="64008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74" name="Eyebrow">
            <a:extLst>
              <a:ext uri="{FF2B5EF4-FFF2-40B4-BE49-F238E27FC236}">
                <a16:creationId xmlns:a16="http://schemas.microsoft.com/office/drawing/2014/main" id="{FA1B7579-D427-119D-CAAC-F7D6ED76F2BF}"/>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33220" name="Slide title">
            <a:extLst>
              <a:ext uri="{FF2B5EF4-FFF2-40B4-BE49-F238E27FC236}">
                <a16:creationId xmlns:a16="http://schemas.microsoft.com/office/drawing/2014/main" id="{393EE057-9E50-056F-2B71-7D6583E834F2}"/>
              </a:ext>
            </a:extLst>
          </p:cNvPr>
          <p:cNvSpPr/>
          <p:nvPr/>
        </p:nvSpPr>
        <p:spPr>
          <a:xfrm>
            <a:off x="548640" y="1554480"/>
            <a:ext cx="73152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with control intact.</a:t>
            </a:r>
            <a:endParaRPr lang="en-US"/>
          </a:p>
        </p:txBody>
      </p:sp>
      <p:sp>
        <p:nvSpPr>
          <p:cNvPr id="33267" name="Close panel">
            <a:extLst>
              <a:ext uri="{FF2B5EF4-FFF2-40B4-BE49-F238E27FC236}">
                <a16:creationId xmlns:a16="http://schemas.microsoft.com/office/drawing/2014/main" id="{DC7E84AB-A071-48C4-BF7E-371F35FFC400}"/>
              </a:ext>
            </a:extLst>
          </p:cNvPr>
          <p:cNvSpPr/>
          <p:nvPr/>
        </p:nvSpPr>
        <p:spPr>
          <a:xfrm>
            <a:off x="548640" y="3520440"/>
            <a:ext cx="4377987" cy="155448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315" name="Close numerals">
            <a:extLst>
              <a:ext uri="{FF2B5EF4-FFF2-40B4-BE49-F238E27FC236}">
                <a16:creationId xmlns:a16="http://schemas.microsoft.com/office/drawing/2014/main" id="{68F07967-C39C-679E-4E40-A7E7D1A3691E}"/>
              </a:ext>
            </a:extLst>
          </p:cNvPr>
          <p:cNvSpPr/>
          <p:nvPr/>
        </p:nvSpPr>
        <p:spPr>
          <a:xfrm>
            <a:off x="685800" y="3703320"/>
            <a:ext cx="41148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E9B14C"/>
                </a:solidFill>
                <a:effectLst/>
                <a:latin typeface="Arial" panose="020B0604020202020204" pitchFamily="34" charset="0"/>
              </a:rPr>
              <a:t>1</a:t>
            </a:r>
          </a:p>
          <a:p>
            <a:pPr algn="l">
              <a:buNone/>
            </a:pPr>
            <a:r>
              <a:rPr lang="en-US" sz="2400" b="1">
                <a:solidFill>
                  <a:srgbClr val="E9B14C"/>
                </a:solidFill>
                <a:effectLst/>
                <a:latin typeface="Arial" panose="020B0604020202020204" pitchFamily="34" charset="0"/>
              </a:rPr>
              <a:t>2</a:t>
            </a:r>
          </a:p>
          <a:p>
            <a:pPr algn="l">
              <a:buNone/>
            </a:pPr>
            <a:r>
              <a:rPr lang="en-US" sz="2400" b="1">
                <a:solidFill>
                  <a:srgbClr val="E9B14C"/>
                </a:solidFill>
                <a:effectLst/>
                <a:latin typeface="Arial" panose="020B0604020202020204" pitchFamily="34" charset="0"/>
              </a:rPr>
              <a:t>3</a:t>
            </a:r>
            <a:endParaRPr lang="en-US"/>
          </a:p>
        </p:txBody>
      </p:sp>
      <p:sp>
        <p:nvSpPr>
          <p:cNvPr id="33364" name="Close statements">
            <a:extLst>
              <a:ext uri="{FF2B5EF4-FFF2-40B4-BE49-F238E27FC236}">
                <a16:creationId xmlns:a16="http://schemas.microsoft.com/office/drawing/2014/main" id="{853F07EA-FF74-87DE-4813-03C318D09494}"/>
              </a:ext>
            </a:extLst>
          </p:cNvPr>
          <p:cNvSpPr/>
          <p:nvPr/>
        </p:nvSpPr>
        <p:spPr>
          <a:xfrm>
            <a:off x="1097280" y="3703320"/>
            <a:ext cx="3646467"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Agree the validation gate</a:t>
            </a:r>
          </a:p>
          <a:p>
            <a:pPr algn="l">
              <a:buNone/>
            </a:pPr>
            <a:r>
              <a:rPr lang="en-US" sz="2400">
                <a:solidFill>
                  <a:srgbClr val="FAF9F6"/>
                </a:solidFill>
                <a:effectLst/>
                <a:latin typeface="Arial" panose="020B0604020202020204" pitchFamily="34" charset="0"/>
              </a:rPr>
              <a:t>Name the owners</a:t>
            </a:r>
          </a:p>
          <a:p>
            <a:pPr algn="l">
              <a:buNone/>
            </a:pPr>
            <a:r>
              <a:rPr lang="en-US" sz="2400">
                <a:solidFill>
                  <a:srgbClr val="FAF9F6"/>
                </a:solidFill>
                <a:effectLst/>
                <a:latin typeface="Arial" panose="020B0604020202020204" pitchFamily="34" charset="0"/>
              </a:rPr>
              <a:t>Start the 2030 run</a:t>
            </a:r>
            <a:endParaRPr lang="en-US"/>
          </a:p>
        </p:txBody>
      </p:sp>
      <p:sp>
        <p:nvSpPr>
          <p:cNvPr id="33414" name="Footer sources">
            <a:extLst>
              <a:ext uri="{FF2B5EF4-FFF2-40B4-BE49-F238E27FC236}">
                <a16:creationId xmlns:a16="http://schemas.microsoft.com/office/drawing/2014/main" id="{F8106F75-EF05-D4D0-CA77-60FC4B5B4D5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A9C7BA"/>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33465" name="Footer navigation">
            <a:extLst>
              <a:ext uri="{FF2B5EF4-FFF2-40B4-BE49-F238E27FC236}">
                <a16:creationId xmlns:a16="http://schemas.microsoft.com/office/drawing/2014/main" id="{4AC41A53-99A9-9647-F2D5-58B8E59D74FA}"/>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A9C7BA"/>
                </a:solidFill>
                <a:effectLst/>
                <a:latin typeface="Arial" panose="020B0604020202020204" pitchFamily="34" charset="0"/>
              </a:rPr>
              <a:t>S23</a:t>
            </a:r>
          </a:p>
          <a:p>
            <a:pPr algn="r">
              <a:buNone/>
            </a:pPr>
            <a:r>
              <a:rPr lang="en-US" sz="100">
                <a:effectLst/>
              </a:rPr>
              <a:t> </a:t>
            </a:r>
            <a:endParaRPr lang="en-US"/>
          </a:p>
        </p:txBody>
      </p:sp>
    </p:spTree>
    <p:extLst>
      <p:ext uri="{BB962C8B-B14F-4D97-AF65-F5344CB8AC3E}">
        <p14:creationId xmlns:p14="http://schemas.microsoft.com/office/powerpoint/2010/main" val="37763259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444" name="Eyebrow">
            <a:extLst>
              <a:ext uri="{FF2B5EF4-FFF2-40B4-BE49-F238E27FC236}">
                <a16:creationId xmlns:a16="http://schemas.microsoft.com/office/drawing/2014/main" id="{06E62B1A-030D-48D8-060F-5FE951649DDA}"/>
              </a:ext>
            </a:extLst>
          </p:cNvPr>
          <p:cNvSpPr/>
          <p:nvPr/>
        </p:nvSpPr>
        <p:spPr>
          <a:xfrm>
            <a:off x="548640" y="365760"/>
            <a:ext cx="5742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APPENDIX · NAVIGATION ONLY · END OF THE SPOKEN ROUTE</a:t>
            </a:r>
            <a:endParaRPr lang="en-US"/>
          </a:p>
        </p:txBody>
      </p:sp>
      <p:sp>
        <p:nvSpPr>
          <p:cNvPr id="2514" name="Slide title">
            <a:extLst>
              <a:ext uri="{FF2B5EF4-FFF2-40B4-BE49-F238E27FC236}">
                <a16:creationId xmlns:a16="http://schemas.microsoft.com/office/drawing/2014/main" id="{3100A2B4-F24E-E41B-1EDE-E30C1A17B9A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Questions we expect, and where the answers are.</a:t>
            </a:r>
          </a:p>
          <a:p>
            <a:pPr algn="l">
              <a:buNone/>
            </a:pPr>
            <a:r>
              <a:rPr lang="en-US" sz="100">
                <a:effectLst/>
              </a:rPr>
              <a:t> </a:t>
            </a:r>
            <a:endParaRPr lang="en-US"/>
          </a:p>
        </p:txBody>
      </p:sp>
      <p:sp>
        <p:nvSpPr>
          <p:cNvPr id="2585" name="Footer sources">
            <a:extLst>
              <a:ext uri="{FF2B5EF4-FFF2-40B4-BE49-F238E27FC236}">
                <a16:creationId xmlns:a16="http://schemas.microsoft.com/office/drawing/2014/main" id="{6CFCCF07-2669-E9BA-04D9-43F49C1F03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Navigation only · not part of the spoken route · type the slide number + Enter in Slide Show</a:t>
            </a:r>
          </a:p>
          <a:p>
            <a:pPr algn="l">
              <a:buNone/>
            </a:pPr>
            <a:r>
              <a:rPr lang="en-US" sz="100">
                <a:effectLst/>
              </a:rPr>
              <a:t> </a:t>
            </a:r>
            <a:endParaRPr lang="en-US"/>
          </a:p>
        </p:txBody>
      </p:sp>
      <p:sp>
        <p:nvSpPr>
          <p:cNvPr id="2657" name="Footer navigation">
            <a:extLst>
              <a:ext uri="{FF2B5EF4-FFF2-40B4-BE49-F238E27FC236}">
                <a16:creationId xmlns:a16="http://schemas.microsoft.com/office/drawing/2014/main" id="{C7ED9F8D-AEB8-9C4D-9737-2385C56C9E9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QX · slide 27</a:t>
            </a:r>
            <a:endParaRPr lang="en-US"/>
          </a:p>
        </p:txBody>
      </p:sp>
      <p:sp>
        <p:nvSpPr>
          <p:cNvPr id="20971" name="Group Strategy And Value">
            <a:extLst>
              <a:ext uri="{FF2B5EF4-FFF2-40B4-BE49-F238E27FC236}">
                <a16:creationId xmlns:a16="http://schemas.microsoft.com/office/drawing/2014/main" id="{3A7F48AA-8C98-6AD4-E337-35CACB216523}"/>
              </a:ext>
            </a:extLst>
          </p:cNvPr>
          <p:cNvSpPr/>
          <p:nvPr/>
        </p:nvSpPr>
        <p:spPr>
          <a:xfrm>
            <a:off x="548640" y="1508760"/>
            <a:ext cx="23016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STRATEGY AND VALUE</a:t>
            </a:r>
          </a:p>
          <a:p>
            <a:pPr algn="l">
              <a:buNone/>
            </a:pPr>
            <a:r>
              <a:rPr lang="en-US" sz="100">
                <a:effectLst/>
              </a:rPr>
              <a:t> </a:t>
            </a:r>
            <a:endParaRPr lang="en-US"/>
          </a:p>
        </p:txBody>
      </p:sp>
      <p:sp>
        <p:nvSpPr>
          <p:cNvPr id="20975" name="Index B01">
            <a:extLst>
              <a:ext uri="{FF2B5EF4-FFF2-40B4-BE49-F238E27FC236}">
                <a16:creationId xmlns:a16="http://schemas.microsoft.com/office/drawing/2014/main" id="{143C841B-3344-721A-7FE2-874158B23689}"/>
              </a:ext>
            </a:extLst>
          </p:cNvPr>
          <p:cNvSpPr/>
          <p:nvPr/>
        </p:nvSpPr>
        <p:spPr>
          <a:xfrm>
            <a:off x="54864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B01 · 28   Why not fix the process and hire more people?</a:t>
            </a:r>
            <a:endParaRPr lang="en-US"/>
          </a:p>
        </p:txBody>
      </p:sp>
      <p:sp>
        <p:nvSpPr>
          <p:cNvPr id="20980" name="Index B08">
            <a:extLst>
              <a:ext uri="{FF2B5EF4-FFF2-40B4-BE49-F238E27FC236}">
                <a16:creationId xmlns:a16="http://schemas.microsoft.com/office/drawing/2014/main" id="{42A29B48-44E5-BDA3-EEDD-5366AE1EC0C0}"/>
              </a:ext>
            </a:extLst>
          </p:cNvPr>
          <p:cNvSpPr/>
          <p:nvPr/>
        </p:nvSpPr>
        <p:spPr>
          <a:xfrm>
            <a:off x="54864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B08 · 35   Will this double delivery and capture GBP 40m?</a:t>
            </a:r>
            <a:endParaRPr lang="en-US"/>
          </a:p>
        </p:txBody>
      </p:sp>
      <p:sp>
        <p:nvSpPr>
          <p:cNvPr id="20986" name="Index B09">
            <a:extLst>
              <a:ext uri="{FF2B5EF4-FFF2-40B4-BE49-F238E27FC236}">
                <a16:creationId xmlns:a16="http://schemas.microsoft.com/office/drawing/2014/main" id="{5A2A7CC7-9AE6-6E6C-8806-51E82321FA41}"/>
              </a:ext>
            </a:extLst>
          </p:cNvPr>
          <p:cNvSpPr/>
          <p:nvPr/>
        </p:nvSpPr>
        <p:spPr>
          <a:xfrm>
            <a:off x="54864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B09 · 36   What is the per-home case and cash exposure?</a:t>
            </a:r>
            <a:endParaRPr lang="en-US"/>
          </a:p>
        </p:txBody>
      </p:sp>
      <p:sp>
        <p:nvSpPr>
          <p:cNvPr id="20993" name="Index B17">
            <a:extLst>
              <a:ext uri="{FF2B5EF4-FFF2-40B4-BE49-F238E27FC236}">
                <a16:creationId xmlns:a16="http://schemas.microsoft.com/office/drawing/2014/main" id="{DD4A5416-88DB-8118-C12A-24D26539AAF5}"/>
              </a:ext>
            </a:extLst>
          </p:cNvPr>
          <p:cNvSpPr/>
          <p:nvPr/>
        </p:nvSpPr>
        <p:spPr>
          <a:xfrm>
            <a:off x="54864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B17 · 44   When can we go live, and who owns next?</a:t>
            </a:r>
            <a:endParaRPr lang="en-US"/>
          </a:p>
        </p:txBody>
      </p:sp>
      <p:sp>
        <p:nvSpPr>
          <p:cNvPr id="21010" name="Group Method And Readiness">
            <a:extLst>
              <a:ext uri="{FF2B5EF4-FFF2-40B4-BE49-F238E27FC236}">
                <a16:creationId xmlns:a16="http://schemas.microsoft.com/office/drawing/2014/main" id="{64373305-214B-FC78-E321-7FCE8A7B88C7}"/>
              </a:ext>
            </a:extLst>
          </p:cNvPr>
          <p:cNvSpPr/>
          <p:nvPr/>
        </p:nvSpPr>
        <p:spPr>
          <a:xfrm>
            <a:off x="548640" y="3118104"/>
            <a:ext cx="25683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METHOD AND READINESS</a:t>
            </a:r>
          </a:p>
          <a:p>
            <a:pPr algn="l">
              <a:buNone/>
            </a:pPr>
            <a:r>
              <a:rPr lang="en-US" sz="100">
                <a:effectLst/>
              </a:rPr>
              <a:t> </a:t>
            </a:r>
            <a:endParaRPr lang="en-US"/>
          </a:p>
        </p:txBody>
      </p:sp>
      <p:sp>
        <p:nvSpPr>
          <p:cNvPr id="21020" name="Index B12">
            <a:extLst>
              <a:ext uri="{FF2B5EF4-FFF2-40B4-BE49-F238E27FC236}">
                <a16:creationId xmlns:a16="http://schemas.microsoft.com/office/drawing/2014/main" id="{3E7CDD8F-4D65-33A3-78D2-1DE0A8CCF9F5}"/>
              </a:ext>
            </a:extLst>
          </p:cNvPr>
          <p:cNvSpPr/>
          <p:nvPr/>
        </p:nvSpPr>
        <p:spPr>
          <a:xfrm>
            <a:off x="54864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B12 · 39   Validated with real residents and staff?</a:t>
            </a:r>
            <a:endParaRPr lang="en-US"/>
          </a:p>
        </p:txBody>
      </p:sp>
      <p:sp>
        <p:nvSpPr>
          <p:cNvPr id="21031" name="Index B13">
            <a:extLst>
              <a:ext uri="{FF2B5EF4-FFF2-40B4-BE49-F238E27FC236}">
                <a16:creationId xmlns:a16="http://schemas.microsoft.com/office/drawing/2014/main" id="{9890C9BE-F770-7CB6-6EA7-111AEED015E4}"/>
              </a:ext>
            </a:extLst>
          </p:cNvPr>
          <p:cNvSpPr/>
          <p:nvPr/>
        </p:nvSpPr>
        <p:spPr>
          <a:xfrm>
            <a:off x="54864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B13 · 40   How did requirements become the backlog?</a:t>
            </a:r>
            <a:endParaRPr lang="en-US"/>
          </a:p>
        </p:txBody>
      </p:sp>
      <p:sp>
        <p:nvSpPr>
          <p:cNvPr id="21056" name="Group Cost And Tokenomics">
            <a:extLst>
              <a:ext uri="{FF2B5EF4-FFF2-40B4-BE49-F238E27FC236}">
                <a16:creationId xmlns:a16="http://schemas.microsoft.com/office/drawing/2014/main" id="{438024D9-5FB5-FAD6-9C0E-2FEC8A7D4F44}"/>
              </a:ext>
            </a:extLst>
          </p:cNvPr>
          <p:cNvSpPr/>
          <p:nvPr/>
        </p:nvSpPr>
        <p:spPr>
          <a:xfrm>
            <a:off x="548640" y="4251960"/>
            <a:ext cx="245336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AND TOKENOMICS</a:t>
            </a:r>
          </a:p>
          <a:p>
            <a:pPr algn="l">
              <a:buNone/>
            </a:pPr>
            <a:r>
              <a:rPr lang="en-US" sz="100">
                <a:effectLst/>
              </a:rPr>
              <a:t> </a:t>
            </a:r>
            <a:endParaRPr lang="en-US"/>
          </a:p>
        </p:txBody>
      </p:sp>
      <p:sp>
        <p:nvSpPr>
          <p:cNvPr id="21070" name="Index B04">
            <a:extLst>
              <a:ext uri="{FF2B5EF4-FFF2-40B4-BE49-F238E27FC236}">
                <a16:creationId xmlns:a16="http://schemas.microsoft.com/office/drawing/2014/main" id="{31731A9F-7F73-E736-9FCC-0F231B06D97D}"/>
              </a:ext>
            </a:extLst>
          </p:cNvPr>
          <p:cNvSpPr/>
          <p:nvPr/>
        </p:nvSpPr>
        <p:spPr>
          <a:xfrm>
            <a:off x="548640" y="45537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B04 · 31   How do Decision Models cut cost and latency?</a:t>
            </a:r>
            <a:endParaRPr lang="en-US"/>
          </a:p>
        </p:txBody>
      </p:sp>
      <p:sp>
        <p:nvSpPr>
          <p:cNvPr id="21085" name="Index B05">
            <a:extLst>
              <a:ext uri="{FF2B5EF4-FFF2-40B4-BE49-F238E27FC236}">
                <a16:creationId xmlns:a16="http://schemas.microsoft.com/office/drawing/2014/main" id="{D45A2A06-5BD7-5C28-66E1-CB324B32F396}"/>
              </a:ext>
            </a:extLst>
          </p:cNvPr>
          <p:cNvSpPr/>
          <p:nvPr/>
        </p:nvSpPr>
        <p:spPr>
          <a:xfrm>
            <a:off x="548640" y="47914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B05 · 32   What does the technology cost today?</a:t>
            </a:r>
            <a:endParaRPr lang="en-US"/>
          </a:p>
        </p:txBody>
      </p:sp>
      <p:sp>
        <p:nvSpPr>
          <p:cNvPr id="21101" name="Index B25">
            <a:extLst>
              <a:ext uri="{FF2B5EF4-FFF2-40B4-BE49-F238E27FC236}">
                <a16:creationId xmlns:a16="http://schemas.microsoft.com/office/drawing/2014/main" id="{EAA47BB5-81F4-A599-C746-02DF3D607D4C}"/>
              </a:ext>
            </a:extLst>
          </p:cNvPr>
          <p:cNvSpPr/>
          <p:nvPr/>
        </p:nvSpPr>
        <p:spPr>
          <a:xfrm>
            <a:off x="548640" y="50292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B25 · 52   Tokenomics unit: can the AI bill run away?</a:t>
            </a:r>
            <a:endParaRPr lang="en-US"/>
          </a:p>
        </p:txBody>
      </p:sp>
      <p:sp>
        <p:nvSpPr>
          <p:cNvPr id="21118" name="Index B26">
            <a:extLst>
              <a:ext uri="{FF2B5EF4-FFF2-40B4-BE49-F238E27FC236}">
                <a16:creationId xmlns:a16="http://schemas.microsoft.com/office/drawing/2014/main" id="{0D9510C1-B5A2-C712-D508-4EE50B7ACF76}"/>
              </a:ext>
            </a:extLst>
          </p:cNvPr>
          <p:cNvSpPr/>
          <p:nvPr/>
        </p:nvSpPr>
        <p:spPr>
          <a:xfrm>
            <a:off x="54864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B26 · 53   Why not cache everything, use the cheapest model?</a:t>
            </a:r>
            <a:endParaRPr lang="en-US"/>
          </a:p>
        </p:txBody>
      </p:sp>
      <p:sp>
        <p:nvSpPr>
          <p:cNvPr id="21155" name="Group Architecture And Ai">
            <a:extLst>
              <a:ext uri="{FF2B5EF4-FFF2-40B4-BE49-F238E27FC236}">
                <a16:creationId xmlns:a16="http://schemas.microsoft.com/office/drawing/2014/main" id="{3882D2FD-63F0-C6AF-2521-4337E1A604D3}"/>
              </a:ext>
            </a:extLst>
          </p:cNvPr>
          <p:cNvSpPr/>
          <p:nvPr/>
        </p:nvSpPr>
        <p:spPr>
          <a:xfrm>
            <a:off x="6278880" y="1508760"/>
            <a:ext cx="2348815"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ARCHITECTURE AND AI</a:t>
            </a:r>
          </a:p>
          <a:p>
            <a:pPr algn="l">
              <a:buNone/>
            </a:pPr>
            <a:r>
              <a:rPr lang="en-US" sz="100">
                <a:effectLst/>
              </a:rPr>
              <a:t> </a:t>
            </a:r>
            <a:endParaRPr lang="en-US"/>
          </a:p>
        </p:txBody>
      </p:sp>
      <p:sp>
        <p:nvSpPr>
          <p:cNvPr id="21175" name="Index B02">
            <a:extLst>
              <a:ext uri="{FF2B5EF4-FFF2-40B4-BE49-F238E27FC236}">
                <a16:creationId xmlns:a16="http://schemas.microsoft.com/office/drawing/2014/main" id="{F484ADBA-0A87-B121-27CA-902D88FD0BFE}"/>
              </a:ext>
            </a:extLst>
          </p:cNvPr>
          <p:cNvSpPr/>
          <p:nvPr/>
        </p:nvSpPr>
        <p:spPr>
          <a:xfrm>
            <a:off x="627888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B02 · 29   Replacing or integrating our housing system?</a:t>
            </a:r>
            <a:endParaRPr lang="en-US"/>
          </a:p>
        </p:txBody>
      </p:sp>
      <p:sp>
        <p:nvSpPr>
          <p:cNvPr id="21196" name="Index B03">
            <a:extLst>
              <a:ext uri="{FF2B5EF4-FFF2-40B4-BE49-F238E27FC236}">
                <a16:creationId xmlns:a16="http://schemas.microsoft.com/office/drawing/2014/main" id="{2A98BE3B-6027-AF1C-D1B5-D679ECF84D69}"/>
              </a:ext>
            </a:extLst>
          </p:cNvPr>
          <p:cNvSpPr/>
          <p:nvPr/>
        </p:nvSpPr>
        <p:spPr>
          <a:xfrm>
            <a:off x="627888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B03 · 30   Why not exactly the five agents requested?</a:t>
            </a:r>
            <a:endParaRPr lang="en-US"/>
          </a:p>
        </p:txBody>
      </p:sp>
      <p:sp>
        <p:nvSpPr>
          <p:cNvPr id="21218" name="Index B10">
            <a:extLst>
              <a:ext uri="{FF2B5EF4-FFF2-40B4-BE49-F238E27FC236}">
                <a16:creationId xmlns:a16="http://schemas.microsoft.com/office/drawing/2014/main" id="{A76FF755-71B5-1BEF-7F37-3C9FA860ECD7}"/>
              </a:ext>
            </a:extLst>
          </p:cNvPr>
          <p:cNvSpPr/>
          <p:nvPr/>
        </p:nvSpPr>
        <p:spPr>
          <a:xfrm>
            <a:off x="627888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B10 · 37   Why not deploy each agent independently?</a:t>
            </a:r>
            <a:endParaRPr lang="en-US"/>
          </a:p>
        </p:txBody>
      </p:sp>
      <p:sp>
        <p:nvSpPr>
          <p:cNvPr id="21241" name="Index B11">
            <a:extLst>
              <a:ext uri="{FF2B5EF4-FFF2-40B4-BE49-F238E27FC236}">
                <a16:creationId xmlns:a16="http://schemas.microsoft.com/office/drawing/2014/main" id="{A4A0BD5A-A7E2-32D4-1F95-ACD5EAEC10C6}"/>
              </a:ext>
            </a:extLst>
          </p:cNvPr>
          <p:cNvSpPr/>
          <p:nvPr/>
        </p:nvSpPr>
        <p:spPr>
          <a:xfrm>
            <a:off x="627888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B11 · 38   What proves the AI is real and useful?</a:t>
            </a:r>
            <a:endParaRPr lang="en-US"/>
          </a:p>
        </p:txBody>
      </p:sp>
      <p:sp>
        <p:nvSpPr>
          <p:cNvPr id="21290" name="Group Trust, Risk And People">
            <a:extLst>
              <a:ext uri="{FF2B5EF4-FFF2-40B4-BE49-F238E27FC236}">
                <a16:creationId xmlns:a16="http://schemas.microsoft.com/office/drawing/2014/main" id="{10CECC5B-75B7-01AA-F736-5BD6CA1D2993}"/>
              </a:ext>
            </a:extLst>
          </p:cNvPr>
          <p:cNvSpPr/>
          <p:nvPr/>
        </p:nvSpPr>
        <p:spPr>
          <a:xfrm>
            <a:off x="6278880" y="3118104"/>
            <a:ext cx="2615068"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TRUST, RISK AND PEOPLE</a:t>
            </a:r>
          </a:p>
          <a:p>
            <a:pPr algn="l">
              <a:buNone/>
            </a:pPr>
            <a:r>
              <a:rPr lang="en-US" sz="100">
                <a:effectLst/>
              </a:rPr>
              <a:t> </a:t>
            </a:r>
            <a:endParaRPr lang="en-US"/>
          </a:p>
        </p:txBody>
      </p:sp>
      <p:sp>
        <p:nvSpPr>
          <p:cNvPr id="21316" name="Index B06">
            <a:extLst>
              <a:ext uri="{FF2B5EF4-FFF2-40B4-BE49-F238E27FC236}">
                <a16:creationId xmlns:a16="http://schemas.microsoft.com/office/drawing/2014/main" id="{7BEACC76-FBE3-33D1-C9D7-6F69BBA9DB2C}"/>
              </a:ext>
            </a:extLst>
          </p:cNvPr>
          <p:cNvSpPr/>
          <p:nvPr/>
        </p:nvSpPr>
        <p:spPr>
          <a:xfrm>
            <a:off x="627888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B06 · 33   How do residents keep choice, incl. offline?</a:t>
            </a:r>
            <a:endParaRPr lang="en-US"/>
          </a:p>
        </p:txBody>
      </p:sp>
      <p:sp>
        <p:nvSpPr>
          <p:cNvPr id="21343" name="Index B07">
            <a:extLst>
              <a:ext uri="{FF2B5EF4-FFF2-40B4-BE49-F238E27FC236}">
                <a16:creationId xmlns:a16="http://schemas.microsoft.com/office/drawing/2014/main" id="{8C6AFA88-AD3C-F2D6-F272-E1707A1796ED}"/>
              </a:ext>
            </a:extLst>
          </p:cNvPr>
          <p:cNvSpPr/>
          <p:nvPr/>
        </p:nvSpPr>
        <p:spPr>
          <a:xfrm>
            <a:off x="627888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B07 · 34   What stops humans rubber-stamping AI?</a:t>
            </a:r>
            <a:endParaRPr lang="en-US"/>
          </a:p>
        </p:txBody>
      </p:sp>
      <p:sp>
        <p:nvSpPr>
          <p:cNvPr id="21371" name="Index B21">
            <a:extLst>
              <a:ext uri="{FF2B5EF4-FFF2-40B4-BE49-F238E27FC236}">
                <a16:creationId xmlns:a16="http://schemas.microsoft.com/office/drawing/2014/main" id="{53CA4019-5119-F6D9-FEE2-3CA57BF30135}"/>
              </a:ext>
            </a:extLst>
          </p:cNvPr>
          <p:cNvSpPr/>
          <p:nvPr/>
        </p:nvSpPr>
        <p:spPr>
          <a:xfrm>
            <a:off x="627888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B21 · 48   How do you prevent hallucination and injection?</a:t>
            </a:r>
            <a:endParaRPr lang="en-US"/>
          </a:p>
        </p:txBody>
      </p:sp>
      <p:sp>
        <p:nvSpPr>
          <p:cNvPr id="21400" name="Index B22">
            <a:extLst>
              <a:ext uri="{FF2B5EF4-FFF2-40B4-BE49-F238E27FC236}">
                <a16:creationId xmlns:a16="http://schemas.microsoft.com/office/drawing/2014/main" id="{1EBB2B72-B35D-A6AF-31B2-9D0702707490}"/>
              </a:ext>
            </a:extLst>
          </p:cNvPr>
          <p:cNvSpPr/>
          <p:nvPr/>
        </p:nvSpPr>
        <p:spPr>
          <a:xfrm>
            <a:off x="6278880" y="41330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B22 · 49   Can data leave the UK or train a model?</a:t>
            </a:r>
            <a:endParaRPr lang="en-US"/>
          </a:p>
        </p:txBody>
      </p:sp>
      <p:sp>
        <p:nvSpPr>
          <p:cNvPr id="21430" name="Index B23">
            <a:extLst>
              <a:ext uri="{FF2B5EF4-FFF2-40B4-BE49-F238E27FC236}">
                <a16:creationId xmlns:a16="http://schemas.microsoft.com/office/drawing/2014/main" id="{6D672114-6EA8-9EF0-DE3D-711E03756CC1}"/>
              </a:ext>
            </a:extLst>
          </p:cNvPr>
          <p:cNvSpPr/>
          <p:nvPr/>
        </p:nvSpPr>
        <p:spPr>
          <a:xfrm>
            <a:off x="6278880" y="43708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B23 · 50   How will you know it is fair and accessible?</a:t>
            </a:r>
            <a:endParaRPr lang="en-US"/>
          </a:p>
        </p:txBody>
      </p:sp>
      <p:sp>
        <p:nvSpPr>
          <p:cNvPr id="21493" name="Group Operations And Demo">
            <a:extLst>
              <a:ext uri="{FF2B5EF4-FFF2-40B4-BE49-F238E27FC236}">
                <a16:creationId xmlns:a16="http://schemas.microsoft.com/office/drawing/2014/main" id="{9F85D5D1-05D4-9248-D001-AF353D876FFA}"/>
              </a:ext>
            </a:extLst>
          </p:cNvPr>
          <p:cNvSpPr/>
          <p:nvPr/>
        </p:nvSpPr>
        <p:spPr>
          <a:xfrm>
            <a:off x="6278880" y="4965192"/>
            <a:ext cx="245335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OPERATIONS AND DEMO</a:t>
            </a:r>
          </a:p>
          <a:p>
            <a:pPr algn="l">
              <a:buNone/>
            </a:pPr>
            <a:r>
              <a:rPr lang="en-US" sz="100">
                <a:effectLst/>
              </a:rPr>
              <a:t> </a:t>
            </a:r>
            <a:endParaRPr lang="en-US"/>
          </a:p>
        </p:txBody>
      </p:sp>
      <p:sp>
        <p:nvSpPr>
          <p:cNvPr id="21526" name="Index B16">
            <a:extLst>
              <a:ext uri="{FF2B5EF4-FFF2-40B4-BE49-F238E27FC236}">
                <a16:creationId xmlns:a16="http://schemas.microsoft.com/office/drawing/2014/main" id="{8F6916B4-5C94-F345-3F11-E6DC9601BE0D}"/>
              </a:ext>
            </a:extLst>
          </p:cNvPr>
          <p:cNvSpPr/>
          <p:nvPr/>
        </p:nvSpPr>
        <p:spPr>
          <a:xfrm>
            <a:off x="627888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B16 · 43   What if the model, cloud or deployment fails?</a:t>
            </a:r>
            <a:endParaRPr lang="en-US"/>
          </a:p>
        </p:txBody>
      </p:sp>
      <p:sp>
        <p:nvSpPr>
          <p:cNvPr id="21560" name="Index B18">
            <a:extLst>
              <a:ext uri="{FF2B5EF4-FFF2-40B4-BE49-F238E27FC236}">
                <a16:creationId xmlns:a16="http://schemas.microsoft.com/office/drawing/2014/main" id="{C92C8888-DC6F-EBED-C655-FBDA92F20525}"/>
              </a:ext>
            </a:extLst>
          </p:cNvPr>
          <p:cNvSpPr/>
          <p:nvPr/>
        </p:nvSpPr>
        <p:spPr>
          <a:xfrm>
            <a:off x="627888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B18 · 45   Can you demo a new live action now?</a:t>
            </a:r>
            <a:endParaRPr lang="en-US"/>
          </a:p>
        </p:txBody>
      </p:sp>
      <p:sp>
        <p:nvSpPr>
          <p:cNvPr id="25740" name="Spacer B20">
            <a:extLst>
              <a:ext uri="{FF2B5EF4-FFF2-40B4-BE49-F238E27FC236}">
                <a16:creationId xmlns:a16="http://schemas.microsoft.com/office/drawing/2014/main" id="{29BA3FE6-230F-49F1-DB06-DD6AADAE130E}"/>
              </a:ext>
            </a:extLst>
          </p:cNvPr>
          <p:cNvSpPr/>
          <p:nvPr/>
        </p:nvSpPr>
        <p:spPr>
          <a:xfrm>
            <a:off x="54864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767" name="Index B20">
            <a:extLst>
              <a:ext uri="{FF2B5EF4-FFF2-40B4-BE49-F238E27FC236}">
                <a16:creationId xmlns:a16="http://schemas.microsoft.com/office/drawing/2014/main" id="{AB73053C-9D85-E892-AACC-16259DE03E98}"/>
              </a:ext>
            </a:extLst>
          </p:cNvPr>
          <p:cNvSpPr/>
          <p:nvPr/>
        </p:nvSpPr>
        <p:spPr>
          <a:xfrm>
            <a:off x="54864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B20 · 47   Why Azure, not M365, Power Platform or buy?</a:t>
            </a:r>
            <a:endParaRPr lang="en-US"/>
          </a:p>
        </p:txBody>
      </p:sp>
      <p:sp>
        <p:nvSpPr>
          <p:cNvPr id="25795" name="Spacer B15">
            <a:extLst>
              <a:ext uri="{FF2B5EF4-FFF2-40B4-BE49-F238E27FC236}">
                <a16:creationId xmlns:a16="http://schemas.microsoft.com/office/drawing/2014/main" id="{D09C3E20-9D87-4F16-5C4C-D03E83174036}"/>
              </a:ext>
            </a:extLst>
          </p:cNvPr>
          <p:cNvSpPr/>
          <p:nvPr/>
        </p:nvSpPr>
        <p:spPr>
          <a:xfrm>
            <a:off x="548640" y="4133088"/>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24" name="Index B15">
            <a:extLst>
              <a:ext uri="{FF2B5EF4-FFF2-40B4-BE49-F238E27FC236}">
                <a16:creationId xmlns:a16="http://schemas.microsoft.com/office/drawing/2014/main" id="{BE48334D-429D-BEF4-188F-DA8D46A926A6}"/>
              </a:ext>
            </a:extLst>
          </p:cNvPr>
          <p:cNvSpPr/>
          <p:nvPr/>
        </p:nvSpPr>
        <p:spPr>
          <a:xfrm>
            <a:off x="54864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B15 · 42   What must happen before a pilot decision?</a:t>
            </a:r>
            <a:endParaRPr lang="en-US"/>
          </a:p>
        </p:txBody>
      </p:sp>
      <p:sp>
        <p:nvSpPr>
          <p:cNvPr id="25854" name="Spacer B27">
            <a:extLst>
              <a:ext uri="{FF2B5EF4-FFF2-40B4-BE49-F238E27FC236}">
                <a16:creationId xmlns:a16="http://schemas.microsoft.com/office/drawing/2014/main" id="{3D2EF8F5-BB6D-F69B-9AF4-B5A524C23EDB}"/>
              </a:ext>
            </a:extLst>
          </p:cNvPr>
          <p:cNvSpPr/>
          <p:nvPr/>
        </p:nvSpPr>
        <p:spPr>
          <a:xfrm>
            <a:off x="54864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85" name="Index B27">
            <a:extLst>
              <a:ext uri="{FF2B5EF4-FFF2-40B4-BE49-F238E27FC236}">
                <a16:creationId xmlns:a16="http://schemas.microsoft.com/office/drawing/2014/main" id="{5F3170BC-B5B9-D07D-A900-7F3822399580}"/>
              </a:ext>
            </a:extLst>
          </p:cNvPr>
          <p:cNvSpPr/>
          <p:nvPr/>
        </p:nvSpPr>
        <p:spPr>
          <a:xfrm>
            <a:off x="54864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B27 · 54   What stops chat and agent sprawl?</a:t>
            </a:r>
            <a:endParaRPr lang="en-US"/>
          </a:p>
        </p:txBody>
      </p:sp>
      <p:sp>
        <p:nvSpPr>
          <p:cNvPr id="25917" name="Spacer B14">
            <a:extLst>
              <a:ext uri="{FF2B5EF4-FFF2-40B4-BE49-F238E27FC236}">
                <a16:creationId xmlns:a16="http://schemas.microsoft.com/office/drawing/2014/main" id="{FF9B3F91-ECA6-D549-7134-7E6889761BB2}"/>
              </a:ext>
            </a:extLst>
          </p:cNvPr>
          <p:cNvSpPr/>
          <p:nvPr/>
        </p:nvSpPr>
        <p:spPr>
          <a:xfrm>
            <a:off x="627888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950" name="Index B14">
            <a:extLst>
              <a:ext uri="{FF2B5EF4-FFF2-40B4-BE49-F238E27FC236}">
                <a16:creationId xmlns:a16="http://schemas.microsoft.com/office/drawing/2014/main" id="{98503180-371B-D537-6DC9-A196C76F048E}"/>
              </a:ext>
            </a:extLst>
          </p:cNvPr>
          <p:cNvSpPr/>
          <p:nvPr/>
        </p:nvSpPr>
        <p:spPr>
          <a:xfrm>
            <a:off x="627888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B14 · 41   Is it agentic if so much is deterministic?</a:t>
            </a:r>
            <a:endParaRPr lang="en-US"/>
          </a:p>
        </p:txBody>
      </p:sp>
      <p:sp>
        <p:nvSpPr>
          <p:cNvPr id="25984" name="Spacer B24">
            <a:extLst>
              <a:ext uri="{FF2B5EF4-FFF2-40B4-BE49-F238E27FC236}">
                <a16:creationId xmlns:a16="http://schemas.microsoft.com/office/drawing/2014/main" id="{347A2310-8E90-DC4F-8BCA-C35951ED615A}"/>
              </a:ext>
            </a:extLst>
          </p:cNvPr>
          <p:cNvSpPr/>
          <p:nvPr/>
        </p:nvSpPr>
        <p:spPr>
          <a:xfrm>
            <a:off x="6278880" y="4846320"/>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19" name="Index B24">
            <a:extLst>
              <a:ext uri="{FF2B5EF4-FFF2-40B4-BE49-F238E27FC236}">
                <a16:creationId xmlns:a16="http://schemas.microsoft.com/office/drawing/2014/main" id="{529EA319-4AFC-70D3-70E9-E13961FAD092}"/>
              </a:ext>
            </a:extLst>
          </p:cNvPr>
          <p:cNvSpPr/>
          <p:nvPr/>
        </p:nvSpPr>
        <p:spPr>
          <a:xfrm>
            <a:off x="6278880" y="460857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B24 · 51   How do policy, law and funding stay current?</a:t>
            </a:r>
            <a:endParaRPr lang="en-US"/>
          </a:p>
        </p:txBody>
      </p:sp>
      <p:sp>
        <p:nvSpPr>
          <p:cNvPr id="26055" name="Spacer B19">
            <a:extLst>
              <a:ext uri="{FF2B5EF4-FFF2-40B4-BE49-F238E27FC236}">
                <a16:creationId xmlns:a16="http://schemas.microsoft.com/office/drawing/2014/main" id="{84ACD896-7CFF-B980-CF59-864AA05D0EBF}"/>
              </a:ext>
            </a:extLst>
          </p:cNvPr>
          <p:cNvSpPr/>
          <p:nvPr/>
        </p:nvSpPr>
        <p:spPr>
          <a:xfrm>
            <a:off x="6278880" y="5980176"/>
            <a:ext cx="5364480" cy="14630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2" name="Index B19">
            <a:extLst>
              <a:ext uri="{FF2B5EF4-FFF2-40B4-BE49-F238E27FC236}">
                <a16:creationId xmlns:a16="http://schemas.microsoft.com/office/drawing/2014/main" id="{4428FDF0-9C71-026B-7F1B-E8C88F3E159C}"/>
              </a:ext>
            </a:extLst>
          </p:cNvPr>
          <p:cNvSpPr/>
          <p:nvPr/>
        </p:nvSpPr>
        <p:spPr>
          <a:xfrm>
            <a:off x="627888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B19 · 46   Sensors: can AI diagnose damp or mould?</a:t>
            </a:r>
            <a:endParaRPr lang="en-US"/>
          </a:p>
        </p:txBody>
      </p:sp>
    </p:spTree>
    <p:extLst>
      <p:ext uri="{BB962C8B-B14F-4D97-AF65-F5344CB8AC3E}">
        <p14:creationId xmlns:p14="http://schemas.microsoft.com/office/powerpoint/2010/main" val="3761642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58" name="Eyebrow">
            <a:extLst>
              <a:ext uri="{FF2B5EF4-FFF2-40B4-BE49-F238E27FC236}">
                <a16:creationId xmlns:a16="http://schemas.microsoft.com/office/drawing/2014/main" id="{455462CC-5953-606B-96CE-07E232DE4958}"/>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B01 · CEO / COO</a:t>
            </a:r>
          </a:p>
          <a:p>
            <a:pPr algn="l">
              <a:buNone/>
            </a:pPr>
            <a:r>
              <a:rPr lang="en-US" sz="100">
                <a:effectLst/>
              </a:rPr>
              <a:t> </a:t>
            </a:r>
            <a:endParaRPr lang="en-US"/>
          </a:p>
        </p:txBody>
      </p:sp>
      <p:sp>
        <p:nvSpPr>
          <p:cNvPr id="2660" name="Slide title">
            <a:extLst>
              <a:ext uri="{FF2B5EF4-FFF2-40B4-BE49-F238E27FC236}">
                <a16:creationId xmlns:a16="http://schemas.microsoft.com/office/drawing/2014/main" id="{C8F00832-1214-0BD0-B3FA-7D370D1FB7F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fix the process and hire more people instead?</a:t>
            </a:r>
          </a:p>
          <a:p>
            <a:pPr algn="l">
              <a:buNone/>
            </a:pPr>
            <a:r>
              <a:rPr lang="en-US" sz="100">
                <a:effectLst/>
              </a:rPr>
              <a:t> </a:t>
            </a:r>
            <a:endParaRPr lang="en-US"/>
          </a:p>
        </p:txBody>
      </p:sp>
      <p:sp>
        <p:nvSpPr>
          <p:cNvPr id="2663" name="Footer sources">
            <a:extLst>
              <a:ext uri="{FF2B5EF4-FFF2-40B4-BE49-F238E27FC236}">
                <a16:creationId xmlns:a16="http://schemas.microsoft.com/office/drawing/2014/main" id="{6DFFADE5-4C80-B4C8-016F-AF3835CEB62B}"/>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E10</a:t>
            </a:r>
          </a:p>
          <a:p>
            <a:pPr algn="l">
              <a:buNone/>
            </a:pPr>
            <a:r>
              <a:rPr lang="en-US" sz="100">
                <a:effectLst/>
              </a:rPr>
              <a:t> </a:t>
            </a:r>
            <a:endParaRPr lang="en-US"/>
          </a:p>
        </p:txBody>
      </p:sp>
      <p:sp>
        <p:nvSpPr>
          <p:cNvPr id="2667" name="Footer navigation">
            <a:extLst>
              <a:ext uri="{FF2B5EF4-FFF2-40B4-BE49-F238E27FC236}">
                <a16:creationId xmlns:a16="http://schemas.microsoft.com/office/drawing/2014/main" id="{ABDFCC38-6450-5C59-7B14-24AA480793E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B01 · Index: slide 27</a:t>
            </a:r>
            <a:endParaRPr lang="en-US"/>
          </a:p>
        </p:txBody>
      </p:sp>
      <p:sp>
        <p:nvSpPr>
          <p:cNvPr id="2672" name="Return to interrupted calling slide">
            <a:hlinkClick r:id="" action="ppaction://hlinkshowjump?jump=lastslideviewed"/>
            <a:extLst>
              <a:ext uri="{FF2B5EF4-FFF2-40B4-BE49-F238E27FC236}">
                <a16:creationId xmlns:a16="http://schemas.microsoft.com/office/drawing/2014/main" id="{D80FB324-E76C-D307-BC13-EC584ADAB0BE}"/>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7073" name="Option 1 card">
            <a:extLst>
              <a:ext uri="{FF2B5EF4-FFF2-40B4-BE49-F238E27FC236}">
                <a16:creationId xmlns:a16="http://schemas.microsoft.com/office/drawing/2014/main" id="{04D4C0D2-CE43-F1E3-BA23-03B8200CC3E5}"/>
              </a:ext>
            </a:extLst>
          </p:cNvPr>
          <p:cNvSpPr/>
          <p:nvPr/>
        </p:nvSpPr>
        <p:spPr>
          <a:xfrm>
            <a:off x="548640" y="1508760"/>
            <a:ext cx="3545840" cy="35661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75" name="Option 1 label">
            <a:extLst>
              <a:ext uri="{FF2B5EF4-FFF2-40B4-BE49-F238E27FC236}">
                <a16:creationId xmlns:a16="http://schemas.microsoft.com/office/drawing/2014/main" id="{7413231B-0D1A-84DA-910F-5580CAFB766D}"/>
              </a:ext>
            </a:extLst>
          </p:cNvPr>
          <p:cNvSpPr/>
          <p:nvPr/>
        </p:nvSpPr>
        <p:spPr>
          <a:xfrm>
            <a:off x="60960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1</a:t>
            </a:r>
          </a:p>
          <a:p>
            <a:pPr algn="l">
              <a:buNone/>
            </a:pPr>
            <a:r>
              <a:rPr lang="en-US" sz="100">
                <a:effectLst/>
              </a:rPr>
              <a:t> </a:t>
            </a:r>
            <a:endParaRPr lang="en-US"/>
          </a:p>
        </p:txBody>
      </p:sp>
      <p:sp>
        <p:nvSpPr>
          <p:cNvPr id="17078" name="Option 1 name">
            <a:extLst>
              <a:ext uri="{FF2B5EF4-FFF2-40B4-BE49-F238E27FC236}">
                <a16:creationId xmlns:a16="http://schemas.microsoft.com/office/drawing/2014/main" id="{530EBFA5-53BB-57A2-80C0-2295AE98DF29}"/>
              </a:ext>
            </a:extLst>
          </p:cNvPr>
          <p:cNvSpPr/>
          <p:nvPr/>
        </p:nvSpPr>
        <p:spPr>
          <a:xfrm>
            <a:off x="60960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Manual / process only</a:t>
            </a:r>
          </a:p>
          <a:p>
            <a:pPr algn="l">
              <a:buNone/>
            </a:pPr>
            <a:r>
              <a:rPr lang="en-US" sz="100">
                <a:effectLst/>
              </a:rPr>
              <a:t> </a:t>
            </a:r>
            <a:endParaRPr lang="en-US"/>
          </a:p>
        </p:txBody>
      </p:sp>
      <p:sp>
        <p:nvSpPr>
          <p:cNvPr id="17082" name="Option 1 lead">
            <a:extLst>
              <a:ext uri="{FF2B5EF4-FFF2-40B4-BE49-F238E27FC236}">
                <a16:creationId xmlns:a16="http://schemas.microsoft.com/office/drawing/2014/main" id="{C1484AD2-F4BD-711A-09DC-4B6FB3E7679A}"/>
              </a:ext>
            </a:extLst>
          </p:cNvPr>
          <p:cNvSpPr/>
          <p:nvPr/>
        </p:nvSpPr>
        <p:spPr>
          <a:xfrm>
            <a:off x="60960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Process improvement is the baseline</a:t>
            </a:r>
          </a:p>
          <a:p>
            <a:pPr algn="l">
              <a:buNone/>
            </a:pPr>
            <a:r>
              <a:rPr lang="en-US" sz="100">
                <a:effectLst/>
              </a:rPr>
              <a:t> </a:t>
            </a:r>
            <a:endParaRPr lang="en-US"/>
          </a:p>
        </p:txBody>
      </p:sp>
      <p:sp>
        <p:nvSpPr>
          <p:cNvPr id="17087" name="Option 1 trade-off label">
            <a:extLst>
              <a:ext uri="{FF2B5EF4-FFF2-40B4-BE49-F238E27FC236}">
                <a16:creationId xmlns:a16="http://schemas.microsoft.com/office/drawing/2014/main" id="{58E1BFED-7FA5-6FC1-CD0F-EA382D68CFF7}"/>
              </a:ext>
            </a:extLst>
          </p:cNvPr>
          <p:cNvSpPr/>
          <p:nvPr/>
        </p:nvSpPr>
        <p:spPr>
          <a:xfrm>
            <a:off x="60960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093" name="Option 1 trade-off">
            <a:extLst>
              <a:ext uri="{FF2B5EF4-FFF2-40B4-BE49-F238E27FC236}">
                <a16:creationId xmlns:a16="http://schemas.microsoft.com/office/drawing/2014/main" id="{1EAFD8D7-485F-A66A-0DD6-BB451D7CF5E8}"/>
              </a:ext>
            </a:extLst>
          </p:cNvPr>
          <p:cNvSpPr/>
          <p:nvPr/>
        </p:nvSpPr>
        <p:spPr>
          <a:xfrm>
            <a:off x="60960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Additional staff or contractor capacity may still be necessary</a:t>
            </a:r>
          </a:p>
          <a:p>
            <a:pPr algn="l">
              <a:buNone/>
            </a:pPr>
            <a:r>
              <a:rPr lang="en-US" sz="100">
                <a:effectLst/>
              </a:rPr>
              <a:t> </a:t>
            </a:r>
            <a:endParaRPr lang="en-US"/>
          </a:p>
        </p:txBody>
      </p:sp>
      <p:sp>
        <p:nvSpPr>
          <p:cNvPr id="17100" name="Option 1 status pill">
            <a:extLst>
              <a:ext uri="{FF2B5EF4-FFF2-40B4-BE49-F238E27FC236}">
                <a16:creationId xmlns:a16="http://schemas.microsoft.com/office/drawing/2014/main" id="{2EBCA733-D62F-A2EA-7BAA-D9BDB9DB4F36}"/>
              </a:ext>
            </a:extLst>
          </p:cNvPr>
          <p:cNvSpPr/>
          <p:nvPr/>
        </p:nvSpPr>
        <p:spPr>
          <a:xfrm>
            <a:off x="701040" y="4602480"/>
            <a:ext cx="27889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STAFFING PLAN SET IN PILOT</a:t>
            </a:r>
            <a:endParaRPr lang="en-US"/>
          </a:p>
        </p:txBody>
      </p:sp>
      <p:sp>
        <p:nvSpPr>
          <p:cNvPr id="17108" name="Option 2 card">
            <a:extLst>
              <a:ext uri="{FF2B5EF4-FFF2-40B4-BE49-F238E27FC236}">
                <a16:creationId xmlns:a16="http://schemas.microsoft.com/office/drawing/2014/main" id="{3F0880FD-C82A-1B22-0B4D-A998DAE2B6E8}"/>
              </a:ext>
            </a:extLst>
          </p:cNvPr>
          <p:cNvSpPr/>
          <p:nvPr/>
        </p:nvSpPr>
        <p:spPr>
          <a:xfrm>
            <a:off x="4323080" y="1508760"/>
            <a:ext cx="3545840" cy="35661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117" name="Option 2 label">
            <a:extLst>
              <a:ext uri="{FF2B5EF4-FFF2-40B4-BE49-F238E27FC236}">
                <a16:creationId xmlns:a16="http://schemas.microsoft.com/office/drawing/2014/main" id="{7ACC2920-08EC-150D-6863-4265D7977CF3}"/>
              </a:ext>
            </a:extLst>
          </p:cNvPr>
          <p:cNvSpPr/>
          <p:nvPr/>
        </p:nvSpPr>
        <p:spPr>
          <a:xfrm>
            <a:off x="438404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2</a:t>
            </a:r>
          </a:p>
          <a:p>
            <a:pPr algn="l">
              <a:buNone/>
            </a:pPr>
            <a:r>
              <a:rPr lang="en-US" sz="100">
                <a:effectLst/>
              </a:rPr>
              <a:t> </a:t>
            </a:r>
            <a:endParaRPr lang="en-US"/>
          </a:p>
        </p:txBody>
      </p:sp>
      <p:sp>
        <p:nvSpPr>
          <p:cNvPr id="17127" name="Option 2 name">
            <a:extLst>
              <a:ext uri="{FF2B5EF4-FFF2-40B4-BE49-F238E27FC236}">
                <a16:creationId xmlns:a16="http://schemas.microsoft.com/office/drawing/2014/main" id="{E636BACD-B0A5-80C6-7BCB-F6BCAF2B90EF}"/>
              </a:ext>
            </a:extLst>
          </p:cNvPr>
          <p:cNvSpPr/>
          <p:nvPr/>
        </p:nvSpPr>
        <p:spPr>
          <a:xfrm>
            <a:off x="438404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rules</a:t>
            </a:r>
          </a:p>
          <a:p>
            <a:pPr algn="l">
              <a:buNone/>
            </a:pPr>
            <a:r>
              <a:rPr lang="en-US" sz="100">
                <a:effectLst/>
              </a:rPr>
              <a:t> </a:t>
            </a:r>
            <a:endParaRPr lang="en-US"/>
          </a:p>
        </p:txBody>
      </p:sp>
      <p:sp>
        <p:nvSpPr>
          <p:cNvPr id="17138" name="Option 2 lead">
            <a:extLst>
              <a:ext uri="{FF2B5EF4-FFF2-40B4-BE49-F238E27FC236}">
                <a16:creationId xmlns:a16="http://schemas.microsoft.com/office/drawing/2014/main" id="{F10BF08D-D115-4C79-E8FF-17F749FAA847}"/>
              </a:ext>
            </a:extLst>
          </p:cNvPr>
          <p:cNvSpPr/>
          <p:nvPr/>
        </p:nvSpPr>
        <p:spPr>
          <a:xfrm>
            <a:off x="438404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Workflow must beat the baseline</a:t>
            </a:r>
          </a:p>
          <a:p>
            <a:pPr algn="l">
              <a:buNone/>
            </a:pPr>
            <a:r>
              <a:rPr lang="en-US" sz="100">
                <a:effectLst/>
              </a:rPr>
              <a:t> </a:t>
            </a:r>
            <a:endParaRPr lang="en-US"/>
          </a:p>
        </p:txBody>
      </p:sp>
      <p:sp>
        <p:nvSpPr>
          <p:cNvPr id="17150" name="Option 2 trade-off label">
            <a:extLst>
              <a:ext uri="{FF2B5EF4-FFF2-40B4-BE49-F238E27FC236}">
                <a16:creationId xmlns:a16="http://schemas.microsoft.com/office/drawing/2014/main" id="{509F7E13-E3E6-CAE3-0766-EBF4A331A910}"/>
              </a:ext>
            </a:extLst>
          </p:cNvPr>
          <p:cNvSpPr/>
          <p:nvPr/>
        </p:nvSpPr>
        <p:spPr>
          <a:xfrm>
            <a:off x="438404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163" name="Option 2 trade-off">
            <a:extLst>
              <a:ext uri="{FF2B5EF4-FFF2-40B4-BE49-F238E27FC236}">
                <a16:creationId xmlns:a16="http://schemas.microsoft.com/office/drawing/2014/main" id="{A6F9A81E-7582-A9D4-1373-41AA90B3D4BF}"/>
              </a:ext>
            </a:extLst>
          </p:cNvPr>
          <p:cNvSpPr/>
          <p:nvPr/>
        </p:nvSpPr>
        <p:spPr>
          <a:xfrm>
            <a:off x="4384040" y="3566160"/>
            <a:ext cx="34239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deliver the better accepted-task result, retain them</a:t>
            </a:r>
          </a:p>
          <a:p>
            <a:pPr algn="l">
              <a:buNone/>
            </a:pPr>
            <a:r>
              <a:rPr lang="en-US" sz="100">
                <a:effectLst/>
              </a:rPr>
              <a:t> </a:t>
            </a:r>
            <a:endParaRPr lang="en-US"/>
          </a:p>
        </p:txBody>
      </p:sp>
      <p:sp>
        <p:nvSpPr>
          <p:cNvPr id="17177" name="Option 2 status pill">
            <a:extLst>
              <a:ext uri="{FF2B5EF4-FFF2-40B4-BE49-F238E27FC236}">
                <a16:creationId xmlns:a16="http://schemas.microsoft.com/office/drawing/2014/main" id="{6DA12651-E417-CF7C-D120-4F701DD7088F}"/>
              </a:ext>
            </a:extLst>
          </p:cNvPr>
          <p:cNvSpPr/>
          <p:nvPr/>
        </p:nvSpPr>
        <p:spPr>
          <a:xfrm>
            <a:off x="447548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1 · READY TO RUN</a:t>
            </a:r>
            <a:endParaRPr lang="en-US"/>
          </a:p>
        </p:txBody>
      </p:sp>
      <p:sp>
        <p:nvSpPr>
          <p:cNvPr id="17192" name="Option 3 card">
            <a:extLst>
              <a:ext uri="{FF2B5EF4-FFF2-40B4-BE49-F238E27FC236}">
                <a16:creationId xmlns:a16="http://schemas.microsoft.com/office/drawing/2014/main" id="{DB2165C5-FDEA-8FAF-AC87-0566BDEEC749}"/>
              </a:ext>
            </a:extLst>
          </p:cNvPr>
          <p:cNvSpPr/>
          <p:nvPr/>
        </p:nvSpPr>
        <p:spPr>
          <a:xfrm>
            <a:off x="8097520" y="1508760"/>
            <a:ext cx="3545840" cy="35661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208" name="Option 3 label">
            <a:extLst>
              <a:ext uri="{FF2B5EF4-FFF2-40B4-BE49-F238E27FC236}">
                <a16:creationId xmlns:a16="http://schemas.microsoft.com/office/drawing/2014/main" id="{DD331B0E-86B4-F59C-2242-86EB229E31DE}"/>
              </a:ext>
            </a:extLst>
          </p:cNvPr>
          <p:cNvSpPr/>
          <p:nvPr/>
        </p:nvSpPr>
        <p:spPr>
          <a:xfrm>
            <a:off x="815848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3</a:t>
            </a:r>
          </a:p>
          <a:p>
            <a:pPr algn="l">
              <a:buNone/>
            </a:pPr>
            <a:r>
              <a:rPr lang="en-US" sz="100">
                <a:effectLst/>
              </a:rPr>
              <a:t> </a:t>
            </a:r>
            <a:endParaRPr lang="en-US"/>
          </a:p>
        </p:txBody>
      </p:sp>
      <p:sp>
        <p:nvSpPr>
          <p:cNvPr id="17225" name="Option 3 name">
            <a:extLst>
              <a:ext uri="{FF2B5EF4-FFF2-40B4-BE49-F238E27FC236}">
                <a16:creationId xmlns:a16="http://schemas.microsoft.com/office/drawing/2014/main" id="{3184E62D-9180-C88F-3DE6-34F2F31BB285}"/>
              </a:ext>
            </a:extLst>
          </p:cNvPr>
          <p:cNvSpPr/>
          <p:nvPr/>
        </p:nvSpPr>
        <p:spPr>
          <a:xfrm>
            <a:off x="815848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bounded AI</a:t>
            </a:r>
          </a:p>
          <a:p>
            <a:pPr algn="l">
              <a:buNone/>
            </a:pPr>
            <a:r>
              <a:rPr lang="en-US" sz="100">
                <a:effectLst/>
              </a:rPr>
              <a:t> </a:t>
            </a:r>
            <a:endParaRPr lang="en-US"/>
          </a:p>
        </p:txBody>
      </p:sp>
      <p:sp>
        <p:nvSpPr>
          <p:cNvPr id="17243" name="Option 3 lead">
            <a:extLst>
              <a:ext uri="{FF2B5EF4-FFF2-40B4-BE49-F238E27FC236}">
                <a16:creationId xmlns:a16="http://schemas.microsoft.com/office/drawing/2014/main" id="{F14004F9-58AC-8BA5-5DE2-7306F0E9E28D}"/>
              </a:ext>
            </a:extLst>
          </p:cNvPr>
          <p:cNvSpPr/>
          <p:nvPr/>
        </p:nvSpPr>
        <p:spPr>
          <a:xfrm>
            <a:off x="815848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must beat the same workflow without AI</a:t>
            </a:r>
          </a:p>
          <a:p>
            <a:pPr algn="l">
              <a:buNone/>
            </a:pPr>
            <a:r>
              <a:rPr lang="en-US" sz="100">
                <a:effectLst/>
              </a:rPr>
              <a:t> </a:t>
            </a:r>
            <a:endParaRPr lang="en-US"/>
          </a:p>
        </p:txBody>
      </p:sp>
      <p:sp>
        <p:nvSpPr>
          <p:cNvPr id="17262" name="Option 3 trade-off label">
            <a:extLst>
              <a:ext uri="{FF2B5EF4-FFF2-40B4-BE49-F238E27FC236}">
                <a16:creationId xmlns:a16="http://schemas.microsoft.com/office/drawing/2014/main" id="{111E61C8-2117-97F6-3507-7CFFC77F0639}"/>
              </a:ext>
            </a:extLst>
          </p:cNvPr>
          <p:cNvSpPr/>
          <p:nvPr/>
        </p:nvSpPr>
        <p:spPr>
          <a:xfrm>
            <a:off x="815848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303" name="Option 3 status pill">
            <a:extLst>
              <a:ext uri="{FF2B5EF4-FFF2-40B4-BE49-F238E27FC236}">
                <a16:creationId xmlns:a16="http://schemas.microsoft.com/office/drawing/2014/main" id="{5D309B5F-2952-2879-A69D-C7B1F4D79F6A}"/>
              </a:ext>
            </a:extLst>
          </p:cNvPr>
          <p:cNvSpPr/>
          <p:nvPr/>
        </p:nvSpPr>
        <p:spPr>
          <a:xfrm>
            <a:off x="824992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2 · READY TO RUN</a:t>
            </a:r>
            <a:endParaRPr lang="en-US"/>
          </a:p>
        </p:txBody>
      </p:sp>
      <p:sp>
        <p:nvSpPr>
          <p:cNvPr id="17325" name="All options band">
            <a:extLst>
              <a:ext uri="{FF2B5EF4-FFF2-40B4-BE49-F238E27FC236}">
                <a16:creationId xmlns:a16="http://schemas.microsoft.com/office/drawing/2014/main" id="{2D77328C-31BC-A0C3-2EF8-BE86BB69A169}"/>
              </a:ext>
            </a:extLst>
          </p:cNvPr>
          <p:cNvSpPr/>
          <p:nvPr/>
        </p:nvSpPr>
        <p:spPr>
          <a:xfrm>
            <a:off x="548640" y="5303520"/>
            <a:ext cx="11094720" cy="6858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372" name="Statement 3">
            <a:extLst>
              <a:ext uri="{FF2B5EF4-FFF2-40B4-BE49-F238E27FC236}">
                <a16:creationId xmlns:a16="http://schemas.microsoft.com/office/drawing/2014/main" id="{C406FDC0-A10A-121E-DD5A-291406E824FF}"/>
              </a:ext>
            </a:extLst>
          </p:cNvPr>
          <p:cNvSpPr/>
          <p:nvPr/>
        </p:nvSpPr>
        <p:spPr>
          <a:xfrm>
            <a:off x="2206664" y="5417820"/>
            <a:ext cx="9375736"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Physical delivery capacity still limits throughput</a:t>
            </a:r>
          </a:p>
          <a:p>
            <a:pPr algn="l">
              <a:buNone/>
            </a:pPr>
            <a:r>
              <a:rPr lang="en-US" sz="100">
                <a:effectLst/>
              </a:rPr>
              <a:t> </a:t>
            </a:r>
            <a:endParaRPr lang="en-US"/>
          </a:p>
        </p:txBody>
      </p:sp>
      <p:sp>
        <p:nvSpPr>
          <p:cNvPr id="22433" name="Option 3 trade-off">
            <a:extLst>
              <a:ext uri="{FF2B5EF4-FFF2-40B4-BE49-F238E27FC236}">
                <a16:creationId xmlns:a16="http://schemas.microsoft.com/office/drawing/2014/main" id="{166C29DF-42BD-8FED-CC68-A1156FE16099}"/>
              </a:ext>
            </a:extLst>
          </p:cNvPr>
          <p:cNvSpPr/>
          <p:nvPr/>
        </p:nvSpPr>
        <p:spPr>
          <a:xfrm>
            <a:off x="815848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win, report the negative AI finding</a:t>
            </a:r>
          </a:p>
          <a:p>
            <a:pPr algn="l">
              <a:buNone/>
            </a:pPr>
            <a:r>
              <a:rPr lang="en-US" sz="100">
                <a:effectLst/>
              </a:rPr>
              <a:t> </a:t>
            </a:r>
            <a:endParaRPr lang="en-US"/>
          </a:p>
        </p:txBody>
      </p:sp>
      <p:sp>
        <p:nvSpPr>
          <p:cNvPr id="22435" name="All options label">
            <a:extLst>
              <a:ext uri="{FF2B5EF4-FFF2-40B4-BE49-F238E27FC236}">
                <a16:creationId xmlns:a16="http://schemas.microsoft.com/office/drawing/2014/main" id="{594F42FF-841A-4461-4298-D7B4C6DE1789}"/>
              </a:ext>
            </a:extLst>
          </p:cNvPr>
          <p:cNvSpPr/>
          <p:nvPr/>
        </p:nvSpPr>
        <p:spPr>
          <a:xfrm>
            <a:off x="609600" y="5417820"/>
            <a:ext cx="1459904"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A9C7BA"/>
                </a:solidFill>
                <a:effectLst/>
                <a:latin typeface="Arial" panose="020B0604020202020204" pitchFamily="34" charset="0"/>
              </a:rPr>
              <a:t>ALL OPTIONS</a:t>
            </a:r>
          </a:p>
          <a:p>
            <a:pPr algn="l">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1F54A1DC-CD05-C79F-BEA2-D86BE51441C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S04 / slide 4</a:t>
            </a:r>
            <a:endParaRPr lang="en-US"/>
          </a:p>
        </p:txBody>
      </p:sp>
    </p:spTree>
    <p:extLst>
      <p:ext uri="{BB962C8B-B14F-4D97-AF65-F5344CB8AC3E}">
        <p14:creationId xmlns:p14="http://schemas.microsoft.com/office/powerpoint/2010/main" val="3933574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78" name="Eyebrow">
            <a:extLst>
              <a:ext uri="{FF2B5EF4-FFF2-40B4-BE49-F238E27FC236}">
                <a16:creationId xmlns:a16="http://schemas.microsoft.com/office/drawing/2014/main" id="{171936A9-2875-C03B-416D-3D073D33F51D}"/>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B02 · CIO / COO</a:t>
            </a:r>
          </a:p>
          <a:p>
            <a:pPr algn="l">
              <a:buNone/>
            </a:pPr>
            <a:r>
              <a:rPr lang="en-US" sz="100">
                <a:effectLst/>
              </a:rPr>
              <a:t> </a:t>
            </a:r>
            <a:endParaRPr lang="en-US"/>
          </a:p>
        </p:txBody>
      </p:sp>
      <p:sp>
        <p:nvSpPr>
          <p:cNvPr id="2685" name="Slide title">
            <a:extLst>
              <a:ext uri="{FF2B5EF4-FFF2-40B4-BE49-F238E27FC236}">
                <a16:creationId xmlns:a16="http://schemas.microsoft.com/office/drawing/2014/main" id="{D915CBDB-F814-2760-EF2E-422BEFD5397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replacing our housing system or integrating with it?</a:t>
            </a:r>
          </a:p>
          <a:p>
            <a:pPr algn="l">
              <a:buNone/>
            </a:pPr>
            <a:r>
              <a:rPr lang="en-US" sz="100">
                <a:effectLst/>
              </a:rPr>
              <a:t> </a:t>
            </a:r>
            <a:endParaRPr lang="en-US"/>
          </a:p>
        </p:txBody>
      </p:sp>
      <p:sp>
        <p:nvSpPr>
          <p:cNvPr id="2693" name="Footer sources">
            <a:extLst>
              <a:ext uri="{FF2B5EF4-FFF2-40B4-BE49-F238E27FC236}">
                <a16:creationId xmlns:a16="http://schemas.microsoft.com/office/drawing/2014/main" id="{29EAD449-86C4-856F-5449-62B5E4B9E5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a:t>
            </a:r>
          </a:p>
          <a:p>
            <a:pPr algn="l">
              <a:buNone/>
            </a:pPr>
            <a:r>
              <a:rPr lang="en-US" sz="100">
                <a:effectLst/>
              </a:rPr>
              <a:t> </a:t>
            </a:r>
            <a:endParaRPr lang="en-US"/>
          </a:p>
        </p:txBody>
      </p:sp>
      <p:sp>
        <p:nvSpPr>
          <p:cNvPr id="2702" name="Footer navigation">
            <a:extLst>
              <a:ext uri="{FF2B5EF4-FFF2-40B4-BE49-F238E27FC236}">
                <a16:creationId xmlns:a16="http://schemas.microsoft.com/office/drawing/2014/main" id="{E3300248-F60E-28F4-CFC0-ABFC405A15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B02 · Index: slide 27</a:t>
            </a:r>
            <a:endParaRPr lang="en-US"/>
          </a:p>
        </p:txBody>
      </p:sp>
      <p:sp>
        <p:nvSpPr>
          <p:cNvPr id="2712" name="Return to interrupted calling slide">
            <a:hlinkClick r:id="" action="ppaction://hlinkshowjump?jump=lastslideviewed"/>
            <a:extLst>
              <a:ext uri="{FF2B5EF4-FFF2-40B4-BE49-F238E27FC236}">
                <a16:creationId xmlns:a16="http://schemas.microsoft.com/office/drawing/2014/main" id="{3BB8E06B-831B-F939-254A-D497FFDD80F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6920" name="Current workbench card">
            <a:extLst>
              <a:ext uri="{FF2B5EF4-FFF2-40B4-BE49-F238E27FC236}">
                <a16:creationId xmlns:a16="http://schemas.microsoft.com/office/drawing/2014/main" id="{FD78C37D-6DF2-0381-1D64-FF3A3A7845C6}"/>
              </a:ext>
            </a:extLst>
          </p:cNvPr>
          <p:cNvSpPr/>
          <p:nvPr/>
        </p:nvSpPr>
        <p:spPr>
          <a:xfrm>
            <a:off x="548640" y="1508760"/>
            <a:ext cx="3840480" cy="21793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922" name="Current demonstrator pill">
            <a:extLst>
              <a:ext uri="{FF2B5EF4-FFF2-40B4-BE49-F238E27FC236}">
                <a16:creationId xmlns:a16="http://schemas.microsoft.com/office/drawing/2014/main" id="{A2EA845D-536D-243E-04DE-2C63DC0A19D8}"/>
              </a:ext>
            </a:extLst>
          </p:cNvPr>
          <p:cNvSpPr/>
          <p:nvPr/>
        </p:nvSpPr>
        <p:spPr>
          <a:xfrm>
            <a:off x="701040" y="1661160"/>
            <a:ext cx="2788920"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CURRENT DEMONSTRATOR</a:t>
            </a:r>
          </a:p>
          <a:p>
            <a:pPr algn="ctr">
              <a:buNone/>
            </a:pPr>
            <a:r>
              <a:rPr lang="en-US" sz="100">
                <a:effectLst/>
              </a:rPr>
              <a:t> </a:t>
            </a:r>
            <a:endParaRPr lang="en-US"/>
          </a:p>
        </p:txBody>
      </p:sp>
      <p:sp>
        <p:nvSpPr>
          <p:cNvPr id="16925" name="Workbench title">
            <a:extLst>
              <a:ext uri="{FF2B5EF4-FFF2-40B4-BE49-F238E27FC236}">
                <a16:creationId xmlns:a16="http://schemas.microsoft.com/office/drawing/2014/main" id="{66566AEF-0154-D4C4-1272-70D39C070C52}"/>
              </a:ext>
            </a:extLst>
          </p:cNvPr>
          <p:cNvSpPr/>
          <p:nvPr/>
        </p:nvSpPr>
        <p:spPr>
          <a:xfrm>
            <a:off x="609600" y="2072640"/>
            <a:ext cx="37185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Controlled workbench</a:t>
            </a:r>
          </a:p>
          <a:p>
            <a:pPr algn="l">
              <a:buNone/>
            </a:pPr>
            <a:r>
              <a:rPr lang="en-US" sz="100">
                <a:effectLst/>
              </a:rPr>
              <a:t> </a:t>
            </a:r>
            <a:endParaRPr lang="en-US"/>
          </a:p>
        </p:txBody>
      </p:sp>
      <p:sp>
        <p:nvSpPr>
          <p:cNvPr id="16929" name="Statement 1">
            <a:extLst>
              <a:ext uri="{FF2B5EF4-FFF2-40B4-BE49-F238E27FC236}">
                <a16:creationId xmlns:a16="http://schemas.microsoft.com/office/drawing/2014/main" id="{BD88BA09-7F1D-4470-D3F8-DB75EA8C8343}"/>
              </a:ext>
            </a:extLst>
          </p:cNvPr>
          <p:cNvSpPr/>
          <p:nvPr/>
        </p:nvSpPr>
        <p:spPr>
          <a:xfrm>
            <a:off x="609600" y="2514600"/>
            <a:ext cx="3718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Demonstrator of coordination and evidence contracts</a:t>
            </a:r>
          </a:p>
          <a:p>
            <a:pPr algn="l">
              <a:buNone/>
            </a:pPr>
            <a:r>
              <a:rPr lang="en-US" sz="100">
                <a:effectLst/>
              </a:rPr>
              <a:t> </a:t>
            </a:r>
            <a:endParaRPr lang="en-US"/>
          </a:p>
        </p:txBody>
      </p:sp>
      <p:sp>
        <p:nvSpPr>
          <p:cNvPr id="16934" name="Workbench detail">
            <a:extLst>
              <a:ext uri="{FF2B5EF4-FFF2-40B4-BE49-F238E27FC236}">
                <a16:creationId xmlns:a16="http://schemas.microsoft.com/office/drawing/2014/main" id="{EDB8F4B6-4CBD-4D85-C984-8C6A0347146B}"/>
              </a:ext>
            </a:extLst>
          </p:cNvPr>
          <p:cNvSpPr/>
          <p:nvPr/>
        </p:nvSpPr>
        <p:spPr>
          <a:xfrm>
            <a:off x="609600" y="3200400"/>
            <a:ext cx="37185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 replacement decision</a:t>
            </a:r>
          </a:p>
          <a:p>
            <a:pPr algn="l">
              <a:buNone/>
            </a:pPr>
            <a:r>
              <a:rPr lang="en-US" sz="100">
                <a:effectLst/>
              </a:rPr>
              <a:t> </a:t>
            </a:r>
            <a:endParaRPr lang="en-US"/>
          </a:p>
        </p:txBody>
      </p:sp>
      <p:sp>
        <p:nvSpPr>
          <p:cNvPr id="16940" name="Statement 2">
            <a:extLst>
              <a:ext uri="{FF2B5EF4-FFF2-40B4-BE49-F238E27FC236}">
                <a16:creationId xmlns:a16="http://schemas.microsoft.com/office/drawing/2014/main" id="{015C4CA4-7B79-BF41-0CF2-AB10CBFEF30F}"/>
              </a:ext>
            </a:extLst>
          </p:cNvPr>
          <p:cNvSpPr/>
          <p:nvPr/>
        </p:nvSpPr>
        <p:spPr>
          <a:xfrm>
            <a:off x="4434840" y="2141220"/>
            <a:ext cx="21945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Housing and repairs integration is the next step</a:t>
            </a:r>
            <a:endParaRPr lang="en-US"/>
          </a:p>
        </p:txBody>
      </p:sp>
      <p:sp>
        <p:nvSpPr>
          <p:cNvPr id="16947" name="Future appraisal pill">
            <a:extLst>
              <a:ext uri="{FF2B5EF4-FFF2-40B4-BE49-F238E27FC236}">
                <a16:creationId xmlns:a16="http://schemas.microsoft.com/office/drawing/2014/main" id="{2232715D-6FB0-1F85-8F62-13CA2E5124FD}"/>
              </a:ext>
            </a:extLst>
          </p:cNvPr>
          <p:cNvSpPr/>
          <p:nvPr/>
        </p:nvSpPr>
        <p:spPr>
          <a:xfrm>
            <a:off x="6675120" y="1508760"/>
            <a:ext cx="256946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INTEGRATION ROADMAP</a:t>
            </a:r>
            <a:endParaRPr lang="en-US"/>
          </a:p>
        </p:txBody>
      </p:sp>
      <p:sp>
        <p:nvSpPr>
          <p:cNvPr id="17024" name="Discovery band">
            <a:extLst>
              <a:ext uri="{FF2B5EF4-FFF2-40B4-BE49-F238E27FC236}">
                <a16:creationId xmlns:a16="http://schemas.microsoft.com/office/drawing/2014/main" id="{4997BFEA-A93D-61B4-B5CC-880B292AAF35}"/>
              </a:ext>
            </a:extLst>
          </p:cNvPr>
          <p:cNvSpPr/>
          <p:nvPr/>
        </p:nvSpPr>
        <p:spPr>
          <a:xfrm>
            <a:off x="548640" y="3962400"/>
            <a:ext cx="11094720" cy="2026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39" name="Statement 3">
            <a:extLst>
              <a:ext uri="{FF2B5EF4-FFF2-40B4-BE49-F238E27FC236}">
                <a16:creationId xmlns:a16="http://schemas.microsoft.com/office/drawing/2014/main" id="{6B2037E2-60E3-E482-C655-8F966423E61E}"/>
              </a:ext>
            </a:extLst>
          </p:cNvPr>
          <p:cNvSpPr/>
          <p:nvPr/>
        </p:nvSpPr>
        <p:spPr>
          <a:xfrm>
            <a:off x="609600" y="4282440"/>
            <a:ext cx="1097280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Integration scope, authority and migration need separate discovery</a:t>
            </a:r>
          </a:p>
          <a:p>
            <a:pPr algn="l">
              <a:buNone/>
            </a:pPr>
            <a:r>
              <a:rPr lang="en-US" sz="100">
                <a:effectLst/>
              </a:rPr>
              <a:t> </a:t>
            </a:r>
            <a:endParaRPr lang="en-US"/>
          </a:p>
        </p:txBody>
      </p:sp>
      <p:sp>
        <p:nvSpPr>
          <p:cNvPr id="17055" name="Appraisal label">
            <a:extLst>
              <a:ext uri="{FF2B5EF4-FFF2-40B4-BE49-F238E27FC236}">
                <a16:creationId xmlns:a16="http://schemas.microsoft.com/office/drawing/2014/main" id="{BE02502F-EE02-9EB0-496A-D4583962E012}"/>
              </a:ext>
            </a:extLst>
          </p:cNvPr>
          <p:cNvSpPr/>
          <p:nvPr/>
        </p:nvSpPr>
        <p:spPr>
          <a:xfrm>
            <a:off x="609600" y="4770120"/>
            <a:ext cx="10972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PRODUCTION APPRAISAL MUST IDENTIFY</a:t>
            </a:r>
          </a:p>
          <a:p>
            <a:pPr algn="l">
              <a:buNone/>
            </a:pPr>
            <a:r>
              <a:rPr lang="en-US" sz="100">
                <a:effectLst/>
              </a:rPr>
              <a:t> </a:t>
            </a:r>
            <a:endParaRPr lang="en-US"/>
          </a:p>
        </p:txBody>
      </p:sp>
      <p:sp>
        <p:nvSpPr>
          <p:cNvPr id="17072" name="Appraisal scope">
            <a:extLst>
              <a:ext uri="{FF2B5EF4-FFF2-40B4-BE49-F238E27FC236}">
                <a16:creationId xmlns:a16="http://schemas.microsoft.com/office/drawing/2014/main" id="{B5AF86D1-4823-9440-BFE3-A60C36124BA5}"/>
              </a:ext>
            </a:extLst>
          </p:cNvPr>
          <p:cNvSpPr/>
          <p:nvPr/>
        </p:nvSpPr>
        <p:spPr>
          <a:xfrm>
            <a:off x="609600" y="5090160"/>
            <a:ext cx="109728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Authoritative systems · field ownership · APIs · event and reconciliation contracts</a:t>
            </a:r>
          </a:p>
          <a:p>
            <a:pPr algn="l">
              <a:buNone/>
            </a:pPr>
            <a:r>
              <a:rPr lang="en-US" sz="1600">
                <a:solidFill>
                  <a:srgbClr val="173F35"/>
                </a:solidFill>
                <a:effectLst/>
                <a:latin typeface="Arial" panose="020B0604020202020204" pitchFamily="34" charset="0"/>
              </a:rPr>
              <a:t>Security · retention · the manual service route</a:t>
            </a:r>
            <a:endParaRPr lang="en-US"/>
          </a:p>
        </p:txBody>
      </p:sp>
      <p:sp>
        <p:nvSpPr>
          <p:cNvPr id="22436" name="Customer system 1">
            <a:extLst>
              <a:ext uri="{FF2B5EF4-FFF2-40B4-BE49-F238E27FC236}">
                <a16:creationId xmlns:a16="http://schemas.microsoft.com/office/drawing/2014/main" id="{15339C36-BB05-B47F-E1E7-AA3CABD0FAFB}"/>
              </a:ext>
            </a:extLst>
          </p:cNvPr>
          <p:cNvSpPr/>
          <p:nvPr/>
        </p:nvSpPr>
        <p:spPr>
          <a:xfrm>
            <a:off x="6675120" y="192024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Housing system</a:t>
            </a:r>
          </a:p>
          <a:p>
            <a:pPr algn="l">
              <a:buNone/>
            </a:pPr>
            <a:r>
              <a:rPr lang="en-US" sz="100">
                <a:effectLst/>
              </a:rPr>
              <a:t> </a:t>
            </a:r>
            <a:endParaRPr lang="en-US"/>
          </a:p>
        </p:txBody>
      </p:sp>
      <p:sp>
        <p:nvSpPr>
          <p:cNvPr id="22438" name="Customer system 2">
            <a:extLst>
              <a:ext uri="{FF2B5EF4-FFF2-40B4-BE49-F238E27FC236}">
                <a16:creationId xmlns:a16="http://schemas.microsoft.com/office/drawing/2014/main" id="{A206B548-A6E8-6B38-88CA-01F24C02E0BE}"/>
              </a:ext>
            </a:extLst>
          </p:cNvPr>
          <p:cNvSpPr/>
          <p:nvPr/>
        </p:nvSpPr>
        <p:spPr>
          <a:xfrm>
            <a:off x="6675120" y="254000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Repairs system</a:t>
            </a:r>
          </a:p>
          <a:p>
            <a:pPr algn="l">
              <a:buNone/>
            </a:pPr>
            <a:r>
              <a:rPr lang="en-US" sz="100">
                <a:effectLst/>
              </a:rPr>
              <a:t> </a:t>
            </a:r>
            <a:endParaRPr lang="en-US"/>
          </a:p>
        </p:txBody>
      </p:sp>
      <p:sp>
        <p:nvSpPr>
          <p:cNvPr id="22441" name="Customer system 3">
            <a:extLst>
              <a:ext uri="{FF2B5EF4-FFF2-40B4-BE49-F238E27FC236}">
                <a16:creationId xmlns:a16="http://schemas.microsoft.com/office/drawing/2014/main" id="{D7A6BD57-66E0-5055-1922-727CA8FDCB12}"/>
              </a:ext>
            </a:extLst>
          </p:cNvPr>
          <p:cNvSpPr/>
          <p:nvPr/>
        </p:nvSpPr>
        <p:spPr>
          <a:xfrm>
            <a:off x="6675120" y="315976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Configured or designed M365 path</a:t>
            </a:r>
            <a:endParaRPr lang="en-US"/>
          </a:p>
        </p:txBody>
      </p:sp>
      <p:sp>
        <p:nvSpPr>
          <p:cNvPr id="2" name="Appendix topic destination">
            <a:hlinkClick r:id="rId3" action="ppaction://hlinksldjump"/>
            <a:extLst>
              <a:ext uri="{FF2B5EF4-FFF2-40B4-BE49-F238E27FC236}">
                <a16:creationId xmlns:a16="http://schemas.microsoft.com/office/drawing/2014/main" id="{4B540110-A803-55B7-C5E4-A6D470F7F53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S11 / slide 12</a:t>
            </a:r>
            <a:endParaRPr lang="en-US"/>
          </a:p>
        </p:txBody>
      </p:sp>
    </p:spTree>
    <p:extLst>
      <p:ext uri="{BB962C8B-B14F-4D97-AF65-F5344CB8AC3E}">
        <p14:creationId xmlns:p14="http://schemas.microsoft.com/office/powerpoint/2010/main" val="2931206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23" name="Eyebrow">
            <a:extLst>
              <a:ext uri="{FF2B5EF4-FFF2-40B4-BE49-F238E27FC236}">
                <a16:creationId xmlns:a16="http://schemas.microsoft.com/office/drawing/2014/main" id="{CF4D44DD-F31E-ECB2-8389-B7952698001F}"/>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B03 · CEO / SPONSOR / CTO</a:t>
            </a:r>
          </a:p>
          <a:p>
            <a:pPr algn="l">
              <a:buNone/>
            </a:pPr>
            <a:r>
              <a:rPr lang="en-US" sz="100">
                <a:effectLst/>
              </a:rPr>
              <a:t> </a:t>
            </a:r>
            <a:endParaRPr lang="en-US"/>
          </a:p>
        </p:txBody>
      </p:sp>
      <p:sp>
        <p:nvSpPr>
          <p:cNvPr id="2735" name="Slide title">
            <a:extLst>
              <a:ext uri="{FF2B5EF4-FFF2-40B4-BE49-F238E27FC236}">
                <a16:creationId xmlns:a16="http://schemas.microsoft.com/office/drawing/2014/main" id="{2554F20A-DAF4-BF70-F790-F511405215E0}"/>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did you not build exactly the five agents we requested?</a:t>
            </a:r>
          </a:p>
          <a:p>
            <a:pPr algn="l">
              <a:buNone/>
            </a:pPr>
            <a:r>
              <a:rPr lang="en-US" sz="100">
                <a:effectLst/>
              </a:rPr>
              <a:t> </a:t>
            </a:r>
            <a:endParaRPr lang="en-US"/>
          </a:p>
        </p:txBody>
      </p:sp>
      <p:sp>
        <p:nvSpPr>
          <p:cNvPr id="2748" name="Footer sources">
            <a:extLst>
              <a:ext uri="{FF2B5EF4-FFF2-40B4-BE49-F238E27FC236}">
                <a16:creationId xmlns:a16="http://schemas.microsoft.com/office/drawing/2014/main" id="{A40C1070-7A67-AB3F-1BF5-3296DCE650E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E03 · E06 · E09</a:t>
            </a:r>
          </a:p>
          <a:p>
            <a:pPr algn="l">
              <a:buNone/>
            </a:pPr>
            <a:r>
              <a:rPr lang="en-US" sz="100">
                <a:effectLst/>
              </a:rPr>
              <a:t> </a:t>
            </a:r>
            <a:endParaRPr lang="en-US"/>
          </a:p>
        </p:txBody>
      </p:sp>
      <p:sp>
        <p:nvSpPr>
          <p:cNvPr id="2762" name="Footer navigation">
            <a:extLst>
              <a:ext uri="{FF2B5EF4-FFF2-40B4-BE49-F238E27FC236}">
                <a16:creationId xmlns:a16="http://schemas.microsoft.com/office/drawing/2014/main" id="{6602EBA9-C8A8-5C38-0299-A698F125B55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B03 · Index: slide 27</a:t>
            </a:r>
            <a:endParaRPr lang="en-US"/>
          </a:p>
        </p:txBody>
      </p:sp>
      <p:sp>
        <p:nvSpPr>
          <p:cNvPr id="2777" name="Return to interrupted calling slide">
            <a:hlinkClick r:id="" action="ppaction://hlinkshowjump?jump=lastslideviewed"/>
            <a:extLst>
              <a:ext uri="{FF2B5EF4-FFF2-40B4-BE49-F238E27FC236}">
                <a16:creationId xmlns:a16="http://schemas.microsoft.com/office/drawing/2014/main" id="{323180EB-56D0-1D00-A1B7-C54F40138E11}"/>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442" name="Statement 1">
            <a:extLst>
              <a:ext uri="{FF2B5EF4-FFF2-40B4-BE49-F238E27FC236}">
                <a16:creationId xmlns:a16="http://schemas.microsoft.com/office/drawing/2014/main" id="{36B674EB-6A4A-8970-3CDF-0382A19DF0A3}"/>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requested responsibilities are preserved</a:t>
            </a:r>
          </a:p>
          <a:p>
            <a:pPr algn="l">
              <a:buNone/>
            </a:pPr>
            <a:r>
              <a:rPr lang="en-US" sz="100">
                <a:effectLst/>
              </a:rPr>
              <a:t> </a:t>
            </a:r>
            <a:endParaRPr lang="en-US"/>
          </a:p>
        </p:txBody>
      </p:sp>
      <p:sp>
        <p:nvSpPr>
          <p:cNvPr id="22444" name="Statement 2">
            <a:extLst>
              <a:ext uri="{FF2B5EF4-FFF2-40B4-BE49-F238E27FC236}">
                <a16:creationId xmlns:a16="http://schemas.microsoft.com/office/drawing/2014/main" id="{142CBE3E-5513-D4C9-415A-24CF9E21C853}"/>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Autonomy is bounded by decision rights and risk</a:t>
            </a:r>
          </a:p>
          <a:p>
            <a:pPr algn="l">
              <a:buNone/>
            </a:pPr>
            <a:r>
              <a:rPr lang="en-US" sz="100">
                <a:effectLst/>
              </a:rPr>
              <a:t> </a:t>
            </a:r>
            <a:endParaRPr lang="en-US"/>
          </a:p>
        </p:txBody>
      </p:sp>
      <p:sp>
        <p:nvSpPr>
          <p:cNvPr id="22447" name="Statement 3">
            <a:extLst>
              <a:ext uri="{FF2B5EF4-FFF2-40B4-BE49-F238E27FC236}">
                <a16:creationId xmlns:a16="http://schemas.microsoft.com/office/drawing/2014/main" id="{7C6ECD59-914B-980C-02C3-5C139114260A}"/>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assistants ≠ five independent runtimes</a:t>
            </a:r>
          </a:p>
          <a:p>
            <a:pPr algn="l">
              <a:buNone/>
            </a:pPr>
            <a:r>
              <a:rPr lang="en-US" sz="100">
                <a:effectLst/>
              </a:rPr>
              <a:t> </a:t>
            </a:r>
            <a:endParaRPr lang="en-US"/>
          </a:p>
        </p:txBody>
      </p:sp>
      <p:sp>
        <p:nvSpPr>
          <p:cNvPr id="22451" name="AI prepares pill">
            <a:extLst>
              <a:ext uri="{FF2B5EF4-FFF2-40B4-BE49-F238E27FC236}">
                <a16:creationId xmlns:a16="http://schemas.microsoft.com/office/drawing/2014/main" id="{BF2D5AA6-234B-E05A-0158-DBB8832EC163}"/>
              </a:ext>
            </a:extLst>
          </p:cNvPr>
          <p:cNvSpPr/>
          <p:nvPr/>
        </p:nvSpPr>
        <p:spPr>
          <a:xfrm>
            <a:off x="3349413" y="23317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2456" name="People decide pill">
            <a:extLst>
              <a:ext uri="{FF2B5EF4-FFF2-40B4-BE49-F238E27FC236}">
                <a16:creationId xmlns:a16="http://schemas.microsoft.com/office/drawing/2014/main" id="{47CDB1E0-AA85-3C81-6DF0-B8DDD5B51995}"/>
              </a:ext>
            </a:extLst>
          </p:cNvPr>
          <p:cNvSpPr/>
          <p:nvPr/>
        </p:nvSpPr>
        <p:spPr>
          <a:xfrm>
            <a:off x="6058746" y="233172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graphicFrame>
        <p:nvGraphicFramePr>
          <p:cNvPr id="11" name="Table 10">
            <a:extLst>
              <a:ext uri="{FF2B5EF4-FFF2-40B4-BE49-F238E27FC236}">
                <a16:creationId xmlns:a16="http://schemas.microsoft.com/office/drawing/2014/main" id="{2A44A6ED-F93E-4C88-A3A7-E356AA78279F}"/>
              </a:ext>
            </a:extLst>
          </p:cNvPr>
          <p:cNvGraphicFramePr>
            <a:graphicFrameLocks noGrp="1"/>
          </p:cNvGraphicFramePr>
          <p:nvPr/>
        </p:nvGraphicFramePr>
        <p:xfrm>
          <a:off x="548640" y="2743200"/>
          <a:ext cx="8127999" cy="2743200"/>
        </p:xfrm>
        <a:graphic>
          <a:graphicData uri="http://schemas.openxmlformats.org/drawingml/2006/table">
            <a:tbl>
              <a:tblPr bandRow="1">
                <a:tableStyleId>{5C22544A-7EE6-4342-B048-85BDC9FD1C3A}</a:tableStyleId>
              </a:tblPr>
              <a:tblGrid>
                <a:gridCol w="2709333">
                  <a:extLst>
                    <a:ext uri="{9D8B030D-6E8A-4147-A177-3AD203B41FA5}">
                      <a16:colId xmlns:a16="http://schemas.microsoft.com/office/drawing/2014/main" val="698835024"/>
                    </a:ext>
                  </a:extLst>
                </a:gridCol>
                <a:gridCol w="2709333">
                  <a:extLst>
                    <a:ext uri="{9D8B030D-6E8A-4147-A177-3AD203B41FA5}">
                      <a16:colId xmlns:a16="http://schemas.microsoft.com/office/drawing/2014/main" val="1795110243"/>
                    </a:ext>
                  </a:extLst>
                </a:gridCol>
                <a:gridCol w="2709333">
                  <a:extLst>
                    <a:ext uri="{9D8B030D-6E8A-4147-A177-3AD203B41FA5}">
                      <a16:colId xmlns:a16="http://schemas.microsoft.com/office/drawing/2014/main" val="2127038989"/>
                    </a:ext>
                  </a:extLst>
                </a:gridCol>
              </a:tblGrid>
              <a:tr h="0">
                <a:tc>
                  <a:txBody>
                    <a:bodyPr/>
                    <a:lstStyle/>
                    <a:p>
                      <a:pPr>
                        <a:buNone/>
                      </a:pPr>
                      <a:r>
                        <a:rPr lang="en-US" sz="1600" b="1">
                          <a:solidFill>
                            <a:srgbClr val="FAF9F6"/>
                          </a:solidFill>
                          <a:effectLst/>
                          <a:latin typeface="Arial" panose="020B0604020202020204" pitchFamily="34" charset="0"/>
                        </a:rPr>
                        <a:t>Responsibility</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Bounded help (unreviewed proposal)</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Human decision owner</a:t>
                      </a:r>
                    </a:p>
                  </a:txBody>
                  <a:tcPr anchor="ctr">
                    <a:lnL>
                      <a:noFill/>
                    </a:lnL>
                    <a:lnR>
                      <a:noFill/>
                    </a:lnR>
                    <a:lnT>
                      <a:noFill/>
                    </a:lnT>
                    <a:lnB>
                      <a:noFill/>
                    </a:lnB>
                    <a:solidFill>
                      <a:srgbClr val="173F35"/>
                    </a:solidFill>
                  </a:tcPr>
                </a:tc>
                <a:extLst>
                  <a:ext uri="{0D108BD9-81ED-4DB2-BD59-A6C34878D82A}">
                    <a16:rowId xmlns:a16="http://schemas.microsoft.com/office/drawing/2014/main" val="1304375145"/>
                  </a:ext>
                </a:extLst>
              </a:tr>
              <a:tr h="0">
                <a:tc>
                  <a:txBody>
                    <a:bodyPr/>
                    <a:lstStyle/>
                    <a:p>
                      <a:pPr>
                        <a:buNone/>
                      </a:pPr>
                      <a:r>
                        <a:rPr lang="en-US" sz="1600">
                          <a:effectLst/>
                          <a:latin typeface="Arial" panose="020B0604020202020204" pitchFamily="34" charset="0"/>
                        </a:rPr>
                        <a:t>Stock prioritisation</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Prioritisation rationale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Approved policy and human review</a:t>
                      </a:r>
                    </a:p>
                  </a:txBody>
                  <a:tcPr anchor="ctr">
                    <a:lnL>
                      <a:noFill/>
                    </a:lnL>
                    <a:lnR>
                      <a:noFill/>
                    </a:lnR>
                    <a:lnT>
                      <a:noFill/>
                    </a:lnT>
                    <a:lnB>
                      <a:noFill/>
                    </a:lnB>
                    <a:noFill/>
                  </a:tcPr>
                </a:tc>
                <a:extLst>
                  <a:ext uri="{0D108BD9-81ED-4DB2-BD59-A6C34878D82A}">
                    <a16:rowId xmlns:a16="http://schemas.microsoft.com/office/drawing/2014/main" val="3377316370"/>
                  </a:ext>
                </a:extLst>
              </a:tr>
              <a:tr h="0">
                <a:tc>
                  <a:txBody>
                    <a:bodyPr/>
                    <a:lstStyle/>
                    <a:p>
                      <a:pPr>
                        <a:buNone/>
                      </a:pPr>
                      <a:r>
                        <a:rPr lang="en-US" sz="1600">
                          <a:effectLst/>
                          <a:latin typeface="Arial" panose="020B0604020202020204" pitchFamily="34" charset="0"/>
                        </a:rPr>
                        <a:t>Assessment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Assessment preparation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Qualified reviewer</a:t>
                      </a:r>
                    </a:p>
                  </a:txBody>
                  <a:tcPr anchor="ctr">
                    <a:lnL>
                      <a:noFill/>
                    </a:lnL>
                    <a:lnR>
                      <a:noFill/>
                    </a:lnR>
                    <a:lnT>
                      <a:noFill/>
                    </a:lnT>
                    <a:lnB>
                      <a:noFill/>
                    </a:lnB>
                    <a:solidFill>
                      <a:srgbClr val="E8ECEB"/>
                    </a:solidFill>
                  </a:tcPr>
                </a:tc>
                <a:extLst>
                  <a:ext uri="{0D108BD9-81ED-4DB2-BD59-A6C34878D82A}">
                    <a16:rowId xmlns:a16="http://schemas.microsoft.com/office/drawing/2014/main" val="1993399536"/>
                  </a:ext>
                </a:extLst>
              </a:tr>
              <a:tr h="0">
                <a:tc>
                  <a:txBody>
                    <a:bodyPr/>
                    <a:lstStyle/>
                    <a:p>
                      <a:pPr>
                        <a:buNone/>
                      </a:pPr>
                      <a:r>
                        <a:rPr lang="en-US" sz="1600">
                          <a:effectLst/>
                          <a:latin typeface="Arial" panose="020B0604020202020204" pitchFamily="34" charset="0"/>
                        </a:rPr>
                        <a:t>Funding</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Funding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Finance submits</a:t>
                      </a:r>
                    </a:p>
                  </a:txBody>
                  <a:tcPr anchor="ctr">
                    <a:lnL>
                      <a:noFill/>
                    </a:lnL>
                    <a:lnR>
                      <a:noFill/>
                    </a:lnR>
                    <a:lnT>
                      <a:noFill/>
                    </a:lnT>
                    <a:lnB>
                      <a:noFill/>
                    </a:lnB>
                    <a:noFill/>
                  </a:tcPr>
                </a:tc>
                <a:extLst>
                  <a:ext uri="{0D108BD9-81ED-4DB2-BD59-A6C34878D82A}">
                    <a16:rowId xmlns:a16="http://schemas.microsoft.com/office/drawing/2014/main" val="1557802676"/>
                  </a:ext>
                </a:extLst>
              </a:tr>
              <a:tr h="0">
                <a:tc>
                  <a:txBody>
                    <a:bodyPr/>
                    <a:lstStyle/>
                    <a:p>
                      <a:pPr>
                        <a:buNone/>
                      </a:pPr>
                      <a:r>
                        <a:rPr lang="en-US" sz="1600">
                          <a:effectLst/>
                          <a:latin typeface="Arial" panose="020B0604020202020204" pitchFamily="34" charset="0"/>
                        </a:rPr>
                        <a:t>Coordination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Coordination draft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Resident agrees</a:t>
                      </a:r>
                    </a:p>
                  </a:txBody>
                  <a:tcPr anchor="ctr">
                    <a:lnL>
                      <a:noFill/>
                    </a:lnL>
                    <a:lnR>
                      <a:noFill/>
                    </a:lnR>
                    <a:lnT>
                      <a:noFill/>
                    </a:lnT>
                    <a:lnB>
                      <a:noFill/>
                    </a:lnB>
                    <a:solidFill>
                      <a:srgbClr val="E8ECEB"/>
                    </a:solidFill>
                  </a:tcPr>
                </a:tc>
                <a:extLst>
                  <a:ext uri="{0D108BD9-81ED-4DB2-BD59-A6C34878D82A}">
                    <a16:rowId xmlns:a16="http://schemas.microsoft.com/office/drawing/2014/main" val="3201833422"/>
                  </a:ext>
                </a:extLst>
              </a:tr>
              <a:tr h="0">
                <a:tc>
                  <a:txBody>
                    <a:bodyPr/>
                    <a:lstStyle/>
                    <a:p>
                      <a:pPr>
                        <a:buNone/>
                      </a:pPr>
                      <a:r>
                        <a:rPr lang="en-US" sz="1600">
                          <a:effectLst/>
                          <a:latin typeface="Arial" panose="020B0604020202020204" pitchFamily="34" charset="0"/>
                        </a:rPr>
                        <a:t>Quality</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Quality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Independent professional accepts</a:t>
                      </a:r>
                    </a:p>
                  </a:txBody>
                  <a:tcPr anchor="ctr">
                    <a:lnL>
                      <a:noFill/>
                    </a:lnL>
                    <a:lnR>
                      <a:noFill/>
                    </a:lnR>
                    <a:lnT>
                      <a:noFill/>
                    </a:lnT>
                    <a:lnB>
                      <a:noFill/>
                    </a:lnB>
                    <a:noFill/>
                  </a:tcPr>
                </a:tc>
                <a:extLst>
                  <a:ext uri="{0D108BD9-81ED-4DB2-BD59-A6C34878D82A}">
                    <a16:rowId xmlns:a16="http://schemas.microsoft.com/office/drawing/2014/main" val="2705256382"/>
                  </a:ext>
                </a:extLst>
              </a:tr>
            </a:tbl>
          </a:graphicData>
        </a:graphic>
      </p:graphicFrame>
      <p:sp>
        <p:nvSpPr>
          <p:cNvPr id="22463" name="Deferred pill">
            <a:extLst>
              <a:ext uri="{FF2B5EF4-FFF2-40B4-BE49-F238E27FC236}">
                <a16:creationId xmlns:a16="http://schemas.microsoft.com/office/drawing/2014/main" id="{05674F84-5FAF-5F30-7AE2-8E74B8E2F5C2}"/>
              </a:ext>
            </a:extLst>
          </p:cNvPr>
          <p:cNvSpPr/>
          <p:nvPr/>
        </p:nvSpPr>
        <p:spPr>
          <a:xfrm>
            <a:off x="8905240" y="274320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22471" name="Runtime note">
            <a:extLst>
              <a:ext uri="{FF2B5EF4-FFF2-40B4-BE49-F238E27FC236}">
                <a16:creationId xmlns:a16="http://schemas.microsoft.com/office/drawing/2014/main" id="{4FCE70D2-145D-CFED-3930-99657E911674}"/>
              </a:ext>
            </a:extLst>
          </p:cNvPr>
          <p:cNvSpPr/>
          <p:nvPr/>
        </p:nvSpPr>
        <p:spPr>
          <a:xfrm>
            <a:off x="8813800" y="3154680"/>
            <a:ext cx="282956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One API hosts the current assistants; independent queue workers remain deferred</a:t>
            </a:r>
          </a:p>
          <a:p>
            <a:pPr algn="l">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6861ADEF-4A72-91B6-16B1-063F9C4D3E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444193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93" name="Eyebrow">
            <a:extLst>
              <a:ext uri="{FF2B5EF4-FFF2-40B4-BE49-F238E27FC236}">
                <a16:creationId xmlns:a16="http://schemas.microsoft.com/office/drawing/2014/main" id="{3EE5871E-E86E-2514-9A27-B4206B43CBB7}"/>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B04 · CFO / CTO</a:t>
            </a:r>
          </a:p>
          <a:p>
            <a:pPr algn="l">
              <a:buNone/>
            </a:pPr>
            <a:r>
              <a:rPr lang="en-US" sz="100">
                <a:effectLst/>
              </a:rPr>
              <a:t> </a:t>
            </a:r>
            <a:endParaRPr lang="en-US"/>
          </a:p>
        </p:txBody>
      </p:sp>
      <p:sp>
        <p:nvSpPr>
          <p:cNvPr id="2810" name="Slide title">
            <a:extLst>
              <a:ext uri="{FF2B5EF4-FFF2-40B4-BE49-F238E27FC236}">
                <a16:creationId xmlns:a16="http://schemas.microsoft.com/office/drawing/2014/main" id="{A03BDB0B-7E88-D114-9CCB-27F1DA3A9FD5}"/>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Decision Models reduce cost and response time?</a:t>
            </a:r>
          </a:p>
          <a:p>
            <a:pPr algn="l">
              <a:buNone/>
            </a:pPr>
            <a:r>
              <a:rPr lang="en-US" sz="100">
                <a:effectLst/>
              </a:rPr>
              <a:t> </a:t>
            </a:r>
            <a:endParaRPr lang="en-US"/>
          </a:p>
        </p:txBody>
      </p:sp>
      <p:sp>
        <p:nvSpPr>
          <p:cNvPr id="2828" name="Footer sources">
            <a:extLst>
              <a:ext uri="{FF2B5EF4-FFF2-40B4-BE49-F238E27FC236}">
                <a16:creationId xmlns:a16="http://schemas.microsoft.com/office/drawing/2014/main" id="{21BE6FE1-226B-2F7F-32C3-D981D763813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E05 · E15</a:t>
            </a:r>
          </a:p>
          <a:p>
            <a:pPr algn="l">
              <a:buNone/>
            </a:pPr>
            <a:r>
              <a:rPr lang="en-US" sz="100">
                <a:effectLst/>
              </a:rPr>
              <a:t> </a:t>
            </a:r>
            <a:endParaRPr lang="en-US"/>
          </a:p>
        </p:txBody>
      </p:sp>
      <p:sp>
        <p:nvSpPr>
          <p:cNvPr id="2847" name="Footer navigation">
            <a:extLst>
              <a:ext uri="{FF2B5EF4-FFF2-40B4-BE49-F238E27FC236}">
                <a16:creationId xmlns:a16="http://schemas.microsoft.com/office/drawing/2014/main" id="{E2449906-97CD-85CE-FFA7-DAE977159027}"/>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B04 · Index: slide 27</a:t>
            </a:r>
            <a:endParaRPr lang="en-US"/>
          </a:p>
        </p:txBody>
      </p:sp>
      <p:sp>
        <p:nvSpPr>
          <p:cNvPr id="2867" name="Return to interrupted calling slide">
            <a:hlinkClick r:id="" action="ppaction://hlinkshowjump?jump=lastslideviewed"/>
            <a:extLst>
              <a:ext uri="{FF2B5EF4-FFF2-40B4-BE49-F238E27FC236}">
                <a16:creationId xmlns:a16="http://schemas.microsoft.com/office/drawing/2014/main" id="{FC84DB96-8530-D091-9807-DD97D06DD870}"/>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472" name="Statement 1">
            <a:extLst>
              <a:ext uri="{FF2B5EF4-FFF2-40B4-BE49-F238E27FC236}">
                <a16:creationId xmlns:a16="http://schemas.microsoft.com/office/drawing/2014/main" id="{27175658-3919-890A-A660-1F6FA2760E85}"/>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Bounded candidates may avoid long-form generation</a:t>
            </a:r>
          </a:p>
          <a:p>
            <a:pPr algn="l">
              <a:buNone/>
            </a:pPr>
            <a:r>
              <a:rPr lang="en-US" sz="100">
                <a:effectLst/>
              </a:rPr>
              <a:t> </a:t>
            </a:r>
            <a:endParaRPr lang="en-US"/>
          </a:p>
        </p:txBody>
      </p:sp>
      <p:sp>
        <p:nvSpPr>
          <p:cNvPr id="22474" name="Statement 2">
            <a:extLst>
              <a:ext uri="{FF2B5EF4-FFF2-40B4-BE49-F238E27FC236}">
                <a16:creationId xmlns:a16="http://schemas.microsoft.com/office/drawing/2014/main" id="{212AC7AF-3471-4534-D59B-7FF331F5B6EF}"/>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Compare complete tasks, not endpoint prices</a:t>
            </a:r>
          </a:p>
          <a:p>
            <a:pPr algn="l">
              <a:buNone/>
            </a:pPr>
            <a:r>
              <a:rPr lang="en-US" sz="100">
                <a:effectLst/>
              </a:rPr>
              <a:t> </a:t>
            </a:r>
            <a:endParaRPr lang="en-US"/>
          </a:p>
        </p:txBody>
      </p:sp>
      <p:sp>
        <p:nvSpPr>
          <p:cNvPr id="22477" name="Statement 3">
            <a:extLst>
              <a:ext uri="{FF2B5EF4-FFF2-40B4-BE49-F238E27FC236}">
                <a16:creationId xmlns:a16="http://schemas.microsoft.com/office/drawing/2014/main" id="{515C7044-5C3E-36C8-7EC8-F0DAD040E061}"/>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Cheaper and faster results are calibrated in the pilot</a:t>
            </a:r>
            <a:endParaRPr lang="en-US"/>
          </a:p>
        </p:txBody>
      </p:sp>
      <p:sp>
        <p:nvSpPr>
          <p:cNvPr id="22481" name="Equation card">
            <a:extLst>
              <a:ext uri="{FF2B5EF4-FFF2-40B4-BE49-F238E27FC236}">
                <a16:creationId xmlns:a16="http://schemas.microsoft.com/office/drawing/2014/main" id="{F552AF7E-E572-48AE-8086-A7D5E04ABC78}"/>
              </a:ext>
            </a:extLst>
          </p:cNvPr>
          <p:cNvSpPr/>
          <p:nvPr/>
        </p:nvSpPr>
        <p:spPr>
          <a:xfrm>
            <a:off x="548640" y="2286000"/>
            <a:ext cx="11094720" cy="10820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486" name="Equation left side">
            <a:extLst>
              <a:ext uri="{FF2B5EF4-FFF2-40B4-BE49-F238E27FC236}">
                <a16:creationId xmlns:a16="http://schemas.microsoft.com/office/drawing/2014/main" id="{74298CC0-8C55-B4D0-84C7-30B29935CF05}"/>
              </a:ext>
            </a:extLst>
          </p:cNvPr>
          <p:cNvSpPr/>
          <p:nvPr/>
        </p:nvSpPr>
        <p:spPr>
          <a:xfrm>
            <a:off x="609600" y="2598420"/>
            <a:ext cx="3228578"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Cost per accepted task =</a:t>
            </a:r>
          </a:p>
          <a:p>
            <a:pPr algn="l">
              <a:buNone/>
            </a:pPr>
            <a:r>
              <a:rPr lang="en-US" sz="100">
                <a:effectLst/>
              </a:rPr>
              <a:t> </a:t>
            </a:r>
            <a:endParaRPr lang="en-US"/>
          </a:p>
        </p:txBody>
      </p:sp>
      <p:sp>
        <p:nvSpPr>
          <p:cNvPr id="22517" name="Not measured pill">
            <a:extLst>
              <a:ext uri="{FF2B5EF4-FFF2-40B4-BE49-F238E27FC236}">
                <a16:creationId xmlns:a16="http://schemas.microsoft.com/office/drawing/2014/main" id="{1EFF6459-9D9F-A53D-ADE7-7F63F13DB4EC}"/>
              </a:ext>
            </a:extLst>
          </p:cNvPr>
          <p:cNvSpPr/>
          <p:nvPr/>
        </p:nvSpPr>
        <p:spPr>
          <a:xfrm>
            <a:off x="8905240" y="3550920"/>
            <a:ext cx="2231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MEASURED IN PILOT</a:t>
            </a:r>
            <a:endParaRPr lang="en-US"/>
          </a:p>
        </p:txBody>
      </p:sp>
      <p:sp>
        <p:nvSpPr>
          <p:cNvPr id="22528" name="Historical pill">
            <a:extLst>
              <a:ext uri="{FF2B5EF4-FFF2-40B4-BE49-F238E27FC236}">
                <a16:creationId xmlns:a16="http://schemas.microsoft.com/office/drawing/2014/main" id="{CDD3CB36-CC26-5BBE-1EB8-AF2BFD6964C5}"/>
              </a:ext>
            </a:extLst>
          </p:cNvPr>
          <p:cNvSpPr/>
          <p:nvPr/>
        </p:nvSpPr>
        <p:spPr>
          <a:xfrm>
            <a:off x="8905240" y="4099560"/>
            <a:ext cx="151790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HISTORICAL</a:t>
            </a:r>
          </a:p>
          <a:p>
            <a:pPr algn="ctr">
              <a:buNone/>
            </a:pPr>
            <a:r>
              <a:rPr lang="en-US" sz="100">
                <a:effectLst/>
              </a:rPr>
              <a:t> </a:t>
            </a:r>
            <a:endParaRPr lang="en-US"/>
          </a:p>
        </p:txBody>
      </p:sp>
      <p:sp>
        <p:nvSpPr>
          <p:cNvPr id="22540" name="Historical caption">
            <a:extLst>
              <a:ext uri="{FF2B5EF4-FFF2-40B4-BE49-F238E27FC236}">
                <a16:creationId xmlns:a16="http://schemas.microsoft.com/office/drawing/2014/main" id="{F1249BA4-DF0D-7B43-6E9D-DC013D517344}"/>
              </a:ext>
            </a:extLst>
          </p:cNvPr>
          <p:cNvSpPr/>
          <p:nvPr/>
        </p:nvSpPr>
        <p:spPr>
          <a:xfrm>
            <a:off x="8813800" y="4465320"/>
            <a:ext cx="28295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Prototype timing: workflow-only gates decide in 0.03 ms; an agent drafting step takes a 12.5 s median. Each does a different job.</a:t>
            </a:r>
            <a:endParaRPr lang="en-US"/>
          </a:p>
        </p:txBody>
      </p:sp>
      <p:sp>
        <p:nvSpPr>
          <p:cNvPr id="26172" name="Equation numerator">
            <a:extLst>
              <a:ext uri="{FF2B5EF4-FFF2-40B4-BE49-F238E27FC236}">
                <a16:creationId xmlns:a16="http://schemas.microsoft.com/office/drawing/2014/main" id="{5C6DBC50-33E4-7421-AA37-92B3B104DD6A}"/>
              </a:ext>
            </a:extLst>
          </p:cNvPr>
          <p:cNvSpPr/>
          <p:nvPr/>
        </p:nvSpPr>
        <p:spPr>
          <a:xfrm>
            <a:off x="3929618" y="2363470"/>
            <a:ext cx="6856581"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a:solidFill>
                  <a:srgbClr val="173F35"/>
                </a:solidFill>
                <a:effectLst/>
                <a:latin typeface="Arial" panose="020B0604020202020204" pitchFamily="34" charset="0"/>
              </a:rPr>
              <a:t>inference + hosting + review and correction + retries + assurance</a:t>
            </a:r>
          </a:p>
          <a:p>
            <a:pPr algn="ctr">
              <a:buNone/>
            </a:pPr>
            <a:r>
              <a:rPr lang="en-US" sz="100">
                <a:effectLst/>
              </a:rPr>
              <a:t> </a:t>
            </a:r>
            <a:endParaRPr lang="en-US"/>
          </a:p>
        </p:txBody>
      </p:sp>
      <p:sp>
        <p:nvSpPr>
          <p:cNvPr id="26174" name="Equation denominator">
            <a:extLst>
              <a:ext uri="{FF2B5EF4-FFF2-40B4-BE49-F238E27FC236}">
                <a16:creationId xmlns:a16="http://schemas.microsoft.com/office/drawing/2014/main" id="{59727461-3573-0F48-EB01-3FB164C68562}"/>
              </a:ext>
            </a:extLst>
          </p:cNvPr>
          <p:cNvSpPr/>
          <p:nvPr/>
        </p:nvSpPr>
        <p:spPr>
          <a:xfrm>
            <a:off x="3929618" y="2833370"/>
            <a:ext cx="6856581" cy="457200"/>
          </a:xfrm>
          <a:prstGeom prst="rect">
            <a:avLst/>
          </a:prstGeom>
          <a:solidFill>
            <a:srgbClr val="E8F2FB"/>
          </a:solidFill>
          <a:ln w="12700">
            <a:solidFill>
              <a:srgbClr val="E8F2FB"/>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a:solidFill>
                  <a:srgbClr val="173F35"/>
                </a:solidFill>
                <a:effectLst/>
                <a:latin typeface="Arial" panose="020B0604020202020204" pitchFamily="34" charset="0"/>
              </a:rPr>
              <a:t>accepted tasks above the quality floor</a:t>
            </a:r>
          </a:p>
          <a:p>
            <a:pPr algn="ctr">
              <a:buNone/>
            </a:pPr>
            <a:r>
              <a:rPr lang="en-US" sz="100">
                <a:effectLst/>
              </a:rPr>
              <a:t> </a:t>
            </a:r>
            <a:endParaRPr lang="en-US"/>
          </a:p>
        </p:txBody>
      </p:sp>
      <p:sp>
        <p:nvSpPr>
          <p:cNvPr id="26325" name="Fraction bar">
            <a:extLst>
              <a:ext uri="{FF2B5EF4-FFF2-40B4-BE49-F238E27FC236}">
                <a16:creationId xmlns:a16="http://schemas.microsoft.com/office/drawing/2014/main" id="{623215EB-9DF9-12F4-2977-4E55B34E21FB}"/>
              </a:ext>
            </a:extLst>
          </p:cNvPr>
          <p:cNvSpPr/>
          <p:nvPr/>
        </p:nvSpPr>
        <p:spPr>
          <a:xfrm>
            <a:off x="3975338" y="2819083"/>
            <a:ext cx="6765141" cy="158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A598C296-3799-4CE0-A0C3-B8AE570CC62D}"/>
              </a:ext>
            </a:extLst>
          </p:cNvPr>
          <p:cNvGraphicFramePr>
            <a:graphicFrameLocks noGrp="1"/>
          </p:cNvGraphicFramePr>
          <p:nvPr/>
        </p:nvGraphicFramePr>
        <p:xfrm>
          <a:off x="548640" y="3550920"/>
          <a:ext cx="8128002" cy="1950720"/>
        </p:xfrm>
        <a:graphic>
          <a:graphicData uri="http://schemas.openxmlformats.org/drawingml/2006/table">
            <a:tbl>
              <a:tblPr bandRow="1">
                <a:tableStyleId>{5C22544A-7EE6-4342-B048-85BDC9FD1C3A}</a:tableStyleId>
              </a:tblPr>
              <a:tblGrid>
                <a:gridCol w="1354667">
                  <a:extLst>
                    <a:ext uri="{9D8B030D-6E8A-4147-A177-3AD203B41FA5}">
                      <a16:colId xmlns:a16="http://schemas.microsoft.com/office/drawing/2014/main" val="3462425915"/>
                    </a:ext>
                  </a:extLst>
                </a:gridCol>
                <a:gridCol w="1354667">
                  <a:extLst>
                    <a:ext uri="{9D8B030D-6E8A-4147-A177-3AD203B41FA5}">
                      <a16:colId xmlns:a16="http://schemas.microsoft.com/office/drawing/2014/main" val="198709434"/>
                    </a:ext>
                  </a:extLst>
                </a:gridCol>
                <a:gridCol w="1354667">
                  <a:extLst>
                    <a:ext uri="{9D8B030D-6E8A-4147-A177-3AD203B41FA5}">
                      <a16:colId xmlns:a16="http://schemas.microsoft.com/office/drawing/2014/main" val="2193197462"/>
                    </a:ext>
                  </a:extLst>
                </a:gridCol>
                <a:gridCol w="1354667">
                  <a:extLst>
                    <a:ext uri="{9D8B030D-6E8A-4147-A177-3AD203B41FA5}">
                      <a16:colId xmlns:a16="http://schemas.microsoft.com/office/drawing/2014/main" val="1409473403"/>
                    </a:ext>
                  </a:extLst>
                </a:gridCol>
                <a:gridCol w="1354667">
                  <a:extLst>
                    <a:ext uri="{9D8B030D-6E8A-4147-A177-3AD203B41FA5}">
                      <a16:colId xmlns:a16="http://schemas.microsoft.com/office/drawing/2014/main" val="1655675762"/>
                    </a:ext>
                  </a:extLst>
                </a:gridCol>
                <a:gridCol w="1354667">
                  <a:extLst>
                    <a:ext uri="{9D8B030D-6E8A-4147-A177-3AD203B41FA5}">
                      <a16:colId xmlns:a16="http://schemas.microsoft.com/office/drawing/2014/main" val="3915667006"/>
                    </a:ext>
                  </a:extLst>
                </a:gridCol>
              </a:tblGrid>
              <a:tr h="0">
                <a:tc>
                  <a:txBody>
                    <a:bodyPr/>
                    <a:lstStyle/>
                    <a:p>
                      <a:pPr>
                        <a:buNone/>
                      </a:pPr>
                      <a:r>
                        <a:rPr lang="en-US" sz="1400" b="1">
                          <a:solidFill>
                            <a:srgbClr val="FAF9F6"/>
                          </a:solidFill>
                          <a:effectLst/>
                          <a:latin typeface="Arial" panose="020B0604020202020204" pitchFamily="34" charset="0"/>
                        </a:rPr>
                        <a:t>Approach</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Accepted quality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Total staff time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p50/p95 latency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Cost per accepted task</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Critical errors</a:t>
                      </a:r>
                    </a:p>
                  </a:txBody>
                  <a:tcPr anchor="ctr">
                    <a:lnL>
                      <a:noFill/>
                    </a:lnL>
                    <a:lnR>
                      <a:noFill/>
                    </a:lnR>
                    <a:lnT>
                      <a:noFill/>
                    </a:lnT>
                    <a:lnB>
                      <a:noFill/>
                    </a:lnB>
                    <a:solidFill>
                      <a:srgbClr val="173F35"/>
                    </a:solidFill>
                  </a:tcPr>
                </a:tc>
                <a:extLst>
                  <a:ext uri="{0D108BD9-81ED-4DB2-BD59-A6C34878D82A}">
                    <a16:rowId xmlns:a16="http://schemas.microsoft.com/office/drawing/2014/main" val="2589027005"/>
                  </a:ext>
                </a:extLst>
              </a:tr>
              <a:tr h="0">
                <a:tc>
                  <a:txBody>
                    <a:bodyPr/>
                    <a:lstStyle/>
                    <a:p>
                      <a:pPr>
                        <a:buNone/>
                      </a:pPr>
                      <a:r>
                        <a:rPr lang="en-US" sz="1400">
                          <a:effectLst/>
                          <a:latin typeface="Arial" panose="020B0604020202020204" pitchFamily="34" charset="0"/>
                        </a:rPr>
                        <a:t>Rules/manual</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extLst>
                  <a:ext uri="{0D108BD9-81ED-4DB2-BD59-A6C34878D82A}">
                    <a16:rowId xmlns:a16="http://schemas.microsoft.com/office/drawing/2014/main" val="2401285047"/>
                  </a:ext>
                </a:extLst>
              </a:tr>
              <a:tr h="0">
                <a:tc>
                  <a:txBody>
                    <a:bodyPr/>
                    <a:lstStyle/>
                    <a:p>
                      <a:pPr>
                        <a:buNone/>
                      </a:pPr>
                      <a:r>
                        <a:rPr lang="en-US" sz="1400">
                          <a:effectLst/>
                          <a:latin typeface="Arial" panose="020B0604020202020204" pitchFamily="34" charset="0"/>
                        </a:rPr>
                        <a:t>Parser/templates</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extLst>
                  <a:ext uri="{0D108BD9-81ED-4DB2-BD59-A6C34878D82A}">
                    <a16:rowId xmlns:a16="http://schemas.microsoft.com/office/drawing/2014/main" val="1253441629"/>
                  </a:ext>
                </a:extLst>
              </a:tr>
              <a:tr h="0">
                <a:tc>
                  <a:txBody>
                    <a:bodyPr/>
                    <a:lstStyle/>
                    <a:p>
                      <a:pPr>
                        <a:buNone/>
                      </a:pPr>
                      <a:r>
                        <a:rPr lang="en-US" sz="1400">
                          <a:effectLst/>
                          <a:latin typeface="Arial" panose="020B0604020202020204" pitchFamily="34" charset="0"/>
                        </a:rPr>
                        <a:t>Decision 1</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noFill/>
                  </a:tcPr>
                </a:tc>
                <a:extLst>
                  <a:ext uri="{0D108BD9-81ED-4DB2-BD59-A6C34878D82A}">
                    <a16:rowId xmlns:a16="http://schemas.microsoft.com/office/drawing/2014/main" val="3674973187"/>
                  </a:ext>
                </a:extLst>
              </a:tr>
              <a:tr h="0">
                <a:tc>
                  <a:txBody>
                    <a:bodyPr/>
                    <a:lstStyle/>
                    <a:p>
                      <a:pPr>
                        <a:buNone/>
                      </a:pPr>
                      <a:r>
                        <a:rPr lang="en-US" sz="1400">
                          <a:effectLst/>
                          <a:latin typeface="Arial" panose="020B0604020202020204" pitchFamily="34" charset="0"/>
                        </a:rPr>
                        <a:t>Generation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Pilot metric</a:t>
                      </a:r>
                    </a:p>
                  </a:txBody>
                  <a:tcPr anchor="ctr">
                    <a:lnL>
                      <a:noFill/>
                    </a:lnL>
                    <a:lnR>
                      <a:noFill/>
                    </a:lnR>
                    <a:lnT>
                      <a:noFill/>
                    </a:lnT>
                    <a:lnB>
                      <a:noFill/>
                    </a:lnB>
                    <a:solidFill>
                      <a:srgbClr val="E8ECEB"/>
                    </a:solidFill>
                  </a:tcPr>
                </a:tc>
                <a:extLst>
                  <a:ext uri="{0D108BD9-81ED-4DB2-BD59-A6C34878D82A}">
                    <a16:rowId xmlns:a16="http://schemas.microsoft.com/office/drawing/2014/main" val="4001203406"/>
                  </a:ext>
                </a:extLst>
              </a:tr>
            </a:tbl>
          </a:graphicData>
        </a:graphic>
      </p:graphicFrame>
      <p:sp>
        <p:nvSpPr>
          <p:cNvPr id="2" name="Appendix topic destination">
            <a:hlinkClick r:id="rId3" action="ppaction://hlinksldjump"/>
            <a:extLst>
              <a:ext uri="{FF2B5EF4-FFF2-40B4-BE49-F238E27FC236}">
                <a16:creationId xmlns:a16="http://schemas.microsoft.com/office/drawing/2014/main" id="{664DB70F-042E-D3DF-D433-A706E8599BE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Tree>
    <p:extLst>
      <p:ext uri="{BB962C8B-B14F-4D97-AF65-F5344CB8AC3E}">
        <p14:creationId xmlns:p14="http://schemas.microsoft.com/office/powerpoint/2010/main" val="18801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88" name="Eyebrow">
            <a:extLst>
              <a:ext uri="{FF2B5EF4-FFF2-40B4-BE49-F238E27FC236}">
                <a16:creationId xmlns:a16="http://schemas.microsoft.com/office/drawing/2014/main" id="{8864ABE3-15AF-C6A3-4FB8-C6559B23D02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B05 · CFO</a:t>
            </a:r>
          </a:p>
          <a:p>
            <a:pPr algn="l">
              <a:buNone/>
            </a:pPr>
            <a:r>
              <a:rPr lang="en-US" sz="100">
                <a:effectLst/>
              </a:rPr>
              <a:t> </a:t>
            </a:r>
            <a:endParaRPr lang="en-US"/>
          </a:p>
        </p:txBody>
      </p:sp>
      <p:sp>
        <p:nvSpPr>
          <p:cNvPr id="2910" name="Slide title">
            <a:extLst>
              <a:ext uri="{FF2B5EF4-FFF2-40B4-BE49-F238E27FC236}">
                <a16:creationId xmlns:a16="http://schemas.microsoft.com/office/drawing/2014/main" id="{EC8C67C3-DDEC-80A4-63D2-C06E555CFDB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does the technology cost today?</a:t>
            </a:r>
          </a:p>
          <a:p>
            <a:pPr algn="l">
              <a:buNone/>
            </a:pPr>
            <a:r>
              <a:rPr lang="en-US" sz="100">
                <a:effectLst/>
              </a:rPr>
              <a:t> </a:t>
            </a:r>
            <a:endParaRPr lang="en-US"/>
          </a:p>
        </p:txBody>
      </p:sp>
      <p:sp>
        <p:nvSpPr>
          <p:cNvPr id="2933" name="Footer sources">
            <a:extLst>
              <a:ext uri="{FF2B5EF4-FFF2-40B4-BE49-F238E27FC236}">
                <a16:creationId xmlns:a16="http://schemas.microsoft.com/office/drawing/2014/main" id="{39F1A90A-5D1F-D3E4-468E-F8D43BA25B8D}"/>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E11 / E05 / E21. Historical price assumption: 23 Oct 2026; no verified current quote.</a:t>
            </a:r>
          </a:p>
        </p:txBody>
      </p:sp>
      <p:sp>
        <p:nvSpPr>
          <p:cNvPr id="2957" name="Footer navigation">
            <a:extLst>
              <a:ext uri="{FF2B5EF4-FFF2-40B4-BE49-F238E27FC236}">
                <a16:creationId xmlns:a16="http://schemas.microsoft.com/office/drawing/2014/main" id="{681E4DD6-28C5-1F91-754C-B4F4B26595B6}"/>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B05 · Index: slide 27</a:t>
            </a:r>
            <a:endParaRPr lang="en-US"/>
          </a:p>
        </p:txBody>
      </p:sp>
      <p:sp>
        <p:nvSpPr>
          <p:cNvPr id="2982" name="Return to interrupted calling slide">
            <a:hlinkClick r:id="" action="ppaction://hlinkshowjump?jump=lastslideviewed"/>
            <a:extLst>
              <a:ext uri="{FF2B5EF4-FFF2-40B4-BE49-F238E27FC236}">
                <a16:creationId xmlns:a16="http://schemas.microsoft.com/office/drawing/2014/main" id="{EA6164CF-B22D-C5C5-C29C-A599213D85C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41" name="Statement 1">
            <a:extLst>
              <a:ext uri="{FF2B5EF4-FFF2-40B4-BE49-F238E27FC236}">
                <a16:creationId xmlns:a16="http://schemas.microsoft.com/office/drawing/2014/main" id="{72627532-1161-36DC-D7E4-EA4EC120F428}"/>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USD 700 owner-set October all-in forecast ceiling</a:t>
            </a:r>
          </a:p>
          <a:p>
            <a:pPr algn="l">
              <a:buNone/>
            </a:pPr>
            <a:r>
              <a:rPr lang="en-US" sz="100">
                <a:effectLst/>
              </a:rPr>
              <a:t> </a:t>
            </a:r>
            <a:endParaRPr lang="en-US"/>
          </a:p>
        </p:txBody>
      </p:sp>
      <p:sp>
        <p:nvSpPr>
          <p:cNvPr id="22543" name="Statement 2">
            <a:extLst>
              <a:ext uri="{FF2B5EF4-FFF2-40B4-BE49-F238E27FC236}">
                <a16:creationId xmlns:a16="http://schemas.microsoft.com/office/drawing/2014/main" id="{16831651-A46C-C4E1-2531-20DC5500CE5A}"/>
              </a:ext>
            </a:extLst>
          </p:cNvPr>
          <p:cNvSpPr/>
          <p:nvPr/>
        </p:nvSpPr>
        <p:spPr>
          <a:xfrm>
            <a:off x="432308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Execution gates remain; authority expires 25 October 16:02 UTC</a:t>
            </a:r>
          </a:p>
          <a:p>
            <a:pPr algn="l">
              <a:buNone/>
            </a:pPr>
            <a:r>
              <a:rPr lang="en-US" sz="100">
                <a:effectLst/>
              </a:rPr>
              <a:t> </a:t>
            </a:r>
            <a:endParaRPr lang="en-US"/>
          </a:p>
        </p:txBody>
      </p:sp>
      <p:sp>
        <p:nvSpPr>
          <p:cNvPr id="22546" name="Statement 3">
            <a:extLst>
              <a:ext uri="{FF2B5EF4-FFF2-40B4-BE49-F238E27FC236}">
                <a16:creationId xmlns:a16="http://schemas.microsoft.com/office/drawing/2014/main" id="{DF755256-A8D0-F73B-4478-5D98A71300C6}"/>
              </a:ext>
            </a:extLst>
          </p:cNvPr>
          <p:cNvSpPr/>
          <p:nvPr/>
        </p:nvSpPr>
        <p:spPr>
          <a:xfrm>
            <a:off x="809752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Refresh post-change forecast; outside-group cost remains unknown</a:t>
            </a:r>
            <a:endParaRPr lang="en-US"/>
          </a:p>
        </p:txBody>
      </p:sp>
      <p:graphicFrame>
        <p:nvGraphicFramePr>
          <p:cNvPr id="8" name="Table 7">
            <a:extLst>
              <a:ext uri="{FF2B5EF4-FFF2-40B4-BE49-F238E27FC236}">
                <a16:creationId xmlns:a16="http://schemas.microsoft.com/office/drawing/2014/main" id="{7F56379E-718D-4E16-8B19-52588F825E24}"/>
              </a:ext>
            </a:extLst>
          </p:cNvPr>
          <p:cNvGraphicFramePr>
            <a:graphicFrameLocks noGrp="1"/>
          </p:cNvGraphicFramePr>
          <p:nvPr/>
        </p:nvGraphicFramePr>
        <p:xfrm>
          <a:off x="548640" y="2651760"/>
          <a:ext cx="8128000" cy="2895600"/>
        </p:xfrm>
        <a:graphic>
          <a:graphicData uri="http://schemas.openxmlformats.org/drawingml/2006/table">
            <a:tbl>
              <a:tblPr bandRow="1">
                <a:tableStyleId>{5C22544A-7EE6-4342-B048-85BDC9FD1C3A}</a:tableStyleId>
              </a:tblPr>
              <a:tblGrid>
                <a:gridCol w="2032000">
                  <a:extLst>
                    <a:ext uri="{9D8B030D-6E8A-4147-A177-3AD203B41FA5}">
                      <a16:colId xmlns:a16="http://schemas.microsoft.com/office/drawing/2014/main" val="4010536497"/>
                    </a:ext>
                  </a:extLst>
                </a:gridCol>
                <a:gridCol w="2032000">
                  <a:extLst>
                    <a:ext uri="{9D8B030D-6E8A-4147-A177-3AD203B41FA5}">
                      <a16:colId xmlns:a16="http://schemas.microsoft.com/office/drawing/2014/main" val="1185770497"/>
                    </a:ext>
                  </a:extLst>
                </a:gridCol>
                <a:gridCol w="2032000">
                  <a:extLst>
                    <a:ext uri="{9D8B030D-6E8A-4147-A177-3AD203B41FA5}">
                      <a16:colId xmlns:a16="http://schemas.microsoft.com/office/drawing/2014/main" val="837969618"/>
                    </a:ext>
                  </a:extLst>
                </a:gridCol>
                <a:gridCol w="2032000">
                  <a:extLst>
                    <a:ext uri="{9D8B030D-6E8A-4147-A177-3AD203B41FA5}">
                      <a16:colId xmlns:a16="http://schemas.microsoft.com/office/drawing/2014/main" val="1947647851"/>
                    </a:ext>
                  </a:extLst>
                </a:gridCol>
              </a:tblGrid>
              <a:tr h="0">
                <a:tc>
                  <a:txBody>
                    <a:bodyPr/>
                    <a:lstStyle/>
                    <a:p>
                      <a:pPr>
                        <a:buNone/>
                      </a:pPr>
                      <a:r>
                        <a:rPr lang="en-US" sz="1400" b="1">
                          <a:solidFill>
                            <a:srgbClr val="FAF9F6"/>
                          </a:solidFill>
                          <a:effectLst/>
                          <a:latin typeface="Arial" panose="020B0604020202020204" pitchFamily="34" charset="0"/>
                        </a:rPr>
                        <a:t>Amount</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Scope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Class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Status</a:t>
                      </a:r>
                    </a:p>
                  </a:txBody>
                  <a:tcPr anchor="ctr">
                    <a:lnL>
                      <a:noFill/>
                    </a:lnL>
                    <a:lnR>
                      <a:noFill/>
                    </a:lnR>
                    <a:lnT>
                      <a:noFill/>
                    </a:lnT>
                    <a:lnB>
                      <a:noFill/>
                    </a:lnB>
                    <a:solidFill>
                      <a:srgbClr val="173F35"/>
                    </a:solidFill>
                  </a:tcPr>
                </a:tc>
                <a:extLst>
                  <a:ext uri="{0D108BD9-81ED-4DB2-BD59-A6C34878D82A}">
                    <a16:rowId xmlns:a16="http://schemas.microsoft.com/office/drawing/2014/main" val="3252420076"/>
                  </a:ext>
                </a:extLst>
              </a:tr>
              <a:tr h="0">
                <a:tc>
                  <a:txBody>
                    <a:bodyPr/>
                    <a:lstStyle/>
                    <a:p>
                      <a:pPr>
                        <a:buNone/>
                      </a:pPr>
                      <a:r>
                        <a:rPr lang="en-US" sz="1400">
                          <a:effectLst/>
                          <a:latin typeface="Arial" panose="020B0604020202020204" pitchFamily="34" charset="0"/>
                        </a:rPr>
                        <a:t>USD 700</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October all-in forecast ceiling, owner decision 22 Oct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Owner-set ceiling</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Paid tranches blocked; expires 25 Oct 16:02 UTC</a:t>
                      </a:r>
                    </a:p>
                  </a:txBody>
                  <a:tcPr anchor="ctr">
                    <a:lnL>
                      <a:noFill/>
                    </a:lnL>
                    <a:lnR>
                      <a:noFill/>
                    </a:lnR>
                    <a:lnT>
                      <a:noFill/>
                    </a:lnT>
                    <a:lnB>
                      <a:noFill/>
                    </a:lnB>
                    <a:noFill/>
                  </a:tcPr>
                </a:tc>
                <a:extLst>
                  <a:ext uri="{0D108BD9-81ED-4DB2-BD59-A6C34878D82A}">
                    <a16:rowId xmlns:a16="http://schemas.microsoft.com/office/drawing/2014/main" val="587441580"/>
                  </a:ext>
                </a:extLst>
              </a:tr>
              <a:tr h="0">
                <a:tc>
                  <a:txBody>
                    <a:bodyPr/>
                    <a:lstStyle/>
                    <a:p>
                      <a:pPr>
                        <a:buNone/>
                      </a:pPr>
                      <a:r>
                        <a:rPr lang="en-US" sz="1400">
                          <a:effectLst/>
                          <a:latin typeface="Arial" panose="020B0604020202020204" pitchFamily="34" charset="0"/>
                        </a:rPr>
                        <a:t>USD 242.36</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Accrued 11-22 Oct, resource group ama</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Observed, partial</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Estimated until invoiced</a:t>
                      </a:r>
                    </a:p>
                  </a:txBody>
                  <a:tcPr anchor="ctr">
                    <a:lnL>
                      <a:noFill/>
                    </a:lnL>
                    <a:lnR>
                      <a:noFill/>
                    </a:lnR>
                    <a:lnT>
                      <a:noFill/>
                    </a:lnT>
                    <a:lnB>
                      <a:noFill/>
                    </a:lnB>
                    <a:solidFill>
                      <a:srgbClr val="E8ECEB"/>
                    </a:solidFill>
                  </a:tcPr>
                </a:tc>
                <a:extLst>
                  <a:ext uri="{0D108BD9-81ED-4DB2-BD59-A6C34878D82A}">
                    <a16:rowId xmlns:a16="http://schemas.microsoft.com/office/drawing/2014/main" val="376992255"/>
                  </a:ext>
                </a:extLst>
              </a:tr>
              <a:tr h="0">
                <a:tc>
                  <a:txBody>
                    <a:bodyPr/>
                    <a:lstStyle/>
                    <a:p>
                      <a:pPr>
                        <a:buNone/>
                      </a:pPr>
                      <a:r>
                        <a:rPr lang="en-US" sz="1400">
                          <a:effectLst/>
                          <a:latin typeface="Arial" panose="020B0604020202020204" pitchFamily="34" charset="0"/>
                        </a:rPr>
                        <a:t>USD 535.33</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Pre-change scenario</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Historical forecast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Superseded for authorisation; refresh</a:t>
                      </a:r>
                    </a:p>
                  </a:txBody>
                  <a:tcPr anchor="ctr">
                    <a:lnL>
                      <a:noFill/>
                    </a:lnL>
                    <a:lnR>
                      <a:noFill/>
                    </a:lnR>
                    <a:lnT>
                      <a:noFill/>
                    </a:lnT>
                    <a:lnB>
                      <a:noFill/>
                    </a:lnB>
                    <a:noFill/>
                  </a:tcPr>
                </a:tc>
                <a:extLst>
                  <a:ext uri="{0D108BD9-81ED-4DB2-BD59-A6C34878D82A}">
                    <a16:rowId xmlns:a16="http://schemas.microsoft.com/office/drawing/2014/main" val="1546389141"/>
                  </a:ext>
                </a:extLst>
              </a:tr>
              <a:tr h="0">
                <a:tc>
                  <a:txBody>
                    <a:bodyPr/>
                    <a:lstStyle/>
                    <a:p>
                      <a:pPr>
                        <a:buNone/>
                      </a:pPr>
                      <a:r>
                        <a:rPr lang="en-US" sz="1400">
                          <a:effectLst/>
                          <a:latin typeface="Arial" panose="020B0604020202020204" pitchFamily="34" charset="0"/>
                        </a:rPr>
                        <a:t>USD 450/month</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EXA-012, 10 Oct</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Historical allocation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Not current authority</a:t>
                      </a:r>
                    </a:p>
                  </a:txBody>
                  <a:tcPr anchor="ctr">
                    <a:lnL>
                      <a:noFill/>
                    </a:lnL>
                    <a:lnR>
                      <a:noFill/>
                    </a:lnR>
                    <a:lnT>
                      <a:noFill/>
                    </a:lnT>
                    <a:lnB>
                      <a:noFill/>
                    </a:lnB>
                    <a:solidFill>
                      <a:srgbClr val="E8ECEB"/>
                    </a:solidFill>
                  </a:tcPr>
                </a:tc>
                <a:extLst>
                  <a:ext uri="{0D108BD9-81ED-4DB2-BD59-A6C34878D82A}">
                    <a16:rowId xmlns:a16="http://schemas.microsoft.com/office/drawing/2014/main" val="2720050894"/>
                  </a:ext>
                </a:extLst>
              </a:tr>
              <a:tr h="0">
                <a:tc>
                  <a:txBody>
                    <a:bodyPr/>
                    <a:lstStyle/>
                    <a:p>
                      <a:pPr>
                        <a:buNone/>
                      </a:pPr>
                      <a:r>
                        <a:rPr lang="en-US" sz="1400">
                          <a:effectLst/>
                          <a:latin typeface="Arial" panose="020B0604020202020204" pitchFamily="34" charset="0"/>
                        </a:rPr>
                        <a:t>Outside-group spend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Outside resource group</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Unknown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Never zero by assumption</a:t>
                      </a:r>
                    </a:p>
                  </a:txBody>
                  <a:tcPr anchor="ctr">
                    <a:lnL>
                      <a:noFill/>
                    </a:lnL>
                    <a:lnR>
                      <a:noFill/>
                    </a:lnR>
                    <a:lnT>
                      <a:noFill/>
                    </a:lnT>
                    <a:lnB>
                      <a:noFill/>
                    </a:lnB>
                    <a:noFill/>
                  </a:tcPr>
                </a:tc>
                <a:extLst>
                  <a:ext uri="{0D108BD9-81ED-4DB2-BD59-A6C34878D82A}">
                    <a16:rowId xmlns:a16="http://schemas.microsoft.com/office/drawing/2014/main" val="3491558137"/>
                  </a:ext>
                </a:extLst>
              </a:tr>
            </a:tbl>
          </a:graphicData>
        </a:graphic>
      </p:graphicFrame>
      <p:sp>
        <p:nvSpPr>
          <p:cNvPr id="26175" name="Ledger caption">
            <a:extLst>
              <a:ext uri="{FF2B5EF4-FFF2-40B4-BE49-F238E27FC236}">
                <a16:creationId xmlns:a16="http://schemas.microsoft.com/office/drawing/2014/main" id="{3D883013-6BA3-C92E-73B5-4643229FFA63}"/>
              </a:ext>
            </a:extLst>
          </p:cNvPr>
          <p:cNvSpPr/>
          <p:nvPr/>
        </p:nvSpPr>
        <p:spPr>
          <a:xfrm>
            <a:off x="548640" y="5600700"/>
            <a:ext cx="812800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Count each cost once. Do not add the October USD 700 envelope and its included inference.</a:t>
            </a:r>
            <a:endParaRPr lang="en-US"/>
          </a:p>
        </p:txBody>
      </p:sp>
      <p:sp>
        <p:nvSpPr>
          <p:cNvPr id="59994" name="Dated ledger pill">
            <a:extLst>
              <a:ext uri="{FF2B5EF4-FFF2-40B4-BE49-F238E27FC236}">
                <a16:creationId xmlns:a16="http://schemas.microsoft.com/office/drawing/2014/main" id="{468078B3-67A6-DD1B-98A3-FBED7D6622AB}"/>
              </a:ext>
            </a:extLst>
          </p:cNvPr>
          <p:cNvSpPr/>
          <p:nvPr/>
        </p:nvSpPr>
        <p:spPr>
          <a:xfrm>
            <a:off x="8905240" y="2651760"/>
            <a:ext cx="2331720" cy="5486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spc="100">
                <a:solidFill>
                  <a:srgbClr val="173F35"/>
                </a:solidFill>
                <a:effectLst/>
                <a:latin typeface="Arial" panose="020B0604020202020204" pitchFamily="34" charset="0"/>
              </a:rPr>
              <a:t>DATED LEDGER</a:t>
            </a:r>
          </a:p>
          <a:p>
            <a:pPr algn="ctr">
              <a:buNone/>
            </a:pPr>
            <a:r>
              <a:rPr lang="en-US" sz="1100" b="1" spc="100">
                <a:solidFill>
                  <a:srgbClr val="173F35"/>
                </a:solidFill>
                <a:effectLst/>
                <a:latin typeface="Arial" panose="020B0604020202020204" pitchFamily="34" charset="0"/>
              </a:rPr>
              <a:t>NOT PRODUCTION TCO</a:t>
            </a:r>
            <a:endParaRPr lang="en-US"/>
          </a:p>
        </p:txBody>
      </p:sp>
      <p:sp>
        <p:nvSpPr>
          <p:cNvPr id="2" name="Appendix topic destination">
            <a:hlinkClick r:id="rId3" action="ppaction://hlinksldjump"/>
            <a:extLst>
              <a:ext uri="{FF2B5EF4-FFF2-40B4-BE49-F238E27FC236}">
                <a16:creationId xmlns:a16="http://schemas.microsoft.com/office/drawing/2014/main" id="{9B8EE3BF-2340-C558-3D13-B82D7FB7817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
        <p:nvSpPr>
          <p:cNvPr id="70001" name="Cost recovery formula">
            <a:extLst>
              <a:ext uri="{FF2B5EF4-FFF2-40B4-BE49-F238E27FC236}">
                <a16:creationId xmlns:a16="http://schemas.microsoft.com/office/drawing/2014/main" id="{72627532-1161-36DC-D7E4-EA4EC120F428}"/>
              </a:ext>
            </a:extLst>
          </p:cNvPr>
          <p:cNvSpPr/>
          <p:nvPr/>
        </p:nvSpPr>
        <p:spPr>
          <a:xfrm>
            <a:off x="8905240" y="3310000"/>
            <a:ext cx="2738120" cy="219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173F35"/>
                </a:solidFill>
                <a:effectLst/>
                <a:latin typeface="Arial" panose="020B0604020202020204" pitchFamily="34" charset="0"/>
              </a:rPr>
              <a:t>Future project appraisal</a:t>
            </a:r>
          </a:p>
          <a:p>
            <a:pPr algn="l">
              <a:buNone/>
            </a:pPr>
            <a:r>
              <a:rPr lang="en-US" sz="15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Per planned home:</a:t>
            </a:r>
            <a:endParaRPr lang="en-US"/>
          </a:p>
          <a:p>
            <a:pPr algn="l">
              <a:buNone/>
            </a:pPr>
            <a:r>
              <a:rPr lang="en-US" sz="14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 15,600</a:t>
            </a:r>
            <a:endParaRPr lang="en-US"/>
          </a:p>
          <a:p>
            <a:pPr algn="l">
              <a:buNone/>
            </a:pPr>
            <a:r>
              <a:rPr lang="en-US" sz="1300" b="1">
                <a:solidFill>
                  <a:srgbClr val="173F35"/>
                </a:solidFill>
                <a:effectLst/>
                <a:latin typeface="Arial" panose="020B0604020202020204" pitchFamily="34" charset="0"/>
              </a:rPr>
              <a:t>P = non-inference costs</a:t>
            </a:r>
            <a:endParaRPr lang="en-US"/>
          </a:p>
          <a:p>
            <a:pPr algn="l">
              <a:buNone/>
            </a:pPr>
            <a:r>
              <a:rPr lang="en-US" sz="1300" b="1">
                <a:solidFill>
                  <a:srgbClr val="173F35"/>
                </a:solidFill>
                <a:effectLst/>
                <a:latin typeface="Arial" panose="020B0604020202020204" pitchFamily="34" charset="0"/>
              </a:rPr>
              <a:t>for the same period.</a:t>
            </a:r>
            <a:endParaRPr lang="en-US"/>
          </a:p>
          <a:p>
            <a:pPr algn="l">
              <a:buNone/>
            </a:pPr>
            <a:r>
              <a:rPr lang="en-US" sz="1300" b="1">
                <a:solidFill>
                  <a:srgbClr val="173F35"/>
                </a:solidFill>
                <a:effectLst/>
                <a:latin typeface="Arial" panose="020B0604020202020204" pitchFamily="34" charset="0"/>
              </a:rPr>
              <a:t>P is not yet priced.</a:t>
            </a:r>
            <a:endParaRPr lang="en-US"/>
          </a:p>
        </p:txBody>
      </p:sp>
    </p:spTree>
    <p:extLst>
      <p:ext uri="{BB962C8B-B14F-4D97-AF65-F5344CB8AC3E}">
        <p14:creationId xmlns:p14="http://schemas.microsoft.com/office/powerpoint/2010/main" val="19941207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08" name="Eyebrow">
            <a:extLst>
              <a:ext uri="{FF2B5EF4-FFF2-40B4-BE49-F238E27FC236}">
                <a16:creationId xmlns:a16="http://schemas.microsoft.com/office/drawing/2014/main" id="{26BE1923-2555-F666-49C4-72ACF4FFE6C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B06 · CEO / RESIDENT-SERVICES LEADER</a:t>
            </a:r>
          </a:p>
          <a:p>
            <a:pPr algn="l">
              <a:buNone/>
            </a:pPr>
            <a:r>
              <a:rPr lang="en-US" sz="100">
                <a:effectLst/>
              </a:rPr>
              <a:t> </a:t>
            </a:r>
            <a:endParaRPr lang="en-US"/>
          </a:p>
        </p:txBody>
      </p:sp>
      <p:sp>
        <p:nvSpPr>
          <p:cNvPr id="3035" name="Slide title">
            <a:extLst>
              <a:ext uri="{FF2B5EF4-FFF2-40B4-BE49-F238E27FC236}">
                <a16:creationId xmlns:a16="http://schemas.microsoft.com/office/drawing/2014/main" id="{DB693A50-4B4D-E778-24D9-3AFF94B0ECBE}"/>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residents retain choice,</a:t>
            </a:r>
          </a:p>
          <a:p>
            <a:pPr algn="l">
              <a:buNone/>
            </a:pPr>
            <a:r>
              <a:rPr lang="en-US" sz="2800" b="1">
                <a:solidFill>
                  <a:srgbClr val="173F35"/>
                </a:solidFill>
                <a:effectLst/>
                <a:latin typeface="Arial" panose="020B0604020202020204" pitchFamily="34" charset="0"/>
              </a:rPr>
              <a:t>especially without digital access?</a:t>
            </a:r>
            <a:endParaRPr lang="en-US"/>
          </a:p>
        </p:txBody>
      </p:sp>
      <p:sp>
        <p:nvSpPr>
          <p:cNvPr id="3063" name="Footer sources">
            <a:extLst>
              <a:ext uri="{FF2B5EF4-FFF2-40B4-BE49-F238E27FC236}">
                <a16:creationId xmlns:a16="http://schemas.microsoft.com/office/drawing/2014/main" id="{FD997C3B-3A4C-796E-2E40-FFCC3EA63FC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E08 · E12</a:t>
            </a:r>
          </a:p>
          <a:p>
            <a:pPr algn="l">
              <a:buNone/>
            </a:pPr>
            <a:r>
              <a:rPr lang="en-US" sz="100">
                <a:effectLst/>
              </a:rPr>
              <a:t> </a:t>
            </a:r>
            <a:endParaRPr lang="en-US"/>
          </a:p>
        </p:txBody>
      </p:sp>
      <p:sp>
        <p:nvSpPr>
          <p:cNvPr id="3092" name="Footer navigation">
            <a:extLst>
              <a:ext uri="{FF2B5EF4-FFF2-40B4-BE49-F238E27FC236}">
                <a16:creationId xmlns:a16="http://schemas.microsoft.com/office/drawing/2014/main" id="{9B550FD5-E5C3-F23D-4B81-93BCD94D54D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B06 · Index: slide 27</a:t>
            </a:r>
            <a:endParaRPr lang="en-US"/>
          </a:p>
        </p:txBody>
      </p:sp>
      <p:sp>
        <p:nvSpPr>
          <p:cNvPr id="3122" name="Return to interrupted calling slide">
            <a:hlinkClick r:id="" action="ppaction://hlinkshowjump?jump=lastslideviewed"/>
            <a:extLst>
              <a:ext uri="{FF2B5EF4-FFF2-40B4-BE49-F238E27FC236}">
                <a16:creationId xmlns:a16="http://schemas.microsoft.com/office/drawing/2014/main" id="{123D2F73-977B-A837-442F-C0F37A1E03E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65" name="Route Assisted phone">
            <a:extLst>
              <a:ext uri="{FF2B5EF4-FFF2-40B4-BE49-F238E27FC236}">
                <a16:creationId xmlns:a16="http://schemas.microsoft.com/office/drawing/2014/main" id="{4A3FDDE7-1A68-9E1F-0090-5F6B7A638E42}"/>
              </a:ext>
            </a:extLst>
          </p:cNvPr>
          <p:cNvSpPr/>
          <p:nvPr/>
        </p:nvSpPr>
        <p:spPr>
          <a:xfrm>
            <a:off x="54864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67" name="Route Assisted phone label">
            <a:extLst>
              <a:ext uri="{FF2B5EF4-FFF2-40B4-BE49-F238E27FC236}">
                <a16:creationId xmlns:a16="http://schemas.microsoft.com/office/drawing/2014/main" id="{36F52C3D-47B1-D3F6-30FF-3D9EFC26727D}"/>
              </a:ext>
            </a:extLst>
          </p:cNvPr>
          <p:cNvSpPr/>
          <p:nvPr/>
        </p:nvSpPr>
        <p:spPr>
          <a:xfrm>
            <a:off x="57912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70" name="Route Assisted phone name">
            <a:extLst>
              <a:ext uri="{FF2B5EF4-FFF2-40B4-BE49-F238E27FC236}">
                <a16:creationId xmlns:a16="http://schemas.microsoft.com/office/drawing/2014/main" id="{2CBF20A9-9DEC-BA93-C8A1-4493B2E88143}"/>
              </a:ext>
            </a:extLst>
          </p:cNvPr>
          <p:cNvSpPr/>
          <p:nvPr/>
        </p:nvSpPr>
        <p:spPr>
          <a:xfrm>
            <a:off x="57912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Assisted phone</a:t>
            </a:r>
          </a:p>
          <a:p>
            <a:pPr algn="l">
              <a:buNone/>
            </a:pPr>
            <a:r>
              <a:rPr lang="en-US" sz="100">
                <a:effectLst/>
              </a:rPr>
              <a:t> </a:t>
            </a:r>
            <a:endParaRPr lang="en-US"/>
          </a:p>
        </p:txBody>
      </p:sp>
      <p:sp>
        <p:nvSpPr>
          <p:cNvPr id="22574" name="Route Letter">
            <a:extLst>
              <a:ext uri="{FF2B5EF4-FFF2-40B4-BE49-F238E27FC236}">
                <a16:creationId xmlns:a16="http://schemas.microsoft.com/office/drawing/2014/main" id="{19470EBF-3C56-C17F-2CA6-382A72E29413}"/>
              </a:ext>
            </a:extLst>
          </p:cNvPr>
          <p:cNvSpPr/>
          <p:nvPr/>
        </p:nvSpPr>
        <p:spPr>
          <a:xfrm>
            <a:off x="612648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79" name="Route Letter label">
            <a:extLst>
              <a:ext uri="{FF2B5EF4-FFF2-40B4-BE49-F238E27FC236}">
                <a16:creationId xmlns:a16="http://schemas.microsoft.com/office/drawing/2014/main" id="{BF21CFF6-EC25-8D92-3AE9-7BCA22E0A20C}"/>
              </a:ext>
            </a:extLst>
          </p:cNvPr>
          <p:cNvSpPr/>
          <p:nvPr/>
        </p:nvSpPr>
        <p:spPr>
          <a:xfrm>
            <a:off x="615696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85" name="Route Letter name">
            <a:extLst>
              <a:ext uri="{FF2B5EF4-FFF2-40B4-BE49-F238E27FC236}">
                <a16:creationId xmlns:a16="http://schemas.microsoft.com/office/drawing/2014/main" id="{F9DF2783-BA15-D289-6518-E2BB8DA48F03}"/>
              </a:ext>
            </a:extLst>
          </p:cNvPr>
          <p:cNvSpPr/>
          <p:nvPr/>
        </p:nvSpPr>
        <p:spPr>
          <a:xfrm>
            <a:off x="615696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Letter</a:t>
            </a:r>
          </a:p>
          <a:p>
            <a:pPr algn="l">
              <a:buNone/>
            </a:pPr>
            <a:r>
              <a:rPr lang="en-US" sz="100">
                <a:effectLst/>
              </a:rPr>
              <a:t> </a:t>
            </a:r>
            <a:endParaRPr lang="en-US"/>
          </a:p>
        </p:txBody>
      </p:sp>
      <p:sp>
        <p:nvSpPr>
          <p:cNvPr id="22592" name="Route Officer visit">
            <a:extLst>
              <a:ext uri="{FF2B5EF4-FFF2-40B4-BE49-F238E27FC236}">
                <a16:creationId xmlns:a16="http://schemas.microsoft.com/office/drawing/2014/main" id="{CFDE9CA5-F7E6-BB7E-6CBB-D917CAE39033}"/>
              </a:ext>
            </a:extLst>
          </p:cNvPr>
          <p:cNvSpPr/>
          <p:nvPr/>
        </p:nvSpPr>
        <p:spPr>
          <a:xfrm>
            <a:off x="54864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00" name="Route Officer visit label">
            <a:extLst>
              <a:ext uri="{FF2B5EF4-FFF2-40B4-BE49-F238E27FC236}">
                <a16:creationId xmlns:a16="http://schemas.microsoft.com/office/drawing/2014/main" id="{450B94D9-1671-AF71-674D-7F4E3D37F549}"/>
              </a:ext>
            </a:extLst>
          </p:cNvPr>
          <p:cNvSpPr/>
          <p:nvPr/>
        </p:nvSpPr>
        <p:spPr>
          <a:xfrm>
            <a:off x="57912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609" name="Route Officer visit name">
            <a:extLst>
              <a:ext uri="{FF2B5EF4-FFF2-40B4-BE49-F238E27FC236}">
                <a16:creationId xmlns:a16="http://schemas.microsoft.com/office/drawing/2014/main" id="{AF8A918A-F0D0-2E9D-CD45-42E2D703B620}"/>
              </a:ext>
            </a:extLst>
          </p:cNvPr>
          <p:cNvSpPr/>
          <p:nvPr/>
        </p:nvSpPr>
        <p:spPr>
          <a:xfrm>
            <a:off x="57912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Officer visit</a:t>
            </a:r>
          </a:p>
          <a:p>
            <a:pPr algn="l">
              <a:buNone/>
            </a:pPr>
            <a:r>
              <a:rPr lang="en-US" sz="100">
                <a:effectLst/>
              </a:rPr>
              <a:t> </a:t>
            </a:r>
            <a:endParaRPr lang="en-US"/>
          </a:p>
        </p:txBody>
      </p:sp>
      <p:sp>
        <p:nvSpPr>
          <p:cNvPr id="22619" name="Route Digital">
            <a:extLst>
              <a:ext uri="{FF2B5EF4-FFF2-40B4-BE49-F238E27FC236}">
                <a16:creationId xmlns:a16="http://schemas.microsoft.com/office/drawing/2014/main" id="{511B8EAD-12CD-7373-0344-B915437F1631}"/>
              </a:ext>
            </a:extLst>
          </p:cNvPr>
          <p:cNvSpPr/>
          <p:nvPr/>
        </p:nvSpPr>
        <p:spPr>
          <a:xfrm>
            <a:off x="612648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30" name="Route Digital label">
            <a:extLst>
              <a:ext uri="{FF2B5EF4-FFF2-40B4-BE49-F238E27FC236}">
                <a16:creationId xmlns:a16="http://schemas.microsoft.com/office/drawing/2014/main" id="{1AD0F606-F0A4-CA83-27C8-229C28F23817}"/>
              </a:ext>
            </a:extLst>
          </p:cNvPr>
          <p:cNvSpPr/>
          <p:nvPr/>
        </p:nvSpPr>
        <p:spPr>
          <a:xfrm>
            <a:off x="615696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UNDER ASSESSMENT</a:t>
            </a:r>
          </a:p>
          <a:p>
            <a:pPr algn="l">
              <a:buNone/>
            </a:pPr>
            <a:r>
              <a:rPr lang="en-US" sz="100">
                <a:effectLst/>
              </a:rPr>
              <a:t> </a:t>
            </a:r>
            <a:endParaRPr lang="en-US"/>
          </a:p>
        </p:txBody>
      </p:sp>
      <p:sp>
        <p:nvSpPr>
          <p:cNvPr id="22642" name="Route Digital name">
            <a:extLst>
              <a:ext uri="{FF2B5EF4-FFF2-40B4-BE49-F238E27FC236}">
                <a16:creationId xmlns:a16="http://schemas.microsoft.com/office/drawing/2014/main" id="{203B336D-FFD8-A3D2-2012-3F93965AC647}"/>
              </a:ext>
            </a:extLst>
          </p:cNvPr>
          <p:cNvSpPr/>
          <p:nvPr/>
        </p:nvSpPr>
        <p:spPr>
          <a:xfrm>
            <a:off x="615696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Optional portal</a:t>
            </a:r>
          </a:p>
          <a:p>
            <a:pPr algn="l">
              <a:buNone/>
            </a:pPr>
            <a:r>
              <a:rPr lang="en-US" sz="100">
                <a:effectLst/>
              </a:rPr>
              <a:t> </a:t>
            </a:r>
            <a:endParaRPr lang="en-US"/>
          </a:p>
        </p:txBody>
      </p:sp>
      <p:sp>
        <p:nvSpPr>
          <p:cNvPr id="22655" name="Resident hub">
            <a:extLst>
              <a:ext uri="{FF2B5EF4-FFF2-40B4-BE49-F238E27FC236}">
                <a16:creationId xmlns:a16="http://schemas.microsoft.com/office/drawing/2014/main" id="{70D42058-8349-A2CA-C996-5AA290AF0AE4}"/>
              </a:ext>
            </a:extLst>
          </p:cNvPr>
          <p:cNvSpPr/>
          <p:nvPr/>
        </p:nvSpPr>
        <p:spPr>
          <a:xfrm>
            <a:off x="3291840" y="2148840"/>
            <a:ext cx="2286000" cy="25146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69" name="Resident title">
            <a:extLst>
              <a:ext uri="{FF2B5EF4-FFF2-40B4-BE49-F238E27FC236}">
                <a16:creationId xmlns:a16="http://schemas.microsoft.com/office/drawing/2014/main" id="{3EAEFA81-3ADA-478C-ECD3-CCD707EC497B}"/>
              </a:ext>
            </a:extLst>
          </p:cNvPr>
          <p:cNvSpPr/>
          <p:nvPr/>
        </p:nvSpPr>
        <p:spPr>
          <a:xfrm>
            <a:off x="3322320" y="2499360"/>
            <a:ext cx="2225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173F35"/>
                </a:solidFill>
                <a:effectLst/>
                <a:latin typeface="Arial" panose="020B0604020202020204" pitchFamily="34" charset="0"/>
              </a:rPr>
              <a:t>Resident</a:t>
            </a:r>
          </a:p>
          <a:p>
            <a:pPr algn="l">
              <a:buNone/>
            </a:pPr>
            <a:r>
              <a:rPr lang="en-US" sz="100">
                <a:effectLst/>
              </a:rPr>
              <a:t> </a:t>
            </a:r>
            <a:endParaRPr lang="en-US"/>
          </a:p>
        </p:txBody>
      </p:sp>
      <p:sp>
        <p:nvSpPr>
          <p:cNvPr id="22684" name="Resident detail">
            <a:extLst>
              <a:ext uri="{FF2B5EF4-FFF2-40B4-BE49-F238E27FC236}">
                <a16:creationId xmlns:a16="http://schemas.microsoft.com/office/drawing/2014/main" id="{24F7A7FA-B99E-E8BB-C620-6240EC776F27}"/>
              </a:ext>
            </a:extLst>
          </p:cNvPr>
          <p:cNvSpPr/>
          <p:nvPr/>
        </p:nvSpPr>
        <p:spPr>
          <a:xfrm>
            <a:off x="3322320" y="3002280"/>
            <a:ext cx="222504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Preferred and safe communication, support needs and representative limits must be explicit</a:t>
            </a:r>
          </a:p>
          <a:p>
            <a:pPr algn="l">
              <a:buNone/>
            </a:pPr>
            <a:r>
              <a:rPr lang="en-US" sz="100">
                <a:effectLst/>
              </a:rPr>
              <a:t> </a:t>
            </a:r>
            <a:endParaRPr lang="en-US"/>
          </a:p>
        </p:txBody>
      </p:sp>
      <p:sp>
        <p:nvSpPr>
          <p:cNvPr id="22700" name="Route link">
            <a:extLst>
              <a:ext uri="{FF2B5EF4-FFF2-40B4-BE49-F238E27FC236}">
                <a16:creationId xmlns:a16="http://schemas.microsoft.com/office/drawing/2014/main" id="{F2B362E3-5208-562E-AEFD-EB3D5896CD08}"/>
              </a:ext>
            </a:extLst>
          </p:cNvPr>
          <p:cNvSpPr/>
          <p:nvPr/>
        </p:nvSpPr>
        <p:spPr>
          <a:xfrm>
            <a:off x="281940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17" name="Route link">
            <a:extLst>
              <a:ext uri="{FF2B5EF4-FFF2-40B4-BE49-F238E27FC236}">
                <a16:creationId xmlns:a16="http://schemas.microsoft.com/office/drawing/2014/main" id="{7304775E-D628-B7F6-96A6-66E3A5A3FF2E}"/>
              </a:ext>
            </a:extLst>
          </p:cNvPr>
          <p:cNvSpPr/>
          <p:nvPr/>
        </p:nvSpPr>
        <p:spPr>
          <a:xfrm>
            <a:off x="281940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35" name="Route link">
            <a:extLst>
              <a:ext uri="{FF2B5EF4-FFF2-40B4-BE49-F238E27FC236}">
                <a16:creationId xmlns:a16="http://schemas.microsoft.com/office/drawing/2014/main" id="{92FA0C26-AF36-AFC1-C093-B2FC03214F3E}"/>
              </a:ext>
            </a:extLst>
          </p:cNvPr>
          <p:cNvSpPr/>
          <p:nvPr/>
        </p:nvSpPr>
        <p:spPr>
          <a:xfrm>
            <a:off x="565404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54" name="Route link">
            <a:extLst>
              <a:ext uri="{FF2B5EF4-FFF2-40B4-BE49-F238E27FC236}">
                <a16:creationId xmlns:a16="http://schemas.microsoft.com/office/drawing/2014/main" id="{A324B625-AA0C-76CF-F112-96E6C012BD1C}"/>
              </a:ext>
            </a:extLst>
          </p:cNvPr>
          <p:cNvSpPr/>
          <p:nvPr/>
        </p:nvSpPr>
        <p:spPr>
          <a:xfrm>
            <a:off x="565404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74" name="Statement 1">
            <a:extLst>
              <a:ext uri="{FF2B5EF4-FFF2-40B4-BE49-F238E27FC236}">
                <a16:creationId xmlns:a16="http://schemas.microsoft.com/office/drawing/2014/main" id="{80ED2A68-2686-7C7A-206D-92B877F7E62D}"/>
              </a:ext>
            </a:extLst>
          </p:cNvPr>
          <p:cNvSpPr/>
          <p:nvPr/>
        </p:nvSpPr>
        <p:spPr>
          <a:xfrm>
            <a:off x="8549640" y="2011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22817" name="Statement 3">
            <a:extLst>
              <a:ext uri="{FF2B5EF4-FFF2-40B4-BE49-F238E27FC236}">
                <a16:creationId xmlns:a16="http://schemas.microsoft.com/office/drawing/2014/main" id="{1A48C602-7F26-ED7D-896E-F692A1106F01}"/>
              </a:ext>
            </a:extLst>
          </p:cNvPr>
          <p:cNvSpPr/>
          <p:nvPr/>
        </p:nvSpPr>
        <p:spPr>
          <a:xfrm>
            <a:off x="8549640" y="416052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Representative authority is task-limited</a:t>
            </a:r>
          </a:p>
          <a:p>
            <a:pPr algn="l">
              <a:buNone/>
            </a:pPr>
            <a:r>
              <a:rPr lang="en-US" sz="100">
                <a:effectLst/>
              </a:rPr>
              <a:t> </a:t>
            </a:r>
            <a:endParaRPr lang="en-US"/>
          </a:p>
        </p:txBody>
      </p:sp>
      <p:sp>
        <p:nvSpPr>
          <p:cNvPr id="22840" name="Design boundary pill">
            <a:extLst>
              <a:ext uri="{FF2B5EF4-FFF2-40B4-BE49-F238E27FC236}">
                <a16:creationId xmlns:a16="http://schemas.microsoft.com/office/drawing/2014/main" id="{67C17E09-497E-7DE0-4191-DD9AF2C96891}"/>
              </a:ext>
            </a:extLst>
          </p:cNvPr>
          <p:cNvSpPr/>
          <p:nvPr/>
        </p:nvSpPr>
        <p:spPr>
          <a:xfrm>
            <a:off x="548640" y="5120640"/>
            <a:ext cx="538581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 BOUNDARY · HUMAN VALIDATION NEXT</a:t>
            </a:r>
            <a:endParaRPr lang="en-US"/>
          </a:p>
        </p:txBody>
      </p:sp>
      <p:sp>
        <p:nvSpPr>
          <p:cNvPr id="22864" name="Boundary caption">
            <a:extLst>
              <a:ext uri="{FF2B5EF4-FFF2-40B4-BE49-F238E27FC236}">
                <a16:creationId xmlns:a16="http://schemas.microsoft.com/office/drawing/2014/main" id="{C675E540-D443-62BA-55D5-B2E953681B22}"/>
              </a:ext>
            </a:extLst>
          </p:cNvPr>
          <p:cNvSpPr/>
          <p:nvPr/>
        </p:nvSpPr>
        <p:spPr>
          <a:xfrm>
            <a:off x="6080760" y="5021580"/>
            <a:ext cx="55626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Direct resident research, approved communications and privacy decisions remain necessary</a:t>
            </a:r>
          </a:p>
          <a:p>
            <a:pPr algn="l">
              <a:buNone/>
            </a:pPr>
            <a:r>
              <a:rPr lang="en-US" sz="100">
                <a:effectLst/>
              </a:rPr>
              <a:t> </a:t>
            </a:r>
            <a:endParaRPr lang="en-US"/>
          </a:p>
        </p:txBody>
      </p:sp>
      <p:sp>
        <p:nvSpPr>
          <p:cNvPr id="26176" name="Statement 2">
            <a:extLst>
              <a:ext uri="{FF2B5EF4-FFF2-40B4-BE49-F238E27FC236}">
                <a16:creationId xmlns:a16="http://schemas.microsoft.com/office/drawing/2014/main" id="{96EE6C9C-DB01-A7B1-0DF7-057183156E46}"/>
              </a:ext>
            </a:extLst>
          </p:cNvPr>
          <p:cNvSpPr/>
          <p:nvPr/>
        </p:nvSpPr>
        <p:spPr>
          <a:xfrm>
            <a:off x="8549640" y="308610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Offer ≠ agreement; silence ≠ consent</a:t>
            </a:r>
          </a:p>
          <a:p>
            <a:pPr algn="l">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DA1F324F-517F-BE7A-BA18-4FE7E07DD1A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2759033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53" name="Eyebrow">
            <a:extLst>
              <a:ext uri="{FF2B5EF4-FFF2-40B4-BE49-F238E27FC236}">
                <a16:creationId xmlns:a16="http://schemas.microsoft.com/office/drawing/2014/main" id="{FCECEA3F-1245-E208-659E-30692D5A9E9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B07 · RISK / COMPLIANCE / COO</a:t>
            </a:r>
          </a:p>
          <a:p>
            <a:pPr algn="l">
              <a:buNone/>
            </a:pPr>
            <a:r>
              <a:rPr lang="en-US" sz="100">
                <a:effectLst/>
              </a:rPr>
              <a:t> </a:t>
            </a:r>
            <a:endParaRPr lang="en-US"/>
          </a:p>
        </p:txBody>
      </p:sp>
      <p:sp>
        <p:nvSpPr>
          <p:cNvPr id="3185" name="Slide title">
            <a:extLst>
              <a:ext uri="{FF2B5EF4-FFF2-40B4-BE49-F238E27FC236}">
                <a16:creationId xmlns:a16="http://schemas.microsoft.com/office/drawing/2014/main" id="{64DBF1EE-9CD4-7CE0-C79C-74841118685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a human from rubber-stamping AI?</a:t>
            </a:r>
          </a:p>
          <a:p>
            <a:pPr algn="l">
              <a:buNone/>
            </a:pPr>
            <a:r>
              <a:rPr lang="en-US" sz="100">
                <a:effectLst/>
              </a:rPr>
              <a:t> </a:t>
            </a:r>
            <a:endParaRPr lang="en-US"/>
          </a:p>
        </p:txBody>
      </p:sp>
      <p:sp>
        <p:nvSpPr>
          <p:cNvPr id="3218" name="Footer sources">
            <a:extLst>
              <a:ext uri="{FF2B5EF4-FFF2-40B4-BE49-F238E27FC236}">
                <a16:creationId xmlns:a16="http://schemas.microsoft.com/office/drawing/2014/main" id="{91185B86-28F9-E398-6878-199452705DF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E09 · E12</a:t>
            </a:r>
          </a:p>
          <a:p>
            <a:pPr algn="l">
              <a:buNone/>
            </a:pPr>
            <a:r>
              <a:rPr lang="en-US" sz="100">
                <a:effectLst/>
              </a:rPr>
              <a:t> </a:t>
            </a:r>
            <a:endParaRPr lang="en-US"/>
          </a:p>
        </p:txBody>
      </p:sp>
      <p:sp>
        <p:nvSpPr>
          <p:cNvPr id="3252" name="Footer navigation">
            <a:extLst>
              <a:ext uri="{FF2B5EF4-FFF2-40B4-BE49-F238E27FC236}">
                <a16:creationId xmlns:a16="http://schemas.microsoft.com/office/drawing/2014/main" id="{3A4A5A7B-1FF5-ECE5-FB6B-5D4D2FD6904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B07 · Index: slide 27</a:t>
            </a:r>
            <a:endParaRPr lang="en-US"/>
          </a:p>
        </p:txBody>
      </p:sp>
      <p:sp>
        <p:nvSpPr>
          <p:cNvPr id="3287" name="Return to interrupted calling slide">
            <a:hlinkClick r:id="" action="ppaction://hlinkshowjump?jump=lastslideviewed"/>
            <a:extLst>
              <a:ext uri="{FF2B5EF4-FFF2-40B4-BE49-F238E27FC236}">
                <a16:creationId xmlns:a16="http://schemas.microsoft.com/office/drawing/2014/main" id="{907E20DA-C02B-43C7-E513-36701A8A67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865" name="Statement 1">
            <a:extLst>
              <a:ext uri="{FF2B5EF4-FFF2-40B4-BE49-F238E27FC236}">
                <a16:creationId xmlns:a16="http://schemas.microsoft.com/office/drawing/2014/main" id="{383C4F8C-6E59-98EF-633F-AC7A0771B0A7}"/>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Source verification before proposal acceptance</a:t>
            </a:r>
          </a:p>
          <a:p>
            <a:pPr algn="l">
              <a:buNone/>
            </a:pPr>
            <a:r>
              <a:rPr lang="en-US" sz="100">
                <a:effectLst/>
              </a:rPr>
              <a:t> </a:t>
            </a:r>
            <a:endParaRPr lang="en-US"/>
          </a:p>
        </p:txBody>
      </p:sp>
      <p:sp>
        <p:nvSpPr>
          <p:cNvPr id="22867" name="Statement 2">
            <a:extLst>
              <a:ext uri="{FF2B5EF4-FFF2-40B4-BE49-F238E27FC236}">
                <a16:creationId xmlns:a16="http://schemas.microsoft.com/office/drawing/2014/main" id="{5BF529F9-AC04-320B-41F1-B5D3356AF1A7}"/>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permission, evidence and independent authority</a:t>
            </a:r>
          </a:p>
          <a:p>
            <a:pPr algn="l">
              <a:buNone/>
            </a:pPr>
            <a:r>
              <a:rPr lang="en-US" sz="100">
                <a:effectLst/>
              </a:rPr>
              <a:t> </a:t>
            </a:r>
            <a:endParaRPr lang="en-US"/>
          </a:p>
        </p:txBody>
      </p:sp>
      <p:sp>
        <p:nvSpPr>
          <p:cNvPr id="22870" name="Statement 3">
            <a:extLst>
              <a:ext uri="{FF2B5EF4-FFF2-40B4-BE49-F238E27FC236}">
                <a16:creationId xmlns:a16="http://schemas.microsoft.com/office/drawing/2014/main" id="{9E887D98-A70B-358A-F4C3-9DECE6930F6D}"/>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Meaningful oversight remains a human acceptance gate</a:t>
            </a:r>
          </a:p>
          <a:p>
            <a:pPr algn="l">
              <a:buNone/>
            </a:pPr>
            <a:r>
              <a:rPr lang="en-US" sz="100">
                <a:effectLst/>
              </a:rPr>
              <a:t> </a:t>
            </a:r>
            <a:endParaRPr lang="en-US"/>
          </a:p>
        </p:txBody>
      </p:sp>
      <p:sp>
        <p:nvSpPr>
          <p:cNvPr id="22874" name="Step 1. Capture">
            <a:extLst>
              <a:ext uri="{FF2B5EF4-FFF2-40B4-BE49-F238E27FC236}">
                <a16:creationId xmlns:a16="http://schemas.microsoft.com/office/drawing/2014/main" id="{D399725C-1C82-40DE-1AA1-A300BD7F0777}"/>
              </a:ext>
            </a:extLst>
          </p:cNvPr>
          <p:cNvSpPr/>
          <p:nvPr/>
        </p:nvSpPr>
        <p:spPr>
          <a:xfrm>
            <a:off x="548640" y="2514600"/>
            <a:ext cx="2286000"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879" name="1. Capture title">
            <a:extLst>
              <a:ext uri="{FF2B5EF4-FFF2-40B4-BE49-F238E27FC236}">
                <a16:creationId xmlns:a16="http://schemas.microsoft.com/office/drawing/2014/main" id="{F3AFC0D5-B241-1500-692A-EB4872E99381}"/>
              </a:ext>
            </a:extLst>
          </p:cNvPr>
          <p:cNvSpPr/>
          <p:nvPr/>
        </p:nvSpPr>
        <p:spPr>
          <a:xfrm>
            <a:off x="57912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22885" name="1. Capture body">
            <a:extLst>
              <a:ext uri="{FF2B5EF4-FFF2-40B4-BE49-F238E27FC236}">
                <a16:creationId xmlns:a16="http://schemas.microsoft.com/office/drawing/2014/main" id="{EED95557-A0AF-0EE9-7628-F902006FDD4A}"/>
              </a:ext>
            </a:extLst>
          </p:cNvPr>
          <p:cNvSpPr/>
          <p:nvPr/>
        </p:nvSpPr>
        <p:spPr>
          <a:xfrm>
            <a:off x="57912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22892" name="Step 2. Call">
            <a:extLst>
              <a:ext uri="{FF2B5EF4-FFF2-40B4-BE49-F238E27FC236}">
                <a16:creationId xmlns:a16="http://schemas.microsoft.com/office/drawing/2014/main" id="{C75B6F4D-EA9E-DD51-DC9A-DA4C1BF9229A}"/>
              </a:ext>
            </a:extLst>
          </p:cNvPr>
          <p:cNvSpPr/>
          <p:nvPr/>
        </p:nvSpPr>
        <p:spPr>
          <a:xfrm>
            <a:off x="3246120" y="2514600"/>
            <a:ext cx="2286000" cy="195072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00" name="2. Call title">
            <a:extLst>
              <a:ext uri="{FF2B5EF4-FFF2-40B4-BE49-F238E27FC236}">
                <a16:creationId xmlns:a16="http://schemas.microsoft.com/office/drawing/2014/main" id="{86905FC6-89EC-48AB-ED6E-806CE5426E89}"/>
              </a:ext>
            </a:extLst>
          </p:cNvPr>
          <p:cNvSpPr/>
          <p:nvPr/>
        </p:nvSpPr>
        <p:spPr>
          <a:xfrm>
            <a:off x="327660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22909" name="2. Call body">
            <a:extLst>
              <a:ext uri="{FF2B5EF4-FFF2-40B4-BE49-F238E27FC236}">
                <a16:creationId xmlns:a16="http://schemas.microsoft.com/office/drawing/2014/main" id="{C6FCC7DF-1734-2711-644C-46EBB05C71FA}"/>
              </a:ext>
            </a:extLst>
          </p:cNvPr>
          <p:cNvSpPr/>
          <p:nvPr/>
        </p:nvSpPr>
        <p:spPr>
          <a:xfrm>
            <a:off x="327660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22919" name="Step 3. Validate">
            <a:extLst>
              <a:ext uri="{FF2B5EF4-FFF2-40B4-BE49-F238E27FC236}">
                <a16:creationId xmlns:a16="http://schemas.microsoft.com/office/drawing/2014/main" id="{8C0A9C9E-73A8-C562-071D-E63825728555}"/>
              </a:ext>
            </a:extLst>
          </p:cNvPr>
          <p:cNvSpPr/>
          <p:nvPr/>
        </p:nvSpPr>
        <p:spPr>
          <a:xfrm>
            <a:off x="5943600" y="2514600"/>
            <a:ext cx="2286000"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30" name="3. Validate title">
            <a:extLst>
              <a:ext uri="{FF2B5EF4-FFF2-40B4-BE49-F238E27FC236}">
                <a16:creationId xmlns:a16="http://schemas.microsoft.com/office/drawing/2014/main" id="{F17FF034-136A-71AE-9E4A-FD4B3C37330C}"/>
              </a:ext>
            </a:extLst>
          </p:cNvPr>
          <p:cNvSpPr/>
          <p:nvPr/>
        </p:nvSpPr>
        <p:spPr>
          <a:xfrm>
            <a:off x="597408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22942" name="3. Validate body">
            <a:extLst>
              <a:ext uri="{FF2B5EF4-FFF2-40B4-BE49-F238E27FC236}">
                <a16:creationId xmlns:a16="http://schemas.microsoft.com/office/drawing/2014/main" id="{737F8006-F16E-6894-5854-63B6438A88F6}"/>
              </a:ext>
            </a:extLst>
          </p:cNvPr>
          <p:cNvSpPr/>
          <p:nvPr/>
        </p:nvSpPr>
        <p:spPr>
          <a:xfrm>
            <a:off x="597408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22955" name="Step 4. Review">
            <a:extLst>
              <a:ext uri="{FF2B5EF4-FFF2-40B4-BE49-F238E27FC236}">
                <a16:creationId xmlns:a16="http://schemas.microsoft.com/office/drawing/2014/main" id="{4D79157E-3DF7-7EFF-5688-3388E4E94AF0}"/>
              </a:ext>
            </a:extLst>
          </p:cNvPr>
          <p:cNvSpPr/>
          <p:nvPr/>
        </p:nvSpPr>
        <p:spPr>
          <a:xfrm>
            <a:off x="8641080" y="2514600"/>
            <a:ext cx="3002280"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69" name="4. Review title">
            <a:extLst>
              <a:ext uri="{FF2B5EF4-FFF2-40B4-BE49-F238E27FC236}">
                <a16:creationId xmlns:a16="http://schemas.microsoft.com/office/drawing/2014/main" id="{A1B0B1F6-2956-3106-156D-65531E5AEA63}"/>
              </a:ext>
            </a:extLst>
          </p:cNvPr>
          <p:cNvSpPr/>
          <p:nvPr/>
        </p:nvSpPr>
        <p:spPr>
          <a:xfrm>
            <a:off x="8671560" y="2636520"/>
            <a:ext cx="294132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22984" name="4. Review body">
            <a:extLst>
              <a:ext uri="{FF2B5EF4-FFF2-40B4-BE49-F238E27FC236}">
                <a16:creationId xmlns:a16="http://schemas.microsoft.com/office/drawing/2014/main" id="{3249FE0B-B918-1F18-C57C-40AA0D084350}"/>
              </a:ext>
            </a:extLst>
          </p:cNvPr>
          <p:cNvSpPr/>
          <p:nvPr/>
        </p:nvSpPr>
        <p:spPr>
          <a:xfrm>
            <a:off x="8671560" y="3108960"/>
            <a:ext cx="29413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endParaRPr lang="en-US"/>
          </a:p>
        </p:txBody>
      </p:sp>
      <p:sp>
        <p:nvSpPr>
          <p:cNvPr id="23000" name="Separate domain action">
            <a:extLst>
              <a:ext uri="{FF2B5EF4-FFF2-40B4-BE49-F238E27FC236}">
                <a16:creationId xmlns:a16="http://schemas.microsoft.com/office/drawing/2014/main" id="{A60B0E65-D9EA-31ED-B4BE-A1469D769DE7}"/>
              </a:ext>
            </a:extLst>
          </p:cNvPr>
          <p:cNvSpPr/>
          <p:nvPr/>
        </p:nvSpPr>
        <p:spPr>
          <a:xfrm>
            <a:off x="8763000" y="3779520"/>
            <a:ext cx="2758440" cy="411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Separate domain action</a:t>
            </a:r>
          </a:p>
          <a:p>
            <a:pPr algn="ctr">
              <a:buNone/>
            </a:pPr>
            <a:r>
              <a:rPr lang="en-US" sz="100">
                <a:effectLst/>
              </a:rPr>
              <a:t> </a:t>
            </a:r>
            <a:endParaRPr lang="en-US"/>
          </a:p>
        </p:txBody>
      </p:sp>
      <p:sp>
        <p:nvSpPr>
          <p:cNvPr id="23017" name="Step 1 to 2">
            <a:extLst>
              <a:ext uri="{FF2B5EF4-FFF2-40B4-BE49-F238E27FC236}">
                <a16:creationId xmlns:a16="http://schemas.microsoft.com/office/drawing/2014/main" id="{1B5228D0-642B-CDA7-C787-879003C75F3A}"/>
              </a:ext>
            </a:extLst>
          </p:cNvPr>
          <p:cNvSpPr/>
          <p:nvPr/>
        </p:nvSpPr>
        <p:spPr>
          <a:xfrm>
            <a:off x="288036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35" name="Step 2 to 3">
            <a:extLst>
              <a:ext uri="{FF2B5EF4-FFF2-40B4-BE49-F238E27FC236}">
                <a16:creationId xmlns:a16="http://schemas.microsoft.com/office/drawing/2014/main" id="{800F697B-5C43-CE53-534E-FC0AC0648559}"/>
              </a:ext>
            </a:extLst>
          </p:cNvPr>
          <p:cNvSpPr/>
          <p:nvPr/>
        </p:nvSpPr>
        <p:spPr>
          <a:xfrm>
            <a:off x="557784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54" name="Step 3 to 4">
            <a:extLst>
              <a:ext uri="{FF2B5EF4-FFF2-40B4-BE49-F238E27FC236}">
                <a16:creationId xmlns:a16="http://schemas.microsoft.com/office/drawing/2014/main" id="{85F969D4-F94A-0BD2-B132-B3A73ACE6F19}"/>
              </a:ext>
            </a:extLst>
          </p:cNvPr>
          <p:cNvSpPr/>
          <p:nvPr/>
        </p:nvSpPr>
        <p:spPr>
          <a:xfrm>
            <a:off x="827532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74" name="AI prepares pill">
            <a:extLst>
              <a:ext uri="{FF2B5EF4-FFF2-40B4-BE49-F238E27FC236}">
                <a16:creationId xmlns:a16="http://schemas.microsoft.com/office/drawing/2014/main" id="{7E9D579B-B19B-DD4D-E897-A3195363FF20}"/>
              </a:ext>
            </a:extLst>
          </p:cNvPr>
          <p:cNvSpPr/>
          <p:nvPr/>
        </p:nvSpPr>
        <p:spPr>
          <a:xfrm>
            <a:off x="3368040" y="235458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095" name="People decide pill">
            <a:extLst>
              <a:ext uri="{FF2B5EF4-FFF2-40B4-BE49-F238E27FC236}">
                <a16:creationId xmlns:a16="http://schemas.microsoft.com/office/drawing/2014/main" id="{28B370A9-31AD-4EBE-74A4-8E6F7C3B18DE}"/>
              </a:ext>
            </a:extLst>
          </p:cNvPr>
          <p:cNvSpPr/>
          <p:nvPr/>
        </p:nvSpPr>
        <p:spPr>
          <a:xfrm>
            <a:off x="8763000" y="235458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117" name="Failure bar">
            <a:extLst>
              <a:ext uri="{FF2B5EF4-FFF2-40B4-BE49-F238E27FC236}">
                <a16:creationId xmlns:a16="http://schemas.microsoft.com/office/drawing/2014/main" id="{E350CB69-7487-C846-E8AF-F9559090773A}"/>
              </a:ext>
            </a:extLst>
          </p:cNvPr>
          <p:cNvSpPr/>
          <p:nvPr/>
        </p:nvSpPr>
        <p:spPr>
          <a:xfrm>
            <a:off x="548640" y="4739640"/>
            <a:ext cx="11094720" cy="10210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140" name="Failure title">
            <a:extLst>
              <a:ext uri="{FF2B5EF4-FFF2-40B4-BE49-F238E27FC236}">
                <a16:creationId xmlns:a16="http://schemas.microsoft.com/office/drawing/2014/main" id="{815D384F-4ABD-F897-09FE-43B3C66FF94E}"/>
              </a:ext>
            </a:extLst>
          </p:cNvPr>
          <p:cNvSpPr/>
          <p:nvPr/>
        </p:nvSpPr>
        <p:spPr>
          <a:xfrm>
            <a:off x="579120" y="4807560"/>
            <a:ext cx="110337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23164" name="Failure body">
            <a:extLst>
              <a:ext uri="{FF2B5EF4-FFF2-40B4-BE49-F238E27FC236}">
                <a16:creationId xmlns:a16="http://schemas.microsoft.com/office/drawing/2014/main" id="{AFA452DB-2F9C-074F-31E9-90CCEAD5936D}"/>
              </a:ext>
            </a:extLst>
          </p:cNvPr>
          <p:cNvSpPr/>
          <p:nvPr/>
        </p:nvSpPr>
        <p:spPr>
          <a:xfrm>
            <a:off x="579120" y="5249520"/>
            <a:ext cx="110337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23189" name="Legend">
            <a:extLst>
              <a:ext uri="{FF2B5EF4-FFF2-40B4-BE49-F238E27FC236}">
                <a16:creationId xmlns:a16="http://schemas.microsoft.com/office/drawing/2014/main" id="{2D3A699B-4ABA-2DA4-22A2-FA3DB3B66922}"/>
              </a:ext>
            </a:extLst>
          </p:cNvPr>
          <p:cNvSpPr/>
          <p:nvPr/>
        </p:nvSpPr>
        <p:spPr>
          <a:xfrm>
            <a:off x="548640" y="5806440"/>
            <a:ext cx="6111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Citation presence is not semantic truth · Proposal review is not consent, QA or Finance</a:t>
            </a:r>
          </a:p>
          <a:p>
            <a:pPr algn="l">
              <a:buNone/>
            </a:pPr>
            <a:r>
              <a:rPr lang="en-US" sz="100">
                <a:effectLst/>
              </a:rPr>
              <a:t> </a:t>
            </a:r>
            <a:endParaRPr lang="en-US"/>
          </a:p>
        </p:txBody>
      </p:sp>
      <p:sp>
        <p:nvSpPr>
          <p:cNvPr id="23215" name="Diagram status pill">
            <a:extLst>
              <a:ext uri="{FF2B5EF4-FFF2-40B4-BE49-F238E27FC236}">
                <a16:creationId xmlns:a16="http://schemas.microsoft.com/office/drawing/2014/main" id="{CA6B7D29-F028-0362-E631-1E517278FC6F}"/>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3" action="ppaction://hlinksldjump"/>
            <a:extLst>
              <a:ext uri="{FF2B5EF4-FFF2-40B4-BE49-F238E27FC236}">
                <a16:creationId xmlns:a16="http://schemas.microsoft.com/office/drawing/2014/main" id="{4B03DA2B-4A75-8BD6-14E1-30D9CFD7F38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32094680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23" name="Eyebrow">
            <a:extLst>
              <a:ext uri="{FF2B5EF4-FFF2-40B4-BE49-F238E27FC236}">
                <a16:creationId xmlns:a16="http://schemas.microsoft.com/office/drawing/2014/main" id="{845667AA-22E4-5F73-DA06-AA2D579285D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B08 · CEO / CFO</a:t>
            </a:r>
          </a:p>
          <a:p>
            <a:pPr algn="l">
              <a:buNone/>
            </a:pPr>
            <a:r>
              <a:rPr lang="en-US" sz="100">
                <a:effectLst/>
              </a:rPr>
              <a:t> </a:t>
            </a:r>
            <a:endParaRPr lang="en-US"/>
          </a:p>
        </p:txBody>
      </p:sp>
      <p:sp>
        <p:nvSpPr>
          <p:cNvPr id="3360" name="Slide title">
            <a:extLst>
              <a:ext uri="{FF2B5EF4-FFF2-40B4-BE49-F238E27FC236}">
                <a16:creationId xmlns:a16="http://schemas.microsoft.com/office/drawing/2014/main" id="{DB27391A-12EE-AB75-F36D-18AF1448DE0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Will this double retrofit delivery and capture GBP 40 million?</a:t>
            </a:r>
          </a:p>
          <a:p>
            <a:pPr algn="l">
              <a:buNone/>
            </a:pPr>
            <a:r>
              <a:rPr lang="en-US" sz="100">
                <a:effectLst/>
              </a:rPr>
              <a:t> </a:t>
            </a:r>
            <a:endParaRPr lang="en-US"/>
          </a:p>
        </p:txBody>
      </p:sp>
      <p:sp>
        <p:nvSpPr>
          <p:cNvPr id="3398" name="Footer sources">
            <a:extLst>
              <a:ext uri="{FF2B5EF4-FFF2-40B4-BE49-F238E27FC236}">
                <a16:creationId xmlns:a16="http://schemas.microsoft.com/office/drawing/2014/main" id="{329B4C55-D8E8-4F3C-C387-585CEB7946F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E02 · E10</a:t>
            </a:r>
          </a:p>
          <a:p>
            <a:pPr algn="l">
              <a:buNone/>
            </a:pPr>
            <a:r>
              <a:rPr lang="en-US" sz="100">
                <a:effectLst/>
              </a:rPr>
              <a:t> </a:t>
            </a:r>
            <a:endParaRPr lang="en-US"/>
          </a:p>
        </p:txBody>
      </p:sp>
      <p:sp>
        <p:nvSpPr>
          <p:cNvPr id="3437" name="Footer navigation">
            <a:extLst>
              <a:ext uri="{FF2B5EF4-FFF2-40B4-BE49-F238E27FC236}">
                <a16:creationId xmlns:a16="http://schemas.microsoft.com/office/drawing/2014/main" id="{451069EF-6C78-7AA6-7E85-C09B2CF5A4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B08 · Index: slide 27</a:t>
            </a:r>
            <a:endParaRPr lang="en-US"/>
          </a:p>
        </p:txBody>
      </p:sp>
      <p:sp>
        <p:nvSpPr>
          <p:cNvPr id="3477" name="Return to interrupted calling slide">
            <a:hlinkClick r:id="" action="ppaction://hlinkshowjump?jump=lastslideviewed"/>
            <a:extLst>
              <a:ext uri="{FF2B5EF4-FFF2-40B4-BE49-F238E27FC236}">
                <a16:creationId xmlns:a16="http://schemas.microsoft.com/office/drawing/2014/main" id="{1739A02F-36DB-A324-F4EA-387E562B1B5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336" name="Chain card 1">
            <a:extLst>
              <a:ext uri="{FF2B5EF4-FFF2-40B4-BE49-F238E27FC236}">
                <a16:creationId xmlns:a16="http://schemas.microsoft.com/office/drawing/2014/main" id="{3ED5327F-772D-B788-2FFA-C2A9A8C642BB}"/>
              </a:ext>
            </a:extLst>
          </p:cNvPr>
          <p:cNvSpPr/>
          <p:nvPr/>
        </p:nvSpPr>
        <p:spPr>
          <a:xfrm>
            <a:off x="54864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38" name="Chain 1 label">
            <a:extLst>
              <a:ext uri="{FF2B5EF4-FFF2-40B4-BE49-F238E27FC236}">
                <a16:creationId xmlns:a16="http://schemas.microsoft.com/office/drawing/2014/main" id="{620F1B70-6E10-EFAA-9160-19E39185232A}"/>
              </a:ext>
            </a:extLst>
          </p:cNvPr>
          <p:cNvSpPr/>
          <p:nvPr/>
        </p:nvSpPr>
        <p:spPr>
          <a:xfrm>
            <a:off x="57912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1 · AMBITION</a:t>
            </a:r>
          </a:p>
          <a:p>
            <a:pPr algn="l">
              <a:buNone/>
            </a:pPr>
            <a:r>
              <a:rPr lang="en-US" sz="100">
                <a:effectLst/>
              </a:rPr>
              <a:t> </a:t>
            </a:r>
            <a:endParaRPr lang="en-US"/>
          </a:p>
        </p:txBody>
      </p:sp>
      <p:sp>
        <p:nvSpPr>
          <p:cNvPr id="23341" name="Chain 1 statement">
            <a:extLst>
              <a:ext uri="{FF2B5EF4-FFF2-40B4-BE49-F238E27FC236}">
                <a16:creationId xmlns:a16="http://schemas.microsoft.com/office/drawing/2014/main" id="{C6E70157-5A81-44E0-044B-71CC60FD4585}"/>
              </a:ext>
            </a:extLst>
          </p:cNvPr>
          <p:cNvSpPr/>
          <p:nvPr/>
        </p:nvSpPr>
        <p:spPr>
          <a:xfrm>
            <a:off x="57912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Original brief ambitions: the outcomes the pilot measures</a:t>
            </a:r>
            <a:endParaRPr lang="en-US"/>
          </a:p>
        </p:txBody>
      </p:sp>
      <p:sp>
        <p:nvSpPr>
          <p:cNvPr id="23350" name="Original brief ambition pill">
            <a:extLst>
              <a:ext uri="{FF2B5EF4-FFF2-40B4-BE49-F238E27FC236}">
                <a16:creationId xmlns:a16="http://schemas.microsoft.com/office/drawing/2014/main" id="{0F8D2577-5CA0-6680-5924-BE6D35FD96F4}"/>
              </a:ext>
            </a:extLst>
          </p:cNvPr>
          <p:cNvSpPr/>
          <p:nvPr/>
        </p:nvSpPr>
        <p:spPr>
          <a:xfrm>
            <a:off x="670560" y="5318760"/>
            <a:ext cx="1883664" cy="5486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ORIGINAL BRIEF</a:t>
            </a:r>
          </a:p>
          <a:p>
            <a:pPr algn="ctr">
              <a:buNone/>
            </a:pPr>
            <a:r>
              <a:rPr lang="en-US" sz="1200" b="1" spc="100">
                <a:solidFill>
                  <a:srgbClr val="7A4B00"/>
                </a:solidFill>
                <a:effectLst/>
                <a:latin typeface="Arial" panose="020B0604020202020204" pitchFamily="34" charset="0"/>
              </a:rPr>
              <a:t>AMBITION</a:t>
            </a:r>
            <a:endParaRPr lang="en-US"/>
          </a:p>
        </p:txBody>
      </p:sp>
      <p:sp>
        <p:nvSpPr>
          <p:cNvPr id="23356" name="Chain card 2">
            <a:extLst>
              <a:ext uri="{FF2B5EF4-FFF2-40B4-BE49-F238E27FC236}">
                <a16:creationId xmlns:a16="http://schemas.microsoft.com/office/drawing/2014/main" id="{68D7271C-77E9-C361-4574-F2A254C0AA39}"/>
              </a:ext>
            </a:extLst>
          </p:cNvPr>
          <p:cNvSpPr/>
          <p:nvPr/>
        </p:nvSpPr>
        <p:spPr>
          <a:xfrm>
            <a:off x="341376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63" name="Chain 2 label">
            <a:extLst>
              <a:ext uri="{FF2B5EF4-FFF2-40B4-BE49-F238E27FC236}">
                <a16:creationId xmlns:a16="http://schemas.microsoft.com/office/drawing/2014/main" id="{A27E9473-F0B5-BE96-AB80-C1168331AF8A}"/>
              </a:ext>
            </a:extLst>
          </p:cNvPr>
          <p:cNvSpPr/>
          <p:nvPr/>
        </p:nvSpPr>
        <p:spPr>
          <a:xfrm>
            <a:off x="344424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2 · DEPENDENCIES</a:t>
            </a:r>
          </a:p>
          <a:p>
            <a:pPr algn="l">
              <a:buNone/>
            </a:pPr>
            <a:r>
              <a:rPr lang="en-US" sz="100">
                <a:effectLst/>
              </a:rPr>
              <a:t> </a:t>
            </a:r>
            <a:endParaRPr lang="en-US"/>
          </a:p>
        </p:txBody>
      </p:sp>
      <p:sp>
        <p:nvSpPr>
          <p:cNvPr id="23371" name="Chain 2 statement">
            <a:extLst>
              <a:ext uri="{FF2B5EF4-FFF2-40B4-BE49-F238E27FC236}">
                <a16:creationId xmlns:a16="http://schemas.microsoft.com/office/drawing/2014/main" id="{62D33381-CD33-4944-56ED-CB43ADA605D6}"/>
              </a:ext>
            </a:extLst>
          </p:cNvPr>
          <p:cNvSpPr/>
          <p:nvPr/>
        </p:nvSpPr>
        <p:spPr>
          <a:xfrm>
            <a:off x="344424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Capacity, scope, eligibility and cash all constrain value</a:t>
            </a:r>
          </a:p>
          <a:p>
            <a:pPr algn="l">
              <a:buNone/>
            </a:pPr>
            <a:r>
              <a:rPr lang="en-US" sz="100">
                <a:effectLst/>
              </a:rPr>
              <a:t> </a:t>
            </a:r>
            <a:endParaRPr lang="en-US"/>
          </a:p>
        </p:txBody>
      </p:sp>
      <p:sp>
        <p:nvSpPr>
          <p:cNvPr id="23390" name="Chain card 3">
            <a:extLst>
              <a:ext uri="{FF2B5EF4-FFF2-40B4-BE49-F238E27FC236}">
                <a16:creationId xmlns:a16="http://schemas.microsoft.com/office/drawing/2014/main" id="{5F201278-3DBA-8CC2-A249-A66775544D68}"/>
              </a:ext>
            </a:extLst>
          </p:cNvPr>
          <p:cNvSpPr/>
          <p:nvPr/>
        </p:nvSpPr>
        <p:spPr>
          <a:xfrm>
            <a:off x="6278880" y="1508760"/>
            <a:ext cx="2499360" cy="44805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01" name="Chain 3 label">
            <a:extLst>
              <a:ext uri="{FF2B5EF4-FFF2-40B4-BE49-F238E27FC236}">
                <a16:creationId xmlns:a16="http://schemas.microsoft.com/office/drawing/2014/main" id="{6E227374-79ED-576C-884D-3B6BF562234D}"/>
              </a:ext>
            </a:extLst>
          </p:cNvPr>
          <p:cNvSpPr/>
          <p:nvPr/>
        </p:nvSpPr>
        <p:spPr>
          <a:xfrm>
            <a:off x="630936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3 · TEST</a:t>
            </a:r>
          </a:p>
          <a:p>
            <a:pPr algn="l">
              <a:buNone/>
            </a:pPr>
            <a:r>
              <a:rPr lang="en-US" sz="100">
                <a:effectLst/>
              </a:rPr>
              <a:t> </a:t>
            </a:r>
            <a:endParaRPr lang="en-US"/>
          </a:p>
        </p:txBody>
      </p:sp>
      <p:sp>
        <p:nvSpPr>
          <p:cNvPr id="23413" name="Chain 3 statement">
            <a:extLst>
              <a:ext uri="{FF2B5EF4-FFF2-40B4-BE49-F238E27FC236}">
                <a16:creationId xmlns:a16="http://schemas.microsoft.com/office/drawing/2014/main" id="{560D753C-460B-643A-3293-1528BD6AB39F}"/>
              </a:ext>
            </a:extLst>
          </p:cNvPr>
          <p:cNvSpPr/>
          <p:nvPr/>
        </p:nvSpPr>
        <p:spPr>
          <a:xfrm>
            <a:off x="630936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Frozen cohorts and attributable comparisons required</a:t>
            </a:r>
          </a:p>
          <a:p>
            <a:pPr algn="l">
              <a:buNone/>
            </a:pPr>
            <a:r>
              <a:rPr lang="en-US" sz="100">
                <a:effectLst/>
              </a:rPr>
              <a:t> </a:t>
            </a:r>
            <a:endParaRPr lang="en-US"/>
          </a:p>
        </p:txBody>
      </p:sp>
      <p:sp>
        <p:nvSpPr>
          <p:cNvPr id="23440" name="Chain 3 pill">
            <a:extLst>
              <a:ext uri="{FF2B5EF4-FFF2-40B4-BE49-F238E27FC236}">
                <a16:creationId xmlns:a16="http://schemas.microsoft.com/office/drawing/2014/main" id="{462B6C6C-8AA4-7179-4E22-C8BF8AA32932}"/>
              </a:ext>
            </a:extLst>
          </p:cNvPr>
          <p:cNvSpPr/>
          <p:nvPr/>
        </p:nvSpPr>
        <p:spPr>
          <a:xfrm>
            <a:off x="6400800" y="5547360"/>
            <a:ext cx="16276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READY TO RUN</a:t>
            </a:r>
            <a:endParaRPr lang="en-US"/>
          </a:p>
        </p:txBody>
      </p:sp>
      <p:sp>
        <p:nvSpPr>
          <p:cNvPr id="23455" name="Chain card 4">
            <a:extLst>
              <a:ext uri="{FF2B5EF4-FFF2-40B4-BE49-F238E27FC236}">
                <a16:creationId xmlns:a16="http://schemas.microsoft.com/office/drawing/2014/main" id="{AEF442F7-8914-10D8-7476-449D0865DBC5}"/>
              </a:ext>
            </a:extLst>
          </p:cNvPr>
          <p:cNvSpPr/>
          <p:nvPr/>
        </p:nvSpPr>
        <p:spPr>
          <a:xfrm>
            <a:off x="9144000" y="1508760"/>
            <a:ext cx="2499360" cy="44805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71" name="Chain 4 label">
            <a:extLst>
              <a:ext uri="{FF2B5EF4-FFF2-40B4-BE49-F238E27FC236}">
                <a16:creationId xmlns:a16="http://schemas.microsoft.com/office/drawing/2014/main" id="{C231ACCE-5B86-7617-D9FE-173018DEA795}"/>
              </a:ext>
            </a:extLst>
          </p:cNvPr>
          <p:cNvSpPr/>
          <p:nvPr/>
        </p:nvSpPr>
        <p:spPr>
          <a:xfrm>
            <a:off x="917448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4 · OBSERVED RESULT</a:t>
            </a:r>
          </a:p>
          <a:p>
            <a:pPr algn="l">
              <a:buNone/>
            </a:pPr>
            <a:r>
              <a:rPr lang="en-US" sz="100">
                <a:effectLst/>
              </a:rPr>
              <a:t> </a:t>
            </a:r>
            <a:endParaRPr lang="en-US"/>
          </a:p>
        </p:txBody>
      </p:sp>
      <p:sp>
        <p:nvSpPr>
          <p:cNvPr id="23488" name="Outstanding">
            <a:extLst>
              <a:ext uri="{FF2B5EF4-FFF2-40B4-BE49-F238E27FC236}">
                <a16:creationId xmlns:a16="http://schemas.microsoft.com/office/drawing/2014/main" id="{7C18D500-584D-6721-91D7-67BE8984BF93}"/>
              </a:ext>
            </a:extLst>
          </p:cNvPr>
          <p:cNvSpPr/>
          <p:nvPr/>
        </p:nvSpPr>
        <p:spPr>
          <a:xfrm>
            <a:off x="9174480" y="1996440"/>
            <a:ext cx="2438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7A4B00"/>
                </a:solidFill>
                <a:effectLst/>
                <a:latin typeface="Arial" panose="020B0604020202020204" pitchFamily="34" charset="0"/>
              </a:rPr>
              <a:t>NEXT MILESTONE</a:t>
            </a:r>
            <a:endParaRPr lang="en-US" sz="2000"/>
          </a:p>
        </p:txBody>
      </p:sp>
      <p:sp>
        <p:nvSpPr>
          <p:cNvPr id="23525" name="Chain arrow 1">
            <a:extLst>
              <a:ext uri="{FF2B5EF4-FFF2-40B4-BE49-F238E27FC236}">
                <a16:creationId xmlns:a16="http://schemas.microsoft.com/office/drawing/2014/main" id="{F6F5A903-D2D9-3E53-6CA4-1AA2B040A161}"/>
              </a:ext>
            </a:extLst>
          </p:cNvPr>
          <p:cNvSpPr/>
          <p:nvPr/>
        </p:nvSpPr>
        <p:spPr>
          <a:xfrm>
            <a:off x="309372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45" name="Chain arrow 2">
            <a:extLst>
              <a:ext uri="{FF2B5EF4-FFF2-40B4-BE49-F238E27FC236}">
                <a16:creationId xmlns:a16="http://schemas.microsoft.com/office/drawing/2014/main" id="{F6A22F19-A0FF-2DEB-D541-6B7FD19F273C}"/>
              </a:ext>
            </a:extLst>
          </p:cNvPr>
          <p:cNvSpPr/>
          <p:nvPr/>
        </p:nvSpPr>
        <p:spPr>
          <a:xfrm>
            <a:off x="595884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6" name="Chain arrow 3">
            <a:extLst>
              <a:ext uri="{FF2B5EF4-FFF2-40B4-BE49-F238E27FC236}">
                <a16:creationId xmlns:a16="http://schemas.microsoft.com/office/drawing/2014/main" id="{9ADF32F7-8B9C-C919-D8AE-BC6C53CD82BB}"/>
              </a:ext>
            </a:extLst>
          </p:cNvPr>
          <p:cNvSpPr/>
          <p:nvPr/>
        </p:nvSpPr>
        <p:spPr>
          <a:xfrm>
            <a:off x="882396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177" name="Chain 1 detail">
            <a:extLst>
              <a:ext uri="{FF2B5EF4-FFF2-40B4-BE49-F238E27FC236}">
                <a16:creationId xmlns:a16="http://schemas.microsoft.com/office/drawing/2014/main" id="{6F53A603-FA3F-AAE1-3C1C-014B517EA398}"/>
              </a:ext>
            </a:extLst>
          </p:cNvPr>
          <p:cNvSpPr/>
          <p:nvPr/>
        </p:nvSpPr>
        <p:spPr>
          <a:xfrm>
            <a:off x="579120" y="3444240"/>
            <a:ext cx="243840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Double retrofit delivery</a:t>
            </a:r>
          </a:p>
          <a:p>
            <a:pPr algn="l">
              <a:buNone/>
            </a:pPr>
            <a:r>
              <a:rPr lang="en-US" sz="100">
                <a:effectLst/>
              </a:rPr>
              <a:t> </a:t>
            </a:r>
            <a:endParaRPr lang="en-US"/>
          </a:p>
        </p:txBody>
      </p:sp>
      <p:sp>
        <p:nvSpPr>
          <p:cNvPr id="26179" name="Chain 1 detail">
            <a:extLst>
              <a:ext uri="{FF2B5EF4-FFF2-40B4-BE49-F238E27FC236}">
                <a16:creationId xmlns:a16="http://schemas.microsoft.com/office/drawing/2014/main" id="{4F3D6315-3170-1E30-2282-7253729DA6A3}"/>
              </a:ext>
            </a:extLst>
          </p:cNvPr>
          <p:cNvSpPr/>
          <p:nvPr/>
        </p:nvSpPr>
        <p:spPr>
          <a:xfrm>
            <a:off x="579120" y="3916680"/>
            <a:ext cx="243840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Capture GBP 40 million</a:t>
            </a:r>
          </a:p>
          <a:p>
            <a:pPr algn="l">
              <a:buNone/>
            </a:pPr>
            <a:r>
              <a:rPr lang="en-US" sz="100">
                <a:effectLst/>
              </a:rPr>
              <a:t> </a:t>
            </a:r>
            <a:endParaRPr lang="en-US"/>
          </a:p>
        </p:txBody>
      </p:sp>
      <p:sp>
        <p:nvSpPr>
          <p:cNvPr id="26182" name="Chain 2 detail">
            <a:extLst>
              <a:ext uri="{FF2B5EF4-FFF2-40B4-BE49-F238E27FC236}">
                <a16:creationId xmlns:a16="http://schemas.microsoft.com/office/drawing/2014/main" id="{5DAA91F3-9B39-8E84-6561-BAFFD7B107D0}"/>
              </a:ext>
            </a:extLst>
          </p:cNvPr>
          <p:cNvSpPr/>
          <p:nvPr/>
        </p:nvSpPr>
        <p:spPr>
          <a:xfrm>
            <a:off x="3444240" y="344424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Survey, technical, contractor, material, resident and QA capacity</a:t>
            </a:r>
          </a:p>
          <a:p>
            <a:pPr algn="l">
              <a:buNone/>
            </a:pPr>
            <a:r>
              <a:rPr lang="en-US" sz="100">
                <a:effectLst/>
              </a:rPr>
              <a:t> </a:t>
            </a:r>
            <a:endParaRPr lang="en-US"/>
          </a:p>
        </p:txBody>
      </p:sp>
      <p:sp>
        <p:nvSpPr>
          <p:cNvPr id="26186" name="Chain 2 detail">
            <a:extLst>
              <a:ext uri="{FF2B5EF4-FFF2-40B4-BE49-F238E27FC236}">
                <a16:creationId xmlns:a16="http://schemas.microsoft.com/office/drawing/2014/main" id="{F060D5DE-CCDA-5BFF-0B23-EB86FF0516D1}"/>
              </a:ext>
            </a:extLst>
          </p:cNvPr>
          <p:cNvSpPr/>
          <p:nvPr/>
        </p:nvSpPr>
        <p:spPr>
          <a:xfrm>
            <a:off x="3444240" y="464820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availability and secured cash: confirmed at the funding gate</a:t>
            </a:r>
            <a:endParaRPr lang="en-US"/>
          </a:p>
        </p:txBody>
      </p:sp>
      <p:sp>
        <p:nvSpPr>
          <p:cNvPr id="26191" name="Chain 3 detail">
            <a:extLst>
              <a:ext uri="{FF2B5EF4-FFF2-40B4-BE49-F238E27FC236}">
                <a16:creationId xmlns:a16="http://schemas.microsoft.com/office/drawing/2014/main" id="{D0334F60-E631-7215-1A49-E2487AF048EC}"/>
              </a:ext>
            </a:extLst>
          </p:cNvPr>
          <p:cNvSpPr/>
          <p:nvPr/>
        </p:nvSpPr>
        <p:spPr>
          <a:xfrm>
            <a:off x="6309360" y="344424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 accepted handovers and the whole cost of the work</a:t>
            </a:r>
          </a:p>
          <a:p>
            <a:pPr algn="l">
              <a:buNone/>
            </a:pPr>
            <a:r>
              <a:rPr lang="en-US" sz="100">
                <a:effectLst/>
              </a:rPr>
              <a:t> </a:t>
            </a:r>
            <a:endParaRPr lang="en-US"/>
          </a:p>
        </p:txBody>
      </p:sp>
      <p:sp>
        <p:nvSpPr>
          <p:cNvPr id="26197" name="Chain 4 detail">
            <a:extLst>
              <a:ext uri="{FF2B5EF4-FFF2-40B4-BE49-F238E27FC236}">
                <a16:creationId xmlns:a16="http://schemas.microsoft.com/office/drawing/2014/main" id="{4FDD08C5-95DB-0759-F3E7-9B2D6A0DA85B}"/>
              </a:ext>
            </a:extLst>
          </p:cNvPr>
          <p:cNvSpPr/>
          <p:nvPr/>
        </p:nvSpPr>
        <p:spPr>
          <a:xfrm>
            <a:off x="9174480" y="259080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Benefit range set once the baseline, causal limits and sensitivity are agreed</a:t>
            </a:r>
            <a:endParaRPr lang="en-US"/>
          </a:p>
        </p:txBody>
      </p:sp>
      <p:sp>
        <p:nvSpPr>
          <p:cNvPr id="26204" name="Chain 4 detail">
            <a:extLst>
              <a:ext uri="{FF2B5EF4-FFF2-40B4-BE49-F238E27FC236}">
                <a16:creationId xmlns:a16="http://schemas.microsoft.com/office/drawing/2014/main" id="{B8C6B48C-3BFB-A264-4B94-649ACF7060D4}"/>
              </a:ext>
            </a:extLst>
          </p:cNvPr>
          <p:cNvSpPr/>
          <p:nvPr/>
        </p:nvSpPr>
        <p:spPr>
          <a:xfrm>
            <a:off x="9174480" y="379476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Saved minutes become cash through a Finance-approved mechanism</a:t>
            </a:r>
            <a:endParaRPr lang="en-US"/>
          </a:p>
        </p:txBody>
      </p:sp>
      <p:sp>
        <p:nvSpPr>
          <p:cNvPr id="2" name="Appendix topic destination">
            <a:hlinkClick r:id="rId3" action="ppaction://hlinksldjump"/>
            <a:extLst>
              <a:ext uri="{FF2B5EF4-FFF2-40B4-BE49-F238E27FC236}">
                <a16:creationId xmlns:a16="http://schemas.microsoft.com/office/drawing/2014/main" id="{F2AD4BD2-E773-2109-D522-AA7132C4B9D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S05 / slide 6</a:t>
            </a:r>
            <a:endParaRPr lang="en-US"/>
          </a:p>
        </p:txBody>
      </p:sp>
    </p:spTree>
    <p:extLst>
      <p:ext uri="{BB962C8B-B14F-4D97-AF65-F5344CB8AC3E}">
        <p14:creationId xmlns:p14="http://schemas.microsoft.com/office/powerpoint/2010/main" val="2251772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18" name="Eyebrow">
            <a:extLst>
              <a:ext uri="{FF2B5EF4-FFF2-40B4-BE49-F238E27FC236}">
                <a16:creationId xmlns:a16="http://schemas.microsoft.com/office/drawing/2014/main" id="{D2AAF7BB-B3AC-162F-E42A-36CC3E8BBD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B09 · CFO / ASSET EXECUTIVE</a:t>
            </a:r>
          </a:p>
          <a:p>
            <a:pPr algn="l">
              <a:buNone/>
            </a:pPr>
            <a:r>
              <a:rPr lang="en-US" sz="100">
                <a:effectLst/>
              </a:rPr>
              <a:t> </a:t>
            </a:r>
            <a:endParaRPr lang="en-US"/>
          </a:p>
        </p:txBody>
      </p:sp>
      <p:sp>
        <p:nvSpPr>
          <p:cNvPr id="3560" name="Slide title">
            <a:extLst>
              <a:ext uri="{FF2B5EF4-FFF2-40B4-BE49-F238E27FC236}">
                <a16:creationId xmlns:a16="http://schemas.microsoft.com/office/drawing/2014/main" id="{AF434E18-16B7-8959-8F18-410F8A460BE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the per-home business case and cash exposure?</a:t>
            </a:r>
          </a:p>
          <a:p>
            <a:pPr algn="l">
              <a:buNone/>
            </a:pPr>
            <a:r>
              <a:rPr lang="en-US" sz="100">
                <a:effectLst/>
              </a:rPr>
              <a:t> </a:t>
            </a:r>
            <a:endParaRPr lang="en-US"/>
          </a:p>
        </p:txBody>
      </p:sp>
      <p:sp>
        <p:nvSpPr>
          <p:cNvPr id="3603" name="Footer sources">
            <a:extLst>
              <a:ext uri="{FF2B5EF4-FFF2-40B4-BE49-F238E27FC236}">
                <a16:creationId xmlns:a16="http://schemas.microsoft.com/office/drawing/2014/main" id="{B06BBC86-51CF-879A-F4B9-57ED83A92CA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950">
                <a:solidFill>
                  <a:srgbClr val="50655E"/>
                </a:solidFill>
                <a:effectLst/>
                <a:latin typeface="Arial" panose="020B0604020202020204" pitchFamily="34" charset="0"/>
              </a:rPr>
              <a:t>E02 / E21: historical benchmark, not quote. Grant assumes eligible homes/costs, allocation, award and claim; Finance/funder review required.</a:t>
            </a:r>
          </a:p>
        </p:txBody>
      </p:sp>
      <p:sp>
        <p:nvSpPr>
          <p:cNvPr id="3647" name="Footer navigation">
            <a:extLst>
              <a:ext uri="{FF2B5EF4-FFF2-40B4-BE49-F238E27FC236}">
                <a16:creationId xmlns:a16="http://schemas.microsoft.com/office/drawing/2014/main" id="{4F7B8D4A-D5D8-6380-DC14-A77BA759B4C9}"/>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B09 · Index: slide 27</a:t>
            </a:r>
            <a:endParaRPr lang="en-US"/>
          </a:p>
        </p:txBody>
      </p:sp>
      <p:sp>
        <p:nvSpPr>
          <p:cNvPr id="3692" name="Return to interrupted calling slide">
            <a:hlinkClick r:id="" action="ppaction://hlinkshowjump?jump=lastslideviewed"/>
            <a:extLst>
              <a:ext uri="{FF2B5EF4-FFF2-40B4-BE49-F238E27FC236}">
                <a16:creationId xmlns:a16="http://schemas.microsoft.com/office/drawing/2014/main" id="{156D4A59-99D2-28CD-165B-D722B3C19F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725" name="Gridline 5000">
            <a:extLst>
              <a:ext uri="{FF2B5EF4-FFF2-40B4-BE49-F238E27FC236}">
                <a16:creationId xmlns:a16="http://schemas.microsoft.com/office/drawing/2014/main" id="{58088330-11FB-3589-E1E3-B485C22743A0}"/>
              </a:ext>
            </a:extLst>
          </p:cNvPr>
          <p:cNvSpPr/>
          <p:nvPr/>
        </p:nvSpPr>
        <p:spPr>
          <a:xfrm>
            <a:off x="1417320" y="473868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29" name="Gridline 10000">
            <a:extLst>
              <a:ext uri="{FF2B5EF4-FFF2-40B4-BE49-F238E27FC236}">
                <a16:creationId xmlns:a16="http://schemas.microsoft.com/office/drawing/2014/main" id="{1FA59AFC-858A-B383-8650-C8CBC7F2D1D9}"/>
              </a:ext>
            </a:extLst>
          </p:cNvPr>
          <p:cNvSpPr/>
          <p:nvPr/>
        </p:nvSpPr>
        <p:spPr>
          <a:xfrm>
            <a:off x="1417320" y="405669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34" name="Gridline 15000">
            <a:extLst>
              <a:ext uri="{FF2B5EF4-FFF2-40B4-BE49-F238E27FC236}">
                <a16:creationId xmlns:a16="http://schemas.microsoft.com/office/drawing/2014/main" id="{3DB67A08-3A22-1476-A5F7-639A024CDCCD}"/>
              </a:ext>
            </a:extLst>
          </p:cNvPr>
          <p:cNvSpPr/>
          <p:nvPr/>
        </p:nvSpPr>
        <p:spPr>
          <a:xfrm>
            <a:off x="1417320" y="337470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40" name="Gridline 20000">
            <a:extLst>
              <a:ext uri="{FF2B5EF4-FFF2-40B4-BE49-F238E27FC236}">
                <a16:creationId xmlns:a16="http://schemas.microsoft.com/office/drawing/2014/main" id="{7A029791-3535-D788-81C3-EB79E5DD0C5A}"/>
              </a:ext>
            </a:extLst>
          </p:cNvPr>
          <p:cNvSpPr/>
          <p:nvPr/>
        </p:nvSpPr>
        <p:spPr>
          <a:xfrm>
            <a:off x="1417320" y="269271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10" name="Bar Contractor">
            <a:extLst>
              <a:ext uri="{FF2B5EF4-FFF2-40B4-BE49-F238E27FC236}">
                <a16:creationId xmlns:a16="http://schemas.microsoft.com/office/drawing/2014/main" id="{88632764-DCCF-1205-2E25-9FD25AAEBD17}"/>
              </a:ext>
            </a:extLst>
          </p:cNvPr>
          <p:cNvSpPr/>
          <p:nvPr/>
        </p:nvSpPr>
        <p:spPr>
          <a:xfrm>
            <a:off x="1645920" y="2970276"/>
            <a:ext cx="822960" cy="245516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24" name="Bar Internal">
            <a:extLst>
              <a:ext uri="{FF2B5EF4-FFF2-40B4-BE49-F238E27FC236}">
                <a16:creationId xmlns:a16="http://schemas.microsoft.com/office/drawing/2014/main" id="{2438F64C-CAC4-2AD6-F6F7-9609E1B5A86F}"/>
              </a:ext>
            </a:extLst>
          </p:cNvPr>
          <p:cNvSpPr/>
          <p:nvPr/>
        </p:nvSpPr>
        <p:spPr>
          <a:xfrm>
            <a:off x="2926080" y="2697480"/>
            <a:ext cx="822960" cy="27279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39" name="Bar Base">
            <a:extLst>
              <a:ext uri="{FF2B5EF4-FFF2-40B4-BE49-F238E27FC236}">
                <a16:creationId xmlns:a16="http://schemas.microsoft.com/office/drawing/2014/main" id="{6C857F5F-0D84-C803-1AAE-FF12D6F0B8F0}"/>
              </a:ext>
            </a:extLst>
          </p:cNvPr>
          <p:cNvSpPr/>
          <p:nvPr/>
        </p:nvSpPr>
        <p:spPr>
          <a:xfrm>
            <a:off x="4206240" y="2697480"/>
            <a:ext cx="822960" cy="272796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55" name="Bar Fictional grant">
            <a:extLst>
              <a:ext uri="{FF2B5EF4-FFF2-40B4-BE49-F238E27FC236}">
                <a16:creationId xmlns:a16="http://schemas.microsoft.com/office/drawing/2014/main" id="{7CFF4C0F-269B-F78F-F84D-396C8995D380}"/>
              </a:ext>
            </a:extLst>
          </p:cNvPr>
          <p:cNvSpPr/>
          <p:nvPr/>
        </p:nvSpPr>
        <p:spPr>
          <a:xfrm>
            <a:off x="5486400" y="2697480"/>
            <a:ext cx="822960" cy="1022985"/>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72" name="Bar Provider base">
            <a:extLst>
              <a:ext uri="{FF2B5EF4-FFF2-40B4-BE49-F238E27FC236}">
                <a16:creationId xmlns:a16="http://schemas.microsoft.com/office/drawing/2014/main" id="{B7A12C7A-EB74-C580-25B7-7AB763BF43A2}"/>
              </a:ext>
            </a:extLst>
          </p:cNvPr>
          <p:cNvSpPr/>
          <p:nvPr/>
        </p:nvSpPr>
        <p:spPr>
          <a:xfrm>
            <a:off x="6766560" y="3720465"/>
            <a:ext cx="822960" cy="17049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90" name="Connector 1">
            <a:extLst>
              <a:ext uri="{FF2B5EF4-FFF2-40B4-BE49-F238E27FC236}">
                <a16:creationId xmlns:a16="http://schemas.microsoft.com/office/drawing/2014/main" id="{5BFF22F0-CA80-FE49-13CA-69D690CDD557}"/>
              </a:ext>
            </a:extLst>
          </p:cNvPr>
          <p:cNvSpPr/>
          <p:nvPr/>
        </p:nvSpPr>
        <p:spPr>
          <a:xfrm>
            <a:off x="2468880" y="2963926"/>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09" name="Connector 2">
            <a:extLst>
              <a:ext uri="{FF2B5EF4-FFF2-40B4-BE49-F238E27FC236}">
                <a16:creationId xmlns:a16="http://schemas.microsoft.com/office/drawing/2014/main" id="{B42921B0-AB50-CC4B-F3EC-B337CEEE7551}"/>
              </a:ext>
            </a:extLst>
          </p:cNvPr>
          <p:cNvSpPr/>
          <p:nvPr/>
        </p:nvSpPr>
        <p:spPr>
          <a:xfrm>
            <a:off x="374904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29" name="Connector 3">
            <a:extLst>
              <a:ext uri="{FF2B5EF4-FFF2-40B4-BE49-F238E27FC236}">
                <a16:creationId xmlns:a16="http://schemas.microsoft.com/office/drawing/2014/main" id="{3855125E-F7DE-0624-6F78-3DB60FCE2A10}"/>
              </a:ext>
            </a:extLst>
          </p:cNvPr>
          <p:cNvSpPr/>
          <p:nvPr/>
        </p:nvSpPr>
        <p:spPr>
          <a:xfrm>
            <a:off x="502920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50" name="Connector 4">
            <a:extLst>
              <a:ext uri="{FF2B5EF4-FFF2-40B4-BE49-F238E27FC236}">
                <a16:creationId xmlns:a16="http://schemas.microsoft.com/office/drawing/2014/main" id="{8B1FB1C0-3AB7-DCB1-E735-51DA5A0738D8}"/>
              </a:ext>
            </a:extLst>
          </p:cNvPr>
          <p:cNvSpPr/>
          <p:nvPr/>
        </p:nvSpPr>
        <p:spPr>
          <a:xfrm>
            <a:off x="6309360" y="3714115"/>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72" name="Baseline 0">
            <a:extLst>
              <a:ext uri="{FF2B5EF4-FFF2-40B4-BE49-F238E27FC236}">
                <a16:creationId xmlns:a16="http://schemas.microsoft.com/office/drawing/2014/main" id="{7EB5FBD4-8ED9-667D-956B-E9747CFED897}"/>
              </a:ext>
            </a:extLst>
          </p:cNvPr>
          <p:cNvSpPr/>
          <p:nvPr/>
        </p:nvSpPr>
        <p:spPr>
          <a:xfrm>
            <a:off x="1417320" y="5419090"/>
            <a:ext cx="6400800" cy="127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19" name="Category Contractor">
            <a:extLst>
              <a:ext uri="{FF2B5EF4-FFF2-40B4-BE49-F238E27FC236}">
                <a16:creationId xmlns:a16="http://schemas.microsoft.com/office/drawing/2014/main" id="{94C84F74-0877-32B6-117F-FCA7FCCF0799}"/>
              </a:ext>
            </a:extLst>
          </p:cNvPr>
          <p:cNvSpPr/>
          <p:nvPr/>
        </p:nvSpPr>
        <p:spPr>
          <a:xfrm>
            <a:off x="141732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24070" name="Category Internal">
            <a:extLst>
              <a:ext uri="{FF2B5EF4-FFF2-40B4-BE49-F238E27FC236}">
                <a16:creationId xmlns:a16="http://schemas.microsoft.com/office/drawing/2014/main" id="{3888F684-9568-5AFB-A4A6-733206262D54}"/>
              </a:ext>
            </a:extLst>
          </p:cNvPr>
          <p:cNvSpPr/>
          <p:nvPr/>
        </p:nvSpPr>
        <p:spPr>
          <a:xfrm>
            <a:off x="269748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Internal</a:t>
            </a:r>
          </a:p>
          <a:p>
            <a:pPr algn="ctr">
              <a:buNone/>
            </a:pPr>
            <a:r>
              <a:rPr lang="en-US" sz="100">
                <a:effectLst/>
              </a:rPr>
              <a:t> </a:t>
            </a:r>
            <a:endParaRPr lang="en-US"/>
          </a:p>
        </p:txBody>
      </p:sp>
      <p:sp>
        <p:nvSpPr>
          <p:cNvPr id="24125" name="Category Base">
            <a:extLst>
              <a:ext uri="{FF2B5EF4-FFF2-40B4-BE49-F238E27FC236}">
                <a16:creationId xmlns:a16="http://schemas.microsoft.com/office/drawing/2014/main" id="{BAD22474-E5DB-EA21-69C0-5FBCC3C1CEDB}"/>
              </a:ext>
            </a:extLst>
          </p:cNvPr>
          <p:cNvSpPr/>
          <p:nvPr/>
        </p:nvSpPr>
        <p:spPr>
          <a:xfrm>
            <a:off x="397764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Base</a:t>
            </a:r>
          </a:p>
          <a:p>
            <a:pPr algn="ctr">
              <a:buNone/>
            </a:pPr>
            <a:r>
              <a:rPr lang="en-US" sz="100">
                <a:effectLst/>
              </a:rPr>
              <a:t> </a:t>
            </a:r>
            <a:endParaRPr lang="en-US"/>
          </a:p>
        </p:txBody>
      </p:sp>
      <p:sp>
        <p:nvSpPr>
          <p:cNvPr id="24184" name="Category Fictional grant">
            <a:extLst>
              <a:ext uri="{FF2B5EF4-FFF2-40B4-BE49-F238E27FC236}">
                <a16:creationId xmlns:a16="http://schemas.microsoft.com/office/drawing/2014/main" id="{C717921F-BC8A-5878-5440-4383E6FD69C3}"/>
              </a:ext>
            </a:extLst>
          </p:cNvPr>
          <p:cNvSpPr/>
          <p:nvPr/>
        </p:nvSpPr>
        <p:spPr>
          <a:xfrm>
            <a:off x="525780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Fictional grant</a:t>
            </a:r>
          </a:p>
          <a:p>
            <a:pPr algn="ctr">
              <a:buNone/>
            </a:pPr>
            <a:r>
              <a:rPr lang="en-US" sz="100">
                <a:effectLst/>
              </a:rPr>
              <a:t> </a:t>
            </a:r>
            <a:endParaRPr lang="en-US"/>
          </a:p>
        </p:txBody>
      </p:sp>
      <p:sp>
        <p:nvSpPr>
          <p:cNvPr id="24247" name="Category Provider base">
            <a:extLst>
              <a:ext uri="{FF2B5EF4-FFF2-40B4-BE49-F238E27FC236}">
                <a16:creationId xmlns:a16="http://schemas.microsoft.com/office/drawing/2014/main" id="{F40376B6-A249-11D5-CB7F-37F83DBF09DC}"/>
              </a:ext>
            </a:extLst>
          </p:cNvPr>
          <p:cNvSpPr/>
          <p:nvPr/>
        </p:nvSpPr>
        <p:spPr>
          <a:xfrm>
            <a:off x="653796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Provider base</a:t>
            </a:r>
          </a:p>
          <a:p>
            <a:pPr algn="ctr">
              <a:buNone/>
            </a:pPr>
            <a:r>
              <a:rPr lang="en-US" sz="100">
                <a:effectLst/>
              </a:rPr>
              <a:t> </a:t>
            </a:r>
            <a:endParaRPr lang="en-US"/>
          </a:p>
        </p:txBody>
      </p:sp>
      <p:sp>
        <p:nvSpPr>
          <p:cNvPr id="24280" name="Fictional arithmetic pill">
            <a:extLst>
              <a:ext uri="{FF2B5EF4-FFF2-40B4-BE49-F238E27FC236}">
                <a16:creationId xmlns:a16="http://schemas.microsoft.com/office/drawing/2014/main" id="{022D9964-A999-34E4-E747-9105BE8B8E0E}"/>
              </a:ext>
            </a:extLst>
          </p:cNvPr>
          <p:cNvSpPr/>
          <p:nvPr/>
        </p:nvSpPr>
        <p:spPr>
          <a:xfrm>
            <a:off x="8138160" y="2331720"/>
            <a:ext cx="3429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FICTIONAL EXERCISE ARITHMETIC</a:t>
            </a:r>
          </a:p>
          <a:p>
            <a:pPr algn="ctr">
              <a:buNone/>
            </a:pPr>
            <a:r>
              <a:rPr lang="en-US" sz="100">
                <a:effectLst/>
              </a:rPr>
              <a:t> </a:t>
            </a:r>
            <a:endParaRPr lang="en-US"/>
          </a:p>
        </p:txBody>
      </p:sp>
      <p:sp>
        <p:nvSpPr>
          <p:cNvPr id="24314" name="Statement 3 (gross cash lane)">
            <a:extLst>
              <a:ext uri="{FF2B5EF4-FFF2-40B4-BE49-F238E27FC236}">
                <a16:creationId xmlns:a16="http://schemas.microsoft.com/office/drawing/2014/main" id="{9F3DB9FE-DD37-CAEE-97AC-12526E4F0343}"/>
              </a:ext>
            </a:extLst>
          </p:cNvPr>
          <p:cNvSpPr/>
          <p:nvPr/>
        </p:nvSpPr>
        <p:spPr>
          <a:xfrm>
            <a:off x="8046720" y="2880360"/>
            <a:ext cx="35966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Fictional base GBP 20,000</a:t>
            </a:r>
          </a:p>
          <a:p>
            <a:pPr algn="l">
              <a:buNone/>
            </a:pPr>
            <a:r>
              <a:rPr lang="en-US" sz="1500" b="1">
                <a:solidFill>
                  <a:srgbClr val="173F35"/>
                </a:solidFill>
                <a:effectLst/>
                <a:latin typeface="Arial" panose="020B0604020202020204" pitchFamily="34" charset="0"/>
              </a:rPr>
              <a:t>GBP 22,000 with contingency</a:t>
            </a:r>
            <a:endParaRPr lang="en-US"/>
          </a:p>
        </p:txBody>
      </p:sp>
      <p:sp>
        <p:nvSpPr>
          <p:cNvPr id="24349" name="Lane gross cash">
            <a:extLst>
              <a:ext uri="{FF2B5EF4-FFF2-40B4-BE49-F238E27FC236}">
                <a16:creationId xmlns:a16="http://schemas.microsoft.com/office/drawing/2014/main" id="{5C0E969A-4461-75A7-CBE6-141ECFCEC7D9}"/>
              </a:ext>
            </a:extLst>
          </p:cNvPr>
          <p:cNvSpPr/>
          <p:nvPr/>
        </p:nvSpPr>
        <p:spPr>
          <a:xfrm>
            <a:off x="8138160" y="3566160"/>
            <a:ext cx="2727960" cy="2286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22" name="Lane grant receivable">
            <a:extLst>
              <a:ext uri="{FF2B5EF4-FFF2-40B4-BE49-F238E27FC236}">
                <a16:creationId xmlns:a16="http://schemas.microsoft.com/office/drawing/2014/main" id="{F2C37BC8-939A-FA76-BEFB-2FD18D152249}"/>
              </a:ext>
            </a:extLst>
          </p:cNvPr>
          <p:cNvSpPr/>
          <p:nvPr/>
        </p:nvSpPr>
        <p:spPr>
          <a:xfrm>
            <a:off x="8138160" y="4648200"/>
            <a:ext cx="1022985" cy="2286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205" name="Statement 1">
            <a:extLst>
              <a:ext uri="{FF2B5EF4-FFF2-40B4-BE49-F238E27FC236}">
                <a16:creationId xmlns:a16="http://schemas.microsoft.com/office/drawing/2014/main" id="{C608C9CE-ADAA-7FB4-D2CA-1B874BCE5B18}"/>
              </a:ext>
            </a:extLst>
          </p:cNvPr>
          <p:cNvSpPr/>
          <p:nvPr/>
        </p:nvSpPr>
        <p:spPr>
          <a:xfrm>
            <a:off x="54864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Benchmark: GBP 6,082/home</a:t>
            </a:r>
          </a:p>
          <a:p>
            <a:pPr algn="l">
              <a:buNone/>
            </a:pPr>
            <a:r>
              <a:rPr lang="en-US" sz="1500" b="1">
                <a:solidFill>
                  <a:srgbClr val="173F35"/>
                </a:solidFill>
                <a:effectLst/>
                <a:latin typeface="Arial" panose="020B0604020202020204" pitchFamily="34" charset="0"/>
              </a:rPr>
              <a:t>x 15,600 = GBP 94,879,200 works</a:t>
            </a:r>
            <a:endParaRPr lang="en-US"/>
          </a:p>
        </p:txBody>
      </p:sp>
      <p:sp>
        <p:nvSpPr>
          <p:cNvPr id="26207" name="Statement 2">
            <a:extLst>
              <a:ext uri="{FF2B5EF4-FFF2-40B4-BE49-F238E27FC236}">
                <a16:creationId xmlns:a16="http://schemas.microsoft.com/office/drawing/2014/main" id="{DDC65803-69D8-53AE-4697-12BA499258B4}"/>
              </a:ext>
            </a:extLst>
          </p:cNvPr>
          <p:cNvSpPr/>
          <p:nvPr/>
        </p:nvSpPr>
        <p:spPr>
          <a:xfrm>
            <a:off x="621030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Conditional: min(50% x GBP 6,082, GBP 7,500)</a:t>
            </a:r>
          </a:p>
          <a:p>
            <a:pPr algn="l">
              <a:buNone/>
            </a:pPr>
            <a:r>
              <a:rPr lang="en-US" sz="1400" b="1">
                <a:solidFill>
                  <a:srgbClr val="173F35"/>
                </a:solidFill>
                <a:effectLst/>
                <a:latin typeface="Arial" panose="020B0604020202020204" pitchFamily="34" charset="0"/>
              </a:rPr>
              <a:t>= GBP 3,041/home; x 15,600 = GBP 47,439,600</a:t>
            </a:r>
            <a:endParaRPr lang="en-US"/>
          </a:p>
        </p:txBody>
      </p:sp>
      <p:sp>
        <p:nvSpPr>
          <p:cNvPr id="26210" name="Axis 0">
            <a:extLst>
              <a:ext uri="{FF2B5EF4-FFF2-40B4-BE49-F238E27FC236}">
                <a16:creationId xmlns:a16="http://schemas.microsoft.com/office/drawing/2014/main" id="{A73A8CC2-B2DA-C71C-A896-6EB670BCD6E3}"/>
              </a:ext>
            </a:extLst>
          </p:cNvPr>
          <p:cNvSpPr/>
          <p:nvPr/>
        </p:nvSpPr>
        <p:spPr>
          <a:xfrm>
            <a:off x="548640" y="526542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214" name="Axis 5000">
            <a:extLst>
              <a:ext uri="{FF2B5EF4-FFF2-40B4-BE49-F238E27FC236}">
                <a16:creationId xmlns:a16="http://schemas.microsoft.com/office/drawing/2014/main" id="{966DE892-D912-9A86-288C-F7E33167BEAF}"/>
              </a:ext>
            </a:extLst>
          </p:cNvPr>
          <p:cNvSpPr/>
          <p:nvPr/>
        </p:nvSpPr>
        <p:spPr>
          <a:xfrm>
            <a:off x="548640" y="458343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5,000</a:t>
            </a:r>
          </a:p>
          <a:p>
            <a:pPr algn="r">
              <a:buNone/>
            </a:pPr>
            <a:r>
              <a:rPr lang="en-US" sz="100">
                <a:effectLst/>
              </a:rPr>
              <a:t> </a:t>
            </a:r>
            <a:endParaRPr lang="en-US"/>
          </a:p>
        </p:txBody>
      </p:sp>
      <p:sp>
        <p:nvSpPr>
          <p:cNvPr id="26219" name="Axis 10000">
            <a:extLst>
              <a:ext uri="{FF2B5EF4-FFF2-40B4-BE49-F238E27FC236}">
                <a16:creationId xmlns:a16="http://schemas.microsoft.com/office/drawing/2014/main" id="{FEBB66A2-1668-D593-467E-601E1540DA62}"/>
              </a:ext>
            </a:extLst>
          </p:cNvPr>
          <p:cNvSpPr/>
          <p:nvPr/>
        </p:nvSpPr>
        <p:spPr>
          <a:xfrm>
            <a:off x="548640" y="390144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10,000</a:t>
            </a:r>
          </a:p>
          <a:p>
            <a:pPr algn="r">
              <a:buNone/>
            </a:pPr>
            <a:r>
              <a:rPr lang="en-US" sz="100">
                <a:effectLst/>
              </a:rPr>
              <a:t> </a:t>
            </a:r>
            <a:endParaRPr lang="en-US"/>
          </a:p>
        </p:txBody>
      </p:sp>
      <p:sp>
        <p:nvSpPr>
          <p:cNvPr id="26225" name="Axis 15000">
            <a:extLst>
              <a:ext uri="{FF2B5EF4-FFF2-40B4-BE49-F238E27FC236}">
                <a16:creationId xmlns:a16="http://schemas.microsoft.com/office/drawing/2014/main" id="{2C120C81-0A38-95D6-63FA-AB638107B2DC}"/>
              </a:ext>
            </a:extLst>
          </p:cNvPr>
          <p:cNvSpPr/>
          <p:nvPr/>
        </p:nvSpPr>
        <p:spPr>
          <a:xfrm>
            <a:off x="548640" y="321945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15,000</a:t>
            </a:r>
          </a:p>
          <a:p>
            <a:pPr algn="r">
              <a:buNone/>
            </a:pPr>
            <a:r>
              <a:rPr lang="en-US" sz="100">
                <a:effectLst/>
              </a:rPr>
              <a:t> </a:t>
            </a:r>
            <a:endParaRPr lang="en-US"/>
          </a:p>
        </p:txBody>
      </p:sp>
      <p:sp>
        <p:nvSpPr>
          <p:cNvPr id="26232" name="Axis 20000">
            <a:extLst>
              <a:ext uri="{FF2B5EF4-FFF2-40B4-BE49-F238E27FC236}">
                <a16:creationId xmlns:a16="http://schemas.microsoft.com/office/drawing/2014/main" id="{8C2E0497-7E4E-EBCD-56D4-C37ADBFCC95A}"/>
              </a:ext>
            </a:extLst>
          </p:cNvPr>
          <p:cNvSpPr/>
          <p:nvPr/>
        </p:nvSpPr>
        <p:spPr>
          <a:xfrm>
            <a:off x="548640" y="253746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20,000</a:t>
            </a:r>
          </a:p>
          <a:p>
            <a:pPr algn="r">
              <a:buNone/>
            </a:pPr>
            <a:r>
              <a:rPr lang="en-US" sz="100">
                <a:effectLst/>
              </a:rPr>
              <a:t> </a:t>
            </a:r>
            <a:endParaRPr lang="en-US"/>
          </a:p>
        </p:txBody>
      </p:sp>
      <p:sp>
        <p:nvSpPr>
          <p:cNvPr id="26240" name="Axis unit">
            <a:extLst>
              <a:ext uri="{FF2B5EF4-FFF2-40B4-BE49-F238E27FC236}">
                <a16:creationId xmlns:a16="http://schemas.microsoft.com/office/drawing/2014/main" id="{C54D5CCC-8CC1-7348-C9E1-7EE763FA8D5D}"/>
              </a:ext>
            </a:extLst>
          </p:cNvPr>
          <p:cNvSpPr/>
          <p:nvPr/>
        </p:nvSpPr>
        <p:spPr>
          <a:xfrm>
            <a:off x="548640" y="217170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spc="150">
                <a:solidFill>
                  <a:srgbClr val="50655E"/>
                </a:solidFill>
                <a:effectLst/>
                <a:latin typeface="Arial" panose="020B0604020202020204" pitchFamily="34" charset="0"/>
              </a:rPr>
              <a:t>GBP</a:t>
            </a:r>
          </a:p>
          <a:p>
            <a:pPr algn="r">
              <a:buNone/>
            </a:pPr>
            <a:r>
              <a:rPr lang="en-US" sz="100">
                <a:effectLst/>
              </a:rPr>
              <a:t> </a:t>
            </a:r>
            <a:endParaRPr lang="en-US"/>
          </a:p>
        </p:txBody>
      </p:sp>
      <p:sp>
        <p:nvSpPr>
          <p:cNvPr id="26249" name="Value GBP 18,000">
            <a:extLst>
              <a:ext uri="{FF2B5EF4-FFF2-40B4-BE49-F238E27FC236}">
                <a16:creationId xmlns:a16="http://schemas.microsoft.com/office/drawing/2014/main" id="{72FBB3B8-C4B0-C941-7D2B-5CBB7F2313CA}"/>
              </a:ext>
            </a:extLst>
          </p:cNvPr>
          <p:cNvSpPr/>
          <p:nvPr/>
        </p:nvSpPr>
        <p:spPr>
          <a:xfrm>
            <a:off x="1417320" y="2581656"/>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18,000</a:t>
            </a:r>
          </a:p>
          <a:p>
            <a:pPr algn="ctr">
              <a:buNone/>
            </a:pPr>
            <a:r>
              <a:rPr lang="en-US" sz="100">
                <a:effectLst/>
              </a:rPr>
              <a:t> </a:t>
            </a:r>
            <a:endParaRPr lang="en-US"/>
          </a:p>
        </p:txBody>
      </p:sp>
      <p:sp>
        <p:nvSpPr>
          <p:cNvPr id="26259" name="Value + GBP 2,000">
            <a:extLst>
              <a:ext uri="{FF2B5EF4-FFF2-40B4-BE49-F238E27FC236}">
                <a16:creationId xmlns:a16="http://schemas.microsoft.com/office/drawing/2014/main" id="{B4E22140-B1BA-CB4F-A125-AC7ACF1479EA}"/>
              </a:ext>
            </a:extLst>
          </p:cNvPr>
          <p:cNvSpPr/>
          <p:nvPr/>
        </p:nvSpPr>
        <p:spPr>
          <a:xfrm>
            <a:off x="269748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 GBP 2,000</a:t>
            </a:r>
          </a:p>
          <a:p>
            <a:pPr algn="ctr">
              <a:buNone/>
            </a:pPr>
            <a:r>
              <a:rPr lang="en-US" sz="100">
                <a:effectLst/>
              </a:rPr>
              <a:t> </a:t>
            </a:r>
            <a:endParaRPr lang="en-US"/>
          </a:p>
        </p:txBody>
      </p:sp>
      <p:sp>
        <p:nvSpPr>
          <p:cNvPr id="26270" name="Value GBP 20,000">
            <a:extLst>
              <a:ext uri="{FF2B5EF4-FFF2-40B4-BE49-F238E27FC236}">
                <a16:creationId xmlns:a16="http://schemas.microsoft.com/office/drawing/2014/main" id="{0D9E3B20-255C-5987-A193-83C8CA4D6A35}"/>
              </a:ext>
            </a:extLst>
          </p:cNvPr>
          <p:cNvSpPr/>
          <p:nvPr/>
        </p:nvSpPr>
        <p:spPr>
          <a:xfrm>
            <a:off x="397764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20,000</a:t>
            </a:r>
          </a:p>
          <a:p>
            <a:pPr algn="ctr">
              <a:buNone/>
            </a:pPr>
            <a:r>
              <a:rPr lang="en-US" sz="100">
                <a:effectLst/>
              </a:rPr>
              <a:t> </a:t>
            </a:r>
            <a:endParaRPr lang="en-US"/>
          </a:p>
        </p:txBody>
      </p:sp>
      <p:sp>
        <p:nvSpPr>
          <p:cNvPr id="26282" name="Value Fictional grant">
            <a:extLst>
              <a:ext uri="{FF2B5EF4-FFF2-40B4-BE49-F238E27FC236}">
                <a16:creationId xmlns:a16="http://schemas.microsoft.com/office/drawing/2014/main" id="{441370C2-5D61-48D4-61AA-BAD52C6056E9}"/>
              </a:ext>
            </a:extLst>
          </p:cNvPr>
          <p:cNvSpPr/>
          <p:nvPr/>
        </p:nvSpPr>
        <p:spPr>
          <a:xfrm>
            <a:off x="5257800" y="374332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 GBP 7,500</a:t>
            </a:r>
          </a:p>
          <a:p>
            <a:pPr algn="ctr">
              <a:buNone/>
            </a:pPr>
            <a:r>
              <a:rPr lang="en-US" sz="100">
                <a:effectLst/>
              </a:rPr>
              <a:t> </a:t>
            </a:r>
            <a:endParaRPr lang="en-US"/>
          </a:p>
        </p:txBody>
      </p:sp>
      <p:sp>
        <p:nvSpPr>
          <p:cNvPr id="26295" name="Value GBP 12,500">
            <a:extLst>
              <a:ext uri="{FF2B5EF4-FFF2-40B4-BE49-F238E27FC236}">
                <a16:creationId xmlns:a16="http://schemas.microsoft.com/office/drawing/2014/main" id="{04576D3B-BD9E-EBCB-7F68-F48C3FB10C99}"/>
              </a:ext>
            </a:extLst>
          </p:cNvPr>
          <p:cNvSpPr/>
          <p:nvPr/>
        </p:nvSpPr>
        <p:spPr>
          <a:xfrm>
            <a:off x="6537960" y="333184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12,500</a:t>
            </a:r>
          </a:p>
          <a:p>
            <a:pPr algn="ctr">
              <a:buNone/>
            </a:pPr>
            <a:r>
              <a:rPr lang="en-US" sz="100">
                <a:effectLst/>
              </a:rPr>
              <a:t> </a:t>
            </a:r>
            <a:endParaRPr lang="en-US"/>
          </a:p>
        </p:txBody>
      </p:sp>
      <p:sp>
        <p:nvSpPr>
          <p:cNvPr id="26309" name="Grant receivable lane label">
            <a:extLst>
              <a:ext uri="{FF2B5EF4-FFF2-40B4-BE49-F238E27FC236}">
                <a16:creationId xmlns:a16="http://schemas.microsoft.com/office/drawing/2014/main" id="{7B19CEE9-57F0-2418-3D19-A99523B2835B}"/>
              </a:ext>
            </a:extLst>
          </p:cNvPr>
          <p:cNvSpPr/>
          <p:nvPr/>
        </p:nvSpPr>
        <p:spPr>
          <a:xfrm>
            <a:off x="8046720" y="3890000"/>
            <a:ext cx="3596640" cy="85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GBP 20,000 before grant</a:t>
            </a:r>
          </a:p>
          <a:p>
            <a:pPr algn="l">
              <a:buNone/>
            </a:pPr>
            <a:r>
              <a:rPr lang="en-US" sz="1300">
                <a:solidFill>
                  <a:srgbClr val="173F35"/>
                </a:solidFill>
                <a:effectLst/>
                <a:latin typeface="Arial" panose="020B0604020202020204" pitchFamily="34" charset="0"/>
              </a:rPr>
              <a:t>Fictional receivable GBP 7,500</a:t>
            </a:r>
            <a:endParaRPr lang="en-US"/>
          </a:p>
          <a:p>
            <a:pPr algn="l">
              <a:buNone/>
            </a:pPr>
            <a:r>
              <a:rPr lang="en-US" sz="1300">
                <a:solidFill>
                  <a:srgbClr val="173F35"/>
                </a:solidFill>
                <a:effectLst/>
                <a:latin typeface="Arial" panose="020B0604020202020204" pitchFamily="34" charset="0"/>
              </a:rPr>
              <a:t>An award is not cash.</a:t>
            </a:r>
            <a:endParaRPr lang="en-US"/>
          </a:p>
        </p:txBody>
      </p:sp>
      <p:sp>
        <p:nvSpPr>
          <p:cNvPr id="26324" name="Contingency note">
            <a:extLst>
              <a:ext uri="{FF2B5EF4-FFF2-40B4-BE49-F238E27FC236}">
                <a16:creationId xmlns:a16="http://schemas.microsoft.com/office/drawing/2014/main" id="{8829D330-1583-5DBF-1C0D-A4602353BDC5}"/>
              </a:ext>
            </a:extLst>
          </p:cNvPr>
          <p:cNvSpPr/>
          <p:nvPr/>
        </p:nvSpPr>
        <p:spPr>
          <a:xfrm>
            <a:off x="8046720" y="5050000"/>
            <a:ext cx="3596640" cy="76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 provider GBP 14,500</a:t>
            </a:r>
          </a:p>
          <a:p>
            <a:pPr algn="l">
              <a:buNone/>
            </a:pPr>
            <a:r>
              <a:rPr lang="en-US" sz="1300">
                <a:solidFill>
                  <a:srgbClr val="173F35"/>
                </a:solidFill>
                <a:effectLst/>
                <a:latin typeface="Arial" panose="020B0604020202020204" pitchFamily="34" charset="0"/>
              </a:rPr>
              <a:t>Evidence supports claims; not eligibility, award or payment.</a:t>
            </a:r>
            <a:endParaRPr lang="en-US"/>
          </a:p>
        </p:txBody>
      </p:sp>
      <p:sp>
        <p:nvSpPr>
          <p:cNvPr id="2" name="Appendix topic destination">
            <a:hlinkClick r:id="rId3" action="ppaction://hlinksldjump"/>
            <a:extLst>
              <a:ext uri="{FF2B5EF4-FFF2-40B4-BE49-F238E27FC236}">
                <a16:creationId xmlns:a16="http://schemas.microsoft.com/office/drawing/2014/main" id="{CB7619B5-07C7-D4B6-AD7B-11C9E8C516A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S10 / slide 11</a:t>
            </a:r>
            <a:endParaRPr lang="en-US"/>
          </a:p>
        </p:txBody>
      </p:sp>
    </p:spTree>
    <p:extLst>
      <p:ext uri="{BB962C8B-B14F-4D97-AF65-F5344CB8AC3E}">
        <p14:creationId xmlns:p14="http://schemas.microsoft.com/office/powerpoint/2010/main" val="490374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38" name="Eyebrow">
            <a:extLst>
              <a:ext uri="{FF2B5EF4-FFF2-40B4-BE49-F238E27FC236}">
                <a16:creationId xmlns:a16="http://schemas.microsoft.com/office/drawing/2014/main" id="{46609EC9-1FC2-84E7-1A7E-457ED3E5382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B10 · CTO / CIO</a:t>
            </a:r>
          </a:p>
          <a:p>
            <a:pPr algn="l">
              <a:buNone/>
            </a:pPr>
            <a:r>
              <a:rPr lang="en-US" sz="100">
                <a:effectLst/>
              </a:rPr>
              <a:t> </a:t>
            </a:r>
            <a:endParaRPr lang="en-US"/>
          </a:p>
        </p:txBody>
      </p:sp>
      <p:sp>
        <p:nvSpPr>
          <p:cNvPr id="3785" name="Slide title">
            <a:extLst>
              <a:ext uri="{FF2B5EF4-FFF2-40B4-BE49-F238E27FC236}">
                <a16:creationId xmlns:a16="http://schemas.microsoft.com/office/drawing/2014/main" id="{D3456049-E277-7203-A637-200959DCE1B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deploy each agent independently?</a:t>
            </a:r>
          </a:p>
          <a:p>
            <a:pPr algn="l">
              <a:buNone/>
            </a:pPr>
            <a:r>
              <a:rPr lang="en-US" sz="100">
                <a:effectLst/>
              </a:rPr>
              <a:t> </a:t>
            </a:r>
            <a:endParaRPr lang="en-US"/>
          </a:p>
        </p:txBody>
      </p:sp>
      <p:sp>
        <p:nvSpPr>
          <p:cNvPr id="3833" name="Footer sources">
            <a:extLst>
              <a:ext uri="{FF2B5EF4-FFF2-40B4-BE49-F238E27FC236}">
                <a16:creationId xmlns:a16="http://schemas.microsoft.com/office/drawing/2014/main" id="{45367D92-BA50-17CC-3AA3-9E572F967F82}"/>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E09 · E13</a:t>
            </a:r>
          </a:p>
          <a:p>
            <a:pPr algn="l">
              <a:buNone/>
            </a:pPr>
            <a:r>
              <a:rPr lang="en-US" sz="100">
                <a:effectLst/>
              </a:rPr>
              <a:t> </a:t>
            </a:r>
            <a:endParaRPr lang="en-US"/>
          </a:p>
        </p:txBody>
      </p:sp>
      <p:sp>
        <p:nvSpPr>
          <p:cNvPr id="3882" name="Footer navigation">
            <a:extLst>
              <a:ext uri="{FF2B5EF4-FFF2-40B4-BE49-F238E27FC236}">
                <a16:creationId xmlns:a16="http://schemas.microsoft.com/office/drawing/2014/main" id="{F8DEA46F-18DE-E7A5-A1EF-EE09CFD31C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B10 · Index: slide 27</a:t>
            </a:r>
            <a:endParaRPr lang="en-US"/>
          </a:p>
        </p:txBody>
      </p:sp>
      <p:sp>
        <p:nvSpPr>
          <p:cNvPr id="3932" name="Return to interrupted calling slide">
            <a:hlinkClick r:id="" action="ppaction://hlinkshowjump?jump=lastslideviewed"/>
            <a:extLst>
              <a:ext uri="{FF2B5EF4-FFF2-40B4-BE49-F238E27FC236}">
                <a16:creationId xmlns:a16="http://schemas.microsoft.com/office/drawing/2014/main" id="{08DE5AEC-1D27-C3A4-C022-EFEAB0E8885D}"/>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6284" name="Current runtime panel">
            <a:extLst>
              <a:ext uri="{FF2B5EF4-FFF2-40B4-BE49-F238E27FC236}">
                <a16:creationId xmlns:a16="http://schemas.microsoft.com/office/drawing/2014/main" id="{F7553C16-3816-E8CF-CDD2-B3859FF0CE51}"/>
              </a:ext>
            </a:extLst>
          </p:cNvPr>
          <p:cNvSpPr/>
          <p:nvPr/>
        </p:nvSpPr>
        <p:spPr>
          <a:xfrm>
            <a:off x="548640" y="1508760"/>
            <a:ext cx="6300000" cy="3093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286" name="Future split panel">
            <a:extLst>
              <a:ext uri="{FF2B5EF4-FFF2-40B4-BE49-F238E27FC236}">
                <a16:creationId xmlns:a16="http://schemas.microsoft.com/office/drawing/2014/main" id="{B7241F16-3B4A-7D07-64D5-6CE6DD13D078}"/>
              </a:ext>
            </a:extLst>
          </p:cNvPr>
          <p:cNvSpPr/>
          <p:nvPr/>
        </p:nvSpPr>
        <p:spPr>
          <a:xfrm>
            <a:off x="7397280" y="1508760"/>
            <a:ext cx="4246080" cy="30937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289" name="Current runtime label">
            <a:extLst>
              <a:ext uri="{FF2B5EF4-FFF2-40B4-BE49-F238E27FC236}">
                <a16:creationId xmlns:a16="http://schemas.microsoft.com/office/drawing/2014/main" id="{D57A45E7-69F5-199D-B0AF-3ED6FDA58402}"/>
              </a:ext>
            </a:extLst>
          </p:cNvPr>
          <p:cNvSpPr/>
          <p:nvPr/>
        </p:nvSpPr>
        <p:spPr>
          <a:xfrm>
            <a:off x="609600" y="1638300"/>
            <a:ext cx="61780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CURRENT RUNTIME</a:t>
            </a:r>
          </a:p>
          <a:p>
            <a:pPr algn="l">
              <a:buNone/>
            </a:pPr>
            <a:r>
              <a:rPr lang="en-US" sz="100">
                <a:effectLst/>
              </a:rPr>
              <a:t> </a:t>
            </a:r>
            <a:endParaRPr lang="en-US"/>
          </a:p>
        </p:txBody>
      </p:sp>
      <p:sp>
        <p:nvSpPr>
          <p:cNvPr id="16293" name="Statement 1">
            <a:extLst>
              <a:ext uri="{FF2B5EF4-FFF2-40B4-BE49-F238E27FC236}">
                <a16:creationId xmlns:a16="http://schemas.microsoft.com/office/drawing/2014/main" id="{B9D477AC-31A7-05C9-40A0-95F33B4E8A03}"/>
              </a:ext>
            </a:extLst>
          </p:cNvPr>
          <p:cNvSpPr/>
          <p:nvPr/>
        </p:nvSpPr>
        <p:spPr>
          <a:xfrm>
            <a:off x="609600" y="1964436"/>
            <a:ext cx="617808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Current runtime: shared API and SQL</a:t>
            </a:r>
          </a:p>
          <a:p>
            <a:pPr algn="l">
              <a:buNone/>
            </a:pPr>
            <a:r>
              <a:rPr lang="en-US" sz="100">
                <a:effectLst/>
              </a:rPr>
              <a:t> </a:t>
            </a:r>
            <a:endParaRPr lang="en-US"/>
          </a:p>
        </p:txBody>
      </p:sp>
      <p:sp>
        <p:nvSpPr>
          <p:cNvPr id="16298" name="One API box">
            <a:extLst>
              <a:ext uri="{FF2B5EF4-FFF2-40B4-BE49-F238E27FC236}">
                <a16:creationId xmlns:a16="http://schemas.microsoft.com/office/drawing/2014/main" id="{E3258AF7-E431-B1BA-8561-42BEE5D21379}"/>
              </a:ext>
            </a:extLst>
          </p:cNvPr>
          <p:cNvSpPr/>
          <p:nvPr/>
        </p:nvSpPr>
        <p:spPr>
          <a:xfrm>
            <a:off x="701040" y="2514600"/>
            <a:ext cx="5995200" cy="883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04" name="One API title">
            <a:extLst>
              <a:ext uri="{FF2B5EF4-FFF2-40B4-BE49-F238E27FC236}">
                <a16:creationId xmlns:a16="http://schemas.microsoft.com/office/drawing/2014/main" id="{1D9329FB-3CAA-7E56-4517-26DC18579843}"/>
              </a:ext>
            </a:extLst>
          </p:cNvPr>
          <p:cNvSpPr/>
          <p:nvPr/>
        </p:nvSpPr>
        <p:spPr>
          <a:xfrm>
            <a:off x="701040" y="2522220"/>
            <a:ext cx="599520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One API · five bounded assistants</a:t>
            </a:r>
          </a:p>
          <a:p>
            <a:pPr algn="l">
              <a:buNone/>
            </a:pPr>
            <a:r>
              <a:rPr lang="en-US" sz="100">
                <a:effectLst/>
              </a:rPr>
              <a:t> </a:t>
            </a:r>
            <a:endParaRPr lang="en-US"/>
          </a:p>
        </p:txBody>
      </p:sp>
      <p:sp>
        <p:nvSpPr>
          <p:cNvPr id="16311" name="Assistant Prioritisation">
            <a:extLst>
              <a:ext uri="{FF2B5EF4-FFF2-40B4-BE49-F238E27FC236}">
                <a16:creationId xmlns:a16="http://schemas.microsoft.com/office/drawing/2014/main" id="{1CAEC200-BC12-6112-B3CD-481893BF0C3D}"/>
              </a:ext>
            </a:extLst>
          </p:cNvPr>
          <p:cNvSpPr/>
          <p:nvPr/>
        </p:nvSpPr>
        <p:spPr>
          <a:xfrm>
            <a:off x="792480"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Prioritisation</a:t>
            </a:r>
          </a:p>
          <a:p>
            <a:pPr algn="ctr">
              <a:buNone/>
            </a:pPr>
            <a:r>
              <a:rPr lang="en-US" sz="100">
                <a:effectLst/>
              </a:rPr>
              <a:t> </a:t>
            </a:r>
            <a:endParaRPr lang="en-US"/>
          </a:p>
        </p:txBody>
      </p:sp>
      <p:sp>
        <p:nvSpPr>
          <p:cNvPr id="16319" name="Assistant Assessment">
            <a:extLst>
              <a:ext uri="{FF2B5EF4-FFF2-40B4-BE49-F238E27FC236}">
                <a16:creationId xmlns:a16="http://schemas.microsoft.com/office/drawing/2014/main" id="{28DB9105-F752-6B36-C6D6-B0C317A606E0}"/>
              </a:ext>
            </a:extLst>
          </p:cNvPr>
          <p:cNvSpPr/>
          <p:nvPr/>
        </p:nvSpPr>
        <p:spPr>
          <a:xfrm>
            <a:off x="1964088"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16328" name="Assistant Funding">
            <a:extLst>
              <a:ext uri="{FF2B5EF4-FFF2-40B4-BE49-F238E27FC236}">
                <a16:creationId xmlns:a16="http://schemas.microsoft.com/office/drawing/2014/main" id="{C4CEE34F-AD44-15EB-0631-DE625407AF5C}"/>
              </a:ext>
            </a:extLst>
          </p:cNvPr>
          <p:cNvSpPr/>
          <p:nvPr/>
        </p:nvSpPr>
        <p:spPr>
          <a:xfrm>
            <a:off x="3135696"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16338" name="Assistant Coordination">
            <a:extLst>
              <a:ext uri="{FF2B5EF4-FFF2-40B4-BE49-F238E27FC236}">
                <a16:creationId xmlns:a16="http://schemas.microsoft.com/office/drawing/2014/main" id="{0EB5A743-4A85-55DA-9239-D86E4113B159}"/>
              </a:ext>
            </a:extLst>
          </p:cNvPr>
          <p:cNvSpPr/>
          <p:nvPr/>
        </p:nvSpPr>
        <p:spPr>
          <a:xfrm>
            <a:off x="4307304"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Coordination</a:t>
            </a:r>
          </a:p>
          <a:p>
            <a:pPr algn="ctr">
              <a:buNone/>
            </a:pPr>
            <a:r>
              <a:rPr lang="en-US" sz="100">
                <a:effectLst/>
              </a:rPr>
              <a:t> </a:t>
            </a:r>
            <a:endParaRPr lang="en-US"/>
          </a:p>
        </p:txBody>
      </p:sp>
      <p:sp>
        <p:nvSpPr>
          <p:cNvPr id="16349" name="Assistant Quality">
            <a:extLst>
              <a:ext uri="{FF2B5EF4-FFF2-40B4-BE49-F238E27FC236}">
                <a16:creationId xmlns:a16="http://schemas.microsoft.com/office/drawing/2014/main" id="{AB413196-4547-7629-CBE0-48F991EE0985}"/>
              </a:ext>
            </a:extLst>
          </p:cNvPr>
          <p:cNvSpPr/>
          <p:nvPr/>
        </p:nvSpPr>
        <p:spPr>
          <a:xfrm>
            <a:off x="5478912" y="2987040"/>
            <a:ext cx="1125888" cy="320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173F35"/>
                </a:solidFill>
                <a:effectLst/>
                <a:latin typeface="Arial" panose="020B0604020202020204" pitchFamily="34" charset="0"/>
              </a:rPr>
              <a:t>Quality</a:t>
            </a:r>
          </a:p>
          <a:p>
            <a:pPr algn="ctr">
              <a:buNone/>
            </a:pPr>
            <a:r>
              <a:rPr lang="en-US" sz="100">
                <a:effectLst/>
              </a:rPr>
              <a:t> </a:t>
            </a:r>
            <a:endParaRPr lang="en-US"/>
          </a:p>
        </p:txBody>
      </p:sp>
      <p:sp>
        <p:nvSpPr>
          <p:cNvPr id="16361" name="API to SQL">
            <a:extLst>
              <a:ext uri="{FF2B5EF4-FFF2-40B4-BE49-F238E27FC236}">
                <a16:creationId xmlns:a16="http://schemas.microsoft.com/office/drawing/2014/main" id="{F4E2969B-B009-0869-71DC-DAECA7A43FEF}"/>
              </a:ext>
            </a:extLst>
          </p:cNvPr>
          <p:cNvSpPr/>
          <p:nvPr/>
        </p:nvSpPr>
        <p:spPr>
          <a:xfrm>
            <a:off x="3561480" y="3444240"/>
            <a:ext cx="27432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74" name="SQL state box">
            <a:extLst>
              <a:ext uri="{FF2B5EF4-FFF2-40B4-BE49-F238E27FC236}">
                <a16:creationId xmlns:a16="http://schemas.microsoft.com/office/drawing/2014/main" id="{57FCBC87-3EF8-B84A-926E-EB6892B14539}"/>
              </a:ext>
            </a:extLst>
          </p:cNvPr>
          <p:cNvSpPr/>
          <p:nvPr/>
        </p:nvSpPr>
        <p:spPr>
          <a:xfrm>
            <a:off x="701040" y="3718560"/>
            <a:ext cx="5995200" cy="7315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388" name="SQL box text">
            <a:extLst>
              <a:ext uri="{FF2B5EF4-FFF2-40B4-BE49-F238E27FC236}">
                <a16:creationId xmlns:a16="http://schemas.microsoft.com/office/drawing/2014/main" id="{D1560144-396B-69ED-3AFC-907D520BE60C}"/>
              </a:ext>
            </a:extLst>
          </p:cNvPr>
          <p:cNvSpPr/>
          <p:nvPr/>
        </p:nvSpPr>
        <p:spPr>
          <a:xfrm>
            <a:off x="701040" y="3810000"/>
            <a:ext cx="599520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SQL state</a:t>
            </a:r>
          </a:p>
          <a:p>
            <a:pPr algn="l">
              <a:buNone/>
            </a:pPr>
            <a:r>
              <a:rPr lang="en-US" sz="1400">
                <a:solidFill>
                  <a:srgbClr val="173F35"/>
                </a:solidFill>
                <a:effectLst/>
                <a:latin typeface="Arial" panose="020B0604020202020204" pitchFamily="34" charset="0"/>
              </a:rPr>
              <a:t>Short SQL transactions · inference outside locks</a:t>
            </a:r>
            <a:endParaRPr lang="en-US"/>
          </a:p>
        </p:txBody>
      </p:sp>
      <p:sp>
        <p:nvSpPr>
          <p:cNvPr id="16403" name="Future split label">
            <a:extLst>
              <a:ext uri="{FF2B5EF4-FFF2-40B4-BE49-F238E27FC236}">
                <a16:creationId xmlns:a16="http://schemas.microsoft.com/office/drawing/2014/main" id="{D5D7E2EA-859E-A446-FADA-ACF179856AB0}"/>
              </a:ext>
            </a:extLst>
          </p:cNvPr>
          <p:cNvSpPr/>
          <p:nvPr/>
        </p:nvSpPr>
        <p:spPr>
          <a:xfrm>
            <a:off x="7458240" y="1638300"/>
            <a:ext cx="22860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FUTURE SPLIT</a:t>
            </a:r>
          </a:p>
          <a:p>
            <a:pPr algn="l">
              <a:buNone/>
            </a:pPr>
            <a:r>
              <a:rPr lang="en-US" sz="100">
                <a:effectLst/>
              </a:rPr>
              <a:t> </a:t>
            </a:r>
            <a:endParaRPr lang="en-US"/>
          </a:p>
        </p:txBody>
      </p:sp>
      <p:sp>
        <p:nvSpPr>
          <p:cNvPr id="16419" name="Deferred pill">
            <a:extLst>
              <a:ext uri="{FF2B5EF4-FFF2-40B4-BE49-F238E27FC236}">
                <a16:creationId xmlns:a16="http://schemas.microsoft.com/office/drawing/2014/main" id="{CDE6A791-3628-A182-42A0-EDB09AFA5848}"/>
              </a:ext>
            </a:extLst>
          </p:cNvPr>
          <p:cNvSpPr/>
          <p:nvPr/>
        </p:nvSpPr>
        <p:spPr>
          <a:xfrm>
            <a:off x="10091928" y="16611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16436" name="Statement 2">
            <a:extLst>
              <a:ext uri="{FF2B5EF4-FFF2-40B4-BE49-F238E27FC236}">
                <a16:creationId xmlns:a16="http://schemas.microsoft.com/office/drawing/2014/main" id="{20D37109-C21A-61AA-A9BA-C82C23A98618}"/>
              </a:ext>
            </a:extLst>
          </p:cNvPr>
          <p:cNvSpPr/>
          <p:nvPr/>
        </p:nvSpPr>
        <p:spPr>
          <a:xfrm>
            <a:off x="7458240" y="2026920"/>
            <a:ext cx="412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Separate workers add failure and operating boundaries</a:t>
            </a:r>
          </a:p>
          <a:p>
            <a:pPr algn="l">
              <a:buNone/>
            </a:pPr>
            <a:r>
              <a:rPr lang="en-US" sz="100">
                <a:effectLst/>
              </a:rPr>
              <a:t> </a:t>
            </a:r>
            <a:endParaRPr lang="en-US"/>
          </a:p>
        </p:txBody>
      </p:sp>
      <p:sp>
        <p:nvSpPr>
          <p:cNvPr id="16454" name="Future API box">
            <a:extLst>
              <a:ext uri="{FF2B5EF4-FFF2-40B4-BE49-F238E27FC236}">
                <a16:creationId xmlns:a16="http://schemas.microsoft.com/office/drawing/2014/main" id="{0DDCDB91-43C1-3393-6160-144FBE5EAC75}"/>
              </a:ext>
            </a:extLst>
          </p:cNvPr>
          <p:cNvSpPr/>
          <p:nvPr/>
        </p:nvSpPr>
        <p:spPr>
          <a:xfrm>
            <a:off x="7549680" y="3002280"/>
            <a:ext cx="777240" cy="5486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API</a:t>
            </a:r>
          </a:p>
          <a:p>
            <a:pPr algn="ctr">
              <a:buNone/>
            </a:pPr>
            <a:r>
              <a:rPr lang="en-US" sz="100">
                <a:effectLst/>
              </a:rPr>
              <a:t> </a:t>
            </a:r>
            <a:endParaRPr lang="en-US"/>
          </a:p>
        </p:txBody>
      </p:sp>
      <p:sp>
        <p:nvSpPr>
          <p:cNvPr id="16473" name="API to queue (deferred)">
            <a:extLst>
              <a:ext uri="{FF2B5EF4-FFF2-40B4-BE49-F238E27FC236}">
                <a16:creationId xmlns:a16="http://schemas.microsoft.com/office/drawing/2014/main" id="{2B631023-700E-6D09-9001-BFD1C4821059}"/>
              </a:ext>
            </a:extLst>
          </p:cNvPr>
          <p:cNvSpPr/>
          <p:nvPr/>
        </p:nvSpPr>
        <p:spPr>
          <a:xfrm>
            <a:off x="8372640" y="3162300"/>
            <a:ext cx="36576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493" name="Queue box (deferred)">
            <a:extLst>
              <a:ext uri="{FF2B5EF4-FFF2-40B4-BE49-F238E27FC236}">
                <a16:creationId xmlns:a16="http://schemas.microsoft.com/office/drawing/2014/main" id="{CD761C5E-4A1F-5EA8-3BAE-3A256E28E209}"/>
              </a:ext>
            </a:extLst>
          </p:cNvPr>
          <p:cNvSpPr/>
          <p:nvPr/>
        </p:nvSpPr>
        <p:spPr>
          <a:xfrm>
            <a:off x="8784120" y="3002280"/>
            <a:ext cx="1005840" cy="54864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Queue</a:t>
            </a:r>
          </a:p>
          <a:p>
            <a:pPr algn="ctr">
              <a:buNone/>
            </a:pPr>
            <a:r>
              <a:rPr lang="en-US" sz="100">
                <a:effectLst/>
              </a:rPr>
              <a:t> </a:t>
            </a:r>
            <a:endParaRPr lang="en-US"/>
          </a:p>
        </p:txBody>
      </p:sp>
      <p:sp>
        <p:nvSpPr>
          <p:cNvPr id="16514" name="Queue to workers (deferred)">
            <a:extLst>
              <a:ext uri="{FF2B5EF4-FFF2-40B4-BE49-F238E27FC236}">
                <a16:creationId xmlns:a16="http://schemas.microsoft.com/office/drawing/2014/main" id="{58267E46-8FD9-D01E-AE3F-EEA6EB29AB40}"/>
              </a:ext>
            </a:extLst>
          </p:cNvPr>
          <p:cNvSpPr/>
          <p:nvPr/>
        </p:nvSpPr>
        <p:spPr>
          <a:xfrm>
            <a:off x="9835680" y="3162300"/>
            <a:ext cx="36576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08" name="Added boundaries">
            <a:extLst>
              <a:ext uri="{FF2B5EF4-FFF2-40B4-BE49-F238E27FC236}">
                <a16:creationId xmlns:a16="http://schemas.microsoft.com/office/drawing/2014/main" id="{BFCDCC07-FD13-1093-DD3C-9859C289F977}"/>
              </a:ext>
            </a:extLst>
          </p:cNvPr>
          <p:cNvSpPr/>
          <p:nvPr/>
        </p:nvSpPr>
        <p:spPr>
          <a:xfrm>
            <a:off x="7458240" y="3977640"/>
            <a:ext cx="412416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They also introduce queue ownership, retries, duplicate handling and distributed state.</a:t>
            </a:r>
          </a:p>
          <a:p>
            <a:pPr algn="l">
              <a:buNone/>
            </a:pPr>
            <a:r>
              <a:rPr lang="en-US" sz="100">
                <a:effectLst/>
              </a:rPr>
              <a:t> </a:t>
            </a:r>
            <a:endParaRPr lang="en-US"/>
          </a:p>
        </p:txBody>
      </p:sp>
      <p:sp>
        <p:nvSpPr>
          <p:cNvPr id="16634" name="Current to future split (deferred)">
            <a:extLst>
              <a:ext uri="{FF2B5EF4-FFF2-40B4-BE49-F238E27FC236}">
                <a16:creationId xmlns:a16="http://schemas.microsoft.com/office/drawing/2014/main" id="{8DB8ACEC-A17A-0E10-C990-1DD6C32963CC}"/>
              </a:ext>
            </a:extLst>
          </p:cNvPr>
          <p:cNvSpPr/>
          <p:nvPr/>
        </p:nvSpPr>
        <p:spPr>
          <a:xfrm>
            <a:off x="6894360" y="2941320"/>
            <a:ext cx="45720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61" name="Split gate band">
            <a:extLst>
              <a:ext uri="{FF2B5EF4-FFF2-40B4-BE49-F238E27FC236}">
                <a16:creationId xmlns:a16="http://schemas.microsoft.com/office/drawing/2014/main" id="{BC3C4F08-1FEE-0D1F-B584-273AC7B434C1}"/>
              </a:ext>
            </a:extLst>
          </p:cNvPr>
          <p:cNvSpPr/>
          <p:nvPr/>
        </p:nvSpPr>
        <p:spPr>
          <a:xfrm>
            <a:off x="548640" y="4739640"/>
            <a:ext cx="11094720" cy="10210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689" name="When to split label">
            <a:extLst>
              <a:ext uri="{FF2B5EF4-FFF2-40B4-BE49-F238E27FC236}">
                <a16:creationId xmlns:a16="http://schemas.microsoft.com/office/drawing/2014/main" id="{A16C22D9-103D-6EDC-9FC0-C416ECC81C86}"/>
              </a:ext>
            </a:extLst>
          </p:cNvPr>
          <p:cNvSpPr/>
          <p:nvPr/>
        </p:nvSpPr>
        <p:spPr>
          <a:xfrm>
            <a:off x="609600" y="50673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WHEN TO SPLIT</a:t>
            </a:r>
          </a:p>
          <a:p>
            <a:pPr algn="l">
              <a:buNone/>
            </a:pPr>
            <a:r>
              <a:rPr lang="en-US" sz="100">
                <a:effectLst/>
              </a:rPr>
              <a:t> </a:t>
            </a:r>
            <a:endParaRPr lang="en-US"/>
          </a:p>
        </p:txBody>
      </p:sp>
      <p:sp>
        <p:nvSpPr>
          <p:cNvPr id="16718" name="Statement 3">
            <a:extLst>
              <a:ext uri="{FF2B5EF4-FFF2-40B4-BE49-F238E27FC236}">
                <a16:creationId xmlns:a16="http://schemas.microsoft.com/office/drawing/2014/main" id="{B0EB570E-D459-5F5B-EF87-757567E23C66}"/>
              </a:ext>
            </a:extLst>
          </p:cNvPr>
          <p:cNvSpPr/>
          <p:nvPr/>
        </p:nvSpPr>
        <p:spPr>
          <a:xfrm>
            <a:off x="2346960" y="4930140"/>
            <a:ext cx="9235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Split when measured isolation or load justifies it</a:t>
            </a:r>
          </a:p>
          <a:p>
            <a:pPr algn="l">
              <a:buNone/>
            </a:pPr>
            <a:r>
              <a:rPr lang="en-US" sz="1600">
                <a:solidFill>
                  <a:srgbClr val="173F35"/>
                </a:solidFill>
                <a:effectLst/>
                <a:latin typeface="Arial" panose="020B0604020202020204" pitchFamily="34" charset="0"/>
              </a:rPr>
              <a:t>A future split needs explicit contracts, operational evidence and a separate decision.</a:t>
            </a:r>
            <a:endParaRPr lang="en-US"/>
          </a:p>
        </p:txBody>
      </p:sp>
      <p:sp>
        <p:nvSpPr>
          <p:cNvPr id="16748" name="Legend">
            <a:extLst>
              <a:ext uri="{FF2B5EF4-FFF2-40B4-BE49-F238E27FC236}">
                <a16:creationId xmlns:a16="http://schemas.microsoft.com/office/drawing/2014/main" id="{25AB6A77-E84B-9E82-CBD3-0B56FC8B89F0}"/>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current application/state relationship · Hollow arrow = roadmap path</a:t>
            </a:r>
            <a:endParaRPr lang="en-US"/>
          </a:p>
        </p:txBody>
      </p:sp>
      <p:sp>
        <p:nvSpPr>
          <p:cNvPr id="22558" name="Worker 1 (deferred)">
            <a:extLst>
              <a:ext uri="{FF2B5EF4-FFF2-40B4-BE49-F238E27FC236}">
                <a16:creationId xmlns:a16="http://schemas.microsoft.com/office/drawing/2014/main" id="{39B54147-513D-8DB8-9990-E9BB22DF18A3}"/>
              </a:ext>
            </a:extLst>
          </p:cNvPr>
          <p:cNvSpPr/>
          <p:nvPr/>
        </p:nvSpPr>
        <p:spPr>
          <a:xfrm>
            <a:off x="10247160" y="274320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2560" name="Worker 2 (deferred)">
            <a:extLst>
              <a:ext uri="{FF2B5EF4-FFF2-40B4-BE49-F238E27FC236}">
                <a16:creationId xmlns:a16="http://schemas.microsoft.com/office/drawing/2014/main" id="{E21544C4-8EE7-015A-E9C6-CF1387D1A3C5}"/>
              </a:ext>
            </a:extLst>
          </p:cNvPr>
          <p:cNvSpPr/>
          <p:nvPr/>
        </p:nvSpPr>
        <p:spPr>
          <a:xfrm>
            <a:off x="10247160" y="315468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2563" name="Worker 3 (deferred)">
            <a:extLst>
              <a:ext uri="{FF2B5EF4-FFF2-40B4-BE49-F238E27FC236}">
                <a16:creationId xmlns:a16="http://schemas.microsoft.com/office/drawing/2014/main" id="{4B134D04-6780-2B28-364E-EB83337FACA2}"/>
              </a:ext>
            </a:extLst>
          </p:cNvPr>
          <p:cNvSpPr/>
          <p:nvPr/>
        </p:nvSpPr>
        <p:spPr>
          <a:xfrm>
            <a:off x="10247160" y="3566160"/>
            <a:ext cx="1243800" cy="365760"/>
          </a:xfrm>
          <a:prstGeom prst="rect">
            <a:avLst/>
          </a:prstGeom>
          <a:solidFill>
            <a:srgbClr val="FAF9F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Worker</a:t>
            </a:r>
          </a:p>
          <a:p>
            <a:pPr algn="ctr">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06BB5FAA-CEF8-DAE0-C542-715342C9DBB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8310721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83" name="Eyebrow">
            <a:extLst>
              <a:ext uri="{FF2B5EF4-FFF2-40B4-BE49-F238E27FC236}">
                <a16:creationId xmlns:a16="http://schemas.microsoft.com/office/drawing/2014/main" id="{2241F93E-15A8-CFEF-1B79-DCC0A37FB77E}"/>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B11 · CTO / PANEL</a:t>
            </a:r>
          </a:p>
          <a:p>
            <a:pPr algn="l">
              <a:buNone/>
            </a:pPr>
            <a:r>
              <a:rPr lang="en-US" sz="100">
                <a:effectLst/>
              </a:rPr>
              <a:t> </a:t>
            </a:r>
            <a:endParaRPr lang="en-US"/>
          </a:p>
        </p:txBody>
      </p:sp>
      <p:sp>
        <p:nvSpPr>
          <p:cNvPr id="4035" name="Slide title">
            <a:extLst>
              <a:ext uri="{FF2B5EF4-FFF2-40B4-BE49-F238E27FC236}">
                <a16:creationId xmlns:a16="http://schemas.microsoft.com/office/drawing/2014/main" id="{F921C139-2818-DC7A-9BEB-36C2EB08481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proves the AI is real and useful rather than a template?</a:t>
            </a:r>
          </a:p>
          <a:p>
            <a:pPr algn="l">
              <a:buNone/>
            </a:pPr>
            <a:r>
              <a:rPr lang="en-US" sz="100">
                <a:effectLst/>
              </a:rPr>
              <a:t> </a:t>
            </a:r>
            <a:endParaRPr lang="en-US"/>
          </a:p>
        </p:txBody>
      </p:sp>
      <p:sp>
        <p:nvSpPr>
          <p:cNvPr id="4088" name="Footer sources">
            <a:extLst>
              <a:ext uri="{FF2B5EF4-FFF2-40B4-BE49-F238E27FC236}">
                <a16:creationId xmlns:a16="http://schemas.microsoft.com/office/drawing/2014/main" id="{9109AE60-2A59-155C-8A21-217B5966543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E09 · E04 · E13</a:t>
            </a:r>
          </a:p>
          <a:p>
            <a:pPr algn="l">
              <a:buNone/>
            </a:pPr>
            <a:r>
              <a:rPr lang="en-US" sz="100">
                <a:effectLst/>
              </a:rPr>
              <a:t> </a:t>
            </a:r>
            <a:endParaRPr lang="en-US"/>
          </a:p>
        </p:txBody>
      </p:sp>
      <p:sp>
        <p:nvSpPr>
          <p:cNvPr id="4142" name="Footer navigation">
            <a:extLst>
              <a:ext uri="{FF2B5EF4-FFF2-40B4-BE49-F238E27FC236}">
                <a16:creationId xmlns:a16="http://schemas.microsoft.com/office/drawing/2014/main" id="{116F36E7-1EC0-B131-E00C-1567951778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B11 · Index: slide 27</a:t>
            </a:r>
            <a:endParaRPr lang="en-US"/>
          </a:p>
        </p:txBody>
      </p:sp>
      <p:sp>
        <p:nvSpPr>
          <p:cNvPr id="4197" name="Return to interrupted calling slide">
            <a:hlinkClick r:id="" action="ppaction://hlinkshowjump?jump=lastslideviewed"/>
            <a:extLst>
              <a:ext uri="{FF2B5EF4-FFF2-40B4-BE49-F238E27FC236}">
                <a16:creationId xmlns:a16="http://schemas.microsoft.com/office/drawing/2014/main" id="{05FC7B71-5B7F-414E-9AC2-7F3CBE6E690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966" name="Invocation card">
            <a:extLst>
              <a:ext uri="{FF2B5EF4-FFF2-40B4-BE49-F238E27FC236}">
                <a16:creationId xmlns:a16="http://schemas.microsoft.com/office/drawing/2014/main" id="{BE5ADF33-A590-18EC-FF6F-C056DA2855A8}"/>
              </a:ext>
            </a:extLst>
          </p:cNvPr>
          <p:cNvSpPr/>
          <p:nvPr/>
        </p:nvSpPr>
        <p:spPr>
          <a:xfrm>
            <a:off x="548640" y="1668780"/>
            <a:ext cx="4023360" cy="18973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68" name="Semantic acceptance card">
            <a:extLst>
              <a:ext uri="{FF2B5EF4-FFF2-40B4-BE49-F238E27FC236}">
                <a16:creationId xmlns:a16="http://schemas.microsoft.com/office/drawing/2014/main" id="{0B6DCE7A-3AE3-2DA6-FE5B-4645B1A7F05D}"/>
              </a:ext>
            </a:extLst>
          </p:cNvPr>
          <p:cNvSpPr/>
          <p:nvPr/>
        </p:nvSpPr>
        <p:spPr>
          <a:xfrm>
            <a:off x="51206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1" name="Incremental value card">
            <a:extLst>
              <a:ext uri="{FF2B5EF4-FFF2-40B4-BE49-F238E27FC236}">
                <a16:creationId xmlns:a16="http://schemas.microsoft.com/office/drawing/2014/main" id="{58FE7226-E802-D621-76DC-783355C7B4EE}"/>
              </a:ext>
            </a:extLst>
          </p:cNvPr>
          <p:cNvSpPr/>
          <p:nvPr/>
        </p:nvSpPr>
        <p:spPr>
          <a:xfrm>
            <a:off x="84734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5" name="Invocation text">
            <a:extLst>
              <a:ext uri="{FF2B5EF4-FFF2-40B4-BE49-F238E27FC236}">
                <a16:creationId xmlns:a16="http://schemas.microsoft.com/office/drawing/2014/main" id="{319AA58A-2F42-B7E9-7D68-54F7F0FEBA69}"/>
              </a:ext>
            </a:extLst>
          </p:cNvPr>
          <p:cNvSpPr/>
          <p:nvPr/>
        </p:nvSpPr>
        <p:spPr>
          <a:xfrm>
            <a:off x="609600" y="1920240"/>
            <a:ext cx="390144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Invocation</a:t>
            </a:r>
          </a:p>
          <a:p>
            <a:pPr algn="l">
              <a:buNone/>
            </a:pPr>
            <a:r>
              <a:rPr lang="en-US" sz="1800" b="1">
                <a:solidFill>
                  <a:srgbClr val="173F35"/>
                </a:solidFill>
                <a:effectLst/>
                <a:latin typeface="Arial" panose="020B0604020202020204" pitchFamily="34" charset="0"/>
              </a:rPr>
              <a:t>Provider/model/usage and source=ai evidence</a:t>
            </a:r>
          </a:p>
          <a:p>
            <a:pPr algn="l">
              <a:buNone/>
            </a:pPr>
            <a:r>
              <a:rPr lang="en-US" sz="1800">
                <a:solidFill>
                  <a:srgbClr val="173F35"/>
                </a:solidFill>
                <a:effectLst/>
                <a:latin typeface="Arial" panose="020B0604020202020204" pitchFamily="34" charset="0"/>
              </a:rPr>
              <a:t>Historical real calls and persistence are documented.</a:t>
            </a:r>
            <a:endParaRPr lang="en-US"/>
          </a:p>
        </p:txBody>
      </p:sp>
      <p:sp>
        <p:nvSpPr>
          <p:cNvPr id="21980" name="Semantic acceptance text">
            <a:extLst>
              <a:ext uri="{FF2B5EF4-FFF2-40B4-BE49-F238E27FC236}">
                <a16:creationId xmlns:a16="http://schemas.microsoft.com/office/drawing/2014/main" id="{0F86F804-59E8-07AA-388D-BF534D10E655}"/>
              </a:ext>
            </a:extLst>
          </p:cNvPr>
          <p:cNvSpPr/>
          <p:nvPr/>
        </p:nvSpPr>
        <p:spPr>
          <a:xfrm>
            <a:off x="5181600" y="1920240"/>
            <a:ext cx="304800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Semantic acceptance</a:t>
            </a:r>
          </a:p>
          <a:p>
            <a:pPr algn="l">
              <a:buNone/>
            </a:pPr>
            <a:r>
              <a:rPr lang="en-US" sz="1800">
                <a:solidFill>
                  <a:srgbClr val="173F35"/>
                </a:solidFill>
                <a:effectLst/>
                <a:latin typeface="Arial" panose="020B0604020202020204" pitchFamily="34" charset="0"/>
              </a:rPr>
              <a:t>Semantic quality, critical omissions, unsafe advice and fairness require separate evaluation.</a:t>
            </a:r>
            <a:endParaRPr lang="en-US"/>
          </a:p>
        </p:txBody>
      </p:sp>
      <p:sp>
        <p:nvSpPr>
          <p:cNvPr id="21986" name="Incremental value text">
            <a:extLst>
              <a:ext uri="{FF2B5EF4-FFF2-40B4-BE49-F238E27FC236}">
                <a16:creationId xmlns:a16="http://schemas.microsoft.com/office/drawing/2014/main" id="{6A92D770-9C5C-3461-FB99-36BF0F34C737}"/>
              </a:ext>
            </a:extLst>
          </p:cNvPr>
          <p:cNvSpPr/>
          <p:nvPr/>
        </p:nvSpPr>
        <p:spPr>
          <a:xfrm>
            <a:off x="8534400" y="1920240"/>
            <a:ext cx="3048000" cy="1219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Incremental value</a:t>
            </a:r>
          </a:p>
          <a:p>
            <a:pPr algn="l">
              <a:buNone/>
            </a:pPr>
            <a:r>
              <a:rPr lang="en-US" sz="1800">
                <a:solidFill>
                  <a:srgbClr val="173F35"/>
                </a:solidFill>
                <a:effectLst/>
                <a:latin typeface="Arial" panose="020B0604020202020204" pitchFamily="34" charset="0"/>
              </a:rPr>
              <a:t>Review burden and incremental value require separate evaluation.</a:t>
            </a:r>
            <a:endParaRPr lang="en-US"/>
          </a:p>
        </p:txBody>
      </p:sp>
      <p:sp>
        <p:nvSpPr>
          <p:cNvPr id="21993" name="Dated historical pill">
            <a:extLst>
              <a:ext uri="{FF2B5EF4-FFF2-40B4-BE49-F238E27FC236}">
                <a16:creationId xmlns:a16="http://schemas.microsoft.com/office/drawing/2014/main" id="{AE95DB18-27F1-CC4D-A5EA-37D9604F0AAA}"/>
              </a:ext>
            </a:extLst>
          </p:cNvPr>
          <p:cNvSpPr/>
          <p:nvPr/>
        </p:nvSpPr>
        <p:spPr>
          <a:xfrm>
            <a:off x="701040" y="1508760"/>
            <a:ext cx="3081528"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HISTORICAL EVIDENCE</a:t>
            </a:r>
          </a:p>
          <a:p>
            <a:pPr algn="ctr">
              <a:buNone/>
            </a:pPr>
            <a:r>
              <a:rPr lang="en-US" sz="100">
                <a:effectLst/>
              </a:rPr>
              <a:t> </a:t>
            </a:r>
            <a:endParaRPr lang="en-US"/>
          </a:p>
        </p:txBody>
      </p:sp>
      <p:sp>
        <p:nvSpPr>
          <p:cNvPr id="22001" name="Outstanding pill 1">
            <a:extLst>
              <a:ext uri="{FF2B5EF4-FFF2-40B4-BE49-F238E27FC236}">
                <a16:creationId xmlns:a16="http://schemas.microsoft.com/office/drawing/2014/main" id="{840B158F-3BEC-2775-319E-5FB42B061227}"/>
              </a:ext>
            </a:extLst>
          </p:cNvPr>
          <p:cNvSpPr/>
          <p:nvPr/>
        </p:nvSpPr>
        <p:spPr>
          <a:xfrm>
            <a:off x="52730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10" name="Outstanding pill 2">
            <a:extLst>
              <a:ext uri="{FF2B5EF4-FFF2-40B4-BE49-F238E27FC236}">
                <a16:creationId xmlns:a16="http://schemas.microsoft.com/office/drawing/2014/main" id="{8137FD1B-3F23-C58D-099F-BE15E3CBC98D}"/>
              </a:ext>
            </a:extLst>
          </p:cNvPr>
          <p:cNvSpPr/>
          <p:nvPr/>
        </p:nvSpPr>
        <p:spPr>
          <a:xfrm>
            <a:off x="86258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20" name="Not equal">
            <a:extLst>
              <a:ext uri="{FF2B5EF4-FFF2-40B4-BE49-F238E27FC236}">
                <a16:creationId xmlns:a16="http://schemas.microsoft.com/office/drawing/2014/main" id="{6064A5E9-887C-D397-4092-9D9180CF8B90}"/>
              </a:ext>
            </a:extLst>
          </p:cNvPr>
          <p:cNvSpPr/>
          <p:nvPr/>
        </p:nvSpPr>
        <p:spPr>
          <a:xfrm>
            <a:off x="4572000" y="2160270"/>
            <a:ext cx="5486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4800" b="1">
                <a:solidFill>
                  <a:srgbClr val="173F35"/>
                </a:solidFill>
                <a:effectLst/>
                <a:latin typeface="Arial" panose="020B0604020202020204" pitchFamily="34" charset="0"/>
              </a:rPr>
              <a:t>≠</a:t>
            </a:r>
          </a:p>
          <a:p>
            <a:pPr algn="ctr">
              <a:buNone/>
            </a:pPr>
            <a:r>
              <a:rPr lang="en-US" sz="100">
                <a:effectLst/>
              </a:rPr>
              <a:t> </a:t>
            </a:r>
            <a:endParaRPr lang="en-US"/>
          </a:p>
        </p:txBody>
      </p:sp>
      <p:sp>
        <p:nvSpPr>
          <p:cNvPr id="22031" name="Template box">
            <a:extLst>
              <a:ext uri="{FF2B5EF4-FFF2-40B4-BE49-F238E27FC236}">
                <a16:creationId xmlns:a16="http://schemas.microsoft.com/office/drawing/2014/main" id="{7B25E447-ED10-0EF9-34D3-A8197A26540B}"/>
              </a:ext>
            </a:extLst>
          </p:cNvPr>
          <p:cNvSpPr/>
          <p:nvPr/>
        </p:nvSpPr>
        <p:spPr>
          <a:xfrm>
            <a:off x="548640" y="3886200"/>
            <a:ext cx="4023360" cy="185928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43" name="Gap box">
            <a:extLst>
              <a:ext uri="{FF2B5EF4-FFF2-40B4-BE49-F238E27FC236}">
                <a16:creationId xmlns:a16="http://schemas.microsoft.com/office/drawing/2014/main" id="{3C89BDD8-1B1B-9C94-EDAA-1A9AA0106400}"/>
              </a:ext>
            </a:extLst>
          </p:cNvPr>
          <p:cNvSpPr/>
          <p:nvPr/>
        </p:nvSpPr>
        <p:spPr>
          <a:xfrm>
            <a:off x="5120640" y="3886200"/>
            <a:ext cx="6522720" cy="1859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56" name="Fallback label">
            <a:extLst>
              <a:ext uri="{FF2B5EF4-FFF2-40B4-BE49-F238E27FC236}">
                <a16:creationId xmlns:a16="http://schemas.microsoft.com/office/drawing/2014/main" id="{3C7A19E7-6795-F161-E047-E8263CD8C58B}"/>
              </a:ext>
            </a:extLst>
          </p:cNvPr>
          <p:cNvSpPr/>
          <p:nvPr/>
        </p:nvSpPr>
        <p:spPr>
          <a:xfrm>
            <a:off x="609600" y="4015740"/>
            <a:ext cx="3901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LABELLED FALLBACK</a:t>
            </a:r>
            <a:endParaRPr lang="en-US"/>
          </a:p>
        </p:txBody>
      </p:sp>
      <p:sp>
        <p:nvSpPr>
          <p:cNvPr id="22070" name="Gap label">
            <a:extLst>
              <a:ext uri="{FF2B5EF4-FFF2-40B4-BE49-F238E27FC236}">
                <a16:creationId xmlns:a16="http://schemas.microsoft.com/office/drawing/2014/main" id="{A2B56C63-9E99-4279-74C2-A18B03CBD578}"/>
              </a:ext>
            </a:extLst>
          </p:cNvPr>
          <p:cNvSpPr/>
          <p:nvPr/>
        </p:nvSpPr>
        <p:spPr>
          <a:xfrm>
            <a:off x="5181600" y="4015740"/>
            <a:ext cx="64008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WHAT THE PILOT ADDS</a:t>
            </a:r>
            <a:endParaRPr lang="en-US"/>
          </a:p>
        </p:txBody>
      </p:sp>
      <p:sp>
        <p:nvSpPr>
          <p:cNvPr id="59959" name="Statement 3">
            <a:extLst>
              <a:ext uri="{FF2B5EF4-FFF2-40B4-BE49-F238E27FC236}">
                <a16:creationId xmlns:a16="http://schemas.microsoft.com/office/drawing/2014/main" id="{56D9A094-965D-B609-CAD2-5CC3E8EC2DBF}"/>
              </a:ext>
            </a:extLst>
          </p:cNvPr>
          <p:cNvSpPr/>
          <p:nvPr/>
        </p:nvSpPr>
        <p:spPr>
          <a:xfrm>
            <a:off x="5181600" y="4404360"/>
            <a:ext cx="640080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Real invocation proven; calibrated quality and value come from the pilot</a:t>
            </a:r>
          </a:p>
          <a:p>
            <a:pPr algn="l">
              <a:buNone/>
            </a:pPr>
            <a:r>
              <a:rPr lang="en-US" sz="1800">
                <a:solidFill>
                  <a:srgbClr val="173F35"/>
                </a:solidFill>
                <a:effectLst/>
                <a:latin typeface="Arial" panose="020B0604020202020204" pitchFamily="34" charset="0"/>
              </a:rPr>
              <a:t>Live readiness is re-checked before every run, never assumed.</a:t>
            </a:r>
            <a:endParaRPr lang="en-US"/>
          </a:p>
        </p:txBody>
      </p:sp>
      <p:sp>
        <p:nvSpPr>
          <p:cNvPr id="59961" name="Statement 2">
            <a:extLst>
              <a:ext uri="{FF2B5EF4-FFF2-40B4-BE49-F238E27FC236}">
                <a16:creationId xmlns:a16="http://schemas.microsoft.com/office/drawing/2014/main" id="{48445B65-9CCF-9498-7B80-3D7792851785}"/>
              </a:ext>
            </a:extLst>
          </p:cNvPr>
          <p:cNvSpPr/>
          <p:nvPr/>
        </p:nvSpPr>
        <p:spPr>
          <a:xfrm>
            <a:off x="609600" y="4404360"/>
            <a:ext cx="390144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Template/replay is clearly labelled as a fallback</a:t>
            </a:r>
          </a:p>
          <a:p>
            <a:pPr algn="l">
              <a:buNone/>
            </a:pPr>
            <a:r>
              <a:rPr lang="en-US" sz="1600">
                <a:solidFill>
                  <a:srgbClr val="173F35"/>
                </a:solidFill>
                <a:effectLst/>
                <a:latin typeface="Arial" panose="020B0604020202020204" pitchFamily="34" charset="0"/>
              </a:rPr>
              <a:t>The real-inference gate runs on live model calls.</a:t>
            </a:r>
            <a:endParaRPr lang="en-US"/>
          </a:p>
        </p:txBody>
      </p:sp>
      <p:sp>
        <p:nvSpPr>
          <p:cNvPr id="2" name="Appendix topic destination">
            <a:hlinkClick r:id="rId3" action="ppaction://hlinksldjump"/>
            <a:extLst>
              <a:ext uri="{FF2B5EF4-FFF2-40B4-BE49-F238E27FC236}">
                <a16:creationId xmlns:a16="http://schemas.microsoft.com/office/drawing/2014/main" id="{70B1BD13-38D5-DC29-94DC-F97082C056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Tree>
    <p:extLst>
      <p:ext uri="{BB962C8B-B14F-4D97-AF65-F5344CB8AC3E}">
        <p14:creationId xmlns:p14="http://schemas.microsoft.com/office/powerpoint/2010/main" val="8118202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253" name="Eyebrow">
            <a:extLst>
              <a:ext uri="{FF2B5EF4-FFF2-40B4-BE49-F238E27FC236}">
                <a16:creationId xmlns:a16="http://schemas.microsoft.com/office/drawing/2014/main" id="{EF6C7859-BF91-9C9A-1779-CE72FE202E9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B12 · CEO / COO / PANEL</a:t>
            </a:r>
          </a:p>
          <a:p>
            <a:pPr algn="l">
              <a:buNone/>
            </a:pPr>
            <a:r>
              <a:rPr lang="en-US" sz="100">
                <a:effectLst/>
              </a:rPr>
              <a:t> </a:t>
            </a:r>
            <a:endParaRPr lang="en-US"/>
          </a:p>
        </p:txBody>
      </p:sp>
      <p:sp>
        <p:nvSpPr>
          <p:cNvPr id="4310" name="Slide title">
            <a:extLst>
              <a:ext uri="{FF2B5EF4-FFF2-40B4-BE49-F238E27FC236}">
                <a16:creationId xmlns:a16="http://schemas.microsoft.com/office/drawing/2014/main" id="{6E98BA1A-8FF4-A150-0130-1D2C99A5162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Did you validate this with real residents and staff?</a:t>
            </a:r>
          </a:p>
          <a:p>
            <a:pPr algn="l">
              <a:buNone/>
            </a:pPr>
            <a:r>
              <a:rPr lang="en-US" sz="100">
                <a:effectLst/>
              </a:rPr>
              <a:t> </a:t>
            </a:r>
            <a:endParaRPr lang="en-US"/>
          </a:p>
        </p:txBody>
      </p:sp>
      <p:sp>
        <p:nvSpPr>
          <p:cNvPr id="4368" name="Footer sources">
            <a:extLst>
              <a:ext uri="{FF2B5EF4-FFF2-40B4-BE49-F238E27FC236}">
                <a16:creationId xmlns:a16="http://schemas.microsoft.com/office/drawing/2014/main" id="{390EEA40-C0E1-3EB3-7519-F6512A7D628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E15 · E12</a:t>
            </a:r>
          </a:p>
          <a:p>
            <a:pPr algn="l">
              <a:buNone/>
            </a:pPr>
            <a:r>
              <a:rPr lang="en-US" sz="100">
                <a:effectLst/>
              </a:rPr>
              <a:t> </a:t>
            </a:r>
            <a:endParaRPr lang="en-US"/>
          </a:p>
        </p:txBody>
      </p:sp>
      <p:sp>
        <p:nvSpPr>
          <p:cNvPr id="4427" name="Footer navigation">
            <a:extLst>
              <a:ext uri="{FF2B5EF4-FFF2-40B4-BE49-F238E27FC236}">
                <a16:creationId xmlns:a16="http://schemas.microsoft.com/office/drawing/2014/main" id="{D3D159A6-5120-B803-54EC-4564A238A8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B12 · Index: slide 27</a:t>
            </a:r>
            <a:endParaRPr lang="en-US"/>
          </a:p>
        </p:txBody>
      </p:sp>
      <p:sp>
        <p:nvSpPr>
          <p:cNvPr id="4487" name="Return to interrupted calling slide">
            <a:hlinkClick r:id="" action="ppaction://hlinkshowjump?jump=lastslideviewed"/>
            <a:extLst>
              <a:ext uri="{FF2B5EF4-FFF2-40B4-BE49-F238E27FC236}">
                <a16:creationId xmlns:a16="http://schemas.microsoft.com/office/drawing/2014/main" id="{4F6A5625-77E3-F720-05DA-E217D97EFAB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3" action="ppaction://hlinksldjump"/>
            <a:extLst>
              <a:ext uri="{FF2B5EF4-FFF2-40B4-BE49-F238E27FC236}">
                <a16:creationId xmlns:a16="http://schemas.microsoft.com/office/drawing/2014/main" id="{E2E6F67F-CD8B-CD22-16EF-59603625BE4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S07 / slide 8</a:t>
            </a:r>
            <a:endParaRPr lang="en-US"/>
          </a:p>
        </p:txBody>
      </p:sp>
      <p:sp xmlns:p="http://schemas.openxmlformats.org/presentationml/2006/main" xmlns:a="http://schemas.openxmlformats.org/drawingml/2006/main">
        <p:nvSpPr>
          <p:cNvPr id="900000" name="Story-39-answer" descr="No direct resident or staff research has been completed for this design."/>
          <p:cNvSpPr txBox="1"/>
          <p:nvPr/>
        </p:nvSpPr>
        <p:spPr>
          <a:xfrm>
            <a:off x="548640" y="1417320"/>
            <a:ext cx="11091672" cy="384048"/>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No direct resident or staff research has been completed for this design.</a:t>
            </a:r>
          </a:p>
        </p:txBody>
      </p:sp>
      <p:sp xmlns:p="http://schemas.openxmlformats.org/presentationml/2006/main" xmlns:a="http://schemas.openxmlformats.org/drawingml/2006/main">
        <p:nvSpPr>
          <p:cNvPr id="900001" name="Story-39-scope" descr="Representative five-stage maps / pain hypotheses / desired gains, not measured outcomes"/>
          <p:cNvSpPr txBox="1"/>
          <p:nvPr/>
        </p:nvSpPr>
        <p:spPr>
          <a:xfrm>
            <a:off x="548640" y="1920240"/>
            <a:ext cx="11091672" cy="27432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Representative five-stage maps / pain hypotheses / desired gains, not measured outcomes</a:t>
            </a:r>
          </a:p>
        </p:txBody>
      </p:sp>
      <p:sp xmlns:p="http://schemas.openxmlformats.org/presentationml/2006/main" xmlns:a="http://schemas.openxmlformats.org/drawingml/2006/main">
        <p:nvSpPr>
          <p:cNvPr id="900002" name="Story-39-resident-label" descr="Resident"/>
          <p:cNvSpPr txBox="1"/>
          <p:nvPr/>
        </p:nvSpPr>
        <p:spPr>
          <a:xfrm>
            <a:off x="548640" y="2386584"/>
            <a:ext cx="1508760" cy="365760"/>
          </a:xfrm>
          <a:prstGeom prst="rect">
            <a:avLst/>
          </a:prstGeom>
          <a:noFill/>
          <a:ln>
            <a:noFill/>
          </a:ln>
        </p:spPr>
        <p:txBody>
          <a:bodyPr wrap="square" lIns="18288" rIns="18288" tIns="9144" bIns="9144" anchor="t">
            <a:noAutofit/>
          </a:bodyPr>
          <a:lstStyle/>
          <a:p>
            <a:pPr algn="l">
              <a:lnSpc>
                <a:spcPct val="105000"/>
              </a:lnSpc>
              <a:buNone/>
            </a:pPr>
            <a:r>
              <a:rPr lang="en-GB" sz="1800" b="1">
                <a:solidFill>
                  <a:srgbClr val="173F35"/>
                </a:solidFill>
                <a:latin typeface="Arial"/>
              </a:rPr>
              <a:t>Resident</a:t>
            </a:r>
          </a:p>
        </p:txBody>
      </p:sp>
      <p:sp xmlns:p="http://schemas.openxmlformats.org/presentationml/2006/main" xmlns:a="http://schemas.openxmlformats.org/drawingml/2006/main">
        <p:nvSpPr>
          <p:cNvPr id="900003" name="Story-39-resident-1" descr="1 Hear /&#10;report"/>
          <p:cNvSpPr txBox="1"/>
          <p:nvPr/>
        </p:nvSpPr>
        <p:spPr>
          <a:xfrm>
            <a:off x="2194560" y="2331720"/>
            <a:ext cx="1883664" cy="52120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1 Hear /</a:t>
            </a:r>
          </a:p>
          <a:p>
            <a:pPr algn="l">
              <a:lnSpc>
                <a:spcPct val="105000"/>
              </a:lnSpc>
              <a:buNone/>
            </a:pPr>
            <a:r>
              <a:rPr lang="en-GB" sz="1400" b="1">
                <a:solidFill>
                  <a:srgbClr val="173F35"/>
                </a:solidFill>
                <a:latin typeface="Arial"/>
              </a:rPr>
              <a:t>report</a:t>
            </a:r>
          </a:p>
        </p:txBody>
      </p:sp>
      <p:sp xmlns:p="http://schemas.openxmlformats.org/presentationml/2006/main" xmlns:a="http://schemas.openxmlformats.org/drawingml/2006/main">
        <p:nvSpPr>
          <p:cNvPr id="900004" name="Story-39-resident-2" descr="2 Survey"/>
          <p:cNvSpPr txBox="1"/>
          <p:nvPr/>
        </p:nvSpPr>
        <p:spPr>
          <a:xfrm>
            <a:off x="4078224" y="2331720"/>
            <a:ext cx="1883664" cy="521208"/>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2 Survey</a:t>
            </a:r>
          </a:p>
        </p:txBody>
      </p:sp>
      <p:sp xmlns:p="http://schemas.openxmlformats.org/presentationml/2006/main" xmlns:a="http://schemas.openxmlformats.org/drawingml/2006/main">
        <p:nvSpPr>
          <p:cNvPr id="900005" name="Story-39-resident-3" descr="3 Choose&#10;works"/>
          <p:cNvSpPr txBox="1"/>
          <p:nvPr/>
        </p:nvSpPr>
        <p:spPr>
          <a:xfrm>
            <a:off x="5961888" y="2331720"/>
            <a:ext cx="1883664" cy="52120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3 Choose</a:t>
            </a:r>
          </a:p>
          <a:p>
            <a:pPr algn="l">
              <a:lnSpc>
                <a:spcPct val="105000"/>
              </a:lnSpc>
              <a:buNone/>
            </a:pPr>
            <a:r>
              <a:rPr lang="en-GB" sz="1400" b="1">
                <a:solidFill>
                  <a:srgbClr val="173F35"/>
                </a:solidFill>
                <a:latin typeface="Arial"/>
              </a:rPr>
              <a:t>works</a:t>
            </a:r>
          </a:p>
        </p:txBody>
      </p:sp>
      <p:sp xmlns:p="http://schemas.openxmlformats.org/presentationml/2006/main" xmlns:a="http://schemas.openxmlformats.org/drawingml/2006/main">
        <p:nvSpPr>
          <p:cNvPr id="900006" name="Story-39-resident-4" descr="4 Appointment"/>
          <p:cNvSpPr txBox="1"/>
          <p:nvPr/>
        </p:nvSpPr>
        <p:spPr>
          <a:xfrm>
            <a:off x="7845552" y="2331720"/>
            <a:ext cx="1883664" cy="521208"/>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4 Appointment</a:t>
            </a:r>
          </a:p>
        </p:txBody>
      </p:sp>
      <p:sp xmlns:p="http://schemas.openxmlformats.org/presentationml/2006/main" xmlns:a="http://schemas.openxmlformats.org/drawingml/2006/main">
        <p:nvSpPr>
          <p:cNvPr id="900007" name="Story-39-resident-5" descr="5 Live with&#10;measures"/>
          <p:cNvSpPr txBox="1"/>
          <p:nvPr/>
        </p:nvSpPr>
        <p:spPr>
          <a:xfrm>
            <a:off x="9729216" y="2331720"/>
            <a:ext cx="1911096" cy="52120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5 Live with</a:t>
            </a:r>
          </a:p>
          <a:p>
            <a:pPr algn="l">
              <a:lnSpc>
                <a:spcPct val="105000"/>
              </a:lnSpc>
              <a:buNone/>
            </a:pPr>
            <a:r>
              <a:rPr lang="en-GB" sz="1400" b="1">
                <a:solidFill>
                  <a:srgbClr val="173F35"/>
                </a:solidFill>
                <a:latin typeface="Arial"/>
              </a:rPr>
              <a:t>measures</a:t>
            </a:r>
          </a:p>
        </p:txBody>
      </p:sp>
      <p:sp xmlns:p="http://schemas.openxmlformats.org/presentationml/2006/main" xmlns:a="http://schemas.openxmlformats.org/drawingml/2006/main">
        <p:nvSpPr>
          <p:cNvPr id="900008" name="Story-39-resident-pain" descr="Hypothesis: repeat story / pressure.  Gain sought: meaningful choice + owned aftercare."/>
          <p:cNvSpPr txBox="1"/>
          <p:nvPr/>
        </p:nvSpPr>
        <p:spPr>
          <a:xfrm>
            <a:off x="2194560" y="2926080"/>
            <a:ext cx="9445752" cy="29260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Hypothesis: repeat story / pressure.  Gain sought: meaningful choice + owned aftercare.</a:t>
            </a:r>
          </a:p>
        </p:txBody>
      </p:sp>
      <p:sp xmlns:p="http://schemas.openxmlformats.org/presentationml/2006/main" xmlns:a="http://schemas.openxmlformats.org/drawingml/2006/main">
        <p:nvSpPr>
          <p:cNvPr id="900009" name="Story-39-assessor-label" descr="Assessor"/>
          <p:cNvSpPr txBox="1"/>
          <p:nvPr/>
        </p:nvSpPr>
        <p:spPr>
          <a:xfrm>
            <a:off x="548640" y="3419856"/>
            <a:ext cx="1508760" cy="365760"/>
          </a:xfrm>
          <a:prstGeom prst="rect">
            <a:avLst/>
          </a:prstGeom>
          <a:noFill/>
          <a:ln>
            <a:noFill/>
          </a:ln>
        </p:spPr>
        <p:txBody>
          <a:bodyPr wrap="square" lIns="18288" rIns="18288" tIns="9144" bIns="9144" anchor="t">
            <a:noAutofit/>
          </a:bodyPr>
          <a:lstStyle/>
          <a:p>
            <a:pPr algn="l">
              <a:lnSpc>
                <a:spcPct val="105000"/>
              </a:lnSpc>
              <a:buNone/>
            </a:pPr>
            <a:r>
              <a:rPr lang="en-GB" sz="1800" b="1">
                <a:solidFill>
                  <a:srgbClr val="173F35"/>
                </a:solidFill>
                <a:latin typeface="Arial"/>
              </a:rPr>
              <a:t>Assessor</a:t>
            </a:r>
          </a:p>
        </p:txBody>
      </p:sp>
      <p:sp xmlns:p="http://schemas.openxmlformats.org/presentationml/2006/main" xmlns:a="http://schemas.openxmlformats.org/drawingml/2006/main">
        <p:nvSpPr>
          <p:cNvPr id="900010" name="Story-39-assessor-1" descr="1 Prepare"/>
          <p:cNvSpPr txBox="1"/>
          <p:nvPr/>
        </p:nvSpPr>
        <p:spPr>
          <a:xfrm>
            <a:off x="2194560" y="3364992"/>
            <a:ext cx="1883664" cy="52120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1 Prepare</a:t>
            </a:r>
          </a:p>
        </p:txBody>
      </p:sp>
      <p:sp xmlns:p="http://schemas.openxmlformats.org/presentationml/2006/main" xmlns:a="http://schemas.openxmlformats.org/drawingml/2006/main">
        <p:nvSpPr>
          <p:cNvPr id="900011" name="Story-39-assessor-2" descr="2 Arrange&#10;access"/>
          <p:cNvSpPr txBox="1"/>
          <p:nvPr/>
        </p:nvSpPr>
        <p:spPr>
          <a:xfrm>
            <a:off x="4078224" y="3364992"/>
            <a:ext cx="1883664" cy="521208"/>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2 Arrange</a:t>
            </a:r>
          </a:p>
          <a:p>
            <a:pPr algn="l">
              <a:lnSpc>
                <a:spcPct val="105000"/>
              </a:lnSpc>
              <a:buNone/>
            </a:pPr>
            <a:r>
              <a:rPr lang="en-GB" sz="1400" b="1">
                <a:solidFill>
                  <a:srgbClr val="173F35"/>
                </a:solidFill>
                <a:latin typeface="Arial"/>
              </a:rPr>
              <a:t>access</a:t>
            </a:r>
          </a:p>
        </p:txBody>
      </p:sp>
      <p:sp xmlns:p="http://schemas.openxmlformats.org/presentationml/2006/main" xmlns:a="http://schemas.openxmlformats.org/drawingml/2006/main">
        <p:nvSpPr>
          <p:cNvPr id="900012" name="Story-39-assessor-3" descr="3 Observe"/>
          <p:cNvSpPr txBox="1"/>
          <p:nvPr/>
        </p:nvSpPr>
        <p:spPr>
          <a:xfrm>
            <a:off x="5961888" y="3364992"/>
            <a:ext cx="1883664" cy="52120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3 Observe</a:t>
            </a:r>
          </a:p>
        </p:txBody>
      </p:sp>
      <p:sp xmlns:p="http://schemas.openxmlformats.org/presentationml/2006/main" xmlns:a="http://schemas.openxmlformats.org/drawingml/2006/main">
        <p:nvSpPr>
          <p:cNvPr id="900013" name="Story-39-assessor-4" descr="4 Write up"/>
          <p:cNvSpPr txBox="1"/>
          <p:nvPr/>
        </p:nvSpPr>
        <p:spPr>
          <a:xfrm>
            <a:off x="7845552" y="3364992"/>
            <a:ext cx="1883664" cy="521208"/>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4 Write up</a:t>
            </a:r>
          </a:p>
        </p:txBody>
      </p:sp>
      <p:sp xmlns:p="http://schemas.openxmlformats.org/presentationml/2006/main" xmlns:a="http://schemas.openxmlformats.org/drawingml/2006/main">
        <p:nvSpPr>
          <p:cNvPr id="900014" name="Story-39-assessor-5" descr="5 Clarify /&#10;revisit"/>
          <p:cNvSpPr txBox="1"/>
          <p:nvPr/>
        </p:nvSpPr>
        <p:spPr>
          <a:xfrm>
            <a:off x="9729216" y="3364992"/>
            <a:ext cx="1911096" cy="52120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5 Clarify /</a:t>
            </a:r>
          </a:p>
          <a:p>
            <a:pPr algn="l">
              <a:lnSpc>
                <a:spcPct val="105000"/>
              </a:lnSpc>
              <a:buNone/>
            </a:pPr>
            <a:r>
              <a:rPr lang="en-GB" sz="1400" b="1">
                <a:solidFill>
                  <a:srgbClr val="173F35"/>
                </a:solidFill>
                <a:latin typeface="Arial"/>
              </a:rPr>
              <a:t>revisit</a:t>
            </a:r>
          </a:p>
        </p:txBody>
      </p:sp>
      <p:sp xmlns:p="http://schemas.openxmlformats.org/presentationml/2006/main" xmlns:a="http://schemas.openxmlformats.org/drawingml/2006/main">
        <p:nvSpPr>
          <p:cNvPr id="900015" name="Story-39-assessor-pain" descr="Hypothesis: missing records / re-keying.  Gain sought: a sourced, traceable assessment."/>
          <p:cNvSpPr txBox="1"/>
          <p:nvPr/>
        </p:nvSpPr>
        <p:spPr>
          <a:xfrm>
            <a:off x="2194560" y="3959352"/>
            <a:ext cx="9445752" cy="29260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Hypothesis: missing records / re-keying.  Gain sought: a sourced, traceable assessment.</a:t>
            </a:r>
          </a:p>
        </p:txBody>
      </p:sp>
      <p:sp xmlns:p="http://schemas.openxmlformats.org/presentationml/2006/main" xmlns:a="http://schemas.openxmlformats.org/drawingml/2006/main">
        <p:nvSpPr>
          <p:cNvPr id="900016" name="Story-39-finance-label" descr="Finance&#10;preparer"/>
          <p:cNvSpPr txBox="1"/>
          <p:nvPr/>
        </p:nvSpPr>
        <p:spPr>
          <a:xfrm>
            <a:off x="548640" y="4416552"/>
            <a:ext cx="1508760" cy="658368"/>
          </a:xfrm>
          <a:prstGeom prst="rect">
            <a:avLst/>
          </a:prstGeom>
          <a:noFill/>
          <a:ln>
            <a:noFill/>
          </a:ln>
        </p:spPr>
        <p:txBody>
          <a:bodyPr wrap="square" lIns="18288" rIns="18288" tIns="9144" bIns="9144" anchor="t">
            <a:noAutofit/>
          </a:bodyPr>
          <a:lstStyle/>
          <a:p>
            <a:pPr algn="l">
              <a:lnSpc>
                <a:spcPct val="105000"/>
              </a:lnSpc>
              <a:buNone/>
            </a:pPr>
            <a:r>
              <a:rPr lang="en-GB" sz="1800" b="1">
                <a:solidFill>
                  <a:srgbClr val="173F35"/>
                </a:solidFill>
                <a:latin typeface="Arial"/>
              </a:rPr>
              <a:t>Finance</a:t>
            </a:r>
          </a:p>
          <a:p>
            <a:pPr algn="l">
              <a:lnSpc>
                <a:spcPct val="105000"/>
              </a:lnSpc>
              <a:buNone/>
            </a:pPr>
            <a:r>
              <a:rPr lang="en-GB" sz="1800" b="1">
                <a:solidFill>
                  <a:srgbClr val="173F35"/>
                </a:solidFill>
                <a:latin typeface="Arial"/>
              </a:rPr>
              <a:t>preparer</a:t>
            </a:r>
          </a:p>
        </p:txBody>
      </p:sp>
      <p:sp xmlns:p="http://schemas.openxmlformats.org/presentationml/2006/main" xmlns:a="http://schemas.openxmlformats.org/drawingml/2006/main">
        <p:nvSpPr>
          <p:cNvPr id="900017" name="Story-39-finance-1" descr="1 Establish&#10;need"/>
          <p:cNvSpPr txBox="1"/>
          <p:nvPr/>
        </p:nvSpPr>
        <p:spPr>
          <a:xfrm>
            <a:off x="2194560" y="4398264"/>
            <a:ext cx="1883664" cy="52120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1 Establish</a:t>
            </a:r>
          </a:p>
          <a:p>
            <a:pPr algn="l">
              <a:lnSpc>
                <a:spcPct val="105000"/>
              </a:lnSpc>
              <a:buNone/>
            </a:pPr>
            <a:r>
              <a:rPr lang="en-GB" sz="1400" b="1">
                <a:solidFill>
                  <a:srgbClr val="173F35"/>
                </a:solidFill>
                <a:latin typeface="Arial"/>
              </a:rPr>
              <a:t>need</a:t>
            </a:r>
          </a:p>
        </p:txBody>
      </p:sp>
      <p:sp xmlns:p="http://schemas.openxmlformats.org/presentationml/2006/main" xmlns:a="http://schemas.openxmlformats.org/drawingml/2006/main">
        <p:nvSpPr>
          <p:cNvPr id="900018" name="Story-39-finance-2" descr="2 Check route"/>
          <p:cNvSpPr txBox="1"/>
          <p:nvPr/>
        </p:nvSpPr>
        <p:spPr>
          <a:xfrm>
            <a:off x="4078224" y="4398264"/>
            <a:ext cx="1883664" cy="521208"/>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2 Check route</a:t>
            </a:r>
          </a:p>
        </p:txBody>
      </p:sp>
      <p:sp xmlns:p="http://schemas.openxmlformats.org/presentationml/2006/main" xmlns:a="http://schemas.openxmlformats.org/drawingml/2006/main">
        <p:nvSpPr>
          <p:cNvPr id="900019" name="Story-39-finance-3" descr="3 Assemble&#10;case"/>
          <p:cNvSpPr txBox="1"/>
          <p:nvPr/>
        </p:nvSpPr>
        <p:spPr>
          <a:xfrm>
            <a:off x="5961888" y="4398264"/>
            <a:ext cx="1883664" cy="52120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3 Assemble</a:t>
            </a:r>
          </a:p>
          <a:p>
            <a:pPr algn="l">
              <a:lnSpc>
                <a:spcPct val="105000"/>
              </a:lnSpc>
              <a:buNone/>
            </a:pPr>
            <a:r>
              <a:rPr lang="en-GB" sz="1400" b="1">
                <a:solidFill>
                  <a:srgbClr val="173F35"/>
                </a:solidFill>
                <a:latin typeface="Arial"/>
              </a:rPr>
              <a:t>case</a:t>
            </a:r>
          </a:p>
        </p:txBody>
      </p:sp>
      <p:sp xmlns:p="http://schemas.openxmlformats.org/presentationml/2006/main" xmlns:a="http://schemas.openxmlformats.org/drawingml/2006/main">
        <p:nvSpPr>
          <p:cNvPr id="900020" name="Story-39-finance-4" descr="4 Maintain&#10;claim"/>
          <p:cNvSpPr txBox="1"/>
          <p:nvPr/>
        </p:nvSpPr>
        <p:spPr>
          <a:xfrm>
            <a:off x="7845552" y="4398264"/>
            <a:ext cx="1883664" cy="521208"/>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4 Maintain</a:t>
            </a:r>
          </a:p>
          <a:p>
            <a:pPr algn="l">
              <a:lnSpc>
                <a:spcPct val="105000"/>
              </a:lnSpc>
              <a:buNone/>
            </a:pPr>
            <a:r>
              <a:rPr lang="en-GB" sz="1400" b="1">
                <a:solidFill>
                  <a:srgbClr val="173F35"/>
                </a:solidFill>
                <a:latin typeface="Arial"/>
              </a:rPr>
              <a:t>claim</a:t>
            </a:r>
          </a:p>
        </p:txBody>
      </p:sp>
      <p:sp xmlns:p="http://schemas.openxmlformats.org/presentationml/2006/main" xmlns:a="http://schemas.openxmlformats.org/drawingml/2006/main">
        <p:nvSpPr>
          <p:cNvPr id="900021" name="Story-39-finance-5" descr="5 Reconcile"/>
          <p:cNvSpPr txBox="1"/>
          <p:nvPr/>
        </p:nvSpPr>
        <p:spPr>
          <a:xfrm>
            <a:off x="9729216" y="4398264"/>
            <a:ext cx="1911096" cy="52120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5 Reconcile</a:t>
            </a:r>
          </a:p>
        </p:txBody>
      </p:sp>
      <p:sp xmlns:p="http://schemas.openxmlformats.org/presentationml/2006/main" xmlns:a="http://schemas.openxmlformats.org/drawingml/2006/main">
        <p:nvSpPr>
          <p:cNvPr id="900022" name="Story-39-finance-pain" descr="Hypothesis: conflicting versions / unsupported scope.  Gain sought: a defensible pack."/>
          <p:cNvSpPr txBox="1"/>
          <p:nvPr/>
        </p:nvSpPr>
        <p:spPr>
          <a:xfrm>
            <a:off x="2194560" y="4992624"/>
            <a:ext cx="9445752" cy="29260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Hypothesis: conflicting versions / unsupported scope.  Gain sought: a defensible pack.</a:t>
            </a:r>
          </a:p>
        </p:txBody>
      </p:sp>
      <p:sp xmlns:p="http://schemas.openxmlformats.org/presentationml/2006/main" xmlns:a="http://schemas.openxmlformats.org/drawingml/2006/main">
        <p:nvSpPr>
          <p:cNvPr id="900023" name="Story-39-next" descr="Next: direct task/comprehension tests, assisted routes, real handoffs and net effort. No endorsement."/>
          <p:cNvSpPr txBox="1"/>
          <p:nvPr/>
        </p:nvSpPr>
        <p:spPr>
          <a:xfrm>
            <a:off x="548640" y="5468112"/>
            <a:ext cx="11091672" cy="320040"/>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173F35"/>
                </a:solidFill>
                <a:latin typeface="Arial"/>
              </a:rPr>
              <a:t>Next: direct task/comprehension tests, assisted routes, real handoffs and net effort. No endorsement.</a:t>
            </a:r>
          </a:p>
        </p:txBody>
      </p:sp>
      <p:sp xmlns:p="http://schemas.openxmlformats.org/presentationml/2006/main" xmlns:a="http://schemas.openxmlformats.org/drawingml/2006/main">
        <p:nvSpPr>
          <p:cNvPr id="900024" name="Story-39-atlas-source" descr="Current source: journey atlas, 14 Oct 2026 research / 23 Oct reconciliation; representative hypotheses, not user validation."/>
          <p:cNvSpPr txBox="1"/>
          <p:nvPr/>
        </p:nvSpPr>
        <p:spPr>
          <a:xfrm>
            <a:off x="548640" y="5852160"/>
            <a:ext cx="11091672" cy="246888"/>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Current source: journey atlas, 14 Oct 2026 research / 23 Oct reconciliation; representative hypotheses, not user validation.</a:t>
            </a:r>
          </a:p>
        </p:txBody>
      </p:sp>
    </p:spTree>
    <p:extLst>
      <p:ext uri="{BB962C8B-B14F-4D97-AF65-F5344CB8AC3E}">
        <p14:creationId xmlns:p14="http://schemas.microsoft.com/office/powerpoint/2010/main" val="1237582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548" name="Eyebrow">
            <a:extLst>
              <a:ext uri="{FF2B5EF4-FFF2-40B4-BE49-F238E27FC236}">
                <a16:creationId xmlns:a16="http://schemas.microsoft.com/office/drawing/2014/main" id="{1C1351E0-1768-E38C-1EED-2518B055CD8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B13 · CIO / ENGINEERING LEADER / PANEL</a:t>
            </a:r>
          </a:p>
          <a:p>
            <a:pPr algn="l">
              <a:buNone/>
            </a:pPr>
            <a:r>
              <a:rPr lang="en-US" sz="100">
                <a:effectLst/>
              </a:rPr>
              <a:t> </a:t>
            </a:r>
            <a:endParaRPr lang="en-US"/>
          </a:p>
        </p:txBody>
      </p:sp>
      <p:sp>
        <p:nvSpPr>
          <p:cNvPr id="4610" name="Slide title">
            <a:extLst>
              <a:ext uri="{FF2B5EF4-FFF2-40B4-BE49-F238E27FC236}">
                <a16:creationId xmlns:a16="http://schemas.microsoft.com/office/drawing/2014/main" id="{13C20043-16A9-169E-3FD6-7D4A0D64345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did the requirements become an agent-delivered backlog?</a:t>
            </a:r>
          </a:p>
          <a:p>
            <a:pPr algn="l">
              <a:buNone/>
            </a:pPr>
            <a:r>
              <a:rPr lang="en-US" sz="100">
                <a:effectLst/>
              </a:rPr>
              <a:t> </a:t>
            </a:r>
            <a:endParaRPr lang="en-US"/>
          </a:p>
        </p:txBody>
      </p:sp>
      <p:sp>
        <p:nvSpPr>
          <p:cNvPr id="4673" name="Footer sources">
            <a:extLst>
              <a:ext uri="{FF2B5EF4-FFF2-40B4-BE49-F238E27FC236}">
                <a16:creationId xmlns:a16="http://schemas.microsoft.com/office/drawing/2014/main" id="{F40E214E-C1B7-751B-033E-C6C98549E82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E16 · E17 · E20</a:t>
            </a:r>
          </a:p>
          <a:p>
            <a:pPr algn="l">
              <a:buNone/>
            </a:pPr>
            <a:r>
              <a:rPr lang="en-US" sz="100">
                <a:effectLst/>
              </a:rPr>
              <a:t> </a:t>
            </a:r>
            <a:endParaRPr lang="en-US"/>
          </a:p>
        </p:txBody>
      </p:sp>
      <p:sp>
        <p:nvSpPr>
          <p:cNvPr id="4737" name="Footer navigation">
            <a:extLst>
              <a:ext uri="{FF2B5EF4-FFF2-40B4-BE49-F238E27FC236}">
                <a16:creationId xmlns:a16="http://schemas.microsoft.com/office/drawing/2014/main" id="{84CE1A36-2658-39DF-D368-9D934B68481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B13 · Index: slide 27</a:t>
            </a:r>
            <a:endParaRPr lang="en-US"/>
          </a:p>
        </p:txBody>
      </p:sp>
      <p:sp>
        <p:nvSpPr>
          <p:cNvPr id="4802" name="Return to interrupted calling slide">
            <a:hlinkClick r:id="" action="ppaction://hlinkshowjump?jump=lastslideviewed"/>
            <a:extLst>
              <a:ext uri="{FF2B5EF4-FFF2-40B4-BE49-F238E27FC236}">
                <a16:creationId xmlns:a16="http://schemas.microsoft.com/office/drawing/2014/main" id="{C21CAE6A-545D-B77B-CA2C-EB6E948B352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3" action="ppaction://hlinksldjump"/>
            <a:extLst>
              <a:ext uri="{FF2B5EF4-FFF2-40B4-BE49-F238E27FC236}">
                <a16:creationId xmlns:a16="http://schemas.microsoft.com/office/drawing/2014/main" id="{CD4BC0CC-B89B-B4AF-15B6-2D22FC2A4D1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S19 / slide 22</a:t>
            </a:r>
            <a:endParaRPr lang="en-US"/>
          </a:p>
        </p:txBody>
      </p:sp>
      <p:sp xmlns:p="http://schemas.openxmlformats.org/presentationml/2006/main" xmlns:a="http://schemas.openxmlformats.org/drawingml/2006/main">
        <p:nvSpPr>
          <p:cNvPr id="900000" name="Story-40-trace-date" descr="CONCRETE BACKLOG TRACE / retained 23 Oct 2026 deck snapshot"/>
          <p:cNvSpPr txBox="1"/>
          <p:nvPr/>
        </p:nvSpPr>
        <p:spPr>
          <a:xfrm>
            <a:off x="548640" y="1399032"/>
            <a:ext cx="11091672" cy="283464"/>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173F35"/>
                </a:solidFill>
                <a:latin typeface="Arial"/>
              </a:rPr>
              <a:t>CONCRETE BACKLOG TRACE / retained 23 Oct 2026 deck snapshot</a:t>
            </a:r>
          </a:p>
        </p:txBody>
      </p:sp>
      <p:sp xmlns:p="http://schemas.openxmlformats.org/presentationml/2006/main" xmlns:a="http://schemas.openxmlformats.org/drawingml/2006/main">
        <p:nvSpPr>
          <p:cNvPr id="900001" name="Story-40-trace-1" descr="BRD / PRD"/>
          <p:cNvSpPr txBox="1"/>
          <p:nvPr/>
        </p:nvSpPr>
        <p:spPr>
          <a:xfrm>
            <a:off x="548640" y="1792224"/>
            <a:ext cx="2218334" cy="47548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BRD / PRD</a:t>
            </a:r>
          </a:p>
        </p:txBody>
      </p:sp>
      <p:sp xmlns:p="http://schemas.openxmlformats.org/presentationml/2006/main" xmlns:a="http://schemas.openxmlformats.org/drawingml/2006/main">
        <p:nvSpPr>
          <p:cNvPr id="900002" name="Story-40-trace-2" descr="Epic #73"/>
          <p:cNvSpPr txBox="1"/>
          <p:nvPr/>
        </p:nvSpPr>
        <p:spPr>
          <a:xfrm>
            <a:off x="2766974" y="1792224"/>
            <a:ext cx="2218334" cy="475488"/>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Epic #73</a:t>
            </a:r>
          </a:p>
        </p:txBody>
      </p:sp>
      <p:sp xmlns:p="http://schemas.openxmlformats.org/presentationml/2006/main" xmlns:a="http://schemas.openxmlformats.org/drawingml/2006/main">
        <p:nvSpPr>
          <p:cNvPr id="900003" name="Story-40-trace-3" descr="Feature #76"/>
          <p:cNvSpPr txBox="1"/>
          <p:nvPr/>
        </p:nvSpPr>
        <p:spPr>
          <a:xfrm>
            <a:off x="4985309" y="1792224"/>
            <a:ext cx="2218334" cy="47548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Feature #76</a:t>
            </a:r>
          </a:p>
        </p:txBody>
      </p:sp>
      <p:sp xmlns:p="http://schemas.openxmlformats.org/presentationml/2006/main" xmlns:a="http://schemas.openxmlformats.org/drawingml/2006/main">
        <p:nvSpPr>
          <p:cNvPr id="900004" name="Story-40-trace-4" descr="Story #77"/>
          <p:cNvSpPr txBox="1"/>
          <p:nvPr/>
        </p:nvSpPr>
        <p:spPr>
          <a:xfrm>
            <a:off x="7203643" y="1792224"/>
            <a:ext cx="2218334" cy="475488"/>
          </a:xfrm>
          <a:prstGeom prst="chevron">
            <a:avLst>
              <a:gd name="adj" fmla="val 10000"/>
            </a:avLst>
          </a:prstGeom>
          <a:solidFill>
            <a:srgbClr val="CEDFD6"/>
          </a:solid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Story #77</a:t>
            </a:r>
          </a:p>
        </p:txBody>
      </p:sp>
      <p:sp xmlns:p="http://schemas.openxmlformats.org/presentationml/2006/main" xmlns:a="http://schemas.openxmlformats.org/drawingml/2006/main">
        <p:nvSpPr>
          <p:cNvPr id="900005" name="Story-40-trace-5" descr="PR #376"/>
          <p:cNvSpPr txBox="1"/>
          <p:nvPr/>
        </p:nvSpPr>
        <p:spPr>
          <a:xfrm>
            <a:off x="9421978" y="1792224"/>
            <a:ext cx="2218334" cy="475488"/>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PR #376</a:t>
            </a:r>
          </a:p>
        </p:txBody>
      </p:sp>
      <p:sp xmlns:p="http://schemas.openxmlformats.org/presentationml/2006/main" xmlns:a="http://schemas.openxmlformats.org/drawingml/2006/main">
        <p:nvSpPr>
          <p:cNvPr id="900006" name="Story-40-trace-limit" descr="PR evidence is not whole-journey acceptance. HVE has human stops; the coordinator was owner-designed."/>
          <p:cNvSpPr txBox="1"/>
          <p:nvPr/>
        </p:nvSpPr>
        <p:spPr>
          <a:xfrm>
            <a:off x="548640" y="2386584"/>
            <a:ext cx="11091672" cy="29260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PR evidence is not whole-journey acceptance. HVE has human stops; the coordinator was owner-designed.</a:t>
            </a:r>
          </a:p>
        </p:txBody>
      </p:sp>
      <p:sp xmlns:p="http://schemas.openxmlformats.org/presentationml/2006/main" xmlns:a="http://schemas.openxmlformats.org/drawingml/2006/main">
        <p:nvSpPr>
          <p:cNvPr id="900007" name="Story-40-question" descr="Paper's bounded test: can another agent supply reflection between features?"/>
          <p:cNvSpPr txBox="1"/>
          <p:nvPr/>
        </p:nvSpPr>
        <p:spPr>
          <a:xfrm>
            <a:off x="548640" y="2862072"/>
            <a:ext cx="11091672" cy="393192"/>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Paper's bounded test: can another agent supply reflection between features?</a:t>
            </a:r>
          </a:p>
        </p:txBody>
      </p:sp>
      <p:sp xmlns:p="http://schemas.openxmlformats.org/presentationml/2006/main" xmlns:a="http://schemas.openxmlformats.org/drawingml/2006/main">
        <p:nvSpPr>
          <p:cNvPr id="900008" name="Story-40-arm-a-bg" descr=""/>
          <p:cNvSpPr txBox="1"/>
          <p:nvPr/>
        </p:nvSpPr>
        <p:spPr>
          <a:xfrm>
            <a:off x="548640" y="3456432"/>
            <a:ext cx="3474720" cy="1115568"/>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40-arm-b-bg" descr=""/>
          <p:cNvSpPr txBox="1"/>
          <p:nvPr/>
        </p:nvSpPr>
        <p:spPr>
          <a:xfrm>
            <a:off x="4361688" y="3456432"/>
            <a:ext cx="3474720" cy="1115568"/>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0" name="Story-40-arm-c-bg" descr=""/>
          <p:cNvSpPr txBox="1"/>
          <p:nvPr/>
        </p:nvSpPr>
        <p:spPr>
          <a:xfrm>
            <a:off x="8174736" y="3456432"/>
            <a:ext cx="3465576" cy="1115568"/>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40-arm-a" descr="A / Feature only"/>
          <p:cNvSpPr txBox="1"/>
          <p:nvPr/>
        </p:nvSpPr>
        <p:spPr>
          <a:xfrm>
            <a:off x="731520" y="3611880"/>
            <a:ext cx="3108960" cy="347472"/>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A / Feature only</a:t>
            </a:r>
          </a:p>
        </p:txBody>
      </p:sp>
      <p:sp xmlns:p="http://schemas.openxmlformats.org/presentationml/2006/main" xmlns:a="http://schemas.openxmlformats.org/drawingml/2006/main">
        <p:nvSpPr>
          <p:cNvPr id="900012" name="Story-40-arm-a-detail" descr="No extra review budget"/>
          <p:cNvSpPr txBox="1"/>
          <p:nvPr/>
        </p:nvSpPr>
        <p:spPr>
          <a:xfrm>
            <a:off x="731520" y="4105656"/>
            <a:ext cx="3108960" cy="283464"/>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No extra review budget</a:t>
            </a:r>
          </a:p>
        </p:txBody>
      </p:sp>
      <p:sp xmlns:p="http://schemas.openxmlformats.org/presentationml/2006/main" xmlns:a="http://schemas.openxmlformats.org/drawingml/2006/main">
        <p:nvSpPr>
          <p:cNvPr id="900013" name="Story-40-arm-b" descr="B / Consolidate"/>
          <p:cNvSpPr txBox="1"/>
          <p:nvPr/>
        </p:nvSpPr>
        <p:spPr>
          <a:xfrm>
            <a:off x="4544568" y="3611880"/>
            <a:ext cx="3108960" cy="347472"/>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B / Consolidate</a:t>
            </a:r>
          </a:p>
        </p:txBody>
      </p:sp>
      <p:sp xmlns:p="http://schemas.openxmlformats.org/presentationml/2006/main" xmlns:a="http://schemas.openxmlformats.org/drawingml/2006/main">
        <p:nvSpPr>
          <p:cNvPr id="900014" name="Story-40-arm-b-detail" descr="Review / refactor + tests / note"/>
          <p:cNvSpPr txBox="1"/>
          <p:nvPr/>
        </p:nvSpPr>
        <p:spPr>
          <a:xfrm>
            <a:off x="4544568" y="4105656"/>
            <a:ext cx="3108960" cy="283464"/>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Review / refactor + tests / note</a:t>
            </a:r>
          </a:p>
        </p:txBody>
      </p:sp>
      <p:sp xmlns:p="http://schemas.openxmlformats.org/presentationml/2006/main" xmlns:a="http://schemas.openxmlformats.org/drawingml/2006/main">
        <p:nvSpPr>
          <p:cNvPr id="900015" name="Story-40-arm-c" descr="C / Read-only review"/>
          <p:cNvSpPr txBox="1"/>
          <p:nvPr/>
        </p:nvSpPr>
        <p:spPr>
          <a:xfrm>
            <a:off x="8357616" y="3611880"/>
            <a:ext cx="3099816" cy="347472"/>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C / Read-only review</a:t>
            </a:r>
          </a:p>
        </p:txBody>
      </p:sp>
      <p:sp xmlns:p="http://schemas.openxmlformats.org/presentationml/2006/main" xmlns:a="http://schemas.openxmlformats.org/drawingml/2006/main">
        <p:nvSpPr>
          <p:cNvPr id="900016" name="Story-40-arm-c-detail" descr="Same extra budget as B"/>
          <p:cNvSpPr txBox="1"/>
          <p:nvPr/>
        </p:nvSpPr>
        <p:spPr>
          <a:xfrm>
            <a:off x="8357616" y="4105656"/>
            <a:ext cx="3099816" cy="283464"/>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Same extra budget as B</a:t>
            </a:r>
          </a:p>
        </p:txBody>
      </p:sp>
      <p:sp xmlns:p="http://schemas.openxmlformats.org/presentationml/2006/main" xmlns:a="http://schemas.openxmlformats.org/drawingml/2006/main">
        <p:nvSpPr>
          <p:cNvPr id="900017" name="Story-40-design" descr="Planned S1: 4 runs per arm / 10 features + CR1. Exploratory case, not causal proof."/>
          <p:cNvSpPr txBox="1"/>
          <p:nvPr/>
        </p:nvSpPr>
        <p:spPr>
          <a:xfrm>
            <a:off x="548640" y="4754880"/>
            <a:ext cx="11091672" cy="365760"/>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Planned S1: 4 runs per arm / 10 features + CR1. Exploratory case, not causal proof.</a:t>
            </a:r>
          </a:p>
        </p:txBody>
      </p:sp>
      <p:sp xmlns:p="http://schemas.openxmlformats.org/presentationml/2006/main" xmlns:a="http://schemas.openxmlformats.org/drawingml/2006/main">
        <p:nvSpPr>
          <p:cNvPr id="900018" name="Story-40-paused" descr="PAUSED / registration pending / no results. B/C have extra time vs A; tests and notes also differ."/>
          <p:cNvSpPr txBox="1"/>
          <p:nvPr/>
        </p:nvSpPr>
        <p:spPr>
          <a:xfrm>
            <a:off x="548640" y="5330952"/>
            <a:ext cx="11091672" cy="320040"/>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PAUSED / registration pending / no results. B/C have extra time vs A; tests and notes also differ.</a:t>
            </a:r>
          </a:p>
        </p:txBody>
      </p:sp>
      <p:sp xmlns:p="http://schemas.openxmlformats.org/presentationml/2006/main" xmlns:a="http://schemas.openxmlformats.org/drawingml/2006/main">
        <p:nvSpPr>
          <p:cNvPr id="900019" name="Story-40-paper-source" descr="Current source: Everything But the Software, draft + author clarification, 25 Oct 2026. Historical trace retained above."/>
          <p:cNvSpPr txBox="1"/>
          <p:nvPr/>
        </p:nvSpPr>
        <p:spPr>
          <a:xfrm>
            <a:off x="548640" y="5815584"/>
            <a:ext cx="11091672" cy="26517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Historical trace retained above.</a:t>
            </a:r>
          </a:p>
        </p:txBody>
      </p:sp>
    </p:spTree>
    <p:extLst>
      <p:ext uri="{BB962C8B-B14F-4D97-AF65-F5344CB8AC3E}">
        <p14:creationId xmlns:p14="http://schemas.microsoft.com/office/powerpoint/2010/main" val="34132203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868" name="Eyebrow">
            <a:extLst>
              <a:ext uri="{FF2B5EF4-FFF2-40B4-BE49-F238E27FC236}">
                <a16:creationId xmlns:a16="http://schemas.microsoft.com/office/drawing/2014/main" id="{B1704545-1F34-0EED-6586-180400FA654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B14 · INNOVATION LEADER / CTO</a:t>
            </a:r>
          </a:p>
          <a:p>
            <a:pPr algn="l">
              <a:buNone/>
            </a:pPr>
            <a:r>
              <a:rPr lang="en-US" sz="100">
                <a:effectLst/>
              </a:rPr>
              <a:t> </a:t>
            </a:r>
            <a:endParaRPr lang="en-US"/>
          </a:p>
        </p:txBody>
      </p:sp>
      <p:sp>
        <p:nvSpPr>
          <p:cNvPr id="4935" name="Slide title">
            <a:extLst>
              <a:ext uri="{FF2B5EF4-FFF2-40B4-BE49-F238E27FC236}">
                <a16:creationId xmlns:a16="http://schemas.microsoft.com/office/drawing/2014/main" id="{7296AEAB-9EA2-AAAF-F6A8-3E033D0821D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actually agentic if so much is deterministic?</a:t>
            </a:r>
          </a:p>
          <a:p>
            <a:pPr algn="l">
              <a:buNone/>
            </a:pPr>
            <a:r>
              <a:rPr lang="en-US" sz="100">
                <a:effectLst/>
              </a:rPr>
              <a:t> </a:t>
            </a:r>
            <a:endParaRPr lang="en-US"/>
          </a:p>
        </p:txBody>
      </p:sp>
      <p:sp>
        <p:nvSpPr>
          <p:cNvPr id="5003" name="Footer sources">
            <a:extLst>
              <a:ext uri="{FF2B5EF4-FFF2-40B4-BE49-F238E27FC236}">
                <a16:creationId xmlns:a16="http://schemas.microsoft.com/office/drawing/2014/main" id="{C3FB2C7A-A46F-2D54-A3E9-A78374B36E9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E03 · E06 · E09</a:t>
            </a:r>
          </a:p>
          <a:p>
            <a:pPr algn="l">
              <a:buNone/>
            </a:pPr>
            <a:r>
              <a:rPr lang="en-US" sz="100">
                <a:effectLst/>
              </a:rPr>
              <a:t> </a:t>
            </a:r>
            <a:endParaRPr lang="en-US"/>
          </a:p>
        </p:txBody>
      </p:sp>
      <p:sp>
        <p:nvSpPr>
          <p:cNvPr id="5072" name="Footer navigation">
            <a:extLst>
              <a:ext uri="{FF2B5EF4-FFF2-40B4-BE49-F238E27FC236}">
                <a16:creationId xmlns:a16="http://schemas.microsoft.com/office/drawing/2014/main" id="{4BFFE689-05E4-8AD5-E78D-A12070A9BEA0}"/>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B14 · Index: slide 27</a:t>
            </a:r>
            <a:endParaRPr lang="en-US"/>
          </a:p>
        </p:txBody>
      </p:sp>
      <p:sp>
        <p:nvSpPr>
          <p:cNvPr id="5142" name="Return to interrupted calling slide">
            <a:hlinkClick r:id="" action="ppaction://hlinkshowjump?jump=lastslideviewed"/>
            <a:extLst>
              <a:ext uri="{FF2B5EF4-FFF2-40B4-BE49-F238E27FC236}">
                <a16:creationId xmlns:a16="http://schemas.microsoft.com/office/drawing/2014/main" id="{6B97E9DA-8948-F52F-97F2-2F429F541F0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216" name="Policy and state band">
            <a:extLst>
              <a:ext uri="{FF2B5EF4-FFF2-40B4-BE49-F238E27FC236}">
                <a16:creationId xmlns:a16="http://schemas.microsoft.com/office/drawing/2014/main" id="{1980FE38-4E37-9F49-A2ED-B33219E03A75}"/>
              </a:ext>
            </a:extLst>
          </p:cNvPr>
          <p:cNvSpPr/>
          <p:nvPr/>
        </p:nvSpPr>
        <p:spPr>
          <a:xfrm>
            <a:off x="548640" y="1508760"/>
            <a:ext cx="11094720"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18" name="Policy and state title">
            <a:extLst>
              <a:ext uri="{FF2B5EF4-FFF2-40B4-BE49-F238E27FC236}">
                <a16:creationId xmlns:a16="http://schemas.microsoft.com/office/drawing/2014/main" id="{0A275196-45C8-A0DE-16BD-679252A34924}"/>
              </a:ext>
            </a:extLst>
          </p:cNvPr>
          <p:cNvSpPr/>
          <p:nvPr/>
        </p:nvSpPr>
        <p:spPr>
          <a:xfrm>
            <a:off x="609600" y="156819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Policy and state</a:t>
            </a:r>
          </a:p>
          <a:p>
            <a:pPr algn="l">
              <a:buNone/>
            </a:pPr>
            <a:r>
              <a:rPr lang="en-US" sz="100">
                <a:effectLst/>
              </a:rPr>
              <a:t> </a:t>
            </a:r>
            <a:endParaRPr lang="en-US"/>
          </a:p>
        </p:txBody>
      </p:sp>
      <p:sp>
        <p:nvSpPr>
          <p:cNvPr id="23221" name="Policy and state pill">
            <a:extLst>
              <a:ext uri="{FF2B5EF4-FFF2-40B4-BE49-F238E27FC236}">
                <a16:creationId xmlns:a16="http://schemas.microsoft.com/office/drawing/2014/main" id="{CE8237A7-1E72-0961-F91F-6DF8D8F8150F}"/>
              </a:ext>
            </a:extLst>
          </p:cNvPr>
          <p:cNvSpPr/>
          <p:nvPr/>
        </p:nvSpPr>
        <p:spPr>
          <a:xfrm>
            <a:off x="701040" y="2072640"/>
            <a:ext cx="170078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RULES · NO AI</a:t>
            </a:r>
          </a:p>
          <a:p>
            <a:pPr algn="ctr">
              <a:buNone/>
            </a:pPr>
            <a:r>
              <a:rPr lang="en-US" sz="100">
                <a:effectLst/>
              </a:rPr>
              <a:t> </a:t>
            </a:r>
            <a:endParaRPr lang="en-US"/>
          </a:p>
        </p:txBody>
      </p:sp>
      <p:sp>
        <p:nvSpPr>
          <p:cNvPr id="23225" name="Policy and state statement">
            <a:extLst>
              <a:ext uri="{FF2B5EF4-FFF2-40B4-BE49-F238E27FC236}">
                <a16:creationId xmlns:a16="http://schemas.microsoft.com/office/drawing/2014/main" id="{B533D7A7-F910-08D3-1DEF-BBDFF203EA73}"/>
              </a:ext>
            </a:extLst>
          </p:cNvPr>
          <p:cNvSpPr/>
          <p:nvPr/>
        </p:nvSpPr>
        <p:spPr>
          <a:xfrm>
            <a:off x="4815840" y="170688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Deterministic orchestration protects controlled state</a:t>
            </a:r>
          </a:p>
          <a:p>
            <a:pPr algn="l">
              <a:buNone/>
            </a:pPr>
            <a:r>
              <a:rPr lang="en-US" sz="1600">
                <a:solidFill>
                  <a:srgbClr val="173F35"/>
                </a:solidFill>
                <a:effectLst/>
                <a:latin typeface="Arial" panose="020B0604020202020204" pitchFamily="34" charset="0"/>
              </a:rPr>
              <a:t>The application determines eligibility and protects state.</a:t>
            </a:r>
            <a:endParaRPr lang="en-US"/>
          </a:p>
        </p:txBody>
      </p:sp>
      <p:sp>
        <p:nvSpPr>
          <p:cNvPr id="23230" name="Reasoning and preparation band">
            <a:extLst>
              <a:ext uri="{FF2B5EF4-FFF2-40B4-BE49-F238E27FC236}">
                <a16:creationId xmlns:a16="http://schemas.microsoft.com/office/drawing/2014/main" id="{8A5E63DC-ED7B-9697-3F7A-C4BA5B3646D3}"/>
              </a:ext>
            </a:extLst>
          </p:cNvPr>
          <p:cNvSpPr/>
          <p:nvPr/>
        </p:nvSpPr>
        <p:spPr>
          <a:xfrm>
            <a:off x="548640" y="2606040"/>
            <a:ext cx="11094720" cy="100584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36" name="Reasoning and preparation title">
            <a:extLst>
              <a:ext uri="{FF2B5EF4-FFF2-40B4-BE49-F238E27FC236}">
                <a16:creationId xmlns:a16="http://schemas.microsoft.com/office/drawing/2014/main" id="{CA486324-8C07-86AB-5EF8-0DA916A90BE7}"/>
              </a:ext>
            </a:extLst>
          </p:cNvPr>
          <p:cNvSpPr/>
          <p:nvPr/>
        </p:nvSpPr>
        <p:spPr>
          <a:xfrm>
            <a:off x="609600" y="266547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Reasoning and preparation</a:t>
            </a:r>
          </a:p>
          <a:p>
            <a:pPr algn="l">
              <a:buNone/>
            </a:pPr>
            <a:r>
              <a:rPr lang="en-US" sz="100">
                <a:effectLst/>
              </a:rPr>
              <a:t> </a:t>
            </a:r>
            <a:endParaRPr lang="en-US"/>
          </a:p>
        </p:txBody>
      </p:sp>
      <p:sp>
        <p:nvSpPr>
          <p:cNvPr id="23243" name="Reasoning and preparation pill">
            <a:extLst>
              <a:ext uri="{FF2B5EF4-FFF2-40B4-BE49-F238E27FC236}">
                <a16:creationId xmlns:a16="http://schemas.microsoft.com/office/drawing/2014/main" id="{A7131199-F982-36FE-81F2-6E02D2AEE6BC}"/>
              </a:ext>
            </a:extLst>
          </p:cNvPr>
          <p:cNvSpPr/>
          <p:nvPr/>
        </p:nvSpPr>
        <p:spPr>
          <a:xfrm>
            <a:off x="701040" y="31699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251" name="Reasoning and preparation statement">
            <a:extLst>
              <a:ext uri="{FF2B5EF4-FFF2-40B4-BE49-F238E27FC236}">
                <a16:creationId xmlns:a16="http://schemas.microsoft.com/office/drawing/2014/main" id="{BA499910-BDE3-4465-38B8-2B6322376874}"/>
              </a:ext>
            </a:extLst>
          </p:cNvPr>
          <p:cNvSpPr/>
          <p:nvPr/>
        </p:nvSpPr>
        <p:spPr>
          <a:xfrm>
            <a:off x="4815840" y="280416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Reasoning and preparation are bounded capabilities</a:t>
            </a:r>
          </a:p>
          <a:p>
            <a:pPr algn="l">
              <a:buNone/>
            </a:pPr>
            <a:r>
              <a:rPr lang="en-US" sz="1600">
                <a:solidFill>
                  <a:srgbClr val="173F35"/>
                </a:solidFill>
                <a:effectLst/>
                <a:latin typeface="Arial" panose="020B0604020202020204" pitchFamily="34" charset="0"/>
              </a:rPr>
              <a:t>Models reason over permitted context and prepare drafts or flags.</a:t>
            </a:r>
            <a:endParaRPr lang="en-US"/>
          </a:p>
        </p:txBody>
      </p:sp>
      <p:sp>
        <p:nvSpPr>
          <p:cNvPr id="23260" name="Accountable decision band">
            <a:extLst>
              <a:ext uri="{FF2B5EF4-FFF2-40B4-BE49-F238E27FC236}">
                <a16:creationId xmlns:a16="http://schemas.microsoft.com/office/drawing/2014/main" id="{B25E969C-CE27-F3D7-364C-BF3719FBDAF5}"/>
              </a:ext>
            </a:extLst>
          </p:cNvPr>
          <p:cNvSpPr/>
          <p:nvPr/>
        </p:nvSpPr>
        <p:spPr>
          <a:xfrm>
            <a:off x="548640" y="3703320"/>
            <a:ext cx="11094720" cy="10058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70" name="Accountable decision title">
            <a:extLst>
              <a:ext uri="{FF2B5EF4-FFF2-40B4-BE49-F238E27FC236}">
                <a16:creationId xmlns:a16="http://schemas.microsoft.com/office/drawing/2014/main" id="{E496D50D-E2A8-E8BE-DAE7-716FDD9DC726}"/>
              </a:ext>
            </a:extLst>
          </p:cNvPr>
          <p:cNvSpPr/>
          <p:nvPr/>
        </p:nvSpPr>
        <p:spPr>
          <a:xfrm>
            <a:off x="609600" y="376275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Accountable decision</a:t>
            </a:r>
          </a:p>
          <a:p>
            <a:pPr algn="l">
              <a:buNone/>
            </a:pPr>
            <a:r>
              <a:rPr lang="en-US" sz="100">
                <a:effectLst/>
              </a:rPr>
              <a:t> </a:t>
            </a:r>
            <a:endParaRPr lang="en-US"/>
          </a:p>
        </p:txBody>
      </p:sp>
      <p:sp>
        <p:nvSpPr>
          <p:cNvPr id="23281" name="Accountable decision pill">
            <a:extLst>
              <a:ext uri="{FF2B5EF4-FFF2-40B4-BE49-F238E27FC236}">
                <a16:creationId xmlns:a16="http://schemas.microsoft.com/office/drawing/2014/main" id="{06680E75-948F-6B58-A745-525337F030C8}"/>
              </a:ext>
            </a:extLst>
          </p:cNvPr>
          <p:cNvSpPr/>
          <p:nvPr/>
        </p:nvSpPr>
        <p:spPr>
          <a:xfrm>
            <a:off x="701040" y="426720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293" name="Accountable decision statement">
            <a:extLst>
              <a:ext uri="{FF2B5EF4-FFF2-40B4-BE49-F238E27FC236}">
                <a16:creationId xmlns:a16="http://schemas.microsoft.com/office/drawing/2014/main" id="{932F6265-B2ED-0113-FB79-7EB271429282}"/>
              </a:ext>
            </a:extLst>
          </p:cNvPr>
          <p:cNvSpPr/>
          <p:nvPr/>
        </p:nvSpPr>
        <p:spPr>
          <a:xfrm>
            <a:off x="4815840" y="3886200"/>
            <a:ext cx="6766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People retain decisions requiring consent, professional judgement or delegation.</a:t>
            </a:r>
          </a:p>
          <a:p>
            <a:pPr algn="l">
              <a:buNone/>
            </a:pPr>
            <a:r>
              <a:rPr lang="en-US" sz="100">
                <a:effectLst/>
              </a:rPr>
              <a:t> </a:t>
            </a:r>
            <a:endParaRPr lang="en-US"/>
          </a:p>
        </p:txBody>
      </p:sp>
      <p:sp>
        <p:nvSpPr>
          <p:cNvPr id="23306" name="Autonomy strip">
            <a:extLst>
              <a:ext uri="{FF2B5EF4-FFF2-40B4-BE49-F238E27FC236}">
                <a16:creationId xmlns:a16="http://schemas.microsoft.com/office/drawing/2014/main" id="{FC69042D-0B89-1F33-FCA1-AD0A996804D0}"/>
              </a:ext>
            </a:extLst>
          </p:cNvPr>
          <p:cNvSpPr/>
          <p:nvPr/>
        </p:nvSpPr>
        <p:spPr>
          <a:xfrm>
            <a:off x="548640" y="4892040"/>
            <a:ext cx="1109472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20" name="Autonomy label">
            <a:extLst>
              <a:ext uri="{FF2B5EF4-FFF2-40B4-BE49-F238E27FC236}">
                <a16:creationId xmlns:a16="http://schemas.microsoft.com/office/drawing/2014/main" id="{517E479D-DDAA-0535-85BA-EA0D6F103618}"/>
              </a:ext>
            </a:extLst>
          </p:cNvPr>
          <p:cNvSpPr/>
          <p:nvPr/>
        </p:nvSpPr>
        <p:spPr>
          <a:xfrm>
            <a:off x="609600" y="52578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AUTONOMY</a:t>
            </a:r>
          </a:p>
          <a:p>
            <a:pPr algn="l">
              <a:buNone/>
            </a:pPr>
            <a:r>
              <a:rPr lang="en-US" sz="100">
                <a:effectLst/>
              </a:rPr>
              <a:t> </a:t>
            </a:r>
            <a:endParaRPr lang="en-US"/>
          </a:p>
        </p:txBody>
      </p:sp>
      <p:sp>
        <p:nvSpPr>
          <p:cNvPr id="23335" name="Statement 3">
            <a:extLst>
              <a:ext uri="{FF2B5EF4-FFF2-40B4-BE49-F238E27FC236}">
                <a16:creationId xmlns:a16="http://schemas.microsoft.com/office/drawing/2014/main" id="{6F7DE62D-AA5B-BEAD-E6EF-4A4B0E1F0E3A}"/>
              </a:ext>
            </a:extLst>
          </p:cNvPr>
          <p:cNvSpPr/>
          <p:nvPr/>
        </p:nvSpPr>
        <p:spPr>
          <a:xfrm>
            <a:off x="2346960" y="4998720"/>
            <a:ext cx="9235440" cy="883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Autonomy is task-specific, not a marketing label</a:t>
            </a:r>
          </a:p>
          <a:p>
            <a:pPr algn="l">
              <a:buNone/>
            </a:pPr>
            <a:r>
              <a:rPr lang="en-US" sz="1600">
                <a:solidFill>
                  <a:srgbClr val="173F35"/>
                </a:solidFill>
                <a:effectLst/>
                <a:latin typeface="Arial" panose="020B0604020202020204" pitchFamily="34" charset="0"/>
              </a:rPr>
              <a:t>Future autonomous actions require an explicit, evaluated task contract and authorised boundary.</a:t>
            </a:r>
            <a:endParaRPr lang="en-US"/>
          </a:p>
        </p:txBody>
      </p:sp>
      <p:sp>
        <p:nvSpPr>
          <p:cNvPr id="2" name="Appendix topic destination">
            <a:hlinkClick r:id="rId3" action="ppaction://hlinksldjump"/>
            <a:extLst>
              <a:ext uri="{FF2B5EF4-FFF2-40B4-BE49-F238E27FC236}">
                <a16:creationId xmlns:a16="http://schemas.microsoft.com/office/drawing/2014/main" id="{D7F2C9AE-EA7B-F2B3-5C9F-6F88DD65C26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1068147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13" name="Eyebrow">
            <a:extLst>
              <a:ext uri="{FF2B5EF4-FFF2-40B4-BE49-F238E27FC236}">
                <a16:creationId xmlns:a16="http://schemas.microsoft.com/office/drawing/2014/main" id="{6DFFF085-16C8-D846-7784-E23C89CA438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B15 · CEO / CIO / RISK</a:t>
            </a:r>
          </a:p>
          <a:p>
            <a:pPr algn="l">
              <a:buNone/>
            </a:pPr>
            <a:r>
              <a:rPr lang="en-US" sz="100">
                <a:effectLst/>
              </a:rPr>
              <a:t> </a:t>
            </a:r>
            <a:endParaRPr lang="en-US"/>
          </a:p>
        </p:txBody>
      </p:sp>
      <p:sp>
        <p:nvSpPr>
          <p:cNvPr id="5285" name="Slide title">
            <a:extLst>
              <a:ext uri="{FF2B5EF4-FFF2-40B4-BE49-F238E27FC236}">
                <a16:creationId xmlns:a16="http://schemas.microsoft.com/office/drawing/2014/main" id="{CD5723BB-9538-74F2-756A-C8C84090523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exactly must happen before a pilot</a:t>
            </a:r>
          </a:p>
          <a:p>
            <a:pPr algn="l">
              <a:buNone/>
            </a:pPr>
            <a:r>
              <a:rPr lang="en-US" sz="2800" b="1">
                <a:solidFill>
                  <a:srgbClr val="173F35"/>
                </a:solidFill>
                <a:effectLst/>
                <a:latin typeface="Arial" panose="020B0604020202020204" pitchFamily="34" charset="0"/>
              </a:rPr>
              <a:t>or production decision?</a:t>
            </a:r>
            <a:endParaRPr lang="en-US"/>
          </a:p>
        </p:txBody>
      </p:sp>
      <p:sp>
        <p:nvSpPr>
          <p:cNvPr id="5358" name="Footer sources">
            <a:extLst>
              <a:ext uri="{FF2B5EF4-FFF2-40B4-BE49-F238E27FC236}">
                <a16:creationId xmlns:a16="http://schemas.microsoft.com/office/drawing/2014/main" id="{A1E1AD73-11C4-C8F1-BA4C-421BC38C64A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E13 · E17</a:t>
            </a:r>
          </a:p>
          <a:p>
            <a:pPr algn="l">
              <a:buNone/>
            </a:pPr>
            <a:r>
              <a:rPr lang="en-US" sz="100">
                <a:effectLst/>
              </a:rPr>
              <a:t> </a:t>
            </a:r>
            <a:endParaRPr lang="en-US"/>
          </a:p>
        </p:txBody>
      </p:sp>
      <p:sp>
        <p:nvSpPr>
          <p:cNvPr id="5432" name="Footer navigation">
            <a:extLst>
              <a:ext uri="{FF2B5EF4-FFF2-40B4-BE49-F238E27FC236}">
                <a16:creationId xmlns:a16="http://schemas.microsoft.com/office/drawing/2014/main" id="{FFD4D1E3-B889-A833-8B21-8B5A489E57A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B15 · Index: slide 27</a:t>
            </a:r>
            <a:endParaRPr lang="en-US"/>
          </a:p>
        </p:txBody>
      </p:sp>
      <p:sp>
        <p:nvSpPr>
          <p:cNvPr id="5507" name="Return to interrupted calling slide">
            <a:hlinkClick r:id="" action="ppaction://hlinkshowjump?jump=lastslideviewed"/>
            <a:extLst>
              <a:ext uri="{FF2B5EF4-FFF2-40B4-BE49-F238E27FC236}">
                <a16:creationId xmlns:a16="http://schemas.microsoft.com/office/drawing/2014/main" id="{65586DFF-8C5F-5953-1466-0A9246B1F62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567" name="Gate 1 card">
            <a:extLst>
              <a:ext uri="{FF2B5EF4-FFF2-40B4-BE49-F238E27FC236}">
                <a16:creationId xmlns:a16="http://schemas.microsoft.com/office/drawing/2014/main" id="{2298830D-2A16-80D8-F27C-6773FDB53205}"/>
              </a:ext>
            </a:extLst>
          </p:cNvPr>
          <p:cNvSpPr/>
          <p:nvPr/>
        </p:nvSpPr>
        <p:spPr>
          <a:xfrm>
            <a:off x="54864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9" name="Gate 2 card">
            <a:extLst>
              <a:ext uri="{FF2B5EF4-FFF2-40B4-BE49-F238E27FC236}">
                <a16:creationId xmlns:a16="http://schemas.microsoft.com/office/drawing/2014/main" id="{BE1EF06B-56D3-C868-6914-5C07C95EEA8D}"/>
              </a:ext>
            </a:extLst>
          </p:cNvPr>
          <p:cNvSpPr/>
          <p:nvPr/>
        </p:nvSpPr>
        <p:spPr>
          <a:xfrm>
            <a:off x="433832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72" name="Gate 3 card">
            <a:extLst>
              <a:ext uri="{FF2B5EF4-FFF2-40B4-BE49-F238E27FC236}">
                <a16:creationId xmlns:a16="http://schemas.microsoft.com/office/drawing/2014/main" id="{4BA26DB6-9C68-596E-0A2A-16FBA7D782D6}"/>
              </a:ext>
            </a:extLst>
          </p:cNvPr>
          <p:cNvSpPr/>
          <p:nvPr/>
        </p:nvSpPr>
        <p:spPr>
          <a:xfrm>
            <a:off x="812800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657" name="Gate 1 pending pill">
            <a:extLst>
              <a:ext uri="{FF2B5EF4-FFF2-40B4-BE49-F238E27FC236}">
                <a16:creationId xmlns:a16="http://schemas.microsoft.com/office/drawing/2014/main" id="{C5A4AF96-F385-8510-23D7-4F7B439C6B06}"/>
              </a:ext>
            </a:extLst>
          </p:cNvPr>
          <p:cNvSpPr/>
          <p:nvPr/>
        </p:nvSpPr>
        <p:spPr>
          <a:xfrm>
            <a:off x="70104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71" name="Gate 2 pending pill">
            <a:extLst>
              <a:ext uri="{FF2B5EF4-FFF2-40B4-BE49-F238E27FC236}">
                <a16:creationId xmlns:a16="http://schemas.microsoft.com/office/drawing/2014/main" id="{1858FB9D-2EDB-769E-AAE1-B0C44C8B1DF5}"/>
              </a:ext>
            </a:extLst>
          </p:cNvPr>
          <p:cNvSpPr/>
          <p:nvPr/>
        </p:nvSpPr>
        <p:spPr>
          <a:xfrm>
            <a:off x="449072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86" name="Gate 3 pending pill">
            <a:extLst>
              <a:ext uri="{FF2B5EF4-FFF2-40B4-BE49-F238E27FC236}">
                <a16:creationId xmlns:a16="http://schemas.microsoft.com/office/drawing/2014/main" id="{90AF062E-51C0-16EF-3273-5C7358AC68FA}"/>
              </a:ext>
            </a:extLst>
          </p:cNvPr>
          <p:cNvSpPr/>
          <p:nvPr/>
        </p:nvSpPr>
        <p:spPr>
          <a:xfrm>
            <a:off x="828040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702" name="Plus 1 (all required)">
            <a:extLst>
              <a:ext uri="{FF2B5EF4-FFF2-40B4-BE49-F238E27FC236}">
                <a16:creationId xmlns:a16="http://schemas.microsoft.com/office/drawing/2014/main" id="{D5F54292-C645-E913-D126-11645CA1FFA3}"/>
              </a:ext>
            </a:extLst>
          </p:cNvPr>
          <p:cNvSpPr/>
          <p:nvPr/>
        </p:nvSpPr>
        <p:spPr>
          <a:xfrm>
            <a:off x="408686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19" name="Plus 2 (all required)">
            <a:extLst>
              <a:ext uri="{FF2B5EF4-FFF2-40B4-BE49-F238E27FC236}">
                <a16:creationId xmlns:a16="http://schemas.microsoft.com/office/drawing/2014/main" id="{2A8B6746-CFEF-0686-ED88-2FD49D8EB5DE}"/>
              </a:ext>
            </a:extLst>
          </p:cNvPr>
          <p:cNvSpPr/>
          <p:nvPr/>
        </p:nvSpPr>
        <p:spPr>
          <a:xfrm>
            <a:off x="787654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3" name="Gate 1 name">
            <a:extLst>
              <a:ext uri="{FF2B5EF4-FFF2-40B4-BE49-F238E27FC236}">
                <a16:creationId xmlns:a16="http://schemas.microsoft.com/office/drawing/2014/main" id="{C61BA8CD-D90D-CC13-34BD-E6D332328B8E}"/>
              </a:ext>
            </a:extLst>
          </p:cNvPr>
          <p:cNvSpPr/>
          <p:nvPr/>
        </p:nvSpPr>
        <p:spPr>
          <a:xfrm>
            <a:off x="60960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deployment and AI evidence</a:t>
            </a:r>
          </a:p>
          <a:p>
            <a:pPr algn="l">
              <a:buNone/>
            </a:pPr>
            <a:r>
              <a:rPr lang="en-US" sz="100">
                <a:effectLst/>
              </a:rPr>
              <a:t> </a:t>
            </a:r>
            <a:endParaRPr lang="en-US"/>
          </a:p>
        </p:txBody>
      </p:sp>
      <p:sp>
        <p:nvSpPr>
          <p:cNvPr id="26095" name="Gate 1 statement">
            <a:extLst>
              <a:ext uri="{FF2B5EF4-FFF2-40B4-BE49-F238E27FC236}">
                <a16:creationId xmlns:a16="http://schemas.microsoft.com/office/drawing/2014/main" id="{161B6788-8390-42CC-9D90-D10CA5145762}"/>
              </a:ext>
            </a:extLst>
          </p:cNvPr>
          <p:cNvSpPr/>
          <p:nvPr/>
        </p:nvSpPr>
        <p:spPr>
          <a:xfrm>
            <a:off x="60960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Current deployment, roles, SQL and real-AI evidence</a:t>
            </a:r>
          </a:p>
          <a:p>
            <a:pPr algn="l">
              <a:buNone/>
            </a:pPr>
            <a:r>
              <a:rPr lang="en-US" sz="100">
                <a:effectLst/>
              </a:rPr>
              <a:t> </a:t>
            </a:r>
            <a:endParaRPr lang="en-US"/>
          </a:p>
        </p:txBody>
      </p:sp>
      <p:sp>
        <p:nvSpPr>
          <p:cNvPr id="26098" name="Gate 1 owner role">
            <a:extLst>
              <a:ext uri="{FF2B5EF4-FFF2-40B4-BE49-F238E27FC236}">
                <a16:creationId xmlns:a16="http://schemas.microsoft.com/office/drawing/2014/main" id="{CE1CB896-A690-146C-7B03-556E4A54E0DF}"/>
              </a:ext>
            </a:extLst>
          </p:cNvPr>
          <p:cNvSpPr/>
          <p:nvPr/>
        </p:nvSpPr>
        <p:spPr>
          <a:xfrm>
            <a:off x="60960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Technical owner</a:t>
            </a:r>
            <a:endParaRPr lang="en-US"/>
          </a:p>
        </p:txBody>
      </p:sp>
      <p:sp>
        <p:nvSpPr>
          <p:cNvPr id="26102" name="Gate 1 required artifact">
            <a:extLst>
              <a:ext uri="{FF2B5EF4-FFF2-40B4-BE49-F238E27FC236}">
                <a16:creationId xmlns:a16="http://schemas.microsoft.com/office/drawing/2014/main" id="{51FE39AD-7286-6163-FECD-008B35B5687D}"/>
              </a:ext>
            </a:extLst>
          </p:cNvPr>
          <p:cNvSpPr/>
          <p:nvPr/>
        </p:nvSpPr>
        <p:spPr>
          <a:xfrm>
            <a:off x="609600" y="4648200"/>
            <a:ext cx="339344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Staff access and role denial, task-bound real inference, SQL persistence on the selected deployment</a:t>
            </a:r>
            <a:endParaRPr lang="en-US"/>
          </a:p>
        </p:txBody>
      </p:sp>
      <p:sp>
        <p:nvSpPr>
          <p:cNvPr id="26107" name="Gate 2 name">
            <a:extLst>
              <a:ext uri="{FF2B5EF4-FFF2-40B4-BE49-F238E27FC236}">
                <a16:creationId xmlns:a16="http://schemas.microsoft.com/office/drawing/2014/main" id="{F802EEC1-07C1-716C-97BF-0F3AFB0BA892}"/>
              </a:ext>
            </a:extLst>
          </p:cNvPr>
          <p:cNvSpPr/>
          <p:nvPr/>
        </p:nvSpPr>
        <p:spPr>
          <a:xfrm>
            <a:off x="439928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Human and control acceptance</a:t>
            </a:r>
          </a:p>
          <a:p>
            <a:pPr algn="l">
              <a:buNone/>
            </a:pPr>
            <a:r>
              <a:rPr lang="en-US" sz="100">
                <a:effectLst/>
              </a:rPr>
              <a:t> </a:t>
            </a:r>
            <a:endParaRPr lang="en-US"/>
          </a:p>
        </p:txBody>
      </p:sp>
      <p:sp>
        <p:nvSpPr>
          <p:cNvPr id="26113" name="Gate 2 statement">
            <a:extLst>
              <a:ext uri="{FF2B5EF4-FFF2-40B4-BE49-F238E27FC236}">
                <a16:creationId xmlns:a16="http://schemas.microsoft.com/office/drawing/2014/main" id="{BA25BA58-8BA8-7276-0CB5-1076CA31BD82}"/>
              </a:ext>
            </a:extLst>
          </p:cNvPr>
          <p:cNvSpPr/>
          <p:nvPr/>
        </p:nvSpPr>
        <p:spPr>
          <a:xfrm>
            <a:off x="439928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privacy, professional and accessibility acceptance</a:t>
            </a:r>
          </a:p>
          <a:p>
            <a:pPr algn="l">
              <a:buNone/>
            </a:pPr>
            <a:r>
              <a:rPr lang="en-US" sz="100">
                <a:effectLst/>
              </a:rPr>
              <a:t> </a:t>
            </a:r>
            <a:endParaRPr lang="en-US"/>
          </a:p>
        </p:txBody>
      </p:sp>
      <p:sp>
        <p:nvSpPr>
          <p:cNvPr id="26120" name="Gate 2 owner role">
            <a:extLst>
              <a:ext uri="{FF2B5EF4-FFF2-40B4-BE49-F238E27FC236}">
                <a16:creationId xmlns:a16="http://schemas.microsoft.com/office/drawing/2014/main" id="{24CAE48F-1AB9-528F-E1F8-EF0059A1982A}"/>
              </a:ext>
            </a:extLst>
          </p:cNvPr>
          <p:cNvSpPr/>
          <p:nvPr/>
        </p:nvSpPr>
        <p:spPr>
          <a:xfrm>
            <a:off x="4399280" y="3596640"/>
            <a:ext cx="33934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Professional, privacy, accessibility and safety reviewers</a:t>
            </a:r>
            <a:endParaRPr lang="en-US"/>
          </a:p>
        </p:txBody>
      </p:sp>
      <p:sp>
        <p:nvSpPr>
          <p:cNvPr id="26128" name="Gate 2 required artifact">
            <a:extLst>
              <a:ext uri="{FF2B5EF4-FFF2-40B4-BE49-F238E27FC236}">
                <a16:creationId xmlns:a16="http://schemas.microsoft.com/office/drawing/2014/main" id="{6758C7BC-2569-1264-1744-24DA2B84AF99}"/>
              </a:ext>
            </a:extLst>
          </p:cNvPr>
          <p:cNvSpPr/>
          <p:nvPr/>
        </p:nvSpPr>
        <p:spPr>
          <a:xfrm>
            <a:off x="439928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Task/comprehension, accessibility, safety/privacy and professional acceptance</a:t>
            </a:r>
            <a:endParaRPr lang="en-US"/>
          </a:p>
        </p:txBody>
      </p:sp>
      <p:sp>
        <p:nvSpPr>
          <p:cNvPr id="26137" name="Gate 3 name">
            <a:extLst>
              <a:ext uri="{FF2B5EF4-FFF2-40B4-BE49-F238E27FC236}">
                <a16:creationId xmlns:a16="http://schemas.microsoft.com/office/drawing/2014/main" id="{1EC3B07F-B9A2-2BB3-DCA5-5AE65F8F3704}"/>
              </a:ext>
            </a:extLst>
          </p:cNvPr>
          <p:cNvSpPr/>
          <p:nvPr/>
        </p:nvSpPr>
        <p:spPr>
          <a:xfrm>
            <a:off x="818896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Value, recovery
and release</a:t>
            </a:r>
            <a:endParaRPr lang="en-US"/>
          </a:p>
        </p:txBody>
      </p:sp>
      <p:sp>
        <p:nvSpPr>
          <p:cNvPr id="26147" name="Gate 3 statement">
            <a:extLst>
              <a:ext uri="{FF2B5EF4-FFF2-40B4-BE49-F238E27FC236}">
                <a16:creationId xmlns:a16="http://schemas.microsoft.com/office/drawing/2014/main" id="{E5C30A7F-FB48-8151-D812-E1BD4D814E87}"/>
              </a:ext>
            </a:extLst>
          </p:cNvPr>
          <p:cNvSpPr/>
          <p:nvPr/>
        </p:nvSpPr>
        <p:spPr>
          <a:xfrm>
            <a:off x="818896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Measured value, cost, recovery and explicit release decision</a:t>
            </a:r>
          </a:p>
          <a:p>
            <a:pPr algn="l">
              <a:buNone/>
            </a:pPr>
            <a:r>
              <a:rPr lang="en-US" sz="100">
                <a:effectLst/>
              </a:rPr>
              <a:t> </a:t>
            </a:r>
            <a:endParaRPr lang="en-US"/>
          </a:p>
        </p:txBody>
      </p:sp>
      <p:sp>
        <p:nvSpPr>
          <p:cNvPr id="26158" name="Gate 3 owner role">
            <a:extLst>
              <a:ext uri="{FF2B5EF4-FFF2-40B4-BE49-F238E27FC236}">
                <a16:creationId xmlns:a16="http://schemas.microsoft.com/office/drawing/2014/main" id="{A193C884-6AC9-F0CA-B3A8-D0CBF57E0716}"/>
              </a:ext>
            </a:extLst>
          </p:cNvPr>
          <p:cNvSpPr/>
          <p:nvPr/>
        </p:nvSpPr>
        <p:spPr>
          <a:xfrm>
            <a:off x="818896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Programme and Finance</a:t>
            </a:r>
            <a:endParaRPr lang="en-US"/>
          </a:p>
        </p:txBody>
      </p:sp>
      <p:sp>
        <p:nvSpPr>
          <p:cNvPr id="26170" name="Gate 3 required artifact">
            <a:extLst>
              <a:ext uri="{FF2B5EF4-FFF2-40B4-BE49-F238E27FC236}">
                <a16:creationId xmlns:a16="http://schemas.microsoft.com/office/drawing/2014/main" id="{2B855706-B07E-2CF8-5D06-A701BD5AD5E0}"/>
              </a:ext>
            </a:extLst>
          </p:cNvPr>
          <p:cNvSpPr/>
          <p:nvPr/>
        </p:nvSpPr>
        <p:spPr>
          <a:xfrm>
            <a:off x="818896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Measured value and cost against the comparator, recovery test, explicit release decision</a:t>
            </a:r>
            <a:endParaRPr lang="en-US"/>
          </a:p>
        </p:txBody>
      </p:sp>
      <p:sp>
        <p:nvSpPr>
          <p:cNvPr id="2" name="Appendix topic destination">
            <a:hlinkClick r:id="rId3" action="ppaction://hlinksldjump"/>
            <a:extLst>
              <a:ext uri="{FF2B5EF4-FFF2-40B4-BE49-F238E27FC236}">
                <a16:creationId xmlns:a16="http://schemas.microsoft.com/office/drawing/2014/main" id="{91962D48-B64C-2C65-C2C0-78ECD482663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S21 / slide 24</a:t>
            </a:r>
            <a:endParaRPr lang="en-US"/>
          </a:p>
        </p:txBody>
      </p:sp>
    </p:spTree>
    <p:extLst>
      <p:ext uri="{BB962C8B-B14F-4D97-AF65-F5344CB8AC3E}">
        <p14:creationId xmlns:p14="http://schemas.microsoft.com/office/powerpoint/2010/main" val="1196239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83" name="Eyebrow">
            <a:extLst>
              <a:ext uri="{FF2B5EF4-FFF2-40B4-BE49-F238E27FC236}">
                <a16:creationId xmlns:a16="http://schemas.microsoft.com/office/drawing/2014/main" id="{F0A6DE0D-C658-EE37-0BC1-33DB6043AD61}"/>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B16 · COO / CIO</a:t>
            </a:r>
          </a:p>
          <a:p>
            <a:pPr algn="l">
              <a:buNone/>
            </a:pPr>
            <a:r>
              <a:rPr lang="en-US" sz="100">
                <a:effectLst/>
              </a:rPr>
              <a:t> </a:t>
            </a:r>
            <a:endParaRPr lang="en-US"/>
          </a:p>
        </p:txBody>
      </p:sp>
      <p:sp>
        <p:nvSpPr>
          <p:cNvPr id="5660" name="Slide title">
            <a:extLst>
              <a:ext uri="{FF2B5EF4-FFF2-40B4-BE49-F238E27FC236}">
                <a16:creationId xmlns:a16="http://schemas.microsoft.com/office/drawing/2014/main" id="{5CB7FB11-92A5-226E-D167-74986ACDEC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happens if the model, cloud or deployment fails?</a:t>
            </a:r>
          </a:p>
          <a:p>
            <a:pPr algn="l">
              <a:buNone/>
            </a:pPr>
            <a:r>
              <a:rPr lang="en-US" sz="100">
                <a:effectLst/>
              </a:rPr>
              <a:t> </a:t>
            </a:r>
            <a:endParaRPr lang="en-US"/>
          </a:p>
        </p:txBody>
      </p:sp>
      <p:sp>
        <p:nvSpPr>
          <p:cNvPr id="5738" name="Footer sources">
            <a:extLst>
              <a:ext uri="{FF2B5EF4-FFF2-40B4-BE49-F238E27FC236}">
                <a16:creationId xmlns:a16="http://schemas.microsoft.com/office/drawing/2014/main" id="{3B846072-4A41-8910-9942-C1C38274986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 · E13</a:t>
            </a:r>
          </a:p>
          <a:p>
            <a:pPr algn="l">
              <a:buNone/>
            </a:pPr>
            <a:r>
              <a:rPr lang="en-US" sz="100">
                <a:effectLst/>
              </a:rPr>
              <a:t> </a:t>
            </a:r>
            <a:endParaRPr lang="en-US"/>
          </a:p>
        </p:txBody>
      </p:sp>
      <p:sp>
        <p:nvSpPr>
          <p:cNvPr id="5817" name="Footer navigation">
            <a:extLst>
              <a:ext uri="{FF2B5EF4-FFF2-40B4-BE49-F238E27FC236}">
                <a16:creationId xmlns:a16="http://schemas.microsoft.com/office/drawing/2014/main" id="{2AABD992-9061-A81E-1698-EF12FCD8432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B16 · Index: slide 27</a:t>
            </a:r>
            <a:endParaRPr lang="en-US"/>
          </a:p>
        </p:txBody>
      </p:sp>
      <p:sp>
        <p:nvSpPr>
          <p:cNvPr id="5897" name="Return to interrupted calling slide">
            <a:hlinkClick r:id="" action="ppaction://hlinkshowjump?jump=lastslideviewed"/>
            <a:extLst>
              <a:ext uri="{FF2B5EF4-FFF2-40B4-BE49-F238E27FC236}">
                <a16:creationId xmlns:a16="http://schemas.microsoft.com/office/drawing/2014/main" id="{860C7FFF-91A4-9275-EE74-B0404A968B8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461" name="Diagram subtitle">
            <a:extLst>
              <a:ext uri="{FF2B5EF4-FFF2-40B4-BE49-F238E27FC236}">
                <a16:creationId xmlns:a16="http://schemas.microsoft.com/office/drawing/2014/main" id="{C8A68FE3-88AF-8E43-7A3D-8F61CF0F79AA}"/>
              </a:ext>
            </a:extLst>
          </p:cNvPr>
          <p:cNvSpPr/>
          <p:nvPr/>
        </p:nvSpPr>
        <p:spPr>
          <a:xfrm>
            <a:off x="548640" y="1325880"/>
            <a:ext cx="1109472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Resilience is configured in the architecture; whole-system recovery drills are the next milestone.</a:t>
            </a:r>
            <a:endParaRPr lang="en-US"/>
          </a:p>
        </p:txBody>
      </p:sp>
      <p:sp>
        <p:nvSpPr>
          <p:cNvPr id="24463" name="Card Access + secrets">
            <a:extLst>
              <a:ext uri="{FF2B5EF4-FFF2-40B4-BE49-F238E27FC236}">
                <a16:creationId xmlns:a16="http://schemas.microsoft.com/office/drawing/2014/main" id="{813507E7-85A6-373B-A03C-FBE0ED48CE85}"/>
              </a:ext>
            </a:extLst>
          </p:cNvPr>
          <p:cNvSpPr/>
          <p:nvPr/>
        </p:nvSpPr>
        <p:spPr>
          <a:xfrm>
            <a:off x="54864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66" name="Access + secrets title">
            <a:extLst>
              <a:ext uri="{FF2B5EF4-FFF2-40B4-BE49-F238E27FC236}">
                <a16:creationId xmlns:a16="http://schemas.microsoft.com/office/drawing/2014/main" id="{92928608-9064-FF80-DE4B-DFC91C91AE26}"/>
              </a:ext>
            </a:extLst>
          </p:cNvPr>
          <p:cNvSpPr/>
          <p:nvPr/>
        </p:nvSpPr>
        <p:spPr>
          <a:xfrm>
            <a:off x="108508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Access + secrets</a:t>
            </a:r>
          </a:p>
          <a:p>
            <a:pPr algn="l">
              <a:buNone/>
            </a:pPr>
            <a:r>
              <a:rPr lang="en-US" sz="100">
                <a:effectLst/>
              </a:rPr>
              <a:t> </a:t>
            </a:r>
            <a:endParaRPr lang="en-US"/>
          </a:p>
        </p:txBody>
      </p:sp>
      <p:sp>
        <p:nvSpPr>
          <p:cNvPr id="24470" name="Access + secrets body">
            <a:extLst>
              <a:ext uri="{FF2B5EF4-FFF2-40B4-BE49-F238E27FC236}">
                <a16:creationId xmlns:a16="http://schemas.microsoft.com/office/drawing/2014/main" id="{CDE09086-FBFA-13B2-B5DE-8A691D1D241D}"/>
              </a:ext>
            </a:extLst>
          </p:cNvPr>
          <p:cNvSpPr/>
          <p:nvPr/>
        </p:nvSpPr>
        <p:spPr>
          <a:xfrm>
            <a:off x="56388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Entra and managed identities</a:t>
            </a:r>
          </a:p>
          <a:p>
            <a:pPr algn="l">
              <a:buNone/>
            </a:pPr>
            <a:r>
              <a:rPr lang="en-US" sz="1600">
                <a:solidFill>
                  <a:srgbClr val="173F35"/>
                </a:solidFill>
                <a:effectLst/>
                <a:latin typeface="Arial" panose="020B0604020202020204" pitchFamily="34" charset="0"/>
              </a:rPr>
              <a:t>Key Vault secret references</a:t>
            </a:r>
          </a:p>
          <a:p>
            <a:pPr algn="l">
              <a:buNone/>
            </a:pPr>
            <a:r>
              <a:rPr lang="en-US" sz="1600">
                <a:solidFill>
                  <a:srgbClr val="173F35"/>
                </a:solidFill>
                <a:effectLst/>
                <a:latin typeface="Arial" panose="020B0604020202020204" pitchFamily="34" charset="0"/>
              </a:rPr>
              <a:t>Private backing services</a:t>
            </a:r>
            <a:endParaRPr lang="en-US"/>
          </a:p>
        </p:txBody>
      </p:sp>
      <p:sp>
        <p:nvSpPr>
          <p:cNvPr id="24475" name="Card Runtime + releases">
            <a:extLst>
              <a:ext uri="{FF2B5EF4-FFF2-40B4-BE49-F238E27FC236}">
                <a16:creationId xmlns:a16="http://schemas.microsoft.com/office/drawing/2014/main" id="{777BF9CB-BADD-D589-C156-65D9B4AF145B}"/>
              </a:ext>
            </a:extLst>
          </p:cNvPr>
          <p:cNvSpPr/>
          <p:nvPr/>
        </p:nvSpPr>
        <p:spPr>
          <a:xfrm>
            <a:off x="4362450" y="1828800"/>
            <a:ext cx="3467100" cy="1615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81" name="Runtime + releases title">
            <a:extLst>
              <a:ext uri="{FF2B5EF4-FFF2-40B4-BE49-F238E27FC236}">
                <a16:creationId xmlns:a16="http://schemas.microsoft.com/office/drawing/2014/main" id="{006FFFE0-5A2B-5A93-C2BA-BFEC0A3E18E3}"/>
              </a:ext>
            </a:extLst>
          </p:cNvPr>
          <p:cNvSpPr/>
          <p:nvPr/>
        </p:nvSpPr>
        <p:spPr>
          <a:xfrm>
            <a:off x="489889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Runtime + releases</a:t>
            </a:r>
          </a:p>
          <a:p>
            <a:pPr algn="l">
              <a:buNone/>
            </a:pPr>
            <a:r>
              <a:rPr lang="en-US" sz="100">
                <a:effectLst/>
              </a:rPr>
              <a:t> </a:t>
            </a:r>
            <a:endParaRPr lang="en-US"/>
          </a:p>
        </p:txBody>
      </p:sp>
      <p:sp>
        <p:nvSpPr>
          <p:cNvPr id="24488" name="Runtime + releases body">
            <a:extLst>
              <a:ext uri="{FF2B5EF4-FFF2-40B4-BE49-F238E27FC236}">
                <a16:creationId xmlns:a16="http://schemas.microsoft.com/office/drawing/2014/main" id="{5F93FA91-1713-15DA-A365-CD12B1A7E4A6}"/>
              </a:ext>
            </a:extLst>
          </p:cNvPr>
          <p:cNvSpPr/>
          <p:nvPr/>
        </p:nvSpPr>
        <p:spPr>
          <a:xfrm>
            <a:off x="437769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Container Apps / pinned images</a:t>
            </a:r>
          </a:p>
          <a:p>
            <a:pPr algn="l">
              <a:buNone/>
            </a:pPr>
            <a:r>
              <a:rPr lang="en-US" sz="1600">
                <a:solidFill>
                  <a:srgbClr val="173F35"/>
                </a:solidFill>
                <a:effectLst/>
                <a:latin typeface="Arial" panose="020B0604020202020204" pitchFamily="34" charset="0"/>
              </a:rPr>
              <a:t>Registry and CI checks</a:t>
            </a:r>
          </a:p>
          <a:p>
            <a:pPr algn="l">
              <a:buNone/>
            </a:pPr>
            <a:r>
              <a:rPr lang="en-US" sz="1600">
                <a:solidFill>
                  <a:srgbClr val="173F35"/>
                </a:solidFill>
                <a:effectLst/>
                <a:latin typeface="Arial" panose="020B0604020202020204" pitchFamily="34" charset="0"/>
              </a:rPr>
              <a:t>Controlled rollout + rollback</a:t>
            </a:r>
            <a:endParaRPr lang="en-US"/>
          </a:p>
        </p:txBody>
      </p:sp>
      <p:sp>
        <p:nvSpPr>
          <p:cNvPr id="24496" name="Card Observe + budget">
            <a:extLst>
              <a:ext uri="{FF2B5EF4-FFF2-40B4-BE49-F238E27FC236}">
                <a16:creationId xmlns:a16="http://schemas.microsoft.com/office/drawing/2014/main" id="{B4967B09-40E3-E8E1-BBEA-063B8AB59E15}"/>
              </a:ext>
            </a:extLst>
          </p:cNvPr>
          <p:cNvSpPr/>
          <p:nvPr/>
        </p:nvSpPr>
        <p:spPr>
          <a:xfrm>
            <a:off x="817626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05" name="Observe + budget title">
            <a:extLst>
              <a:ext uri="{FF2B5EF4-FFF2-40B4-BE49-F238E27FC236}">
                <a16:creationId xmlns:a16="http://schemas.microsoft.com/office/drawing/2014/main" id="{C22A7883-17E7-5F68-F7C1-01F7677B4E26}"/>
              </a:ext>
            </a:extLst>
          </p:cNvPr>
          <p:cNvSpPr/>
          <p:nvPr/>
        </p:nvSpPr>
        <p:spPr>
          <a:xfrm>
            <a:off x="871270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 + budget</a:t>
            </a:r>
          </a:p>
          <a:p>
            <a:pPr algn="l">
              <a:buNone/>
            </a:pPr>
            <a:r>
              <a:rPr lang="en-US" sz="100">
                <a:effectLst/>
              </a:rPr>
              <a:t> </a:t>
            </a:r>
            <a:endParaRPr lang="en-US"/>
          </a:p>
        </p:txBody>
      </p:sp>
      <p:sp>
        <p:nvSpPr>
          <p:cNvPr id="24515" name="Observe + budget body">
            <a:extLst>
              <a:ext uri="{FF2B5EF4-FFF2-40B4-BE49-F238E27FC236}">
                <a16:creationId xmlns:a16="http://schemas.microsoft.com/office/drawing/2014/main" id="{B7C3F927-B1FA-68A3-B91D-E94BC96916D3}"/>
              </a:ext>
            </a:extLst>
          </p:cNvPr>
          <p:cNvSpPr/>
          <p:nvPr/>
        </p:nvSpPr>
        <p:spPr>
          <a:xfrm>
            <a:off x="8191500" y="2365248"/>
            <a:ext cx="343662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Monitor / Log Analytics
Scoped allowance + usage
Budget alerts warn; hard stops are designed.</a:t>
            </a:r>
            <a:endParaRPr lang="en-US"/>
          </a:p>
        </p:txBody>
      </p:sp>
      <p:sp>
        <p:nvSpPr>
          <p:cNvPr id="24526" name="Evidence required bar">
            <a:extLst>
              <a:ext uri="{FF2B5EF4-FFF2-40B4-BE49-F238E27FC236}">
                <a16:creationId xmlns:a16="http://schemas.microsoft.com/office/drawing/2014/main" id="{E00231A1-2B5D-FF0B-7C24-8443ACC0B961}"/>
              </a:ext>
            </a:extLst>
          </p:cNvPr>
          <p:cNvSpPr/>
          <p:nvPr/>
        </p:nvSpPr>
        <p:spPr>
          <a:xfrm>
            <a:off x="548640" y="3672840"/>
            <a:ext cx="7280910" cy="20878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38" name="Owned manual route lane">
            <a:extLst>
              <a:ext uri="{FF2B5EF4-FFF2-40B4-BE49-F238E27FC236}">
                <a16:creationId xmlns:a16="http://schemas.microsoft.com/office/drawing/2014/main" id="{99B786CE-0AAF-BEE5-46D6-00566AF9FFC8}"/>
              </a:ext>
            </a:extLst>
          </p:cNvPr>
          <p:cNvSpPr/>
          <p:nvPr/>
        </p:nvSpPr>
        <p:spPr>
          <a:xfrm>
            <a:off x="8176260" y="3672840"/>
            <a:ext cx="3467100" cy="208788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51" name="Evidence bar title">
            <a:extLst>
              <a:ext uri="{FF2B5EF4-FFF2-40B4-BE49-F238E27FC236}">
                <a16:creationId xmlns:a16="http://schemas.microsoft.com/office/drawing/2014/main" id="{97D8A724-DAFF-81F1-0FF2-66F23CA043B0}"/>
              </a:ext>
            </a:extLst>
          </p:cNvPr>
          <p:cNvSpPr/>
          <p:nvPr/>
        </p:nvSpPr>
        <p:spPr>
          <a:xfrm>
            <a:off x="579120" y="3732276"/>
            <a:ext cx="543687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Evidence required before expansion</a:t>
            </a:r>
          </a:p>
          <a:p>
            <a:pPr algn="l">
              <a:buNone/>
            </a:pPr>
            <a:r>
              <a:rPr lang="en-US" sz="100">
                <a:effectLst/>
              </a:rPr>
              <a:t> </a:t>
            </a:r>
            <a:endParaRPr lang="en-US"/>
          </a:p>
        </p:txBody>
      </p:sp>
      <p:sp>
        <p:nvSpPr>
          <p:cNvPr id="24565" name="Evidence pending pill">
            <a:extLst>
              <a:ext uri="{FF2B5EF4-FFF2-40B4-BE49-F238E27FC236}">
                <a16:creationId xmlns:a16="http://schemas.microsoft.com/office/drawing/2014/main" id="{05BF591F-5EFB-45FB-2CEB-A281DC4ECF62}"/>
              </a:ext>
            </a:extLst>
          </p:cNvPr>
          <p:cNvSpPr/>
          <p:nvPr/>
        </p:nvSpPr>
        <p:spPr>
          <a:xfrm>
            <a:off x="6464046" y="383286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4580" name="Required: Genuine staff sign-in + role denial">
            <a:extLst>
              <a:ext uri="{FF2B5EF4-FFF2-40B4-BE49-F238E27FC236}">
                <a16:creationId xmlns:a16="http://schemas.microsoft.com/office/drawing/2014/main" id="{0BEAB4EC-A172-34F9-9AB5-B0181B1522D8}"/>
              </a:ext>
            </a:extLst>
          </p:cNvPr>
          <p:cNvSpPr/>
          <p:nvPr/>
        </p:nvSpPr>
        <p:spPr>
          <a:xfrm>
            <a:off x="670560"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Genuine staff sign-in + role denial</a:t>
            </a:r>
          </a:p>
          <a:p>
            <a:pPr algn="l">
              <a:buNone/>
            </a:pPr>
            <a:r>
              <a:rPr lang="en-US" sz="100">
                <a:effectLst/>
              </a:rPr>
              <a:t> </a:t>
            </a:r>
            <a:endParaRPr lang="en-US"/>
          </a:p>
        </p:txBody>
      </p:sp>
      <p:sp>
        <p:nvSpPr>
          <p:cNvPr id="24596" name="Required: Azure SQL persistence">
            <a:extLst>
              <a:ext uri="{FF2B5EF4-FFF2-40B4-BE49-F238E27FC236}">
                <a16:creationId xmlns:a16="http://schemas.microsoft.com/office/drawing/2014/main" id="{1E9C7CA6-8145-2307-0DCB-14204F60A022}"/>
              </a:ext>
            </a:extLst>
          </p:cNvPr>
          <p:cNvSpPr/>
          <p:nvPr/>
        </p:nvSpPr>
        <p:spPr>
          <a:xfrm>
            <a:off x="670560"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Azure SQL persistence</a:t>
            </a:r>
          </a:p>
          <a:p>
            <a:pPr algn="l">
              <a:buNone/>
            </a:pPr>
            <a:r>
              <a:rPr lang="en-US" sz="100">
                <a:effectLst/>
              </a:rPr>
              <a:t> </a:t>
            </a:r>
            <a:endParaRPr lang="en-US"/>
          </a:p>
        </p:txBody>
      </p:sp>
      <p:sp>
        <p:nvSpPr>
          <p:cNvPr id="24613" name="Required: Bounded real-model result">
            <a:extLst>
              <a:ext uri="{FF2B5EF4-FFF2-40B4-BE49-F238E27FC236}">
                <a16:creationId xmlns:a16="http://schemas.microsoft.com/office/drawing/2014/main" id="{FDCE4C2C-1B63-41BD-88C8-C1826C877D0E}"/>
              </a:ext>
            </a:extLst>
          </p:cNvPr>
          <p:cNvSpPr/>
          <p:nvPr/>
        </p:nvSpPr>
        <p:spPr>
          <a:xfrm>
            <a:off x="670560"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Bounded real-model result</a:t>
            </a:r>
          </a:p>
          <a:p>
            <a:pPr algn="l">
              <a:buNone/>
            </a:pPr>
            <a:r>
              <a:rPr lang="en-US" sz="100">
                <a:effectLst/>
              </a:rPr>
              <a:t> </a:t>
            </a:r>
            <a:endParaRPr lang="en-US"/>
          </a:p>
        </p:txBody>
      </p:sp>
      <p:sp>
        <p:nvSpPr>
          <p:cNvPr id="24631" name="Required: Restore and recovery drill">
            <a:extLst>
              <a:ext uri="{FF2B5EF4-FFF2-40B4-BE49-F238E27FC236}">
                <a16:creationId xmlns:a16="http://schemas.microsoft.com/office/drawing/2014/main" id="{3D71E01A-0DA5-50AC-5C25-4B1440BAE354}"/>
              </a:ext>
            </a:extLst>
          </p:cNvPr>
          <p:cNvSpPr/>
          <p:nvPr/>
        </p:nvSpPr>
        <p:spPr>
          <a:xfrm>
            <a:off x="4234815"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Restore and recovery drill</a:t>
            </a:r>
          </a:p>
          <a:p>
            <a:pPr algn="l">
              <a:buNone/>
            </a:pPr>
            <a:r>
              <a:rPr lang="en-US" sz="100">
                <a:effectLst/>
              </a:rPr>
              <a:t> </a:t>
            </a:r>
            <a:endParaRPr lang="en-US"/>
          </a:p>
        </p:txBody>
      </p:sp>
      <p:sp>
        <p:nvSpPr>
          <p:cNvPr id="24650" name="Required: Human task/comprehension checks">
            <a:extLst>
              <a:ext uri="{FF2B5EF4-FFF2-40B4-BE49-F238E27FC236}">
                <a16:creationId xmlns:a16="http://schemas.microsoft.com/office/drawing/2014/main" id="{B10C4E40-265D-12A8-FD2A-A11182BBE821}"/>
              </a:ext>
            </a:extLst>
          </p:cNvPr>
          <p:cNvSpPr/>
          <p:nvPr/>
        </p:nvSpPr>
        <p:spPr>
          <a:xfrm>
            <a:off x="4234815"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Human task/comprehension checks</a:t>
            </a:r>
          </a:p>
          <a:p>
            <a:pPr algn="l">
              <a:buNone/>
            </a:pPr>
            <a:r>
              <a:rPr lang="en-US" sz="100">
                <a:effectLst/>
              </a:rPr>
              <a:t> </a:t>
            </a:r>
            <a:endParaRPr lang="en-US"/>
          </a:p>
        </p:txBody>
      </p:sp>
      <p:sp>
        <p:nvSpPr>
          <p:cNvPr id="24670" name="Required: Current cost + processing terms">
            <a:extLst>
              <a:ext uri="{FF2B5EF4-FFF2-40B4-BE49-F238E27FC236}">
                <a16:creationId xmlns:a16="http://schemas.microsoft.com/office/drawing/2014/main" id="{F4693400-30C9-E1FC-92E0-57FFB2CE87B7}"/>
              </a:ext>
            </a:extLst>
          </p:cNvPr>
          <p:cNvSpPr/>
          <p:nvPr/>
        </p:nvSpPr>
        <p:spPr>
          <a:xfrm>
            <a:off x="4234815"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cost + processing terms</a:t>
            </a:r>
          </a:p>
          <a:p>
            <a:pPr algn="l">
              <a:buNone/>
            </a:pPr>
            <a:r>
              <a:rPr lang="en-US" sz="100">
                <a:effectLst/>
              </a:rPr>
              <a:t> </a:t>
            </a:r>
            <a:endParaRPr lang="en-US"/>
          </a:p>
        </p:txBody>
      </p:sp>
      <p:sp>
        <p:nvSpPr>
          <p:cNvPr id="24691" name="Statement 3">
            <a:extLst>
              <a:ext uri="{FF2B5EF4-FFF2-40B4-BE49-F238E27FC236}">
                <a16:creationId xmlns:a16="http://schemas.microsoft.com/office/drawing/2014/main" id="{EDCD9E67-B195-CFEC-AAEA-DB3675FF71EB}"/>
              </a:ext>
            </a:extLst>
          </p:cNvPr>
          <p:cNvSpPr/>
          <p:nvPr/>
        </p:nvSpPr>
        <p:spPr>
          <a:xfrm>
            <a:off x="579120" y="5349240"/>
            <a:ext cx="703707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Restart proven; full restore drill is the next milestone</a:t>
            </a:r>
            <a:endParaRPr lang="en-US"/>
          </a:p>
        </p:txBody>
      </p:sp>
      <p:sp>
        <p:nvSpPr>
          <p:cNvPr id="24713" name="Owned manual route pill">
            <a:extLst>
              <a:ext uri="{FF2B5EF4-FFF2-40B4-BE49-F238E27FC236}">
                <a16:creationId xmlns:a16="http://schemas.microsoft.com/office/drawing/2014/main" id="{7DE0643D-F078-1B68-9853-B7F8D4F31FF1}"/>
              </a:ext>
            </a:extLst>
          </p:cNvPr>
          <p:cNvSpPr/>
          <p:nvPr/>
        </p:nvSpPr>
        <p:spPr>
          <a:xfrm>
            <a:off x="8298180" y="3566160"/>
            <a:ext cx="25511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OWNED MANUAL ROUTE</a:t>
            </a:r>
          </a:p>
          <a:p>
            <a:pPr algn="ctr">
              <a:buNone/>
            </a:pPr>
            <a:r>
              <a:rPr lang="en-US" sz="100">
                <a:effectLst/>
              </a:rPr>
              <a:t> </a:t>
            </a:r>
            <a:endParaRPr lang="en-US"/>
          </a:p>
        </p:txBody>
      </p:sp>
      <p:sp>
        <p:nvSpPr>
          <p:cNvPr id="24736" name="Manual route statements">
            <a:extLst>
              <a:ext uri="{FF2B5EF4-FFF2-40B4-BE49-F238E27FC236}">
                <a16:creationId xmlns:a16="http://schemas.microsoft.com/office/drawing/2014/main" id="{A10FD64A-2586-6021-1225-50F46302DAD8}"/>
              </a:ext>
            </a:extLst>
          </p:cNvPr>
          <p:cNvSpPr/>
          <p:nvPr/>
        </p:nvSpPr>
        <p:spPr>
          <a:xfrm>
            <a:off x="8206740" y="3931920"/>
            <a:ext cx="3406140" cy="1798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No approval from failure or stale evidence</a:t>
            </a:r>
          </a:p>
          <a:p>
            <a:pPr algn="l">
              <a:buNone/>
            </a:pPr>
            <a:r>
              <a:rPr lang="en-US" sz="1600" b="1">
                <a:solidFill>
                  <a:srgbClr val="173F35"/>
                </a:solidFill>
                <a:effectLst/>
                <a:latin typeface="Arial" panose="020B0604020202020204" pitchFamily="34" charset="0"/>
              </a:rPr>
              <a:t>Owned manual work and independent safety handling</a:t>
            </a:r>
          </a:p>
          <a:p>
            <a:pPr algn="l">
              <a:buNone/>
            </a:pPr>
            <a:r>
              <a:rPr lang="en-US" sz="1600">
                <a:solidFill>
                  <a:srgbClr val="173F35"/>
                </a:solidFill>
                <a:effectLst/>
                <a:latin typeface="Arial" panose="020B0604020202020204" pitchFamily="34" charset="0"/>
              </a:rPr>
              <a:t>Keep manual and safety routes independent; do not relax private controls to rescue a demo.</a:t>
            </a:r>
            <a:endParaRPr lang="en-US"/>
          </a:p>
        </p:txBody>
      </p:sp>
      <p:sp>
        <p:nvSpPr>
          <p:cNvPr id="24760" name="Legend">
            <a:extLst>
              <a:ext uri="{FF2B5EF4-FFF2-40B4-BE49-F238E27FC236}">
                <a16:creationId xmlns:a16="http://schemas.microsoft.com/office/drawing/2014/main" id="{C54E7026-85FE-8DF7-253B-20550A22A39A}"/>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Columns are concerns, not request hops · Amber = next milestone</a:t>
            </a:r>
            <a:endParaRPr lang="en-US"/>
          </a:p>
        </p:txBody>
      </p:sp>
      <p:sp>
        <p:nvSpPr>
          <p:cNvPr id="24785" name="Diagram status pill">
            <a:extLst>
              <a:ext uri="{FF2B5EF4-FFF2-40B4-BE49-F238E27FC236}">
                <a16:creationId xmlns:a16="http://schemas.microsoft.com/office/drawing/2014/main" id="{FB9A641D-E388-5AC8-3B9A-4949064BC816}"/>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4786" name="Azure Key Vault icon" descr="Azure Key Vault icon (official Azure icon)">
            <a:extLst>
              <a:ext uri="{FF2B5EF4-FFF2-40B4-BE49-F238E27FC236}">
                <a16:creationId xmlns:a16="http://schemas.microsoft.com/office/drawing/2014/main" id="{42F5E51E-5783-58C2-CC9A-22AB6E9C9803}"/>
              </a:ext>
            </a:extLst>
          </p:cNvPr>
          <p:cNvPicPr>
            <a:picLocks noChangeAspect="1"/>
          </p:cNvPicPr>
          <p:nvPr/>
        </p:nvPicPr>
        <p:blipFill>
          <a:blip r:embed="rId3"/>
          <a:stretch>
            <a:fillRect/>
          </a:stretch>
        </p:blipFill>
        <p:spPr>
          <a:xfrm>
            <a:off x="655320" y="1935480"/>
            <a:ext cx="384048" cy="384048"/>
          </a:xfrm>
          <a:prstGeom prst="rect">
            <a:avLst/>
          </a:prstGeom>
        </p:spPr>
      </p:pic>
      <p:pic>
        <p:nvPicPr>
          <p:cNvPr id="24787" name="Azure Container Apps icon" descr="Azure Container Apps icon (official Azure icon)">
            <a:extLst>
              <a:ext uri="{FF2B5EF4-FFF2-40B4-BE49-F238E27FC236}">
                <a16:creationId xmlns:a16="http://schemas.microsoft.com/office/drawing/2014/main" id="{B9DA6489-F99F-7EC3-BC27-0F4D4C36ECEA}"/>
              </a:ext>
            </a:extLst>
          </p:cNvPr>
          <p:cNvPicPr>
            <a:picLocks noChangeAspect="1"/>
          </p:cNvPicPr>
          <p:nvPr/>
        </p:nvPicPr>
        <p:blipFill>
          <a:blip r:embed="rId4"/>
          <a:stretch>
            <a:fillRect/>
          </a:stretch>
        </p:blipFill>
        <p:spPr>
          <a:xfrm>
            <a:off x="4469130" y="1935480"/>
            <a:ext cx="384048" cy="384048"/>
          </a:xfrm>
          <a:prstGeom prst="rect">
            <a:avLst/>
          </a:prstGeom>
        </p:spPr>
      </p:pic>
      <p:pic>
        <p:nvPicPr>
          <p:cNvPr id="24788" name="Azure Monitor icon" descr="Azure Monitor icon (official Azure icon)">
            <a:extLst>
              <a:ext uri="{FF2B5EF4-FFF2-40B4-BE49-F238E27FC236}">
                <a16:creationId xmlns:a16="http://schemas.microsoft.com/office/drawing/2014/main" id="{F37F9080-641E-201B-812C-9AD5047B6F76}"/>
              </a:ext>
            </a:extLst>
          </p:cNvPr>
          <p:cNvPicPr>
            <a:picLocks noChangeAspect="1"/>
          </p:cNvPicPr>
          <p:nvPr/>
        </p:nvPicPr>
        <p:blipFill>
          <a:blip r:embed="rId5"/>
          <a:stretch>
            <a:fillRect/>
          </a:stretch>
        </p:blipFill>
        <p:spPr>
          <a:xfrm>
            <a:off x="8282940" y="1935480"/>
            <a:ext cx="384048" cy="384048"/>
          </a:xfrm>
          <a:prstGeom prst="rect">
            <a:avLst/>
          </a:prstGeom>
        </p:spPr>
      </p:pic>
      <p:sp>
        <p:nvSpPr>
          <p:cNvPr id="2" name="Appendix topic destination">
            <a:hlinkClick r:id="rId6" action="ppaction://hlinksldjump"/>
            <a:extLst>
              <a:ext uri="{FF2B5EF4-FFF2-40B4-BE49-F238E27FC236}">
                <a16:creationId xmlns:a16="http://schemas.microsoft.com/office/drawing/2014/main" id="{D971158E-AC86-60D7-2B0D-8CFBDEADC5E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2289242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978" name="Eyebrow">
            <a:extLst>
              <a:ext uri="{FF2B5EF4-FFF2-40B4-BE49-F238E27FC236}">
                <a16:creationId xmlns:a16="http://schemas.microsoft.com/office/drawing/2014/main" id="{E60CC179-82B1-F34F-E811-64D9645E3C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B17 · CEO / SPONSOR</a:t>
            </a:r>
          </a:p>
          <a:p>
            <a:pPr algn="l">
              <a:buNone/>
            </a:pPr>
            <a:r>
              <a:rPr lang="en-US" sz="100">
                <a:effectLst/>
              </a:rPr>
              <a:t> </a:t>
            </a:r>
            <a:endParaRPr lang="en-US"/>
          </a:p>
        </p:txBody>
      </p:sp>
      <p:sp>
        <p:nvSpPr>
          <p:cNvPr id="6060" name="Slide title">
            <a:extLst>
              <a:ext uri="{FF2B5EF4-FFF2-40B4-BE49-F238E27FC236}">
                <a16:creationId xmlns:a16="http://schemas.microsoft.com/office/drawing/2014/main" id="{DB42EF90-5BE4-5B33-2C08-E8A55839670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When can we go live and who owns the next step?</a:t>
            </a:r>
          </a:p>
          <a:p>
            <a:pPr algn="l">
              <a:buNone/>
            </a:pPr>
            <a:r>
              <a:rPr lang="en-US" sz="100">
                <a:effectLst/>
              </a:rPr>
              <a:t> </a:t>
            </a:r>
            <a:endParaRPr lang="en-US"/>
          </a:p>
        </p:txBody>
      </p:sp>
      <p:sp>
        <p:nvSpPr>
          <p:cNvPr id="6143" name="Footer sources">
            <a:extLst>
              <a:ext uri="{FF2B5EF4-FFF2-40B4-BE49-F238E27FC236}">
                <a16:creationId xmlns:a16="http://schemas.microsoft.com/office/drawing/2014/main" id="{C14BB521-63E4-D031-1028-10CF3F72E81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E11 · E13</a:t>
            </a:r>
          </a:p>
          <a:p>
            <a:pPr algn="l">
              <a:buNone/>
            </a:pPr>
            <a:r>
              <a:rPr lang="en-US" sz="100">
                <a:effectLst/>
              </a:rPr>
              <a:t> </a:t>
            </a:r>
            <a:endParaRPr lang="en-US"/>
          </a:p>
        </p:txBody>
      </p:sp>
      <p:sp>
        <p:nvSpPr>
          <p:cNvPr id="6227" name="Footer navigation">
            <a:extLst>
              <a:ext uri="{FF2B5EF4-FFF2-40B4-BE49-F238E27FC236}">
                <a16:creationId xmlns:a16="http://schemas.microsoft.com/office/drawing/2014/main" id="{2D13FC0A-FACE-F7D2-1CB0-D3482495D84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B17 · Index: slide 27</a:t>
            </a:r>
            <a:endParaRPr lang="en-US"/>
          </a:p>
        </p:txBody>
      </p:sp>
      <p:sp>
        <p:nvSpPr>
          <p:cNvPr id="6312" name="Return to interrupted calling slide">
            <a:hlinkClick r:id="" action="ppaction://hlinkshowjump?jump=lastslideviewed"/>
            <a:extLst>
              <a:ext uri="{FF2B5EF4-FFF2-40B4-BE49-F238E27FC236}">
                <a16:creationId xmlns:a16="http://schemas.microsoft.com/office/drawing/2014/main" id="{D1B4D03A-7867-5E10-6B51-05F9FF12D1F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789" name="Statement 1">
            <a:extLst>
              <a:ext uri="{FF2B5EF4-FFF2-40B4-BE49-F238E27FC236}">
                <a16:creationId xmlns:a16="http://schemas.microsoft.com/office/drawing/2014/main" id="{9EA952B9-8B76-4988-321F-BCD44CB6A7C6}"/>
              </a:ext>
            </a:extLst>
          </p:cNvPr>
          <p:cNvSpPr/>
          <p:nvPr/>
        </p:nvSpPr>
        <p:spPr>
          <a:xfrm>
            <a:off x="548640" y="1508760"/>
            <a:ext cx="8662416"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Dependency-led plan: dates follow the gates</a:t>
            </a:r>
            <a:endParaRPr lang="en-US"/>
          </a:p>
        </p:txBody>
      </p:sp>
      <p:sp>
        <p:nvSpPr>
          <p:cNvPr id="24791" name="All steps pending pill">
            <a:extLst>
              <a:ext uri="{FF2B5EF4-FFF2-40B4-BE49-F238E27FC236}">
                <a16:creationId xmlns:a16="http://schemas.microsoft.com/office/drawing/2014/main" id="{F10D71BF-EFDC-8788-24BD-B02635581D04}"/>
              </a:ext>
            </a:extLst>
          </p:cNvPr>
          <p:cNvSpPr/>
          <p:nvPr/>
        </p:nvSpPr>
        <p:spPr>
          <a:xfrm>
            <a:off x="9393936" y="1609344"/>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SEQUENCED PLAN</a:t>
            </a:r>
            <a:endParaRPr lang="en-US"/>
          </a:p>
        </p:txBody>
      </p:sp>
      <p:sp>
        <p:nvSpPr>
          <p:cNvPr id="24794" name="Sequence label">
            <a:extLst>
              <a:ext uri="{FF2B5EF4-FFF2-40B4-BE49-F238E27FC236}">
                <a16:creationId xmlns:a16="http://schemas.microsoft.com/office/drawing/2014/main" id="{C6AA446A-9685-C64F-F51E-B70C95B9815F}"/>
              </a:ext>
            </a:extLst>
          </p:cNvPr>
          <p:cNvSpPr/>
          <p:nvPr/>
        </p:nvSpPr>
        <p:spPr>
          <a:xfrm>
            <a:off x="457200" y="2075688"/>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READINESS SEQUENCE</a:t>
            </a:r>
          </a:p>
          <a:p>
            <a:pPr algn="l">
              <a:buNone/>
            </a:pPr>
            <a:r>
              <a:rPr lang="en-US" sz="100">
                <a:effectLst/>
              </a:rPr>
              <a:t> </a:t>
            </a:r>
            <a:endParaRPr lang="en-US"/>
          </a:p>
        </p:txBody>
      </p:sp>
      <p:sp>
        <p:nvSpPr>
          <p:cNvPr id="24798" name="Owner label">
            <a:extLst>
              <a:ext uri="{FF2B5EF4-FFF2-40B4-BE49-F238E27FC236}">
                <a16:creationId xmlns:a16="http://schemas.microsoft.com/office/drawing/2014/main" id="{7BFAF4B3-8C89-C852-EAC7-6E35D5AC9D60}"/>
              </a:ext>
            </a:extLst>
          </p:cNvPr>
          <p:cNvSpPr/>
          <p:nvPr/>
        </p:nvSpPr>
        <p:spPr>
          <a:xfrm>
            <a:off x="4297680" y="2075688"/>
            <a:ext cx="2240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a:t>
            </a:r>
          </a:p>
          <a:p>
            <a:pPr algn="l">
              <a:buNone/>
            </a:pPr>
            <a:r>
              <a:rPr lang="en-US" sz="100">
                <a:effectLst/>
              </a:rPr>
              <a:t> </a:t>
            </a:r>
            <a:endParaRPr lang="en-US"/>
          </a:p>
        </p:txBody>
      </p:sp>
      <p:sp>
        <p:nvSpPr>
          <p:cNvPr id="24803" name="Step 1 number">
            <a:extLst>
              <a:ext uri="{FF2B5EF4-FFF2-40B4-BE49-F238E27FC236}">
                <a16:creationId xmlns:a16="http://schemas.microsoft.com/office/drawing/2014/main" id="{33BC9ADF-80E6-E46A-2CD0-64FB69EEF468}"/>
              </a:ext>
            </a:extLst>
          </p:cNvPr>
          <p:cNvSpPr/>
          <p:nvPr/>
        </p:nvSpPr>
        <p:spPr>
          <a:xfrm>
            <a:off x="548640" y="244144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24809" name="Step 1 Agreed validation scope">
            <a:extLst>
              <a:ext uri="{FF2B5EF4-FFF2-40B4-BE49-F238E27FC236}">
                <a16:creationId xmlns:a16="http://schemas.microsoft.com/office/drawing/2014/main" id="{8724D9C4-38E8-5D42-AA7B-E3845EAFBEFF}"/>
              </a:ext>
            </a:extLst>
          </p:cNvPr>
          <p:cNvSpPr/>
          <p:nvPr/>
        </p:nvSpPr>
        <p:spPr>
          <a:xfrm>
            <a:off x="1005840" y="244144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Agreed validation scope</a:t>
            </a:r>
          </a:p>
          <a:p>
            <a:pPr algn="l">
              <a:buNone/>
            </a:pPr>
            <a:r>
              <a:rPr lang="en-US" sz="100">
                <a:effectLst/>
              </a:rPr>
              <a:t> </a:t>
            </a:r>
            <a:endParaRPr lang="en-US"/>
          </a:p>
        </p:txBody>
      </p:sp>
      <p:sp>
        <p:nvSpPr>
          <p:cNvPr id="24816" name="Owner Programme">
            <a:extLst>
              <a:ext uri="{FF2B5EF4-FFF2-40B4-BE49-F238E27FC236}">
                <a16:creationId xmlns:a16="http://schemas.microsoft.com/office/drawing/2014/main" id="{3424E8F1-A7A3-18B3-8C37-9CCB9E82C861}"/>
              </a:ext>
            </a:extLst>
          </p:cNvPr>
          <p:cNvSpPr/>
          <p:nvPr/>
        </p:nvSpPr>
        <p:spPr>
          <a:xfrm>
            <a:off x="4297680" y="244144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a:t>
            </a:r>
          </a:p>
          <a:p>
            <a:pPr algn="l">
              <a:buNone/>
            </a:pPr>
            <a:r>
              <a:rPr lang="en-US" sz="100">
                <a:effectLst/>
              </a:rPr>
              <a:t> </a:t>
            </a:r>
            <a:endParaRPr lang="en-US"/>
          </a:p>
        </p:txBody>
      </p:sp>
      <p:sp>
        <p:nvSpPr>
          <p:cNvPr id="24824" name="Depends 1-&gt;2">
            <a:extLst>
              <a:ext uri="{FF2B5EF4-FFF2-40B4-BE49-F238E27FC236}">
                <a16:creationId xmlns:a16="http://schemas.microsoft.com/office/drawing/2014/main" id="{3AF0DB07-B4FA-248D-3EC1-BCCAA0E4242B}"/>
              </a:ext>
            </a:extLst>
          </p:cNvPr>
          <p:cNvSpPr/>
          <p:nvPr/>
        </p:nvSpPr>
        <p:spPr>
          <a:xfrm>
            <a:off x="662940" y="292150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33" name="Step 2 number">
            <a:extLst>
              <a:ext uri="{FF2B5EF4-FFF2-40B4-BE49-F238E27FC236}">
                <a16:creationId xmlns:a16="http://schemas.microsoft.com/office/drawing/2014/main" id="{B2750BFF-730F-D4CD-E21B-3DFA7D16403F}"/>
              </a:ext>
            </a:extLst>
          </p:cNvPr>
          <p:cNvSpPr/>
          <p:nvPr/>
        </p:nvSpPr>
        <p:spPr>
          <a:xfrm>
            <a:off x="548640" y="308152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24843" name="Step 2 Refreshed cost">
            <a:extLst>
              <a:ext uri="{FF2B5EF4-FFF2-40B4-BE49-F238E27FC236}">
                <a16:creationId xmlns:a16="http://schemas.microsoft.com/office/drawing/2014/main" id="{F3959E92-D63B-0EAF-2712-CAC0198613EF}"/>
              </a:ext>
            </a:extLst>
          </p:cNvPr>
          <p:cNvSpPr/>
          <p:nvPr/>
        </p:nvSpPr>
        <p:spPr>
          <a:xfrm>
            <a:off x="1005840" y="308152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Refreshed cost</a:t>
            </a:r>
          </a:p>
          <a:p>
            <a:pPr algn="l">
              <a:buNone/>
            </a:pPr>
            <a:r>
              <a:rPr lang="en-US" sz="100">
                <a:effectLst/>
              </a:rPr>
              <a:t> </a:t>
            </a:r>
            <a:endParaRPr lang="en-US"/>
          </a:p>
        </p:txBody>
      </p:sp>
      <p:sp>
        <p:nvSpPr>
          <p:cNvPr id="24854" name="Owner Finance">
            <a:extLst>
              <a:ext uri="{FF2B5EF4-FFF2-40B4-BE49-F238E27FC236}">
                <a16:creationId xmlns:a16="http://schemas.microsoft.com/office/drawing/2014/main" id="{C880399A-4E4E-5AAE-4F19-14D1CB468CCF}"/>
              </a:ext>
            </a:extLst>
          </p:cNvPr>
          <p:cNvSpPr/>
          <p:nvPr/>
        </p:nvSpPr>
        <p:spPr>
          <a:xfrm>
            <a:off x="4297680" y="308152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Finance</a:t>
            </a:r>
          </a:p>
          <a:p>
            <a:pPr algn="l">
              <a:buNone/>
            </a:pPr>
            <a:r>
              <a:rPr lang="en-US" sz="100">
                <a:effectLst/>
              </a:rPr>
              <a:t> </a:t>
            </a:r>
            <a:endParaRPr lang="en-US"/>
          </a:p>
        </p:txBody>
      </p:sp>
      <p:sp>
        <p:nvSpPr>
          <p:cNvPr id="24866" name="Depends 2-&gt;3">
            <a:extLst>
              <a:ext uri="{FF2B5EF4-FFF2-40B4-BE49-F238E27FC236}">
                <a16:creationId xmlns:a16="http://schemas.microsoft.com/office/drawing/2014/main" id="{19A4543B-9195-105E-3106-885F4313ADFF}"/>
              </a:ext>
            </a:extLst>
          </p:cNvPr>
          <p:cNvSpPr/>
          <p:nvPr/>
        </p:nvSpPr>
        <p:spPr>
          <a:xfrm>
            <a:off x="662940" y="356158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79" name="Step 3 number">
            <a:extLst>
              <a:ext uri="{FF2B5EF4-FFF2-40B4-BE49-F238E27FC236}">
                <a16:creationId xmlns:a16="http://schemas.microsoft.com/office/drawing/2014/main" id="{0D330312-D87B-D19A-21CF-DE57A1A8FD6D}"/>
              </a:ext>
            </a:extLst>
          </p:cNvPr>
          <p:cNvSpPr/>
          <p:nvPr/>
        </p:nvSpPr>
        <p:spPr>
          <a:xfrm>
            <a:off x="548640" y="372160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24893" name="Step 3 Deployment prerequisites">
            <a:extLst>
              <a:ext uri="{FF2B5EF4-FFF2-40B4-BE49-F238E27FC236}">
                <a16:creationId xmlns:a16="http://schemas.microsoft.com/office/drawing/2014/main" id="{1ACE9A32-D3B2-0992-3498-0112D37EDF7B}"/>
              </a:ext>
            </a:extLst>
          </p:cNvPr>
          <p:cNvSpPr/>
          <p:nvPr/>
        </p:nvSpPr>
        <p:spPr>
          <a:xfrm>
            <a:off x="1005840" y="372160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Deployment prerequisites</a:t>
            </a:r>
          </a:p>
          <a:p>
            <a:pPr algn="l">
              <a:buNone/>
            </a:pPr>
            <a:r>
              <a:rPr lang="en-US" sz="100">
                <a:effectLst/>
              </a:rPr>
              <a:t> </a:t>
            </a:r>
            <a:endParaRPr lang="en-US"/>
          </a:p>
        </p:txBody>
      </p:sp>
      <p:sp>
        <p:nvSpPr>
          <p:cNvPr id="24908" name="Owner Technical owner">
            <a:extLst>
              <a:ext uri="{FF2B5EF4-FFF2-40B4-BE49-F238E27FC236}">
                <a16:creationId xmlns:a16="http://schemas.microsoft.com/office/drawing/2014/main" id="{59CA2ACC-383A-20B8-D648-6242B5203EB8}"/>
              </a:ext>
            </a:extLst>
          </p:cNvPr>
          <p:cNvSpPr/>
          <p:nvPr/>
        </p:nvSpPr>
        <p:spPr>
          <a:xfrm>
            <a:off x="4297680" y="372160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Technical owner</a:t>
            </a:r>
          </a:p>
          <a:p>
            <a:pPr algn="l">
              <a:buNone/>
            </a:pPr>
            <a:r>
              <a:rPr lang="en-US" sz="100">
                <a:effectLst/>
              </a:rPr>
              <a:t> </a:t>
            </a:r>
            <a:endParaRPr lang="en-US"/>
          </a:p>
        </p:txBody>
      </p:sp>
      <p:sp>
        <p:nvSpPr>
          <p:cNvPr id="24924" name="Depends 3-&gt;4">
            <a:extLst>
              <a:ext uri="{FF2B5EF4-FFF2-40B4-BE49-F238E27FC236}">
                <a16:creationId xmlns:a16="http://schemas.microsoft.com/office/drawing/2014/main" id="{DA21C99F-2709-8350-9AB5-F260998CFB0F}"/>
              </a:ext>
            </a:extLst>
          </p:cNvPr>
          <p:cNvSpPr/>
          <p:nvPr/>
        </p:nvSpPr>
        <p:spPr>
          <a:xfrm>
            <a:off x="662940" y="420166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941" name="Step 4 number">
            <a:extLst>
              <a:ext uri="{FF2B5EF4-FFF2-40B4-BE49-F238E27FC236}">
                <a16:creationId xmlns:a16="http://schemas.microsoft.com/office/drawing/2014/main" id="{BCB68579-94BE-AD88-C6EC-4AECD6625CF0}"/>
              </a:ext>
            </a:extLst>
          </p:cNvPr>
          <p:cNvSpPr/>
          <p:nvPr/>
        </p:nvSpPr>
        <p:spPr>
          <a:xfrm>
            <a:off x="548640" y="436168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24959" name="Step 4 Finite test authorised">
            <a:extLst>
              <a:ext uri="{FF2B5EF4-FFF2-40B4-BE49-F238E27FC236}">
                <a16:creationId xmlns:a16="http://schemas.microsoft.com/office/drawing/2014/main" id="{CFAE7B85-313F-4401-D449-AA1C075FFB5E}"/>
              </a:ext>
            </a:extLst>
          </p:cNvPr>
          <p:cNvSpPr/>
          <p:nvPr/>
        </p:nvSpPr>
        <p:spPr>
          <a:xfrm>
            <a:off x="1005840" y="436168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Finite test authorised</a:t>
            </a:r>
          </a:p>
          <a:p>
            <a:pPr algn="l">
              <a:buNone/>
            </a:pPr>
            <a:r>
              <a:rPr lang="en-US" sz="100">
                <a:effectLst/>
              </a:rPr>
              <a:t> </a:t>
            </a:r>
            <a:endParaRPr lang="en-US"/>
          </a:p>
        </p:txBody>
      </p:sp>
      <p:sp>
        <p:nvSpPr>
          <p:cNvPr id="24978" name="Owner Control reviewers">
            <a:extLst>
              <a:ext uri="{FF2B5EF4-FFF2-40B4-BE49-F238E27FC236}">
                <a16:creationId xmlns:a16="http://schemas.microsoft.com/office/drawing/2014/main" id="{12B692A6-1866-C593-601C-00C0676D9C4A}"/>
              </a:ext>
            </a:extLst>
          </p:cNvPr>
          <p:cNvSpPr/>
          <p:nvPr/>
        </p:nvSpPr>
        <p:spPr>
          <a:xfrm>
            <a:off x="4297680" y="436168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 + Finance</a:t>
            </a:r>
            <a:endParaRPr lang="en-US"/>
          </a:p>
        </p:txBody>
      </p:sp>
      <p:sp>
        <p:nvSpPr>
          <p:cNvPr id="24998" name="Depends 4-&gt;5">
            <a:extLst>
              <a:ext uri="{FF2B5EF4-FFF2-40B4-BE49-F238E27FC236}">
                <a16:creationId xmlns:a16="http://schemas.microsoft.com/office/drawing/2014/main" id="{F12D63D4-8291-E0D9-E57C-C79E21082457}"/>
              </a:ext>
            </a:extLst>
          </p:cNvPr>
          <p:cNvSpPr/>
          <p:nvPr/>
        </p:nvSpPr>
        <p:spPr>
          <a:xfrm>
            <a:off x="662940" y="484174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19" name="Step 5 number">
            <a:extLst>
              <a:ext uri="{FF2B5EF4-FFF2-40B4-BE49-F238E27FC236}">
                <a16:creationId xmlns:a16="http://schemas.microsoft.com/office/drawing/2014/main" id="{5FD59AE6-7E92-E286-B614-A8348F7B3AD0}"/>
              </a:ext>
            </a:extLst>
          </p:cNvPr>
          <p:cNvSpPr/>
          <p:nvPr/>
        </p:nvSpPr>
        <p:spPr>
          <a:xfrm>
            <a:off x="548640" y="500176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25041" name="Step 5 Dates set">
            <a:extLst>
              <a:ext uri="{FF2B5EF4-FFF2-40B4-BE49-F238E27FC236}">
                <a16:creationId xmlns:a16="http://schemas.microsoft.com/office/drawing/2014/main" id="{575E853D-1D09-DCC1-76CD-60E6720CAB44}"/>
              </a:ext>
            </a:extLst>
          </p:cNvPr>
          <p:cNvSpPr/>
          <p:nvPr/>
        </p:nvSpPr>
        <p:spPr>
          <a:xfrm>
            <a:off x="1005840" y="5001768"/>
            <a:ext cx="3200400" cy="457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Dates set</a:t>
            </a:r>
          </a:p>
          <a:p>
            <a:pPr algn="l">
              <a:buNone/>
            </a:pPr>
            <a:r>
              <a:rPr lang="en-US" sz="100">
                <a:effectLst/>
              </a:rPr>
              <a:t> </a:t>
            </a:r>
            <a:endParaRPr lang="en-US"/>
          </a:p>
        </p:txBody>
      </p:sp>
      <p:sp>
        <p:nvSpPr>
          <p:cNvPr id="25064" name="Statement 2 card">
            <a:extLst>
              <a:ext uri="{FF2B5EF4-FFF2-40B4-BE49-F238E27FC236}">
                <a16:creationId xmlns:a16="http://schemas.microsoft.com/office/drawing/2014/main" id="{53578DA2-1157-6305-9E3B-FAF74453C944}"/>
              </a:ext>
            </a:extLst>
          </p:cNvPr>
          <p:cNvSpPr/>
          <p:nvPr/>
        </p:nvSpPr>
        <p:spPr>
          <a:xfrm>
            <a:off x="6766560" y="244144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88" name="Statement 2">
            <a:extLst>
              <a:ext uri="{FF2B5EF4-FFF2-40B4-BE49-F238E27FC236}">
                <a16:creationId xmlns:a16="http://schemas.microsoft.com/office/drawing/2014/main" id="{BF84BA00-EC72-D3BF-FE89-650FF6DCB034}"/>
              </a:ext>
            </a:extLst>
          </p:cNvPr>
          <p:cNvSpPr/>
          <p:nvPr/>
        </p:nvSpPr>
        <p:spPr>
          <a:xfrm>
            <a:off x="6827520" y="267004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Programme owns scope; Finance owns spend review</a:t>
            </a:r>
          </a:p>
          <a:p>
            <a:pPr algn="l">
              <a:buNone/>
            </a:pPr>
            <a:r>
              <a:rPr lang="en-US" sz="100">
                <a:effectLst/>
              </a:rPr>
              <a:t> </a:t>
            </a:r>
            <a:endParaRPr lang="en-US"/>
          </a:p>
        </p:txBody>
      </p:sp>
      <p:sp>
        <p:nvSpPr>
          <p:cNvPr id="25113" name="Statement 3 card">
            <a:extLst>
              <a:ext uri="{FF2B5EF4-FFF2-40B4-BE49-F238E27FC236}">
                <a16:creationId xmlns:a16="http://schemas.microsoft.com/office/drawing/2014/main" id="{533EF68A-A425-3A29-79C1-931F3293301A}"/>
              </a:ext>
            </a:extLst>
          </p:cNvPr>
          <p:cNvSpPr/>
          <p:nvPr/>
        </p:nvSpPr>
        <p:spPr>
          <a:xfrm>
            <a:off x="6766560" y="372160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39" name="Statement 3">
            <a:extLst>
              <a:ext uri="{FF2B5EF4-FFF2-40B4-BE49-F238E27FC236}">
                <a16:creationId xmlns:a16="http://schemas.microsoft.com/office/drawing/2014/main" id="{655D0F52-0AF7-8BA5-CB3F-06ECD334FC16}"/>
              </a:ext>
            </a:extLst>
          </p:cNvPr>
          <p:cNvSpPr/>
          <p:nvPr/>
        </p:nvSpPr>
        <p:spPr>
          <a:xfrm>
            <a:off x="6827520" y="395020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Technical and control owners supply acceptance evidence</a:t>
            </a:r>
          </a:p>
          <a:p>
            <a:pPr algn="l">
              <a:buNone/>
            </a:pPr>
            <a:r>
              <a:rPr lang="en-US" sz="100">
                <a:effectLst/>
              </a:rPr>
              <a:t> </a:t>
            </a:r>
            <a:endParaRPr lang="en-US"/>
          </a:p>
        </p:txBody>
      </p:sp>
      <p:sp>
        <p:nvSpPr>
          <p:cNvPr id="25166" name="Later decisions container">
            <a:extLst>
              <a:ext uri="{FF2B5EF4-FFF2-40B4-BE49-F238E27FC236}">
                <a16:creationId xmlns:a16="http://schemas.microsoft.com/office/drawing/2014/main" id="{A77C95A8-5430-1B34-68BC-B2B8D974E02C}"/>
              </a:ext>
            </a:extLst>
          </p:cNvPr>
          <p:cNvSpPr/>
          <p:nvPr/>
        </p:nvSpPr>
        <p:spPr>
          <a:xfrm>
            <a:off x="6766560" y="5001768"/>
            <a:ext cx="4876800" cy="987552"/>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94" name="Later decisions label">
            <a:extLst>
              <a:ext uri="{FF2B5EF4-FFF2-40B4-BE49-F238E27FC236}">
                <a16:creationId xmlns:a16="http://schemas.microsoft.com/office/drawing/2014/main" id="{E73C449A-658E-8BC3-BC20-9A10867D3793}"/>
              </a:ext>
            </a:extLst>
          </p:cNvPr>
          <p:cNvSpPr/>
          <p:nvPr/>
        </p:nvSpPr>
        <p:spPr>
          <a:xfrm>
            <a:off x="6797040" y="5047488"/>
            <a:ext cx="48158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LATER, SEPARATE DECISIONS</a:t>
            </a:r>
          </a:p>
          <a:p>
            <a:pPr algn="l">
              <a:buNone/>
            </a:pPr>
            <a:r>
              <a:rPr lang="en-US" sz="100">
                <a:effectLst/>
              </a:rPr>
              <a:t> </a:t>
            </a:r>
            <a:endParaRPr lang="en-US"/>
          </a:p>
        </p:txBody>
      </p:sp>
      <p:sp>
        <p:nvSpPr>
          <p:cNvPr id="25223" name="Decision commercial pilot">
            <a:extLst>
              <a:ext uri="{FF2B5EF4-FFF2-40B4-BE49-F238E27FC236}">
                <a16:creationId xmlns:a16="http://schemas.microsoft.com/office/drawing/2014/main" id="{0941E211-6303-2669-AD72-115069B413AA}"/>
              </a:ext>
            </a:extLst>
          </p:cNvPr>
          <p:cNvSpPr/>
          <p:nvPr/>
        </p:nvSpPr>
        <p:spPr>
          <a:xfrm>
            <a:off x="688848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Commercial pilot</a:t>
            </a:r>
          </a:p>
          <a:p>
            <a:pPr algn="ctr">
              <a:buNone/>
            </a:pPr>
            <a:r>
              <a:rPr lang="en-US" sz="100">
                <a:effectLst/>
              </a:rPr>
              <a:t> </a:t>
            </a:r>
            <a:endParaRPr lang="en-US"/>
          </a:p>
        </p:txBody>
      </p:sp>
      <p:sp>
        <p:nvSpPr>
          <p:cNvPr id="25253" name="Decision operational release">
            <a:extLst>
              <a:ext uri="{FF2B5EF4-FFF2-40B4-BE49-F238E27FC236}">
                <a16:creationId xmlns:a16="http://schemas.microsoft.com/office/drawing/2014/main" id="{E62E39A0-5FAA-B27D-4B7F-EEA4D3198096}"/>
              </a:ext>
            </a:extLst>
          </p:cNvPr>
          <p:cNvSpPr/>
          <p:nvPr/>
        </p:nvSpPr>
        <p:spPr>
          <a:xfrm>
            <a:off x="927354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Operational release</a:t>
            </a:r>
          </a:p>
          <a:p>
            <a:pPr algn="ctr">
              <a:buNone/>
            </a:pPr>
            <a:r>
              <a:rPr lang="en-US" sz="100">
                <a:effectLst/>
              </a:rPr>
              <a:t> </a:t>
            </a:r>
            <a:endParaRPr lang="en-US"/>
          </a:p>
        </p:txBody>
      </p:sp>
      <p:sp>
        <p:nvSpPr>
          <p:cNvPr id="25284" name="Dates set to later decisions">
            <a:extLst>
              <a:ext uri="{FF2B5EF4-FFF2-40B4-BE49-F238E27FC236}">
                <a16:creationId xmlns:a16="http://schemas.microsoft.com/office/drawing/2014/main" id="{A9C48948-A583-AA73-64A3-D39E144479C6}"/>
              </a:ext>
            </a:extLst>
          </p:cNvPr>
          <p:cNvSpPr/>
          <p:nvPr/>
        </p:nvSpPr>
        <p:spPr>
          <a:xfrm>
            <a:off x="4251960" y="5116068"/>
            <a:ext cx="246888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Appendix topic destination">
            <a:hlinkClick r:id="rId3" action="ppaction://hlinksldjump"/>
            <a:extLst>
              <a:ext uri="{FF2B5EF4-FFF2-40B4-BE49-F238E27FC236}">
                <a16:creationId xmlns:a16="http://schemas.microsoft.com/office/drawing/2014/main" id="{DA52A36D-1C1B-0A51-496D-161920AAB16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S20 / slide 23</a:t>
            </a:r>
            <a:endParaRPr lang="en-US"/>
          </a:p>
        </p:txBody>
      </p:sp>
    </p:spTree>
    <p:extLst>
      <p:ext uri="{BB962C8B-B14F-4D97-AF65-F5344CB8AC3E}">
        <p14:creationId xmlns:p14="http://schemas.microsoft.com/office/powerpoint/2010/main" val="32329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98" name="Eyebrow">
            <a:extLst>
              <a:ext uri="{FF2B5EF4-FFF2-40B4-BE49-F238E27FC236}">
                <a16:creationId xmlns:a16="http://schemas.microsoft.com/office/drawing/2014/main" id="{F3C77B1B-FE63-DD5E-804F-B30260DDA65B}"/>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B18 · ANY EXECUTIVE</a:t>
            </a:r>
          </a:p>
          <a:p>
            <a:pPr algn="l">
              <a:buNone/>
            </a:pPr>
            <a:r>
              <a:rPr lang="en-US" sz="100">
                <a:effectLst/>
              </a:rPr>
              <a:t> </a:t>
            </a:r>
            <a:endParaRPr lang="en-US"/>
          </a:p>
        </p:txBody>
      </p:sp>
      <p:sp>
        <p:nvSpPr>
          <p:cNvPr id="6485" name="Slide title">
            <a:extLst>
              <a:ext uri="{FF2B5EF4-FFF2-40B4-BE49-F238E27FC236}">
                <a16:creationId xmlns:a16="http://schemas.microsoft.com/office/drawing/2014/main" id="{EAA443A2-96F3-4C7B-8CBD-708E75E19E0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you demonstrate a new live action right now?</a:t>
            </a:r>
          </a:p>
          <a:p>
            <a:pPr algn="l">
              <a:buNone/>
            </a:pPr>
            <a:r>
              <a:rPr lang="en-US" sz="100">
                <a:effectLst/>
              </a:rPr>
              <a:t> </a:t>
            </a:r>
            <a:endParaRPr lang="en-US"/>
          </a:p>
        </p:txBody>
      </p:sp>
      <p:sp>
        <p:nvSpPr>
          <p:cNvPr id="6573" name="Footer sources">
            <a:extLst>
              <a:ext uri="{FF2B5EF4-FFF2-40B4-BE49-F238E27FC236}">
                <a16:creationId xmlns:a16="http://schemas.microsoft.com/office/drawing/2014/main" id="{9FF838CD-4222-374D-0E42-2DE648124B0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E13</a:t>
            </a:r>
          </a:p>
          <a:p>
            <a:pPr algn="l">
              <a:buNone/>
            </a:pPr>
            <a:r>
              <a:rPr lang="en-US" sz="100">
                <a:effectLst/>
              </a:rPr>
              <a:t> </a:t>
            </a:r>
            <a:endParaRPr lang="en-US"/>
          </a:p>
        </p:txBody>
      </p:sp>
      <p:sp>
        <p:nvSpPr>
          <p:cNvPr id="6662" name="Footer navigation">
            <a:extLst>
              <a:ext uri="{FF2B5EF4-FFF2-40B4-BE49-F238E27FC236}">
                <a16:creationId xmlns:a16="http://schemas.microsoft.com/office/drawing/2014/main" id="{E45CC79F-0C35-81A5-380F-8859352951A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B18 · Index: slide 27</a:t>
            </a:r>
            <a:endParaRPr lang="en-US"/>
          </a:p>
        </p:txBody>
      </p:sp>
      <p:sp>
        <p:nvSpPr>
          <p:cNvPr id="6752" name="Return to interrupted calling slide">
            <a:hlinkClick r:id="" action="ppaction://hlinkshowjump?jump=lastslideviewed"/>
            <a:extLst>
              <a:ext uri="{FF2B5EF4-FFF2-40B4-BE49-F238E27FC236}">
                <a16:creationId xmlns:a16="http://schemas.microsoft.com/office/drawing/2014/main" id="{5CA2E0AF-3EF2-FCCA-6631-4D1D1D374C8B}"/>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5285" name="Demo boundary card">
            <a:extLst>
              <a:ext uri="{FF2B5EF4-FFF2-40B4-BE49-F238E27FC236}">
                <a16:creationId xmlns:a16="http://schemas.microsoft.com/office/drawing/2014/main" id="{6CAC68C5-4195-18C3-F61D-147A47F466A6}"/>
              </a:ext>
            </a:extLst>
          </p:cNvPr>
          <p:cNvSpPr/>
          <p:nvPr/>
        </p:nvSpPr>
        <p:spPr>
          <a:xfrm>
            <a:off x="548640" y="1874520"/>
            <a:ext cx="3962400" cy="39776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87" name="Route label">
            <a:extLst>
              <a:ext uri="{FF2B5EF4-FFF2-40B4-BE49-F238E27FC236}">
                <a16:creationId xmlns:a16="http://schemas.microsoft.com/office/drawing/2014/main" id="{2D20FF59-8079-78BF-3007-E22FB1C4DA95}"/>
              </a:ext>
            </a:extLst>
          </p:cNvPr>
          <p:cNvSpPr/>
          <p:nvPr/>
        </p:nvSpPr>
        <p:spPr>
          <a:xfrm>
            <a:off x="4968240" y="1485900"/>
            <a:ext cx="6766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ROUTE, CONFIRMED AT PREFLIGHT</a:t>
            </a:r>
          </a:p>
          <a:p>
            <a:pPr algn="l">
              <a:buNone/>
            </a:pPr>
            <a:r>
              <a:rPr lang="en-US" sz="100">
                <a:effectLst/>
              </a:rPr>
              <a:t> </a:t>
            </a:r>
            <a:endParaRPr lang="en-US"/>
          </a:p>
        </p:txBody>
      </p:sp>
      <p:sp>
        <p:nvSpPr>
          <p:cNvPr id="25290" name="Route L card">
            <a:extLst>
              <a:ext uri="{FF2B5EF4-FFF2-40B4-BE49-F238E27FC236}">
                <a16:creationId xmlns:a16="http://schemas.microsoft.com/office/drawing/2014/main" id="{E62E2CAF-4347-206C-EB3F-4CFC1352B227}"/>
              </a:ext>
            </a:extLst>
          </p:cNvPr>
          <p:cNvSpPr/>
          <p:nvPr/>
        </p:nvSpPr>
        <p:spPr>
          <a:xfrm>
            <a:off x="5059680" y="1874520"/>
            <a:ext cx="6583680" cy="853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94" name="Route L text">
            <a:extLst>
              <a:ext uri="{FF2B5EF4-FFF2-40B4-BE49-F238E27FC236}">
                <a16:creationId xmlns:a16="http://schemas.microsoft.com/office/drawing/2014/main" id="{22ACE32C-FF00-BAA1-7F22-527A7B7948C0}"/>
              </a:ext>
            </a:extLst>
          </p:cNvPr>
          <p:cNvSpPr/>
          <p:nvPr/>
        </p:nvSpPr>
        <p:spPr>
          <a:xfrm>
            <a:off x="5120640" y="198120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 · Live, preflight passed</a:t>
            </a:r>
          </a:p>
          <a:p>
            <a:pPr algn="l">
              <a:buNone/>
            </a:pPr>
            <a:r>
              <a:rPr lang="en-US" sz="1600">
                <a:solidFill>
                  <a:srgbClr val="173F35"/>
                </a:solidFill>
                <a:effectLst/>
                <a:latin typeface="Arial" panose="020B0604020202020204" pitchFamily="34" charset="0"/>
              </a:rPr>
              <a:t>Only within the preflighted, authorised demonstration boundary</a:t>
            </a:r>
            <a:endParaRPr lang="en-US"/>
          </a:p>
        </p:txBody>
      </p:sp>
      <p:sp>
        <p:nvSpPr>
          <p:cNvPr id="25299" name="Route E card">
            <a:extLst>
              <a:ext uri="{FF2B5EF4-FFF2-40B4-BE49-F238E27FC236}">
                <a16:creationId xmlns:a16="http://schemas.microsoft.com/office/drawing/2014/main" id="{AD4ACF71-924D-AB72-DC1D-52DBA32AF742}"/>
              </a:ext>
            </a:extLst>
          </p:cNvPr>
          <p:cNvSpPr/>
          <p:nvPr/>
        </p:nvSpPr>
        <p:spPr>
          <a:xfrm>
            <a:off x="5059680" y="2865120"/>
            <a:ext cx="6583680" cy="1402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12" name="Route U card">
            <a:extLst>
              <a:ext uri="{FF2B5EF4-FFF2-40B4-BE49-F238E27FC236}">
                <a16:creationId xmlns:a16="http://schemas.microsoft.com/office/drawing/2014/main" id="{73B1D725-09B8-6A0E-DFA7-A4549BEF2F78}"/>
              </a:ext>
            </a:extLst>
          </p:cNvPr>
          <p:cNvSpPr/>
          <p:nvPr/>
        </p:nvSpPr>
        <p:spPr>
          <a:xfrm>
            <a:off x="5059680" y="4404360"/>
            <a:ext cx="6583680" cy="8534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20" name="Route U text">
            <a:extLst>
              <a:ext uri="{FF2B5EF4-FFF2-40B4-BE49-F238E27FC236}">
                <a16:creationId xmlns:a16="http://schemas.microsoft.com/office/drawing/2014/main" id="{2EA6B6CB-F2F5-37A9-2634-835D9F046736}"/>
              </a:ext>
            </a:extLst>
          </p:cNvPr>
          <p:cNvSpPr/>
          <p:nvPr/>
        </p:nvSpPr>
        <p:spPr>
          <a:xfrm>
            <a:off x="5120640" y="451104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U · Unavailable</a:t>
            </a:r>
          </a:p>
          <a:p>
            <a:pPr algn="l">
              <a:buNone/>
            </a:pPr>
            <a:r>
              <a:rPr lang="en-US" sz="1600">
                <a:solidFill>
                  <a:srgbClr val="173F35"/>
                </a:solidFill>
                <a:effectLst/>
                <a:latin typeface="Arial" panose="020B0604020202020204" pitchFamily="34" charset="0"/>
              </a:rPr>
              <a:t>Explain the control instead</a:t>
            </a:r>
            <a:endParaRPr lang="en-US"/>
          </a:p>
        </p:txBody>
      </p:sp>
      <p:sp>
        <p:nvSpPr>
          <p:cNvPr id="25329" name="No silent mock fallback">
            <a:extLst>
              <a:ext uri="{FF2B5EF4-FFF2-40B4-BE49-F238E27FC236}">
                <a16:creationId xmlns:a16="http://schemas.microsoft.com/office/drawing/2014/main" id="{AB9D0C56-C817-A548-5AC3-C3C5B54135A8}"/>
              </a:ext>
            </a:extLst>
          </p:cNvPr>
          <p:cNvSpPr/>
          <p:nvPr/>
        </p:nvSpPr>
        <p:spPr>
          <a:xfrm>
            <a:off x="5059680" y="5394960"/>
            <a:ext cx="6583680" cy="45720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  No silent mock fallback</a:t>
            </a:r>
          </a:p>
          <a:p>
            <a:pPr algn="l">
              <a:buNone/>
            </a:pPr>
            <a:r>
              <a:rPr lang="en-US" sz="100">
                <a:effectLst/>
              </a:rPr>
              <a:t> </a:t>
            </a:r>
            <a:endParaRPr lang="en-US"/>
          </a:p>
        </p:txBody>
      </p:sp>
      <p:sp>
        <p:nvSpPr>
          <p:cNvPr id="25339" name="Boundary label">
            <a:extLst>
              <a:ext uri="{FF2B5EF4-FFF2-40B4-BE49-F238E27FC236}">
                <a16:creationId xmlns:a16="http://schemas.microsoft.com/office/drawing/2014/main" id="{E0DC64F6-F1DD-F4F9-F1F6-C1040B226875}"/>
              </a:ext>
            </a:extLst>
          </p:cNvPr>
          <p:cNvSpPr/>
          <p:nvPr/>
        </p:nvSpPr>
        <p:spPr>
          <a:xfrm>
            <a:off x="609600" y="25755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BOUNDARY</a:t>
            </a:r>
          </a:p>
          <a:p>
            <a:pPr algn="l">
              <a:buNone/>
            </a:pPr>
            <a:r>
              <a:rPr lang="en-US" sz="100">
                <a:effectLst/>
              </a:rPr>
              <a:t> </a:t>
            </a:r>
            <a:endParaRPr lang="en-US"/>
          </a:p>
        </p:txBody>
      </p:sp>
      <p:sp>
        <p:nvSpPr>
          <p:cNvPr id="25350" name="Boundary statements">
            <a:extLst>
              <a:ext uri="{FF2B5EF4-FFF2-40B4-BE49-F238E27FC236}">
                <a16:creationId xmlns:a16="http://schemas.microsoft.com/office/drawing/2014/main" id="{4F42C3E4-0E85-E34E-8562-3A6BBB47635C}"/>
              </a:ext>
            </a:extLst>
          </p:cNvPr>
          <p:cNvSpPr/>
          <p:nvPr/>
        </p:nvSpPr>
        <p:spPr>
          <a:xfrm>
            <a:off x="609600" y="2964180"/>
            <a:ext cx="3840480" cy="2164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Only pre-authorised, reversible constructed scope</a:t>
            </a:r>
          </a:p>
          <a:p>
            <a:pPr algn="l">
              <a:buNone/>
            </a:pPr>
            <a:r>
              <a:rPr lang="en-US" sz="1800" b="1">
                <a:solidFill>
                  <a:srgbClr val="173F35"/>
                </a:solidFill>
                <a:effectLst/>
                <a:latin typeface="Arial" panose="020B0604020202020204" pitchFamily="34" charset="0"/>
              </a:rPr>
              <a:t>No unplanned role, network, spend or data changes</a:t>
            </a:r>
          </a:p>
          <a:p>
            <a:pPr algn="l">
              <a:buNone/>
            </a:pPr>
            <a:r>
              <a:rPr lang="en-US" sz="1600">
                <a:solidFill>
                  <a:srgbClr val="173F35"/>
                </a:solidFill>
                <a:effectLst/>
                <a:latin typeface="Arial" panose="020B0604020202020204" pitchFamily="34" charset="0"/>
              </a:rPr>
              <a:t>We will not grant a role, bypass private networking, enable assistant authority, submit a grant or send a resident message on the fly.</a:t>
            </a:r>
            <a:endParaRPr lang="en-US"/>
          </a:p>
        </p:txBody>
      </p:sp>
      <p:sp>
        <p:nvSpPr>
          <p:cNvPr id="25362" name="Boundary to route L">
            <a:extLst>
              <a:ext uri="{FF2B5EF4-FFF2-40B4-BE49-F238E27FC236}">
                <a16:creationId xmlns:a16="http://schemas.microsoft.com/office/drawing/2014/main" id="{1DD22ED2-22D8-7121-2343-2960AC4715C9}"/>
              </a:ext>
            </a:extLst>
          </p:cNvPr>
          <p:cNvSpPr/>
          <p:nvPr/>
        </p:nvSpPr>
        <p:spPr>
          <a:xfrm>
            <a:off x="4556760" y="218694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75" name="Boundary to route E">
            <a:extLst>
              <a:ext uri="{FF2B5EF4-FFF2-40B4-BE49-F238E27FC236}">
                <a16:creationId xmlns:a16="http://schemas.microsoft.com/office/drawing/2014/main" id="{5FAED686-CFEC-2AE0-5234-7B0331E2410B}"/>
              </a:ext>
            </a:extLst>
          </p:cNvPr>
          <p:cNvSpPr/>
          <p:nvPr/>
        </p:nvSpPr>
        <p:spPr>
          <a:xfrm>
            <a:off x="4556760" y="345186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89" name="Boundary to route U">
            <a:extLst>
              <a:ext uri="{FF2B5EF4-FFF2-40B4-BE49-F238E27FC236}">
                <a16:creationId xmlns:a16="http://schemas.microsoft.com/office/drawing/2014/main" id="{9CC3AC06-2A0B-34AD-0263-4711F23F3CA4}"/>
              </a:ext>
            </a:extLst>
          </p:cNvPr>
          <p:cNvSpPr/>
          <p:nvPr/>
        </p:nvSpPr>
        <p:spPr>
          <a:xfrm>
            <a:off x="4556760" y="471678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70" name="E route text">
            <a:extLst>
              <a:ext uri="{FF2B5EF4-FFF2-40B4-BE49-F238E27FC236}">
                <a16:creationId xmlns:a16="http://schemas.microsoft.com/office/drawing/2014/main" id="{0928B0E8-A942-4A0A-A60D-180522E15DB1}"/>
              </a:ext>
            </a:extLst>
          </p:cNvPr>
          <p:cNvSpPr/>
          <p:nvPr/>
        </p:nvSpPr>
        <p:spPr>
          <a:xfrm>
            <a:off x="5120640" y="2971800"/>
            <a:ext cx="646176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 · Recorded walkthrough</a:t>
            </a:r>
          </a:p>
          <a:p>
            <a:pPr algn="l">
              <a:buNone/>
            </a:pPr>
            <a:r>
              <a:rPr lang="en-US" sz="1800" b="1">
                <a:solidFill>
                  <a:srgbClr val="173F35"/>
                </a:solidFill>
                <a:effectLst/>
                <a:latin typeface="Arial" panose="020B0604020202020204" pitchFamily="34" charset="0"/>
              </a:rPr>
              <a:t>Fallback is visibly labelled evidence,</a:t>
            </a:r>
          </a:p>
          <a:p>
            <a:pPr algn="l">
              <a:buNone/>
            </a:pPr>
            <a:r>
              <a:rPr lang="en-US" sz="1800" b="1">
                <a:solidFill>
                  <a:srgbClr val="173F35"/>
                </a:solidFill>
                <a:effectLst/>
                <a:latin typeface="Arial" panose="020B0604020202020204" pitchFamily="34" charset="0"/>
              </a:rPr>
              <a:t>never simulated live proof</a:t>
            </a:r>
          </a:p>
          <a:p>
            <a:pPr algn="l">
              <a:buNone/>
            </a:pPr>
            <a:r>
              <a:rPr lang="en-US" sz="1600">
                <a:solidFill>
                  <a:srgbClr val="173F35"/>
                </a:solidFill>
                <a:effectLst/>
                <a:latin typeface="Arial" panose="020B0604020202020204" pitchFamily="34" charset="0"/>
              </a:rPr>
              <a:t>Switch once; say exactly what it does and does not prove.</a:t>
            </a:r>
            <a:endParaRPr lang="en-US"/>
          </a:p>
        </p:txBody>
      </p:sp>
      <p:sp>
        <p:nvSpPr>
          <p:cNvPr id="2" name="Appendix topic destination">
            <a:hlinkClick r:id="rId3" action="ppaction://hlinksldjump"/>
            <a:extLst>
              <a:ext uri="{FF2B5EF4-FFF2-40B4-BE49-F238E27FC236}">
                <a16:creationId xmlns:a16="http://schemas.microsoft.com/office/drawing/2014/main" id="{4BFF222A-0C2C-2FA5-BB68-0F9F3A53CB2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S22 / slide 25</a:t>
            </a:r>
            <a:endParaRPr lang="en-US"/>
          </a:p>
        </p:txBody>
      </p:sp>
    </p:spTree>
    <p:extLst>
      <p:ext uri="{BB962C8B-B14F-4D97-AF65-F5344CB8AC3E}">
        <p14:creationId xmlns:p14="http://schemas.microsoft.com/office/powerpoint/2010/main" val="1785931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843" name="Eyebrow">
            <a:extLst>
              <a:ext uri="{FF2B5EF4-FFF2-40B4-BE49-F238E27FC236}">
                <a16:creationId xmlns:a16="http://schemas.microsoft.com/office/drawing/2014/main" id="{58F82D67-43CE-1617-0664-1058E9A5D20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B19 · ASSET / SAFETY / CTO</a:t>
            </a:r>
          </a:p>
          <a:p>
            <a:pPr algn="l">
              <a:buNone/>
            </a:pPr>
            <a:r>
              <a:rPr lang="en-US" sz="100">
                <a:effectLst/>
              </a:rPr>
              <a:t> </a:t>
            </a:r>
            <a:endParaRPr lang="en-US"/>
          </a:p>
        </p:txBody>
      </p:sp>
      <p:sp>
        <p:nvSpPr>
          <p:cNvPr id="6935" name="Slide title">
            <a:extLst>
              <a:ext uri="{FF2B5EF4-FFF2-40B4-BE49-F238E27FC236}">
                <a16:creationId xmlns:a16="http://schemas.microsoft.com/office/drawing/2014/main" id="{C5529DB1-24CC-074A-D9FB-4DD4084DFFA1}"/>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Where do sensors fit and can AI diagnose damp or mould?</a:t>
            </a:r>
          </a:p>
          <a:p>
            <a:pPr algn="l">
              <a:buNone/>
            </a:pPr>
            <a:r>
              <a:rPr lang="en-US" sz="100">
                <a:effectLst/>
              </a:rPr>
              <a:t> </a:t>
            </a:r>
            <a:endParaRPr lang="en-US"/>
          </a:p>
        </p:txBody>
      </p:sp>
      <p:sp>
        <p:nvSpPr>
          <p:cNvPr id="7028" name="Footer sources">
            <a:extLst>
              <a:ext uri="{FF2B5EF4-FFF2-40B4-BE49-F238E27FC236}">
                <a16:creationId xmlns:a16="http://schemas.microsoft.com/office/drawing/2014/main" id="{76234D01-2FE2-CE4D-57BE-08255EB5E94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E12</a:t>
            </a:r>
          </a:p>
          <a:p>
            <a:pPr algn="l">
              <a:buNone/>
            </a:pPr>
            <a:r>
              <a:rPr lang="en-US" sz="100">
                <a:effectLst/>
              </a:rPr>
              <a:t> </a:t>
            </a:r>
            <a:endParaRPr lang="en-US"/>
          </a:p>
        </p:txBody>
      </p:sp>
      <p:sp>
        <p:nvSpPr>
          <p:cNvPr id="7122" name="Footer navigation">
            <a:extLst>
              <a:ext uri="{FF2B5EF4-FFF2-40B4-BE49-F238E27FC236}">
                <a16:creationId xmlns:a16="http://schemas.microsoft.com/office/drawing/2014/main" id="{EA1BCC6C-65CA-F6E5-07DE-B4673F5EFED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B19 · Index: slide 27</a:t>
            </a:r>
            <a:endParaRPr lang="en-US"/>
          </a:p>
        </p:txBody>
      </p:sp>
      <p:sp>
        <p:nvSpPr>
          <p:cNvPr id="7217" name="Return to interrupted calling slide">
            <a:hlinkClick r:id="" action="ppaction://hlinkshowjump?jump=lastslideviewed"/>
            <a:extLst>
              <a:ext uri="{FF2B5EF4-FFF2-40B4-BE49-F238E27FC236}">
                <a16:creationId xmlns:a16="http://schemas.microsoft.com/office/drawing/2014/main" id="{D91CC9EF-F956-89DB-A325-EAE1384CD2D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7465" name="Statement 1">
            <a:extLst>
              <a:ext uri="{FF2B5EF4-FFF2-40B4-BE49-F238E27FC236}">
                <a16:creationId xmlns:a16="http://schemas.microsoft.com/office/drawing/2014/main" id="{6E75A322-9654-337A-3FD6-F78158C1E7D1}"/>
              </a:ext>
            </a:extLst>
          </p:cNvPr>
          <p:cNvSpPr/>
          <p:nvPr/>
        </p:nvSpPr>
        <p:spPr>
          <a:xfrm>
            <a:off x="548640" y="1508760"/>
            <a:ext cx="295946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IoT Hub Basic is an exercise design decision</a:t>
            </a:r>
          </a:p>
          <a:p>
            <a:pPr algn="l">
              <a:buNone/>
            </a:pPr>
            <a:r>
              <a:rPr lang="en-US" sz="100">
                <a:effectLst/>
              </a:rPr>
              <a:t> </a:t>
            </a:r>
            <a:endParaRPr lang="en-US"/>
          </a:p>
        </p:txBody>
      </p:sp>
      <p:sp>
        <p:nvSpPr>
          <p:cNvPr id="17467" name="Statement 2">
            <a:extLst>
              <a:ext uri="{FF2B5EF4-FFF2-40B4-BE49-F238E27FC236}">
                <a16:creationId xmlns:a16="http://schemas.microsoft.com/office/drawing/2014/main" id="{C4893E5F-6F6B-4772-649C-44A5F6FB1E51}"/>
              </a:ext>
            </a:extLst>
          </p:cNvPr>
          <p:cNvSpPr/>
          <p:nvPr/>
        </p:nvSpPr>
        <p:spPr>
          <a:xfrm>
            <a:off x="3782427" y="1508760"/>
            <a:ext cx="39877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Offline consumer tested; live Hub path remains roadmap</a:t>
            </a:r>
            <a:endParaRPr lang="en-US"/>
          </a:p>
        </p:txBody>
      </p:sp>
      <p:sp>
        <p:nvSpPr>
          <p:cNvPr id="17470" name="Statement 3">
            <a:extLst>
              <a:ext uri="{FF2B5EF4-FFF2-40B4-BE49-F238E27FC236}">
                <a16:creationId xmlns:a16="http://schemas.microsoft.com/office/drawing/2014/main" id="{720423DE-EBD1-A453-5AE7-87CDAEDD7AB3}"/>
              </a:ext>
            </a:extLst>
          </p:cNvPr>
          <p:cNvSpPr/>
          <p:nvPr/>
        </p:nvSpPr>
        <p:spPr>
          <a:xfrm>
            <a:off x="8044527" y="1508760"/>
            <a:ext cx="359883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Signals request human review, never diagnose or suppress</a:t>
            </a:r>
          </a:p>
          <a:p>
            <a:pPr algn="l">
              <a:buNone/>
            </a:pPr>
            <a:r>
              <a:rPr lang="en-US" sz="100">
                <a:effectLst/>
              </a:rPr>
              <a:t> </a:t>
            </a:r>
            <a:endParaRPr lang="en-US"/>
          </a:p>
        </p:txBody>
      </p:sp>
      <p:sp>
        <p:nvSpPr>
          <p:cNvPr id="17474" name="Target pill">
            <a:extLst>
              <a:ext uri="{FF2B5EF4-FFF2-40B4-BE49-F238E27FC236}">
                <a16:creationId xmlns:a16="http://schemas.microsoft.com/office/drawing/2014/main" id="{D79BC93D-316F-8964-F76C-B1462DCBBE97}"/>
              </a:ext>
            </a:extLst>
          </p:cNvPr>
          <p:cNvSpPr/>
          <p:nvPr/>
        </p:nvSpPr>
        <p:spPr>
          <a:xfrm>
            <a:off x="548640" y="2286000"/>
            <a:ext cx="32461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TARGET DESIGN · ROADMAP</a:t>
            </a:r>
            <a:endParaRPr lang="en-US"/>
          </a:p>
        </p:txBody>
      </p:sp>
      <p:sp>
        <p:nvSpPr>
          <p:cNvPr id="17479" name="Target note">
            <a:extLst>
              <a:ext uri="{FF2B5EF4-FFF2-40B4-BE49-F238E27FC236}">
                <a16:creationId xmlns:a16="http://schemas.microsoft.com/office/drawing/2014/main" id="{034529E3-28B0-0702-7A79-2CFBE71B2063}"/>
              </a:ext>
            </a:extLst>
          </p:cNvPr>
          <p:cNvSpPr/>
          <p:nvPr/>
        </p:nvSpPr>
        <p:spPr>
          <a:xfrm>
            <a:off x="3886200" y="2208620"/>
            <a:ext cx="77571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Accepted design direction; the live telemetry path is on the roadmap.</a:t>
            </a:r>
            <a:endParaRPr lang="en-US"/>
          </a:p>
        </p:txBody>
      </p:sp>
      <p:sp>
        <p:nvSpPr>
          <p:cNvPr id="17485" name="Target card Device / simulator">
            <a:extLst>
              <a:ext uri="{FF2B5EF4-FFF2-40B4-BE49-F238E27FC236}">
                <a16:creationId xmlns:a16="http://schemas.microsoft.com/office/drawing/2014/main" id="{E96DA572-0C88-AF72-A84E-2C6A33117C3F}"/>
              </a:ext>
            </a:extLst>
          </p:cNvPr>
          <p:cNvSpPr/>
          <p:nvPr/>
        </p:nvSpPr>
        <p:spPr>
          <a:xfrm>
            <a:off x="548640"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492" name="Device / simulator title">
            <a:extLst>
              <a:ext uri="{FF2B5EF4-FFF2-40B4-BE49-F238E27FC236}">
                <a16:creationId xmlns:a16="http://schemas.microsoft.com/office/drawing/2014/main" id="{B3C4B488-7629-C432-0F19-8F1CE98C2D34}"/>
              </a:ext>
            </a:extLst>
          </p:cNvPr>
          <p:cNvSpPr/>
          <p:nvPr/>
        </p:nvSpPr>
        <p:spPr>
          <a:xfrm>
            <a:off x="563880" y="28437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Device / simulator</a:t>
            </a:r>
          </a:p>
          <a:p>
            <a:pPr algn="l">
              <a:buNone/>
            </a:pPr>
            <a:r>
              <a:rPr lang="en-US" sz="100">
                <a:effectLst/>
              </a:rPr>
              <a:t> </a:t>
            </a:r>
            <a:endParaRPr lang="en-US"/>
          </a:p>
        </p:txBody>
      </p:sp>
      <p:sp>
        <p:nvSpPr>
          <p:cNvPr id="17500" name="Device / simulator body">
            <a:extLst>
              <a:ext uri="{FF2B5EF4-FFF2-40B4-BE49-F238E27FC236}">
                <a16:creationId xmlns:a16="http://schemas.microsoft.com/office/drawing/2014/main" id="{644CDF94-6F0D-8557-88AB-EA60FA0CD8D2}"/>
              </a:ext>
            </a:extLst>
          </p:cNvPr>
          <p:cNvSpPr/>
          <p:nvPr/>
        </p:nvSpPr>
        <p:spPr>
          <a:xfrm>
            <a:off x="563880"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Distinct identity</a:t>
            </a:r>
          </a:p>
          <a:p>
            <a:pPr algn="l">
              <a:buNone/>
            </a:pPr>
            <a:r>
              <a:rPr lang="en-US" sz="1600">
                <a:solidFill>
                  <a:srgbClr val="173F35"/>
                </a:solidFill>
                <a:effectLst/>
                <a:latin typeface="Arial" panose="020B0604020202020204" pitchFamily="34" charset="0"/>
              </a:rPr>
              <a:t>Label synthetic input</a:t>
            </a:r>
          </a:p>
          <a:p>
            <a:pPr algn="l">
              <a:buNone/>
            </a:pPr>
            <a:r>
              <a:rPr lang="en-US" sz="1600">
                <a:solidFill>
                  <a:srgbClr val="173F35"/>
                </a:solidFill>
                <a:effectLst/>
                <a:latin typeface="Arial" panose="020B0604020202020204" pitchFamily="34" charset="0"/>
              </a:rPr>
              <a:t>Stable reading ID</a:t>
            </a:r>
            <a:endParaRPr lang="en-US"/>
          </a:p>
        </p:txBody>
      </p:sp>
      <p:sp>
        <p:nvSpPr>
          <p:cNvPr id="17509" name="Target card Azure IoT Hub">
            <a:extLst>
              <a:ext uri="{FF2B5EF4-FFF2-40B4-BE49-F238E27FC236}">
                <a16:creationId xmlns:a16="http://schemas.microsoft.com/office/drawing/2014/main" id="{5DBAC9DC-652C-EC54-4FD0-B722E98F7211}"/>
              </a:ext>
            </a:extLst>
          </p:cNvPr>
          <p:cNvSpPr/>
          <p:nvPr/>
        </p:nvSpPr>
        <p:spPr>
          <a:xfrm>
            <a:off x="3404616"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19" name="Azure IoT Hub title">
            <a:extLst>
              <a:ext uri="{FF2B5EF4-FFF2-40B4-BE49-F238E27FC236}">
                <a16:creationId xmlns:a16="http://schemas.microsoft.com/office/drawing/2014/main" id="{A05A6B23-BAC7-1230-2410-A5813CA45EB8}"/>
              </a:ext>
            </a:extLst>
          </p:cNvPr>
          <p:cNvSpPr/>
          <p:nvPr/>
        </p:nvSpPr>
        <p:spPr>
          <a:xfrm>
            <a:off x="3941064" y="2843784"/>
            <a:ext cx="1975104"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Azure IoT Hub</a:t>
            </a:r>
          </a:p>
          <a:p>
            <a:pPr algn="l">
              <a:buNone/>
            </a:pPr>
            <a:r>
              <a:rPr lang="en-US" sz="100">
                <a:effectLst/>
              </a:rPr>
              <a:t> </a:t>
            </a:r>
            <a:endParaRPr lang="en-US"/>
          </a:p>
        </p:txBody>
      </p:sp>
      <p:sp>
        <p:nvSpPr>
          <p:cNvPr id="17530" name="Azure IoT Hub body">
            <a:extLst>
              <a:ext uri="{FF2B5EF4-FFF2-40B4-BE49-F238E27FC236}">
                <a16:creationId xmlns:a16="http://schemas.microsoft.com/office/drawing/2014/main" id="{CAAFE416-8704-A8DB-5076-107977F25C2E}"/>
              </a:ext>
            </a:extLst>
          </p:cNvPr>
          <p:cNvSpPr/>
          <p:nvPr/>
        </p:nvSpPr>
        <p:spPr>
          <a:xfrm>
            <a:off x="3419856"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Basic for exercise</a:t>
            </a:r>
          </a:p>
          <a:p>
            <a:pPr algn="l">
              <a:buNone/>
            </a:pPr>
            <a:r>
              <a:rPr lang="en-US" sz="1600">
                <a:solidFill>
                  <a:srgbClr val="173F35"/>
                </a:solidFill>
                <a:effectLst/>
                <a:latin typeface="Arial" panose="020B0604020202020204" pitchFamily="34" charset="0"/>
              </a:rPr>
              <a:t>Device-to-cloud only</a:t>
            </a:r>
          </a:p>
          <a:p>
            <a:pPr algn="l">
              <a:buNone/>
            </a:pPr>
            <a:r>
              <a:rPr lang="en-US" sz="1600">
                <a:solidFill>
                  <a:srgbClr val="173F35"/>
                </a:solidFill>
                <a:effectLst/>
                <a:latin typeface="Arial" panose="020B0604020202020204" pitchFamily="34" charset="0"/>
              </a:rPr>
              <a:t>Credential owner needed</a:t>
            </a:r>
            <a:endParaRPr lang="en-US"/>
          </a:p>
        </p:txBody>
      </p:sp>
      <p:sp>
        <p:nvSpPr>
          <p:cNvPr id="17542" name="Target card API + SQL">
            <a:extLst>
              <a:ext uri="{FF2B5EF4-FFF2-40B4-BE49-F238E27FC236}">
                <a16:creationId xmlns:a16="http://schemas.microsoft.com/office/drawing/2014/main" id="{9BD588A1-DCD4-D53D-ADC3-477E9A3BE2CC}"/>
              </a:ext>
            </a:extLst>
          </p:cNvPr>
          <p:cNvSpPr/>
          <p:nvPr/>
        </p:nvSpPr>
        <p:spPr>
          <a:xfrm>
            <a:off x="6260592"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55" name="API + SQL title">
            <a:extLst>
              <a:ext uri="{FF2B5EF4-FFF2-40B4-BE49-F238E27FC236}">
                <a16:creationId xmlns:a16="http://schemas.microsoft.com/office/drawing/2014/main" id="{BE236FE7-C957-8DF9-1AC2-04044E2CEE88}"/>
              </a:ext>
            </a:extLst>
          </p:cNvPr>
          <p:cNvSpPr/>
          <p:nvPr/>
        </p:nvSpPr>
        <p:spPr>
          <a:xfrm>
            <a:off x="6797040" y="2843784"/>
            <a:ext cx="1975104"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API + SQL</a:t>
            </a:r>
          </a:p>
          <a:p>
            <a:pPr algn="l">
              <a:buNone/>
            </a:pPr>
            <a:r>
              <a:rPr lang="en-US" sz="100">
                <a:effectLst/>
              </a:rPr>
              <a:t> </a:t>
            </a:r>
            <a:endParaRPr lang="en-US"/>
          </a:p>
        </p:txBody>
      </p:sp>
      <p:sp>
        <p:nvSpPr>
          <p:cNvPr id="17569" name="API + SQL body">
            <a:extLst>
              <a:ext uri="{FF2B5EF4-FFF2-40B4-BE49-F238E27FC236}">
                <a16:creationId xmlns:a16="http://schemas.microsoft.com/office/drawing/2014/main" id="{6E8ADBB0-9E3B-7DC7-AE18-E589380CCA63}"/>
              </a:ext>
            </a:extLst>
          </p:cNvPr>
          <p:cNvSpPr/>
          <p:nvPr/>
        </p:nvSpPr>
        <p:spPr>
          <a:xfrm>
            <a:off x="6275832"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Validate mapping/time</a:t>
            </a:r>
          </a:p>
          <a:p>
            <a:pPr algn="l">
              <a:buNone/>
            </a:pPr>
            <a:r>
              <a:rPr lang="en-US" sz="1600">
                <a:solidFill>
                  <a:srgbClr val="173F35"/>
                </a:solidFill>
                <a:effectLst/>
                <a:latin typeface="Arial" panose="020B0604020202020204" pitchFamily="34" charset="0"/>
              </a:rPr>
              <a:t>Idempotent append</a:t>
            </a:r>
          </a:p>
          <a:p>
            <a:pPr algn="l">
              <a:buNone/>
            </a:pPr>
            <a:r>
              <a:rPr lang="en-US" sz="1600">
                <a:solidFill>
                  <a:srgbClr val="173F35"/>
                </a:solidFill>
                <a:effectLst/>
                <a:latin typeface="Arial" panose="020B0604020202020204" pitchFamily="34" charset="0"/>
              </a:rPr>
              <a:t>Owned DQ exceptions</a:t>
            </a:r>
            <a:endParaRPr lang="en-US"/>
          </a:p>
        </p:txBody>
      </p:sp>
      <p:sp>
        <p:nvSpPr>
          <p:cNvPr id="17584" name="Target card Human review">
            <a:extLst>
              <a:ext uri="{FF2B5EF4-FFF2-40B4-BE49-F238E27FC236}">
                <a16:creationId xmlns:a16="http://schemas.microsoft.com/office/drawing/2014/main" id="{0CFBB505-ADA1-124E-B337-32553D462842}"/>
              </a:ext>
            </a:extLst>
          </p:cNvPr>
          <p:cNvSpPr/>
          <p:nvPr/>
        </p:nvSpPr>
        <p:spPr>
          <a:xfrm>
            <a:off x="9116568" y="2743200"/>
            <a:ext cx="2526792" cy="15544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00" name="Human review title">
            <a:extLst>
              <a:ext uri="{FF2B5EF4-FFF2-40B4-BE49-F238E27FC236}">
                <a16:creationId xmlns:a16="http://schemas.microsoft.com/office/drawing/2014/main" id="{8510B21D-C570-CFEA-9521-727C7BA8E14D}"/>
              </a:ext>
            </a:extLst>
          </p:cNvPr>
          <p:cNvSpPr/>
          <p:nvPr/>
        </p:nvSpPr>
        <p:spPr>
          <a:xfrm>
            <a:off x="9131808" y="28437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Human review</a:t>
            </a:r>
          </a:p>
          <a:p>
            <a:pPr algn="l">
              <a:buNone/>
            </a:pPr>
            <a:r>
              <a:rPr lang="en-US" sz="100">
                <a:effectLst/>
              </a:rPr>
              <a:t> </a:t>
            </a:r>
            <a:endParaRPr lang="en-US"/>
          </a:p>
        </p:txBody>
      </p:sp>
      <p:sp>
        <p:nvSpPr>
          <p:cNvPr id="17617" name="Human review body">
            <a:extLst>
              <a:ext uri="{FF2B5EF4-FFF2-40B4-BE49-F238E27FC236}">
                <a16:creationId xmlns:a16="http://schemas.microsoft.com/office/drawing/2014/main" id="{EEEC7401-7225-22AF-BF5F-48790D652756}"/>
              </a:ext>
            </a:extLst>
          </p:cNvPr>
          <p:cNvSpPr/>
          <p:nvPr/>
        </p:nvSpPr>
        <p:spPr>
          <a:xfrm>
            <a:off x="9131808" y="33101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Deterministic signal</a:t>
            </a:r>
          </a:p>
          <a:p>
            <a:pPr algn="l">
              <a:buNone/>
            </a:pPr>
            <a:r>
              <a:rPr lang="en-US" sz="1600">
                <a:solidFill>
                  <a:srgbClr val="173F35"/>
                </a:solidFill>
                <a:effectLst/>
                <a:latin typeface="Arial" panose="020B0604020202020204" pitchFamily="34" charset="0"/>
              </a:rPr>
              <a:t>No diagnosis / repriority</a:t>
            </a:r>
          </a:p>
          <a:p>
            <a:pPr algn="l">
              <a:buNone/>
            </a:pPr>
            <a:r>
              <a:rPr lang="en-US" sz="1600">
                <a:solidFill>
                  <a:srgbClr val="173F35"/>
                </a:solidFill>
                <a:effectLst/>
                <a:latin typeface="Arial" panose="020B0604020202020204" pitchFamily="34" charset="0"/>
              </a:rPr>
              <a:t>Missing = insufficient</a:t>
            </a:r>
            <a:endParaRPr lang="en-US"/>
          </a:p>
        </p:txBody>
      </p:sp>
      <p:sp>
        <p:nvSpPr>
          <p:cNvPr id="17635" name="Target arrow 1 (hollow)">
            <a:extLst>
              <a:ext uri="{FF2B5EF4-FFF2-40B4-BE49-F238E27FC236}">
                <a16:creationId xmlns:a16="http://schemas.microsoft.com/office/drawing/2014/main" id="{93D2A2FC-B24E-8E04-9B04-00A3063BCECC}"/>
              </a:ext>
            </a:extLst>
          </p:cNvPr>
          <p:cNvSpPr/>
          <p:nvPr/>
        </p:nvSpPr>
        <p:spPr>
          <a:xfrm>
            <a:off x="3102864"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54" name="Target arrow 2 (hollow)">
            <a:extLst>
              <a:ext uri="{FF2B5EF4-FFF2-40B4-BE49-F238E27FC236}">
                <a16:creationId xmlns:a16="http://schemas.microsoft.com/office/drawing/2014/main" id="{0DBC1C52-7970-3411-8D7A-BE9AAD366056}"/>
              </a:ext>
            </a:extLst>
          </p:cNvPr>
          <p:cNvSpPr/>
          <p:nvPr/>
        </p:nvSpPr>
        <p:spPr>
          <a:xfrm>
            <a:off x="5958840"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74" name="Target arrow 3 (hollow)">
            <a:extLst>
              <a:ext uri="{FF2B5EF4-FFF2-40B4-BE49-F238E27FC236}">
                <a16:creationId xmlns:a16="http://schemas.microsoft.com/office/drawing/2014/main" id="{A8C1D350-DF15-4EC6-F37A-E4E906F1753C}"/>
              </a:ext>
            </a:extLst>
          </p:cNvPr>
          <p:cNvSpPr/>
          <p:nvPr/>
        </p:nvSpPr>
        <p:spPr>
          <a:xfrm>
            <a:off x="8814816" y="3406140"/>
            <a:ext cx="27432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95" name="Independent safety route">
            <a:extLst>
              <a:ext uri="{FF2B5EF4-FFF2-40B4-BE49-F238E27FC236}">
                <a16:creationId xmlns:a16="http://schemas.microsoft.com/office/drawing/2014/main" id="{CDBE544E-E01A-3BA0-DF57-0254B4385798}"/>
              </a:ext>
            </a:extLst>
          </p:cNvPr>
          <p:cNvSpPr/>
          <p:nvPr/>
        </p:nvSpPr>
        <p:spPr>
          <a:xfrm>
            <a:off x="548640" y="4572000"/>
            <a:ext cx="11094720" cy="975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717" name="Safety route title">
            <a:extLst>
              <a:ext uri="{FF2B5EF4-FFF2-40B4-BE49-F238E27FC236}">
                <a16:creationId xmlns:a16="http://schemas.microsoft.com/office/drawing/2014/main" id="{4FB3D3C8-DEFC-345E-0EBF-C88F847F3A7F}"/>
              </a:ext>
            </a:extLst>
          </p:cNvPr>
          <p:cNvSpPr/>
          <p:nvPr/>
        </p:nvSpPr>
        <p:spPr>
          <a:xfrm>
            <a:off x="563880" y="459368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Independent safety route</a:t>
            </a:r>
          </a:p>
          <a:p>
            <a:pPr algn="l">
              <a:buNone/>
            </a:pPr>
            <a:r>
              <a:rPr lang="en-US" sz="100">
                <a:effectLst/>
              </a:rPr>
              <a:t> </a:t>
            </a:r>
            <a:endParaRPr lang="en-US"/>
          </a:p>
        </p:txBody>
      </p:sp>
      <p:sp>
        <p:nvSpPr>
          <p:cNvPr id="17740" name="Safety route body">
            <a:extLst>
              <a:ext uri="{FF2B5EF4-FFF2-40B4-BE49-F238E27FC236}">
                <a16:creationId xmlns:a16="http://schemas.microsoft.com/office/drawing/2014/main" id="{06F3CFFC-49D9-EFD6-16FE-F50E14787126}"/>
              </a:ext>
            </a:extLst>
          </p:cNvPr>
          <p:cNvSpPr/>
          <p:nvPr/>
        </p:nvSpPr>
        <p:spPr>
          <a:xfrm>
            <a:off x="563880" y="502040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resident report goes directly to human hazard handling. Telemetry and AI never delay or suppress it.</a:t>
            </a:r>
          </a:p>
          <a:p>
            <a:pPr algn="l">
              <a:buNone/>
            </a:pPr>
            <a:r>
              <a:rPr lang="en-US" sz="100">
                <a:effectLst/>
              </a:rPr>
              <a:t> </a:t>
            </a:r>
            <a:endParaRPr lang="en-US"/>
          </a:p>
        </p:txBody>
      </p:sp>
      <p:sp>
        <p:nvSpPr>
          <p:cNvPr id="17764" name="Legend">
            <a:extLst>
              <a:ext uri="{FF2B5EF4-FFF2-40B4-BE49-F238E27FC236}">
                <a16:creationId xmlns:a16="http://schemas.microsoft.com/office/drawing/2014/main" id="{C13CB2A0-A4B3-4070-DC50-B3BB5E587B8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 hollow arrow = target design on the roadmap</a:t>
            </a:r>
            <a:endParaRPr lang="en-US"/>
          </a:p>
        </p:txBody>
      </p:sp>
      <p:sp>
        <p:nvSpPr>
          <p:cNvPr id="17789" name="Diagram status pill">
            <a:extLst>
              <a:ext uri="{FF2B5EF4-FFF2-40B4-BE49-F238E27FC236}">
                <a16:creationId xmlns:a16="http://schemas.microsoft.com/office/drawing/2014/main" id="{602241AD-728D-7448-DE95-97ECAD622B83}"/>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17790" name="Azure IoT Hub icon" descr="Azure IoT Hub icon (official Azure icon)">
            <a:extLst>
              <a:ext uri="{FF2B5EF4-FFF2-40B4-BE49-F238E27FC236}">
                <a16:creationId xmlns:a16="http://schemas.microsoft.com/office/drawing/2014/main" id="{13BAD82B-A9ED-85F8-29A9-1A73B8DCFC2A}"/>
              </a:ext>
            </a:extLst>
          </p:cNvPr>
          <p:cNvPicPr>
            <a:picLocks noChangeAspect="1"/>
          </p:cNvPicPr>
          <p:nvPr/>
        </p:nvPicPr>
        <p:blipFill>
          <a:blip r:embed="rId3"/>
          <a:stretch>
            <a:fillRect/>
          </a:stretch>
        </p:blipFill>
        <p:spPr>
          <a:xfrm>
            <a:off x="3511296" y="2849880"/>
            <a:ext cx="384048" cy="384048"/>
          </a:xfrm>
          <a:prstGeom prst="rect">
            <a:avLst/>
          </a:prstGeom>
        </p:spPr>
      </p:pic>
      <p:pic>
        <p:nvPicPr>
          <p:cNvPr id="17791" name="Azure SQL icon" descr="Azure SQL icon (official Azure icon)">
            <a:extLst>
              <a:ext uri="{FF2B5EF4-FFF2-40B4-BE49-F238E27FC236}">
                <a16:creationId xmlns:a16="http://schemas.microsoft.com/office/drawing/2014/main" id="{1F6EC2C7-7CBC-744D-4F7C-984D6589445C}"/>
              </a:ext>
            </a:extLst>
          </p:cNvPr>
          <p:cNvPicPr>
            <a:picLocks noChangeAspect="1"/>
          </p:cNvPicPr>
          <p:nvPr/>
        </p:nvPicPr>
        <p:blipFill>
          <a:blip r:embed="rId4"/>
          <a:stretch>
            <a:fillRect/>
          </a:stretch>
        </p:blipFill>
        <p:spPr>
          <a:xfrm>
            <a:off x="6367272" y="2849880"/>
            <a:ext cx="384048" cy="384048"/>
          </a:xfrm>
          <a:prstGeom prst="rect">
            <a:avLst/>
          </a:prstGeom>
        </p:spPr>
      </p:pic>
      <p:sp>
        <p:nvSpPr>
          <p:cNvPr id="2" name="Appendix topic destination">
            <a:hlinkClick r:id="rId5" action="ppaction://hlinksldjump"/>
            <a:extLst>
              <a:ext uri="{FF2B5EF4-FFF2-40B4-BE49-F238E27FC236}">
                <a16:creationId xmlns:a16="http://schemas.microsoft.com/office/drawing/2014/main" id="{FF20DEA1-C776-3D3E-A4ED-0E182CF21A8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21118360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313" name="Eyebrow">
            <a:extLst>
              <a:ext uri="{FF2B5EF4-FFF2-40B4-BE49-F238E27FC236}">
                <a16:creationId xmlns:a16="http://schemas.microsoft.com/office/drawing/2014/main" id="{32C364CE-CB1C-F317-247C-445F674BFD2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B20 · CIO / CFO</a:t>
            </a:r>
          </a:p>
          <a:p>
            <a:pPr algn="l">
              <a:buNone/>
            </a:pPr>
            <a:r>
              <a:rPr lang="en-US" sz="100">
                <a:effectLst/>
              </a:rPr>
              <a:t> </a:t>
            </a:r>
            <a:endParaRPr lang="en-US"/>
          </a:p>
        </p:txBody>
      </p:sp>
      <p:sp>
        <p:nvSpPr>
          <p:cNvPr id="7410" name="Slide title">
            <a:extLst>
              <a:ext uri="{FF2B5EF4-FFF2-40B4-BE49-F238E27FC236}">
                <a16:creationId xmlns:a16="http://schemas.microsoft.com/office/drawing/2014/main" id="{AC0C2F18-BA09-3F34-49B7-3A60074FF70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Azure instead of M365, Power Platform</a:t>
            </a:r>
          </a:p>
          <a:p>
            <a:pPr algn="l">
              <a:buNone/>
            </a:pPr>
            <a:r>
              <a:rPr lang="en-US" sz="2800" b="1">
                <a:solidFill>
                  <a:srgbClr val="173F35"/>
                </a:solidFill>
                <a:effectLst/>
                <a:latin typeface="Arial" panose="020B0604020202020204" pitchFamily="34" charset="0"/>
              </a:rPr>
              <a:t>or buying a product?</a:t>
            </a:r>
            <a:endParaRPr lang="en-US"/>
          </a:p>
        </p:txBody>
      </p:sp>
      <p:sp>
        <p:nvSpPr>
          <p:cNvPr id="7508" name="Footer sources">
            <a:extLst>
              <a:ext uri="{FF2B5EF4-FFF2-40B4-BE49-F238E27FC236}">
                <a16:creationId xmlns:a16="http://schemas.microsoft.com/office/drawing/2014/main" id="{4C969E40-3B26-CD20-B344-4DFA1539D72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E03 · E06</a:t>
            </a:r>
          </a:p>
          <a:p>
            <a:pPr algn="l">
              <a:buNone/>
            </a:pPr>
            <a:r>
              <a:rPr lang="en-US" sz="100">
                <a:effectLst/>
              </a:rPr>
              <a:t> </a:t>
            </a:r>
            <a:endParaRPr lang="en-US"/>
          </a:p>
        </p:txBody>
      </p:sp>
      <p:sp>
        <p:nvSpPr>
          <p:cNvPr id="7607" name="Footer navigation">
            <a:extLst>
              <a:ext uri="{FF2B5EF4-FFF2-40B4-BE49-F238E27FC236}">
                <a16:creationId xmlns:a16="http://schemas.microsoft.com/office/drawing/2014/main" id="{00D26531-89CB-B78A-27ED-C3166058377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B20 · Index: slide 27</a:t>
            </a:r>
            <a:endParaRPr lang="en-US"/>
          </a:p>
        </p:txBody>
      </p:sp>
      <p:sp>
        <p:nvSpPr>
          <p:cNvPr id="7707" name="Return to interrupted calling slide">
            <a:hlinkClick r:id="" action="ppaction://hlinkshowjump?jump=lastslideviewed"/>
            <a:extLst>
              <a:ext uri="{FF2B5EF4-FFF2-40B4-BE49-F238E27FC236}">
                <a16:creationId xmlns:a16="http://schemas.microsoft.com/office/drawing/2014/main" id="{881117F4-1472-3EF8-A036-2E4CE497547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205" name="Statement 1">
            <a:extLst>
              <a:ext uri="{FF2B5EF4-FFF2-40B4-BE49-F238E27FC236}">
                <a16:creationId xmlns:a16="http://schemas.microsoft.com/office/drawing/2014/main" id="{E58D1CE2-0A86-8B0C-854E-776F3E2B1ADF}"/>
              </a:ext>
            </a:extLst>
          </p:cNvPr>
          <p:cNvSpPr/>
          <p:nvPr/>
        </p:nvSpPr>
        <p:spPr>
          <a:xfrm>
            <a:off x="548640" y="2011680"/>
            <a:ext cx="367726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Appraise buy/configure/build on the same requirements</a:t>
            </a:r>
          </a:p>
          <a:p>
            <a:pPr algn="l">
              <a:buNone/>
            </a:pPr>
            <a:r>
              <a:rPr lang="en-US" sz="100">
                <a:effectLst/>
              </a:rPr>
              <a:t> </a:t>
            </a:r>
            <a:endParaRPr lang="en-US"/>
          </a:p>
        </p:txBody>
      </p:sp>
      <p:sp>
        <p:nvSpPr>
          <p:cNvPr id="18207" name="Statement 2">
            <a:extLst>
              <a:ext uri="{FF2B5EF4-FFF2-40B4-BE49-F238E27FC236}">
                <a16:creationId xmlns:a16="http://schemas.microsoft.com/office/drawing/2014/main" id="{657E5DDC-4B0D-B637-7221-983982A3337D}"/>
              </a:ext>
            </a:extLst>
          </p:cNvPr>
          <p:cNvSpPr/>
          <p:nvPr/>
        </p:nvSpPr>
        <p:spPr>
          <a:xfrm>
            <a:off x="4500226" y="2011680"/>
            <a:ext cx="409818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The Azure exercise proves the contracts end to end</a:t>
            </a:r>
            <a:endParaRPr lang="en-US"/>
          </a:p>
        </p:txBody>
      </p:sp>
      <p:sp>
        <p:nvSpPr>
          <p:cNvPr id="18210" name="Statement 3">
            <a:extLst>
              <a:ext uri="{FF2B5EF4-FFF2-40B4-BE49-F238E27FC236}">
                <a16:creationId xmlns:a16="http://schemas.microsoft.com/office/drawing/2014/main" id="{5141A53F-4449-0BCA-F1FE-4EA7D90EA1D2}"/>
              </a:ext>
            </a:extLst>
          </p:cNvPr>
          <p:cNvSpPr/>
          <p:nvPr/>
        </p:nvSpPr>
        <p:spPr>
          <a:xfrm>
            <a:off x="8872728" y="2011680"/>
            <a:ext cx="277063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Licensing, integration, control and TCO decide</a:t>
            </a:r>
          </a:p>
          <a:p>
            <a:pPr algn="l">
              <a:buNone/>
            </a:pPr>
            <a:r>
              <a:rPr lang="en-US" sz="100">
                <a:effectLst/>
              </a:rPr>
              <a:t> </a:t>
            </a:r>
            <a:endParaRPr lang="en-US"/>
          </a:p>
        </p:txBody>
      </p:sp>
      <p:graphicFrame>
        <p:nvGraphicFramePr>
          <p:cNvPr id="10" name="Table 9">
            <a:extLst>
              <a:ext uri="{FF2B5EF4-FFF2-40B4-BE49-F238E27FC236}">
                <a16:creationId xmlns:a16="http://schemas.microsoft.com/office/drawing/2014/main" id="{EC61E8DB-4B5F-4849-941D-47976942E733}"/>
              </a:ext>
            </a:extLst>
          </p:cNvPr>
          <p:cNvGraphicFramePr>
            <a:graphicFrameLocks noGrp="1"/>
          </p:cNvGraphicFramePr>
          <p:nvPr/>
        </p:nvGraphicFramePr>
        <p:xfrm>
          <a:off x="548640" y="2834640"/>
          <a:ext cx="8128002" cy="2926080"/>
        </p:xfrm>
        <a:graphic>
          <a:graphicData uri="http://schemas.openxmlformats.org/drawingml/2006/table">
            <a:tbl>
              <a:tblPr bandRow="1">
                <a:tableStyleId>{5C22544A-7EE6-4342-B048-85BDC9FD1C3A}</a:tableStyleId>
              </a:tblPr>
              <a:tblGrid>
                <a:gridCol w="1354667">
                  <a:extLst>
                    <a:ext uri="{9D8B030D-6E8A-4147-A177-3AD203B41FA5}">
                      <a16:colId xmlns:a16="http://schemas.microsoft.com/office/drawing/2014/main" val="4213648332"/>
                    </a:ext>
                  </a:extLst>
                </a:gridCol>
                <a:gridCol w="1354667">
                  <a:extLst>
                    <a:ext uri="{9D8B030D-6E8A-4147-A177-3AD203B41FA5}">
                      <a16:colId xmlns:a16="http://schemas.microsoft.com/office/drawing/2014/main" val="3195194258"/>
                    </a:ext>
                  </a:extLst>
                </a:gridCol>
                <a:gridCol w="1354667">
                  <a:extLst>
                    <a:ext uri="{9D8B030D-6E8A-4147-A177-3AD203B41FA5}">
                      <a16:colId xmlns:a16="http://schemas.microsoft.com/office/drawing/2014/main" val="3740911555"/>
                    </a:ext>
                  </a:extLst>
                </a:gridCol>
                <a:gridCol w="1354667">
                  <a:extLst>
                    <a:ext uri="{9D8B030D-6E8A-4147-A177-3AD203B41FA5}">
                      <a16:colId xmlns:a16="http://schemas.microsoft.com/office/drawing/2014/main" val="3059092767"/>
                    </a:ext>
                  </a:extLst>
                </a:gridCol>
                <a:gridCol w="1354667">
                  <a:extLst>
                    <a:ext uri="{9D8B030D-6E8A-4147-A177-3AD203B41FA5}">
                      <a16:colId xmlns:a16="http://schemas.microsoft.com/office/drawing/2014/main" val="3477694481"/>
                    </a:ext>
                  </a:extLst>
                </a:gridCol>
                <a:gridCol w="1354667">
                  <a:extLst>
                    <a:ext uri="{9D8B030D-6E8A-4147-A177-3AD203B41FA5}">
                      <a16:colId xmlns:a16="http://schemas.microsoft.com/office/drawing/2014/main" val="2857747054"/>
                    </a:ext>
                  </a:extLst>
                </a:gridCol>
              </a:tblGrid>
              <a:tr h="0">
                <a:tc>
                  <a:txBody>
                    <a:bodyPr/>
                    <a:lstStyle/>
                    <a:p>
                      <a:pPr>
                        <a:buNone/>
                      </a:pPr>
                      <a:r>
                        <a:rPr lang="en-US" sz="1400" b="1">
                          <a:solidFill>
                            <a:srgbClr val="FAF9F6"/>
                          </a:solidFill>
                          <a:effectLst/>
                          <a:latin typeface="Arial" panose="020B0604020202020204" pitchFamily="34" charset="0"/>
                        </a:rPr>
                        <a:t>Option</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Workflow and permissions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Audit and integration</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Accessibility</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Model terms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Total cost</a:t>
                      </a:r>
                    </a:p>
                  </a:txBody>
                  <a:tcPr anchor="ctr">
                    <a:lnL>
                      <a:noFill/>
                    </a:lnL>
                    <a:lnR>
                      <a:noFill/>
                    </a:lnR>
                    <a:lnT>
                      <a:noFill/>
                    </a:lnT>
                    <a:lnB>
                      <a:noFill/>
                    </a:lnB>
                    <a:solidFill>
                      <a:srgbClr val="173F35"/>
                    </a:solidFill>
                  </a:tcPr>
                </a:tc>
                <a:extLst>
                  <a:ext uri="{0D108BD9-81ED-4DB2-BD59-A6C34878D82A}">
                    <a16:rowId xmlns:a16="http://schemas.microsoft.com/office/drawing/2014/main" val="3778784608"/>
                  </a:ext>
                </a:extLst>
              </a:tr>
              <a:tr h="0">
                <a:tc>
                  <a:txBody>
                    <a:bodyPr/>
                    <a:lstStyle/>
                    <a:p>
                      <a:pPr>
                        <a:buNone/>
                      </a:pPr>
                      <a:r>
                        <a:rPr lang="en-US" sz="1400">
                          <a:effectLst/>
                          <a:latin typeface="Arial" panose="020B0604020202020204" pitchFamily="34" charset="0"/>
                        </a:rPr>
                        <a:t>Existing housing product (buy)</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extLst>
                  <a:ext uri="{0D108BD9-81ED-4DB2-BD59-A6C34878D82A}">
                    <a16:rowId xmlns:a16="http://schemas.microsoft.com/office/drawing/2014/main" val="823311137"/>
                  </a:ext>
                </a:extLst>
              </a:tr>
              <a:tr h="0">
                <a:tc>
                  <a:txBody>
                    <a:bodyPr/>
                    <a:lstStyle/>
                    <a:p>
                      <a:pPr>
                        <a:buNone/>
                      </a:pPr>
                      <a:r>
                        <a:rPr lang="en-US" sz="1400">
                          <a:effectLst/>
                          <a:latin typeface="Arial" panose="020B0604020202020204" pitchFamily="34" charset="0"/>
                        </a:rPr>
                        <a:t>M365 / Power Platform (configure)</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solidFill>
                      <a:srgbClr val="E8ECEB"/>
                    </a:solidFill>
                  </a:tcPr>
                </a:tc>
                <a:extLst>
                  <a:ext uri="{0D108BD9-81ED-4DB2-BD59-A6C34878D82A}">
                    <a16:rowId xmlns:a16="http://schemas.microsoft.com/office/drawing/2014/main" val="364145839"/>
                  </a:ext>
                </a:extLst>
              </a:tr>
              <a:tr h="0">
                <a:tc>
                  <a:txBody>
                    <a:bodyPr/>
                    <a:lstStyle/>
                    <a:p>
                      <a:pPr>
                        <a:buNone/>
                      </a:pPr>
                      <a:r>
                        <a:rPr lang="en-US" sz="1400">
                          <a:effectLst/>
                          <a:latin typeface="Arial" panose="020B0604020202020204" pitchFamily="34" charset="0"/>
                        </a:rPr>
                        <a:t>Custom Azure (build: the exercise realisation)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Evidence required</a:t>
                      </a:r>
                    </a:p>
                  </a:txBody>
                  <a:tcPr anchor="ctr">
                    <a:lnL>
                      <a:noFill/>
                    </a:lnL>
                    <a:lnR>
                      <a:noFill/>
                    </a:lnR>
                    <a:lnT>
                      <a:noFill/>
                    </a:lnT>
                    <a:lnB>
                      <a:noFill/>
                    </a:lnB>
                    <a:noFill/>
                  </a:tcPr>
                </a:tc>
                <a:extLst>
                  <a:ext uri="{0D108BD9-81ED-4DB2-BD59-A6C34878D82A}">
                    <a16:rowId xmlns:a16="http://schemas.microsoft.com/office/drawing/2014/main" val="2582931653"/>
                  </a:ext>
                </a:extLst>
              </a:tr>
            </a:tbl>
          </a:graphicData>
        </a:graphic>
      </p:graphicFrame>
      <p:sp>
        <p:nvSpPr>
          <p:cNvPr id="18215" name="Side label">
            <a:extLst>
              <a:ext uri="{FF2B5EF4-FFF2-40B4-BE49-F238E27FC236}">
                <a16:creationId xmlns:a16="http://schemas.microsoft.com/office/drawing/2014/main" id="{2A4F11D3-682F-028C-3E6A-895FF4356CCB}"/>
              </a:ext>
            </a:extLst>
          </p:cNvPr>
          <p:cNvSpPr/>
          <p:nvPr/>
        </p:nvSpPr>
        <p:spPr>
          <a:xfrm>
            <a:off x="8872728" y="2834640"/>
            <a:ext cx="2770632"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PROCUREMENT DECISION: NEXT STEP</a:t>
            </a:r>
            <a:endParaRPr lang="en-US"/>
          </a:p>
        </p:txBody>
      </p:sp>
      <p:sp>
        <p:nvSpPr>
          <p:cNvPr id="18221" name="Side note 1">
            <a:extLst>
              <a:ext uri="{FF2B5EF4-FFF2-40B4-BE49-F238E27FC236}">
                <a16:creationId xmlns:a16="http://schemas.microsoft.com/office/drawing/2014/main" id="{53AFFE88-4BB7-4646-8A33-F0F2FC0FCB07}"/>
              </a:ext>
            </a:extLst>
          </p:cNvPr>
          <p:cNvSpPr/>
          <p:nvPr/>
        </p:nvSpPr>
        <p:spPr>
          <a:xfrm>
            <a:off x="8872728" y="3383280"/>
            <a:ext cx="277063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Licences and tenant capability are confirmed in Phase 0.</a:t>
            </a:r>
            <a:endParaRPr lang="en-US"/>
          </a:p>
        </p:txBody>
      </p:sp>
      <p:sp>
        <p:nvSpPr>
          <p:cNvPr id="18228" name="Side note 2">
            <a:extLst>
              <a:ext uri="{FF2B5EF4-FFF2-40B4-BE49-F238E27FC236}">
                <a16:creationId xmlns:a16="http://schemas.microsoft.com/office/drawing/2014/main" id="{F701667E-0E2D-658D-CDD4-37C9611EAF1F}"/>
              </a:ext>
            </a:extLst>
          </p:cNvPr>
          <p:cNvSpPr/>
          <p:nvPr/>
        </p:nvSpPr>
        <p:spPr>
          <a:xfrm>
            <a:off x="8872728" y="4343400"/>
            <a:ext cx="277063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 platform choice follows customer value.</a:t>
            </a:r>
            <a:endParaRPr lang="en-US"/>
          </a:p>
        </p:txBody>
      </p:sp>
      <p:sp>
        <p:nvSpPr>
          <p:cNvPr id="2" name="Appendix topic destination">
            <a:hlinkClick r:id="rId3" action="ppaction://hlinksldjump"/>
            <a:extLst>
              <a:ext uri="{FF2B5EF4-FFF2-40B4-BE49-F238E27FC236}">
                <a16:creationId xmlns:a16="http://schemas.microsoft.com/office/drawing/2014/main" id="{586AC424-D87C-818F-FBDA-1EA47302F7F6}"/>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S14 / slide 15</a:t>
            </a:r>
            <a:endParaRPr lang="en-US"/>
          </a:p>
        </p:txBody>
      </p:sp>
    </p:spTree>
    <p:extLst>
      <p:ext uri="{BB962C8B-B14F-4D97-AF65-F5344CB8AC3E}">
        <p14:creationId xmlns:p14="http://schemas.microsoft.com/office/powerpoint/2010/main" val="13899445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808" name="Eyebrow">
            <a:extLst>
              <a:ext uri="{FF2B5EF4-FFF2-40B4-BE49-F238E27FC236}">
                <a16:creationId xmlns:a16="http://schemas.microsoft.com/office/drawing/2014/main" id="{F2295C21-B3D8-0879-667F-6C0CC160471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B21 · CISO / CTO / RISK</a:t>
            </a:r>
          </a:p>
          <a:p>
            <a:pPr algn="l">
              <a:buNone/>
            </a:pPr>
            <a:r>
              <a:rPr lang="en-US" sz="100">
                <a:effectLst/>
              </a:rPr>
              <a:t> </a:t>
            </a:r>
            <a:endParaRPr lang="en-US"/>
          </a:p>
        </p:txBody>
      </p:sp>
      <p:sp>
        <p:nvSpPr>
          <p:cNvPr id="7910" name="Slide title">
            <a:extLst>
              <a:ext uri="{FF2B5EF4-FFF2-40B4-BE49-F238E27FC236}">
                <a16:creationId xmlns:a16="http://schemas.microsoft.com/office/drawing/2014/main" id="{1F709024-3333-1246-098D-DA8BFED2862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you prevent hallucinations and prompt injection?</a:t>
            </a:r>
          </a:p>
          <a:p>
            <a:pPr algn="l">
              <a:buNone/>
            </a:pPr>
            <a:r>
              <a:rPr lang="en-US" sz="100">
                <a:effectLst/>
              </a:rPr>
              <a:t> </a:t>
            </a:r>
            <a:endParaRPr lang="en-US"/>
          </a:p>
        </p:txBody>
      </p:sp>
      <p:sp>
        <p:nvSpPr>
          <p:cNvPr id="8013" name="Footer sources">
            <a:extLst>
              <a:ext uri="{FF2B5EF4-FFF2-40B4-BE49-F238E27FC236}">
                <a16:creationId xmlns:a16="http://schemas.microsoft.com/office/drawing/2014/main" id="{CAD0321A-B7B4-E090-85E0-C02B2D40E5B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E09 · E12 · E07</a:t>
            </a:r>
          </a:p>
          <a:p>
            <a:pPr algn="l">
              <a:buNone/>
            </a:pPr>
            <a:r>
              <a:rPr lang="en-US" sz="100">
                <a:effectLst/>
              </a:rPr>
              <a:t> </a:t>
            </a:r>
            <a:endParaRPr lang="en-US"/>
          </a:p>
        </p:txBody>
      </p:sp>
      <p:sp>
        <p:nvSpPr>
          <p:cNvPr id="8117" name="Footer navigation">
            <a:extLst>
              <a:ext uri="{FF2B5EF4-FFF2-40B4-BE49-F238E27FC236}">
                <a16:creationId xmlns:a16="http://schemas.microsoft.com/office/drawing/2014/main" id="{0BFBB1D0-BD60-8452-3F63-3F57C394783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B21 · Index: slide 27</a:t>
            </a:r>
            <a:endParaRPr lang="en-US"/>
          </a:p>
        </p:txBody>
      </p:sp>
      <p:sp>
        <p:nvSpPr>
          <p:cNvPr id="8222" name="Return to interrupted calling slide">
            <a:hlinkClick r:id="" action="ppaction://hlinkshowjump?jump=lastslideviewed"/>
            <a:extLst>
              <a:ext uri="{FF2B5EF4-FFF2-40B4-BE49-F238E27FC236}">
                <a16:creationId xmlns:a16="http://schemas.microsoft.com/office/drawing/2014/main" id="{27FCFD72-3A25-48B2-4F99-A8842F9F66B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229" name="Statement 1">
            <a:extLst>
              <a:ext uri="{FF2B5EF4-FFF2-40B4-BE49-F238E27FC236}">
                <a16:creationId xmlns:a16="http://schemas.microsoft.com/office/drawing/2014/main" id="{919889CC-97E7-648B-E08C-42223A133D5C}"/>
              </a:ext>
            </a:extLst>
          </p:cNvPr>
          <p:cNvSpPr/>
          <p:nvPr/>
        </p:nvSpPr>
        <p:spPr>
          <a:xfrm>
            <a:off x="548640" y="1508760"/>
            <a:ext cx="3187085"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Permitted task context and source/version binding</a:t>
            </a:r>
          </a:p>
          <a:p>
            <a:pPr algn="l">
              <a:buNone/>
            </a:pPr>
            <a:r>
              <a:rPr lang="en-US" sz="100">
                <a:effectLst/>
              </a:rPr>
              <a:t> </a:t>
            </a:r>
            <a:endParaRPr lang="en-US"/>
          </a:p>
        </p:txBody>
      </p:sp>
      <p:sp>
        <p:nvSpPr>
          <p:cNvPr id="18231" name="Statement 2">
            <a:extLst>
              <a:ext uri="{FF2B5EF4-FFF2-40B4-BE49-F238E27FC236}">
                <a16:creationId xmlns:a16="http://schemas.microsoft.com/office/drawing/2014/main" id="{9F45D86F-1B65-CA58-1644-CF45EADC99D2}"/>
              </a:ext>
            </a:extLst>
          </p:cNvPr>
          <p:cNvSpPr/>
          <p:nvPr/>
        </p:nvSpPr>
        <p:spPr>
          <a:xfrm>
            <a:off x="3964325" y="1508760"/>
            <a:ext cx="345348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Schema/citation checks plus independent semantic review</a:t>
            </a:r>
          </a:p>
          <a:p>
            <a:pPr algn="l">
              <a:buNone/>
            </a:pPr>
            <a:r>
              <a:rPr lang="en-US" sz="100">
                <a:effectLst/>
              </a:rPr>
              <a:t> </a:t>
            </a:r>
            <a:endParaRPr lang="en-US"/>
          </a:p>
        </p:txBody>
      </p:sp>
      <p:sp>
        <p:nvSpPr>
          <p:cNvPr id="18234" name="Statement 3">
            <a:extLst>
              <a:ext uri="{FF2B5EF4-FFF2-40B4-BE49-F238E27FC236}">
                <a16:creationId xmlns:a16="http://schemas.microsoft.com/office/drawing/2014/main" id="{9D12C0F8-7ADB-4C55-EFF1-93C163F9D0F7}"/>
              </a:ext>
            </a:extLst>
          </p:cNvPr>
          <p:cNvSpPr/>
          <p:nvPr/>
        </p:nvSpPr>
        <p:spPr>
          <a:xfrm>
            <a:off x="7646412" y="1508760"/>
            <a:ext cx="3996948"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Built to contain vulnerabilities and hallucinations, not to deny them</a:t>
            </a:r>
            <a:endParaRPr lang="en-US"/>
          </a:p>
        </p:txBody>
      </p:sp>
      <p:sp>
        <p:nvSpPr>
          <p:cNvPr id="18238" name="Card 1. Capture">
            <a:extLst>
              <a:ext uri="{FF2B5EF4-FFF2-40B4-BE49-F238E27FC236}">
                <a16:creationId xmlns:a16="http://schemas.microsoft.com/office/drawing/2014/main" id="{B78997C9-67C2-DDCA-B6B1-BE03BF1F78CC}"/>
              </a:ext>
            </a:extLst>
          </p:cNvPr>
          <p:cNvSpPr/>
          <p:nvPr/>
        </p:nvSpPr>
        <p:spPr>
          <a:xfrm>
            <a:off x="548640"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43" name="1. Capture title">
            <a:extLst>
              <a:ext uri="{FF2B5EF4-FFF2-40B4-BE49-F238E27FC236}">
                <a16:creationId xmlns:a16="http://schemas.microsoft.com/office/drawing/2014/main" id="{8D1F69DA-C18D-B75E-2C1D-BEF8111398C1}"/>
              </a:ext>
            </a:extLst>
          </p:cNvPr>
          <p:cNvSpPr/>
          <p:nvPr/>
        </p:nvSpPr>
        <p:spPr>
          <a:xfrm>
            <a:off x="563880"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18249" name="1. Capture body">
            <a:extLst>
              <a:ext uri="{FF2B5EF4-FFF2-40B4-BE49-F238E27FC236}">
                <a16:creationId xmlns:a16="http://schemas.microsoft.com/office/drawing/2014/main" id="{D1D7EDFF-F9BA-94F3-9945-EDA03F3337D0}"/>
              </a:ext>
            </a:extLst>
          </p:cNvPr>
          <p:cNvSpPr/>
          <p:nvPr/>
        </p:nvSpPr>
        <p:spPr>
          <a:xfrm>
            <a:off x="563880"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18256" name="Card 2. Call">
            <a:extLst>
              <a:ext uri="{FF2B5EF4-FFF2-40B4-BE49-F238E27FC236}">
                <a16:creationId xmlns:a16="http://schemas.microsoft.com/office/drawing/2014/main" id="{F197848C-E58A-F9AE-8080-E5A573B9A90B}"/>
              </a:ext>
            </a:extLst>
          </p:cNvPr>
          <p:cNvSpPr/>
          <p:nvPr/>
        </p:nvSpPr>
        <p:spPr>
          <a:xfrm>
            <a:off x="3404616" y="2286000"/>
            <a:ext cx="2526792" cy="15087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64" name="2. Call title">
            <a:extLst>
              <a:ext uri="{FF2B5EF4-FFF2-40B4-BE49-F238E27FC236}">
                <a16:creationId xmlns:a16="http://schemas.microsoft.com/office/drawing/2014/main" id="{793FBEEE-1FBB-AB00-F0BA-405C6B239BEA}"/>
              </a:ext>
            </a:extLst>
          </p:cNvPr>
          <p:cNvSpPr/>
          <p:nvPr/>
        </p:nvSpPr>
        <p:spPr>
          <a:xfrm>
            <a:off x="3419856"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18273" name="2. Call body">
            <a:extLst>
              <a:ext uri="{FF2B5EF4-FFF2-40B4-BE49-F238E27FC236}">
                <a16:creationId xmlns:a16="http://schemas.microsoft.com/office/drawing/2014/main" id="{038ED95E-0D97-A277-D70D-F14F78277742}"/>
              </a:ext>
            </a:extLst>
          </p:cNvPr>
          <p:cNvSpPr/>
          <p:nvPr/>
        </p:nvSpPr>
        <p:spPr>
          <a:xfrm>
            <a:off x="3419856"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18283" name="Card 3. Validate">
            <a:extLst>
              <a:ext uri="{FF2B5EF4-FFF2-40B4-BE49-F238E27FC236}">
                <a16:creationId xmlns:a16="http://schemas.microsoft.com/office/drawing/2014/main" id="{FC0BFCEE-C75C-88B7-3C48-6A2FCB0E6201}"/>
              </a:ext>
            </a:extLst>
          </p:cNvPr>
          <p:cNvSpPr/>
          <p:nvPr/>
        </p:nvSpPr>
        <p:spPr>
          <a:xfrm>
            <a:off x="6260592" y="2286000"/>
            <a:ext cx="2526792" cy="15087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94" name="3. Validate title">
            <a:extLst>
              <a:ext uri="{FF2B5EF4-FFF2-40B4-BE49-F238E27FC236}">
                <a16:creationId xmlns:a16="http://schemas.microsoft.com/office/drawing/2014/main" id="{EB1A3F21-CCF5-345A-76FB-1F6137404BAC}"/>
              </a:ext>
            </a:extLst>
          </p:cNvPr>
          <p:cNvSpPr/>
          <p:nvPr/>
        </p:nvSpPr>
        <p:spPr>
          <a:xfrm>
            <a:off x="6275832"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18306" name="3. Validate body">
            <a:extLst>
              <a:ext uri="{FF2B5EF4-FFF2-40B4-BE49-F238E27FC236}">
                <a16:creationId xmlns:a16="http://schemas.microsoft.com/office/drawing/2014/main" id="{3869F366-F774-B35A-6E5B-E68C262EBD53}"/>
              </a:ext>
            </a:extLst>
          </p:cNvPr>
          <p:cNvSpPr/>
          <p:nvPr/>
        </p:nvSpPr>
        <p:spPr>
          <a:xfrm>
            <a:off x="6275832"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18319" name="Card 4. Review">
            <a:extLst>
              <a:ext uri="{FF2B5EF4-FFF2-40B4-BE49-F238E27FC236}">
                <a16:creationId xmlns:a16="http://schemas.microsoft.com/office/drawing/2014/main" id="{60B9D7E4-493F-D585-C03A-4BDD0785C546}"/>
              </a:ext>
            </a:extLst>
          </p:cNvPr>
          <p:cNvSpPr/>
          <p:nvPr/>
        </p:nvSpPr>
        <p:spPr>
          <a:xfrm>
            <a:off x="9116568"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33" name="4. Review title">
            <a:extLst>
              <a:ext uri="{FF2B5EF4-FFF2-40B4-BE49-F238E27FC236}">
                <a16:creationId xmlns:a16="http://schemas.microsoft.com/office/drawing/2014/main" id="{E2AC2B6D-B668-75F3-E532-A5796CB7BED2}"/>
              </a:ext>
            </a:extLst>
          </p:cNvPr>
          <p:cNvSpPr/>
          <p:nvPr/>
        </p:nvSpPr>
        <p:spPr>
          <a:xfrm>
            <a:off x="9131808"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18348" name="4. Review body">
            <a:extLst>
              <a:ext uri="{FF2B5EF4-FFF2-40B4-BE49-F238E27FC236}">
                <a16:creationId xmlns:a16="http://schemas.microsoft.com/office/drawing/2014/main" id="{FE73680B-1447-590D-149D-A358C9A5E939}"/>
              </a:ext>
            </a:extLst>
          </p:cNvPr>
          <p:cNvSpPr/>
          <p:nvPr/>
        </p:nvSpPr>
        <p:spPr>
          <a:xfrm>
            <a:off x="9131808"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p>
          <a:p>
            <a:pPr algn="l">
              <a:buNone/>
            </a:pPr>
            <a:r>
              <a:rPr lang="en-US" sz="1600">
                <a:solidFill>
                  <a:srgbClr val="173F35"/>
                </a:solidFill>
                <a:effectLst/>
                <a:latin typeface="Arial" panose="020B0604020202020204" pitchFamily="34" charset="0"/>
              </a:rPr>
              <a:t>Separate domain action</a:t>
            </a:r>
            <a:endParaRPr lang="en-US"/>
          </a:p>
        </p:txBody>
      </p:sp>
      <p:sp>
        <p:nvSpPr>
          <p:cNvPr id="18364" name="Flow arrow 1">
            <a:extLst>
              <a:ext uri="{FF2B5EF4-FFF2-40B4-BE49-F238E27FC236}">
                <a16:creationId xmlns:a16="http://schemas.microsoft.com/office/drawing/2014/main" id="{DFE0A69B-68CA-FEAE-D0D6-0029B6FE34A3}"/>
              </a:ext>
            </a:extLst>
          </p:cNvPr>
          <p:cNvSpPr/>
          <p:nvPr/>
        </p:nvSpPr>
        <p:spPr>
          <a:xfrm>
            <a:off x="3102864"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81" name="Flow arrow 2">
            <a:extLst>
              <a:ext uri="{FF2B5EF4-FFF2-40B4-BE49-F238E27FC236}">
                <a16:creationId xmlns:a16="http://schemas.microsoft.com/office/drawing/2014/main" id="{1FB83918-5EA5-E03E-351F-431D122FA5A0}"/>
              </a:ext>
            </a:extLst>
          </p:cNvPr>
          <p:cNvSpPr/>
          <p:nvPr/>
        </p:nvSpPr>
        <p:spPr>
          <a:xfrm>
            <a:off x="5958840"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99" name="Flow arrow 3">
            <a:extLst>
              <a:ext uri="{FF2B5EF4-FFF2-40B4-BE49-F238E27FC236}">
                <a16:creationId xmlns:a16="http://schemas.microsoft.com/office/drawing/2014/main" id="{455FBE22-3FFE-B416-3BAD-027E8E7D3616}"/>
              </a:ext>
            </a:extLst>
          </p:cNvPr>
          <p:cNvSpPr/>
          <p:nvPr/>
        </p:nvSpPr>
        <p:spPr>
          <a:xfrm>
            <a:off x="8814816"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418" name="Callout label UNTRUSTED EVIDENCE">
            <a:extLst>
              <a:ext uri="{FF2B5EF4-FFF2-40B4-BE49-F238E27FC236}">
                <a16:creationId xmlns:a16="http://schemas.microsoft.com/office/drawing/2014/main" id="{735A36A2-D1B1-33D2-7A1F-ABB7D85915CE}"/>
              </a:ext>
            </a:extLst>
          </p:cNvPr>
          <p:cNvSpPr/>
          <p:nvPr/>
        </p:nvSpPr>
        <p:spPr>
          <a:xfrm>
            <a:off x="563880"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UNTRUSTED EVIDENCE</a:t>
            </a:r>
          </a:p>
          <a:p>
            <a:pPr algn="l">
              <a:buNone/>
            </a:pPr>
            <a:r>
              <a:rPr lang="en-US" sz="100">
                <a:effectLst/>
              </a:rPr>
              <a:t> </a:t>
            </a:r>
            <a:endParaRPr lang="en-US"/>
          </a:p>
        </p:txBody>
      </p:sp>
      <p:sp>
        <p:nvSpPr>
          <p:cNvPr id="18438" name="Callout UNTRUSTED EVIDENCE">
            <a:extLst>
              <a:ext uri="{FF2B5EF4-FFF2-40B4-BE49-F238E27FC236}">
                <a16:creationId xmlns:a16="http://schemas.microsoft.com/office/drawing/2014/main" id="{8A3293C4-DB54-6A98-D16C-291A02273B1D}"/>
              </a:ext>
            </a:extLst>
          </p:cNvPr>
          <p:cNvSpPr/>
          <p:nvPr/>
        </p:nvSpPr>
        <p:spPr>
          <a:xfrm>
            <a:off x="563880"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Documents are evidence, not instructions</a:t>
            </a:r>
          </a:p>
          <a:p>
            <a:pPr algn="l">
              <a:buNone/>
            </a:pPr>
            <a:r>
              <a:rPr lang="en-US" sz="100">
                <a:effectLst/>
              </a:rPr>
              <a:t> </a:t>
            </a:r>
            <a:endParaRPr lang="en-US"/>
          </a:p>
        </p:txBody>
      </p:sp>
      <p:sp>
        <p:nvSpPr>
          <p:cNvPr id="18459" name="Callout label REVIEW BOUNDARY">
            <a:extLst>
              <a:ext uri="{FF2B5EF4-FFF2-40B4-BE49-F238E27FC236}">
                <a16:creationId xmlns:a16="http://schemas.microsoft.com/office/drawing/2014/main" id="{C48918ED-1E50-6A73-AF2A-CD65A2FC6EB0}"/>
              </a:ext>
            </a:extLst>
          </p:cNvPr>
          <p:cNvSpPr/>
          <p:nvPr/>
        </p:nvSpPr>
        <p:spPr>
          <a:xfrm>
            <a:off x="6275832"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REVIEW BOUNDARY</a:t>
            </a:r>
          </a:p>
          <a:p>
            <a:pPr algn="l">
              <a:buNone/>
            </a:pPr>
            <a:r>
              <a:rPr lang="en-US" sz="100">
                <a:effectLst/>
              </a:rPr>
              <a:t> </a:t>
            </a:r>
            <a:endParaRPr lang="en-US"/>
          </a:p>
        </p:txBody>
      </p:sp>
      <p:sp>
        <p:nvSpPr>
          <p:cNvPr id="18481" name="Callout REVIEW BOUNDARY">
            <a:extLst>
              <a:ext uri="{FF2B5EF4-FFF2-40B4-BE49-F238E27FC236}">
                <a16:creationId xmlns:a16="http://schemas.microsoft.com/office/drawing/2014/main" id="{17E3BC92-80EB-8000-9AAC-110263319928}"/>
              </a:ext>
            </a:extLst>
          </p:cNvPr>
          <p:cNvSpPr/>
          <p:nvPr/>
        </p:nvSpPr>
        <p:spPr>
          <a:xfrm>
            <a:off x="6275832"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Citation presence is not semantic truth</a:t>
            </a:r>
          </a:p>
          <a:p>
            <a:pPr algn="l">
              <a:buNone/>
            </a:pPr>
            <a:r>
              <a:rPr lang="en-US" sz="100">
                <a:effectLst/>
              </a:rPr>
              <a:t> </a:t>
            </a:r>
            <a:endParaRPr lang="en-US"/>
          </a:p>
        </p:txBody>
      </p:sp>
      <p:sp>
        <p:nvSpPr>
          <p:cNvPr id="18504" name="Failure does not become approval">
            <a:extLst>
              <a:ext uri="{FF2B5EF4-FFF2-40B4-BE49-F238E27FC236}">
                <a16:creationId xmlns:a16="http://schemas.microsoft.com/office/drawing/2014/main" id="{C91AA784-ABE8-16A8-3D0A-D4D52CA346AF}"/>
              </a:ext>
            </a:extLst>
          </p:cNvPr>
          <p:cNvSpPr/>
          <p:nvPr/>
        </p:nvSpPr>
        <p:spPr>
          <a:xfrm>
            <a:off x="548640" y="4678680"/>
            <a:ext cx="11094720" cy="975360"/>
          </a:xfrm>
          <a:prstGeom prst="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528" name="Failure bar title">
            <a:extLst>
              <a:ext uri="{FF2B5EF4-FFF2-40B4-BE49-F238E27FC236}">
                <a16:creationId xmlns:a16="http://schemas.microsoft.com/office/drawing/2014/main" id="{F52A4F0E-A5F6-01D2-87B2-B2D7AEA540D4}"/>
              </a:ext>
            </a:extLst>
          </p:cNvPr>
          <p:cNvSpPr/>
          <p:nvPr/>
        </p:nvSpPr>
        <p:spPr>
          <a:xfrm>
            <a:off x="563880" y="470036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18553" name="Failure bar body">
            <a:extLst>
              <a:ext uri="{FF2B5EF4-FFF2-40B4-BE49-F238E27FC236}">
                <a16:creationId xmlns:a16="http://schemas.microsoft.com/office/drawing/2014/main" id="{60229714-7A4E-E45B-AE7E-7DFEFC7F2808}"/>
              </a:ext>
            </a:extLst>
          </p:cNvPr>
          <p:cNvSpPr/>
          <p:nvPr/>
        </p:nvSpPr>
        <p:spPr>
          <a:xfrm>
            <a:off x="563880" y="512708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18579" name="Legend">
            <a:extLst>
              <a:ext uri="{FF2B5EF4-FFF2-40B4-BE49-F238E27FC236}">
                <a16:creationId xmlns:a16="http://schemas.microsoft.com/office/drawing/2014/main" id="{1A1C1252-6424-D4D8-5448-91D6592D8E21}"/>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guarded request/response step, not agent-to-agent talk</a:t>
            </a:r>
          </a:p>
          <a:p>
            <a:pPr algn="l">
              <a:buNone/>
            </a:pPr>
            <a:r>
              <a:rPr lang="en-US" sz="100">
                <a:effectLst/>
              </a:rPr>
              <a:t> </a:t>
            </a:r>
            <a:endParaRPr lang="en-US"/>
          </a:p>
        </p:txBody>
      </p:sp>
      <p:sp>
        <p:nvSpPr>
          <p:cNvPr id="18606" name="Diagram status pill">
            <a:extLst>
              <a:ext uri="{FF2B5EF4-FFF2-40B4-BE49-F238E27FC236}">
                <a16:creationId xmlns:a16="http://schemas.microsoft.com/office/drawing/2014/main" id="{8B3B57AD-D226-4A5E-5767-9286908ADA5E}"/>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3" action="ppaction://hlinksldjump"/>
            <a:extLst>
              <a:ext uri="{FF2B5EF4-FFF2-40B4-BE49-F238E27FC236}">
                <a16:creationId xmlns:a16="http://schemas.microsoft.com/office/drawing/2014/main" id="{F79326B8-2B09-6BB1-FB86-19A1C4BD6637}"/>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4416656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328" name="Eyebrow">
            <a:extLst>
              <a:ext uri="{FF2B5EF4-FFF2-40B4-BE49-F238E27FC236}">
                <a16:creationId xmlns:a16="http://schemas.microsoft.com/office/drawing/2014/main" id="{E787BC32-D63B-588F-9E5E-D5C6FC08CAC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B22 · DPO / CISO / CIO</a:t>
            </a:r>
          </a:p>
          <a:p>
            <a:pPr algn="l">
              <a:buNone/>
            </a:pPr>
            <a:r>
              <a:rPr lang="en-US" sz="100">
                <a:effectLst/>
              </a:rPr>
              <a:t> </a:t>
            </a:r>
            <a:endParaRPr lang="en-US"/>
          </a:p>
        </p:txBody>
      </p:sp>
      <p:sp>
        <p:nvSpPr>
          <p:cNvPr id="8435" name="Slide title">
            <a:extLst>
              <a:ext uri="{FF2B5EF4-FFF2-40B4-BE49-F238E27FC236}">
                <a16:creationId xmlns:a16="http://schemas.microsoft.com/office/drawing/2014/main" id="{002C70E5-A09E-BA14-2C0F-C3DFD44C94F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customer data leave the UK or train a provider's model?</a:t>
            </a:r>
          </a:p>
          <a:p>
            <a:pPr algn="l">
              <a:buNone/>
            </a:pPr>
            <a:r>
              <a:rPr lang="en-US" sz="100">
                <a:effectLst/>
              </a:rPr>
              <a:t> </a:t>
            </a:r>
            <a:endParaRPr lang="en-US"/>
          </a:p>
        </p:txBody>
      </p:sp>
      <p:sp>
        <p:nvSpPr>
          <p:cNvPr id="8543" name="Footer sources">
            <a:extLst>
              <a:ext uri="{FF2B5EF4-FFF2-40B4-BE49-F238E27FC236}">
                <a16:creationId xmlns:a16="http://schemas.microsoft.com/office/drawing/2014/main" id="{DA332C90-E6C0-79D0-0A0F-5E428654CBD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E06 · E12 · E13</a:t>
            </a:r>
          </a:p>
          <a:p>
            <a:pPr algn="l">
              <a:buNone/>
            </a:pPr>
            <a:r>
              <a:rPr lang="en-US" sz="100">
                <a:effectLst/>
              </a:rPr>
              <a:t> </a:t>
            </a:r>
            <a:endParaRPr lang="en-US"/>
          </a:p>
        </p:txBody>
      </p:sp>
      <p:sp>
        <p:nvSpPr>
          <p:cNvPr id="8652" name="Footer navigation">
            <a:extLst>
              <a:ext uri="{FF2B5EF4-FFF2-40B4-BE49-F238E27FC236}">
                <a16:creationId xmlns:a16="http://schemas.microsoft.com/office/drawing/2014/main" id="{C300E65F-C14B-725D-0ECA-0229755E559B}"/>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B22 · Index: slide 27</a:t>
            </a:r>
            <a:endParaRPr lang="en-US"/>
          </a:p>
        </p:txBody>
      </p:sp>
      <p:sp>
        <p:nvSpPr>
          <p:cNvPr id="8762" name="Return to interrupted calling slide">
            <a:hlinkClick r:id="" action="ppaction://hlinkshowjump?jump=lastslideviewed"/>
            <a:extLst>
              <a:ext uri="{FF2B5EF4-FFF2-40B4-BE49-F238E27FC236}">
                <a16:creationId xmlns:a16="http://schemas.microsoft.com/office/drawing/2014/main" id="{DA32A1F5-074C-B59E-7F11-231D61521CD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607" name="Statement 1">
            <a:extLst>
              <a:ext uri="{FF2B5EF4-FFF2-40B4-BE49-F238E27FC236}">
                <a16:creationId xmlns:a16="http://schemas.microsoft.com/office/drawing/2014/main" id="{D2240779-CB1C-5197-3408-803C7D0D3016}"/>
              </a:ext>
            </a:extLst>
          </p:cNvPr>
          <p:cNvSpPr/>
          <p:nvPr/>
        </p:nvSpPr>
        <p:spPr>
          <a:xfrm>
            <a:off x="548640" y="1423760"/>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Processing geography is set by the deployment type</a:t>
            </a:r>
            <a:endParaRPr lang="en-US"/>
          </a:p>
        </p:txBody>
      </p:sp>
      <p:sp>
        <p:nvSpPr>
          <p:cNvPr id="18609" name="Statement 1 support">
            <a:extLst>
              <a:ext uri="{FF2B5EF4-FFF2-40B4-BE49-F238E27FC236}">
                <a16:creationId xmlns:a16="http://schemas.microsoft.com/office/drawing/2014/main" id="{10FE35C8-AE7B-D02F-F40C-949550B3AF78}"/>
              </a:ext>
            </a:extLst>
          </p:cNvPr>
          <p:cNvSpPr/>
          <p:nvPr/>
        </p:nvSpPr>
        <p:spPr>
          <a:xfrm>
            <a:off x="548640" y="182000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UK-only inference is a deployment choice (a regional deployment rather than GlobalStandard), confirmed at the security gate.</a:t>
            </a:r>
            <a:endParaRPr lang="en-US"/>
          </a:p>
        </p:txBody>
      </p:sp>
      <p:sp>
        <p:nvSpPr>
          <p:cNvPr id="18612" name="Processing decision checklist">
            <a:extLst>
              <a:ext uri="{FF2B5EF4-FFF2-40B4-BE49-F238E27FC236}">
                <a16:creationId xmlns:a16="http://schemas.microsoft.com/office/drawing/2014/main" id="{D7A64197-E3AD-790A-1147-FE69E38EAF46}"/>
              </a:ext>
            </a:extLst>
          </p:cNvPr>
          <p:cNvSpPr/>
          <p:nvPr/>
        </p:nvSpPr>
        <p:spPr>
          <a:xfrm>
            <a:off x="548640" y="2346960"/>
            <a:ext cx="11094720" cy="25450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616" name="Statement 2">
            <a:extLst>
              <a:ext uri="{FF2B5EF4-FFF2-40B4-BE49-F238E27FC236}">
                <a16:creationId xmlns:a16="http://schemas.microsoft.com/office/drawing/2014/main" id="{437FD39C-DC66-B3A5-1DBA-4F2F0576C4DD}"/>
              </a:ext>
            </a:extLst>
          </p:cNvPr>
          <p:cNvSpPr/>
          <p:nvPr/>
        </p:nvSpPr>
        <p:spPr>
          <a:xfrm>
            <a:off x="609600" y="2399120"/>
            <a:ext cx="64008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Verify exact model, deployment type and contract</a:t>
            </a:r>
          </a:p>
          <a:p>
            <a:pPr algn="l">
              <a:buNone/>
            </a:pPr>
            <a:r>
              <a:rPr lang="en-US" sz="100">
                <a:effectLst/>
              </a:rPr>
              <a:t> </a:t>
            </a:r>
            <a:endParaRPr lang="en-US"/>
          </a:p>
        </p:txBody>
      </p:sp>
      <p:sp>
        <p:nvSpPr>
          <p:cNvPr id="18621" name="Checklist timing">
            <a:extLst>
              <a:ext uri="{FF2B5EF4-FFF2-40B4-BE49-F238E27FC236}">
                <a16:creationId xmlns:a16="http://schemas.microsoft.com/office/drawing/2014/main" id="{6F35F57E-188A-8EB1-C8F3-70DC4B9253E0}"/>
              </a:ext>
            </a:extLst>
          </p:cNvPr>
          <p:cNvSpPr/>
          <p:nvPr/>
        </p:nvSpPr>
        <p:spPr>
          <a:xfrm>
            <a:off x="6096000" y="2444840"/>
            <a:ext cx="5486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a:solidFill>
                  <a:srgbClr val="50655E"/>
                </a:solidFill>
                <a:effectLst/>
                <a:latin typeface="Arial" panose="020B0604020202020204" pitchFamily="34" charset="0"/>
              </a:rPr>
              <a:t>before real data is processed</a:t>
            </a:r>
          </a:p>
          <a:p>
            <a:pPr algn="r">
              <a:buNone/>
            </a:pPr>
            <a:r>
              <a:rPr lang="en-US" sz="100">
                <a:effectLst/>
              </a:rPr>
              <a:t> </a:t>
            </a:r>
            <a:endParaRPr lang="en-US"/>
          </a:p>
        </p:txBody>
      </p:sp>
      <p:sp>
        <p:nvSpPr>
          <p:cNvPr id="18627" name="Verify pill 1">
            <a:extLst>
              <a:ext uri="{FF2B5EF4-FFF2-40B4-BE49-F238E27FC236}">
                <a16:creationId xmlns:a16="http://schemas.microsoft.com/office/drawing/2014/main" id="{4D260846-0DE3-A6B4-BCE6-8FE8558C6DBF}"/>
              </a:ext>
            </a:extLst>
          </p:cNvPr>
          <p:cNvSpPr/>
          <p:nvPr/>
        </p:nvSpPr>
        <p:spPr>
          <a:xfrm>
            <a:off x="70104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34" name="Check item Provider">
            <a:extLst>
              <a:ext uri="{FF2B5EF4-FFF2-40B4-BE49-F238E27FC236}">
                <a16:creationId xmlns:a16="http://schemas.microsoft.com/office/drawing/2014/main" id="{ADEE509C-FA68-6BC0-47B5-2CA634AAB5BD}"/>
              </a:ext>
            </a:extLst>
          </p:cNvPr>
          <p:cNvSpPr/>
          <p:nvPr/>
        </p:nvSpPr>
        <p:spPr>
          <a:xfrm>
            <a:off x="183489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Provider</a:t>
            </a:r>
          </a:p>
          <a:p>
            <a:pPr algn="l">
              <a:buNone/>
            </a:pPr>
            <a:r>
              <a:rPr lang="en-US" sz="100">
                <a:effectLst/>
              </a:rPr>
              <a:t> </a:t>
            </a:r>
            <a:endParaRPr lang="en-US"/>
          </a:p>
        </p:txBody>
      </p:sp>
      <p:sp>
        <p:nvSpPr>
          <p:cNvPr id="18642" name="Verify pill 2">
            <a:extLst>
              <a:ext uri="{FF2B5EF4-FFF2-40B4-BE49-F238E27FC236}">
                <a16:creationId xmlns:a16="http://schemas.microsoft.com/office/drawing/2014/main" id="{1E06C3A9-2A0B-BEAC-C044-1DB90F782961}"/>
              </a:ext>
            </a:extLst>
          </p:cNvPr>
          <p:cNvSpPr/>
          <p:nvPr/>
        </p:nvSpPr>
        <p:spPr>
          <a:xfrm>
            <a:off x="70104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51" name="Check item Model and version">
            <a:extLst>
              <a:ext uri="{FF2B5EF4-FFF2-40B4-BE49-F238E27FC236}">
                <a16:creationId xmlns:a16="http://schemas.microsoft.com/office/drawing/2014/main" id="{5C0D2CD5-EA9B-E315-96F8-653654B07192}"/>
              </a:ext>
            </a:extLst>
          </p:cNvPr>
          <p:cNvSpPr/>
          <p:nvPr/>
        </p:nvSpPr>
        <p:spPr>
          <a:xfrm>
            <a:off x="183489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Model and version</a:t>
            </a:r>
          </a:p>
          <a:p>
            <a:pPr algn="l">
              <a:buNone/>
            </a:pPr>
            <a:r>
              <a:rPr lang="en-US" sz="100">
                <a:effectLst/>
              </a:rPr>
              <a:t> </a:t>
            </a:r>
            <a:endParaRPr lang="en-US"/>
          </a:p>
        </p:txBody>
      </p:sp>
      <p:sp>
        <p:nvSpPr>
          <p:cNvPr id="18661" name="Verify pill 3">
            <a:extLst>
              <a:ext uri="{FF2B5EF4-FFF2-40B4-BE49-F238E27FC236}">
                <a16:creationId xmlns:a16="http://schemas.microsoft.com/office/drawing/2014/main" id="{A90E9910-F300-1B87-31DC-5B6C86ACB584}"/>
              </a:ext>
            </a:extLst>
          </p:cNvPr>
          <p:cNvSpPr/>
          <p:nvPr/>
        </p:nvSpPr>
        <p:spPr>
          <a:xfrm>
            <a:off x="70104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72" name="Check item Deployment SKU">
            <a:extLst>
              <a:ext uri="{FF2B5EF4-FFF2-40B4-BE49-F238E27FC236}">
                <a16:creationId xmlns:a16="http://schemas.microsoft.com/office/drawing/2014/main" id="{699AE70E-9768-90D1-C064-A8DD76165EF3}"/>
              </a:ext>
            </a:extLst>
          </p:cNvPr>
          <p:cNvSpPr/>
          <p:nvPr/>
        </p:nvSpPr>
        <p:spPr>
          <a:xfrm>
            <a:off x="183489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Deployment SKU</a:t>
            </a:r>
          </a:p>
          <a:p>
            <a:pPr algn="l">
              <a:buNone/>
            </a:pPr>
            <a:r>
              <a:rPr lang="en-US" sz="100">
                <a:effectLst/>
              </a:rPr>
              <a:t> </a:t>
            </a:r>
            <a:endParaRPr lang="en-US"/>
          </a:p>
        </p:txBody>
      </p:sp>
      <p:sp>
        <p:nvSpPr>
          <p:cNvPr id="18684" name="Verify pill 4">
            <a:extLst>
              <a:ext uri="{FF2B5EF4-FFF2-40B4-BE49-F238E27FC236}">
                <a16:creationId xmlns:a16="http://schemas.microsoft.com/office/drawing/2014/main" id="{242AE9A8-384E-4715-3371-08F896A78CBA}"/>
              </a:ext>
            </a:extLst>
          </p:cNvPr>
          <p:cNvSpPr/>
          <p:nvPr/>
        </p:nvSpPr>
        <p:spPr>
          <a:xfrm>
            <a:off x="70104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97" name="Check item Routing and geography">
            <a:extLst>
              <a:ext uri="{FF2B5EF4-FFF2-40B4-BE49-F238E27FC236}">
                <a16:creationId xmlns:a16="http://schemas.microsoft.com/office/drawing/2014/main" id="{107724DE-F577-C91F-97B5-F86B0EBEEB59}"/>
              </a:ext>
            </a:extLst>
          </p:cNvPr>
          <p:cNvSpPr/>
          <p:nvPr/>
        </p:nvSpPr>
        <p:spPr>
          <a:xfrm>
            <a:off x="183489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Routing and geography</a:t>
            </a:r>
          </a:p>
          <a:p>
            <a:pPr algn="l">
              <a:buNone/>
            </a:pPr>
            <a:r>
              <a:rPr lang="en-US" sz="100">
                <a:effectLst/>
              </a:rPr>
              <a:t> </a:t>
            </a:r>
            <a:endParaRPr lang="en-US"/>
          </a:p>
        </p:txBody>
      </p:sp>
      <p:sp>
        <p:nvSpPr>
          <p:cNvPr id="18711" name="Verify pill 5">
            <a:extLst>
              <a:ext uri="{FF2B5EF4-FFF2-40B4-BE49-F238E27FC236}">
                <a16:creationId xmlns:a16="http://schemas.microsoft.com/office/drawing/2014/main" id="{B8838342-1B81-1AF0-1222-1642A55A1581}"/>
              </a:ext>
            </a:extLst>
          </p:cNvPr>
          <p:cNvSpPr/>
          <p:nvPr/>
        </p:nvSpPr>
        <p:spPr>
          <a:xfrm>
            <a:off x="617220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26" name="Check item Retention">
            <a:extLst>
              <a:ext uri="{FF2B5EF4-FFF2-40B4-BE49-F238E27FC236}">
                <a16:creationId xmlns:a16="http://schemas.microsoft.com/office/drawing/2014/main" id="{383900EA-05BF-D19B-8C31-9C583420601F}"/>
              </a:ext>
            </a:extLst>
          </p:cNvPr>
          <p:cNvSpPr/>
          <p:nvPr/>
        </p:nvSpPr>
        <p:spPr>
          <a:xfrm>
            <a:off x="730605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Retention</a:t>
            </a:r>
          </a:p>
          <a:p>
            <a:pPr algn="l">
              <a:buNone/>
            </a:pPr>
            <a:r>
              <a:rPr lang="en-US" sz="100">
                <a:effectLst/>
              </a:rPr>
              <a:t> </a:t>
            </a:r>
            <a:endParaRPr lang="en-US"/>
          </a:p>
        </p:txBody>
      </p:sp>
      <p:sp>
        <p:nvSpPr>
          <p:cNvPr id="18742" name="Verify pill 6">
            <a:extLst>
              <a:ext uri="{FF2B5EF4-FFF2-40B4-BE49-F238E27FC236}">
                <a16:creationId xmlns:a16="http://schemas.microsoft.com/office/drawing/2014/main" id="{BBB01CD7-3E6A-93E8-38E7-B5C7EB794192}"/>
              </a:ext>
            </a:extLst>
          </p:cNvPr>
          <p:cNvSpPr/>
          <p:nvPr/>
        </p:nvSpPr>
        <p:spPr>
          <a:xfrm>
            <a:off x="617220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59" name="Check item Abuse monitoring">
            <a:extLst>
              <a:ext uri="{FF2B5EF4-FFF2-40B4-BE49-F238E27FC236}">
                <a16:creationId xmlns:a16="http://schemas.microsoft.com/office/drawing/2014/main" id="{10C4A10A-443F-A3ED-F5D4-E4EB635FDDC1}"/>
              </a:ext>
            </a:extLst>
          </p:cNvPr>
          <p:cNvSpPr/>
          <p:nvPr/>
        </p:nvSpPr>
        <p:spPr>
          <a:xfrm>
            <a:off x="730605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Abuse monitoring</a:t>
            </a:r>
          </a:p>
          <a:p>
            <a:pPr algn="l">
              <a:buNone/>
            </a:pPr>
            <a:r>
              <a:rPr lang="en-US" sz="100">
                <a:effectLst/>
              </a:rPr>
              <a:t> </a:t>
            </a:r>
            <a:endParaRPr lang="en-US"/>
          </a:p>
        </p:txBody>
      </p:sp>
      <p:sp>
        <p:nvSpPr>
          <p:cNvPr id="18777" name="Verify pill 7">
            <a:extLst>
              <a:ext uri="{FF2B5EF4-FFF2-40B4-BE49-F238E27FC236}">
                <a16:creationId xmlns:a16="http://schemas.microsoft.com/office/drawing/2014/main" id="{2503EE2B-7A2B-4F1E-E358-E760D290771C}"/>
              </a:ext>
            </a:extLst>
          </p:cNvPr>
          <p:cNvSpPr/>
          <p:nvPr/>
        </p:nvSpPr>
        <p:spPr>
          <a:xfrm>
            <a:off x="617220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96" name="Check item Subprocessors">
            <a:extLst>
              <a:ext uri="{FF2B5EF4-FFF2-40B4-BE49-F238E27FC236}">
                <a16:creationId xmlns:a16="http://schemas.microsoft.com/office/drawing/2014/main" id="{60BB404B-DF92-99B2-08E6-412D733E9576}"/>
              </a:ext>
            </a:extLst>
          </p:cNvPr>
          <p:cNvSpPr/>
          <p:nvPr/>
        </p:nvSpPr>
        <p:spPr>
          <a:xfrm>
            <a:off x="730605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Subprocessors</a:t>
            </a:r>
          </a:p>
          <a:p>
            <a:pPr algn="l">
              <a:buNone/>
            </a:pPr>
            <a:r>
              <a:rPr lang="en-US" sz="100">
                <a:effectLst/>
              </a:rPr>
              <a:t> </a:t>
            </a:r>
            <a:endParaRPr lang="en-US"/>
          </a:p>
        </p:txBody>
      </p:sp>
      <p:sp>
        <p:nvSpPr>
          <p:cNvPr id="18816" name="Verify pill 8">
            <a:extLst>
              <a:ext uri="{FF2B5EF4-FFF2-40B4-BE49-F238E27FC236}">
                <a16:creationId xmlns:a16="http://schemas.microsoft.com/office/drawing/2014/main" id="{39527830-0002-1A0D-EE48-1B0AD4EDA095}"/>
              </a:ext>
            </a:extLst>
          </p:cNvPr>
          <p:cNvSpPr/>
          <p:nvPr/>
        </p:nvSpPr>
        <p:spPr>
          <a:xfrm>
            <a:off x="617220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837" name="Check item Applicable agreement">
            <a:extLst>
              <a:ext uri="{FF2B5EF4-FFF2-40B4-BE49-F238E27FC236}">
                <a16:creationId xmlns:a16="http://schemas.microsoft.com/office/drawing/2014/main" id="{B3BC6471-93B2-CEB4-6445-19E8AAEBE579}"/>
              </a:ext>
            </a:extLst>
          </p:cNvPr>
          <p:cNvSpPr/>
          <p:nvPr/>
        </p:nvSpPr>
        <p:spPr>
          <a:xfrm>
            <a:off x="730605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Applicable agreement</a:t>
            </a:r>
          </a:p>
          <a:p>
            <a:pPr algn="l">
              <a:buNone/>
            </a:pPr>
            <a:r>
              <a:rPr lang="en-US" sz="100">
                <a:effectLst/>
              </a:rPr>
              <a:t> </a:t>
            </a:r>
            <a:endParaRPr lang="en-US"/>
          </a:p>
        </p:txBody>
      </p:sp>
      <p:sp>
        <p:nvSpPr>
          <p:cNvPr id="18859" name="Handoff contents band">
            <a:extLst>
              <a:ext uri="{FF2B5EF4-FFF2-40B4-BE49-F238E27FC236}">
                <a16:creationId xmlns:a16="http://schemas.microsoft.com/office/drawing/2014/main" id="{30CA1A04-608A-889A-255D-A05D810C7C1C}"/>
              </a:ext>
            </a:extLst>
          </p:cNvPr>
          <p:cNvSpPr/>
          <p:nvPr/>
        </p:nvSpPr>
        <p:spPr>
          <a:xfrm>
            <a:off x="548640" y="5029200"/>
            <a:ext cx="11094720" cy="9144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882" name="Statement 3">
            <a:extLst>
              <a:ext uri="{FF2B5EF4-FFF2-40B4-BE49-F238E27FC236}">
                <a16:creationId xmlns:a16="http://schemas.microsoft.com/office/drawing/2014/main" id="{D8C5A995-4601-4A27-33E2-1D5DEBC72DC0}"/>
              </a:ext>
            </a:extLst>
          </p:cNvPr>
          <p:cNvSpPr/>
          <p:nvPr/>
        </p:nvSpPr>
        <p:spPr>
          <a:xfrm>
            <a:off x="609600" y="5050880"/>
            <a:ext cx="10881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real resident data or private dataset in this handoff</a:t>
            </a:r>
          </a:p>
          <a:p>
            <a:pPr algn="l">
              <a:buNone/>
            </a:pPr>
            <a:r>
              <a:rPr lang="en-US" sz="100">
                <a:effectLst/>
              </a:rPr>
              <a:t> </a:t>
            </a:r>
            <a:endParaRPr lang="en-US"/>
          </a:p>
        </p:txBody>
      </p:sp>
      <p:sp>
        <p:nvSpPr>
          <p:cNvPr id="18906" name="Statement 3 support">
            <a:extLst>
              <a:ext uri="{FF2B5EF4-FFF2-40B4-BE49-F238E27FC236}">
                <a16:creationId xmlns:a16="http://schemas.microsoft.com/office/drawing/2014/main" id="{229762B6-7F1F-9F0D-ECD4-51C9AC531798}"/>
              </a:ext>
            </a:extLst>
          </p:cNvPr>
          <p:cNvSpPr/>
          <p:nvPr/>
        </p:nvSpPr>
        <p:spPr>
          <a:xfrm>
            <a:off x="609600" y="5447120"/>
            <a:ext cx="10881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 handoff contains only public synthetic illustrations and repository-authored summaries, not private datasets or credentials.</a:t>
            </a:r>
          </a:p>
          <a:p>
            <a:pPr algn="l">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E569D31E-4FB2-E40D-AC57-E5358301EA24}"/>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8467579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873" name="Eyebrow">
            <a:extLst>
              <a:ext uri="{FF2B5EF4-FFF2-40B4-BE49-F238E27FC236}">
                <a16:creationId xmlns:a16="http://schemas.microsoft.com/office/drawing/2014/main" id="{E7EB7A38-D8CF-9F37-3841-47724666A8A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B23 · CEO / RESIDENT SERVICES / RISK</a:t>
            </a:r>
          </a:p>
          <a:p>
            <a:pPr algn="l">
              <a:buNone/>
            </a:pPr>
            <a:r>
              <a:rPr lang="en-US" sz="100">
                <a:effectLst/>
              </a:rPr>
              <a:t> </a:t>
            </a:r>
            <a:endParaRPr lang="en-US"/>
          </a:p>
        </p:txBody>
      </p:sp>
      <p:sp>
        <p:nvSpPr>
          <p:cNvPr id="8985" name="Slide title">
            <a:extLst>
              <a:ext uri="{FF2B5EF4-FFF2-40B4-BE49-F238E27FC236}">
                <a16:creationId xmlns:a16="http://schemas.microsoft.com/office/drawing/2014/main" id="{79A4892B-4431-1549-AFCC-9F94084830B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know this is fair and accessible?</a:t>
            </a:r>
          </a:p>
          <a:p>
            <a:pPr algn="l">
              <a:buNone/>
            </a:pPr>
            <a:r>
              <a:rPr lang="en-US" sz="100">
                <a:effectLst/>
              </a:rPr>
              <a:t> </a:t>
            </a:r>
            <a:endParaRPr lang="en-US"/>
          </a:p>
        </p:txBody>
      </p:sp>
      <p:sp>
        <p:nvSpPr>
          <p:cNvPr id="9098" name="Footer sources">
            <a:extLst>
              <a:ext uri="{FF2B5EF4-FFF2-40B4-BE49-F238E27FC236}">
                <a16:creationId xmlns:a16="http://schemas.microsoft.com/office/drawing/2014/main" id="{9C21EA6B-602A-4592-DBF8-A9F7CAC5F43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E15</a:t>
            </a:r>
          </a:p>
          <a:p>
            <a:pPr algn="l">
              <a:buNone/>
            </a:pPr>
            <a:r>
              <a:rPr lang="en-US" sz="100">
                <a:effectLst/>
              </a:rPr>
              <a:t> </a:t>
            </a:r>
            <a:endParaRPr lang="en-US"/>
          </a:p>
        </p:txBody>
      </p:sp>
      <p:sp>
        <p:nvSpPr>
          <p:cNvPr id="9212" name="Footer navigation">
            <a:extLst>
              <a:ext uri="{FF2B5EF4-FFF2-40B4-BE49-F238E27FC236}">
                <a16:creationId xmlns:a16="http://schemas.microsoft.com/office/drawing/2014/main" id="{9917A966-5C88-90A9-1991-61B8EFEC164D}"/>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B23 · Index: slide 27</a:t>
            </a:r>
            <a:endParaRPr lang="en-US"/>
          </a:p>
        </p:txBody>
      </p:sp>
      <p:sp>
        <p:nvSpPr>
          <p:cNvPr id="9327" name="Return to interrupted calling slide">
            <a:hlinkClick r:id="" action="ppaction://hlinkshowjump?jump=lastslideviewed"/>
            <a:extLst>
              <a:ext uri="{FF2B5EF4-FFF2-40B4-BE49-F238E27FC236}">
                <a16:creationId xmlns:a16="http://schemas.microsoft.com/office/drawing/2014/main" id="{812A3985-76B1-E1C4-8EC8-B68E88D7FF65}"/>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060" name="Statement 1">
            <a:extLst>
              <a:ext uri="{FF2B5EF4-FFF2-40B4-BE49-F238E27FC236}">
                <a16:creationId xmlns:a16="http://schemas.microsoft.com/office/drawing/2014/main" id="{AA70C03B-104B-F9AB-51BA-244567993836}"/>
              </a:ext>
            </a:extLst>
          </p:cNvPr>
          <p:cNvSpPr/>
          <p:nvPr/>
        </p:nvSpPr>
        <p:spPr>
          <a:xfrm>
            <a:off x="548640" y="1508760"/>
            <a:ext cx="3602384"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 and understandable explanations</a:t>
            </a:r>
          </a:p>
          <a:p>
            <a:pPr algn="l">
              <a:buNone/>
            </a:pPr>
            <a:r>
              <a:rPr lang="en-US" sz="100">
                <a:effectLst/>
              </a:rPr>
              <a:t> </a:t>
            </a:r>
            <a:endParaRPr lang="en-US"/>
          </a:p>
        </p:txBody>
      </p:sp>
      <p:sp>
        <p:nvSpPr>
          <p:cNvPr id="19062" name="Statement 2">
            <a:extLst>
              <a:ext uri="{FF2B5EF4-FFF2-40B4-BE49-F238E27FC236}">
                <a16:creationId xmlns:a16="http://schemas.microsoft.com/office/drawing/2014/main" id="{221CFE4D-0569-6088-1AF2-C581E32097C5}"/>
              </a:ext>
            </a:extLst>
          </p:cNvPr>
          <p:cNvSpPr/>
          <p:nvPr/>
        </p:nvSpPr>
        <p:spPr>
          <a:xfrm>
            <a:off x="4425344" y="1508760"/>
            <a:ext cx="322409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Cohort errors, exclusions and unknowns are visible</a:t>
            </a:r>
          </a:p>
          <a:p>
            <a:pPr algn="l">
              <a:buNone/>
            </a:pPr>
            <a:r>
              <a:rPr lang="en-US" sz="100">
                <a:effectLst/>
              </a:rPr>
              <a:t> </a:t>
            </a:r>
            <a:endParaRPr lang="en-US"/>
          </a:p>
        </p:txBody>
      </p:sp>
      <p:sp>
        <p:nvSpPr>
          <p:cNvPr id="19065" name="Statement 3">
            <a:extLst>
              <a:ext uri="{FF2B5EF4-FFF2-40B4-BE49-F238E27FC236}">
                <a16:creationId xmlns:a16="http://schemas.microsoft.com/office/drawing/2014/main" id="{1771B771-3FB3-D387-47E7-9941F5E3C842}"/>
              </a:ext>
            </a:extLst>
          </p:cNvPr>
          <p:cNvSpPr/>
          <p:nvPr/>
        </p:nvSpPr>
        <p:spPr>
          <a:xfrm>
            <a:off x="7923757" y="1508760"/>
            <a:ext cx="3719601"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Engineering checks ≠ resident or WCAG acceptance</a:t>
            </a:r>
          </a:p>
          <a:p>
            <a:pPr algn="l">
              <a:buNone/>
            </a:pPr>
            <a:r>
              <a:rPr lang="en-US" sz="100">
                <a:effectLst/>
              </a:rPr>
              <a:t> </a:t>
            </a:r>
            <a:endParaRPr lang="en-US"/>
          </a:p>
        </p:txBody>
      </p:sp>
      <p:sp>
        <p:nvSpPr>
          <p:cNvPr id="19069" name="Column Task success">
            <a:extLst>
              <a:ext uri="{FF2B5EF4-FFF2-40B4-BE49-F238E27FC236}">
                <a16:creationId xmlns:a16="http://schemas.microsoft.com/office/drawing/2014/main" id="{C1BE1ABC-49CD-EEDF-7167-643FAB4D9463}"/>
              </a:ext>
            </a:extLst>
          </p:cNvPr>
          <p:cNvSpPr/>
          <p:nvPr/>
        </p:nvSpPr>
        <p:spPr>
          <a:xfrm>
            <a:off x="338328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Task success</a:t>
            </a:r>
          </a:p>
          <a:p>
            <a:pPr algn="l">
              <a:buNone/>
            </a:pPr>
            <a:r>
              <a:rPr lang="en-US" sz="100">
                <a:effectLst/>
              </a:rPr>
              <a:t> </a:t>
            </a:r>
            <a:endParaRPr lang="en-US"/>
          </a:p>
        </p:txBody>
      </p:sp>
      <p:sp>
        <p:nvSpPr>
          <p:cNvPr id="19074" name="Column Comprehension">
            <a:extLst>
              <a:ext uri="{FF2B5EF4-FFF2-40B4-BE49-F238E27FC236}">
                <a16:creationId xmlns:a16="http://schemas.microsoft.com/office/drawing/2014/main" id="{CBEC27CC-A042-7DF9-1C9A-32CFBC666AD7}"/>
              </a:ext>
            </a:extLst>
          </p:cNvPr>
          <p:cNvSpPr/>
          <p:nvPr/>
        </p:nvSpPr>
        <p:spPr>
          <a:xfrm>
            <a:off x="616712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Comprehension</a:t>
            </a:r>
          </a:p>
          <a:p>
            <a:pPr algn="l">
              <a:buNone/>
            </a:pPr>
            <a:r>
              <a:rPr lang="en-US" sz="100">
                <a:effectLst/>
              </a:rPr>
              <a:t> </a:t>
            </a:r>
            <a:endParaRPr lang="en-US"/>
          </a:p>
        </p:txBody>
      </p:sp>
      <p:sp>
        <p:nvSpPr>
          <p:cNvPr id="19080" name="Column Errors and exclusions by cohort">
            <a:extLst>
              <a:ext uri="{FF2B5EF4-FFF2-40B4-BE49-F238E27FC236}">
                <a16:creationId xmlns:a16="http://schemas.microsoft.com/office/drawing/2014/main" id="{8FCE9CF3-003F-AC23-5A73-844468C225BB}"/>
              </a:ext>
            </a:extLst>
          </p:cNvPr>
          <p:cNvSpPr/>
          <p:nvPr/>
        </p:nvSpPr>
        <p:spPr>
          <a:xfrm>
            <a:off x="8950960" y="2331720"/>
            <a:ext cx="26924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Errors and exclusions by cohort</a:t>
            </a:r>
          </a:p>
          <a:p>
            <a:pPr algn="l">
              <a:buNone/>
            </a:pPr>
            <a:r>
              <a:rPr lang="en-US" sz="100">
                <a:effectLst/>
              </a:rPr>
              <a:t> </a:t>
            </a:r>
            <a:endParaRPr lang="en-US"/>
          </a:p>
        </p:txBody>
      </p:sp>
      <p:sp>
        <p:nvSpPr>
          <p:cNvPr id="19087" name="Row Digital route">
            <a:extLst>
              <a:ext uri="{FF2B5EF4-FFF2-40B4-BE49-F238E27FC236}">
                <a16:creationId xmlns:a16="http://schemas.microsoft.com/office/drawing/2014/main" id="{F820601B-CAE0-729D-3A05-2566F2B0B43A}"/>
              </a:ext>
            </a:extLst>
          </p:cNvPr>
          <p:cNvSpPr/>
          <p:nvPr/>
        </p:nvSpPr>
        <p:spPr>
          <a:xfrm>
            <a:off x="548640" y="29565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Digital route</a:t>
            </a:r>
          </a:p>
          <a:p>
            <a:pPr algn="l">
              <a:buNone/>
            </a:pPr>
            <a:r>
              <a:rPr lang="en-US" sz="100">
                <a:effectLst/>
              </a:rPr>
              <a:t> </a:t>
            </a:r>
            <a:endParaRPr lang="en-US"/>
          </a:p>
        </p:txBody>
      </p:sp>
      <p:sp>
        <p:nvSpPr>
          <p:cNvPr id="19095" name="Cell Digital route / Task success">
            <a:extLst>
              <a:ext uri="{FF2B5EF4-FFF2-40B4-BE49-F238E27FC236}">
                <a16:creationId xmlns:a16="http://schemas.microsoft.com/office/drawing/2014/main" id="{C19DA5F2-5FCD-0F3A-0620-2D3FAF92A90F}"/>
              </a:ext>
            </a:extLst>
          </p:cNvPr>
          <p:cNvSpPr/>
          <p:nvPr/>
        </p:nvSpPr>
        <p:spPr>
          <a:xfrm>
            <a:off x="338328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04" name="Cell Digital route / Comprehension">
            <a:extLst>
              <a:ext uri="{FF2B5EF4-FFF2-40B4-BE49-F238E27FC236}">
                <a16:creationId xmlns:a16="http://schemas.microsoft.com/office/drawing/2014/main" id="{6B736E6C-626B-34AB-203F-C11A5ADB9B25}"/>
              </a:ext>
            </a:extLst>
          </p:cNvPr>
          <p:cNvSpPr/>
          <p:nvPr/>
        </p:nvSpPr>
        <p:spPr>
          <a:xfrm>
            <a:off x="616712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14" name="Cell Digital route / Errors and exclusions by cohort">
            <a:extLst>
              <a:ext uri="{FF2B5EF4-FFF2-40B4-BE49-F238E27FC236}">
                <a16:creationId xmlns:a16="http://schemas.microsoft.com/office/drawing/2014/main" id="{E8A92738-0F0F-F7E0-647C-2EF1A29D7842}"/>
              </a:ext>
            </a:extLst>
          </p:cNvPr>
          <p:cNvSpPr/>
          <p:nvPr/>
        </p:nvSpPr>
        <p:spPr>
          <a:xfrm>
            <a:off x="895096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25" name="Row No-digital route">
            <a:extLst>
              <a:ext uri="{FF2B5EF4-FFF2-40B4-BE49-F238E27FC236}">
                <a16:creationId xmlns:a16="http://schemas.microsoft.com/office/drawing/2014/main" id="{26EEC7DC-3B42-FA7A-B6B6-627A5F0ABE0E}"/>
              </a:ext>
            </a:extLst>
          </p:cNvPr>
          <p:cNvSpPr/>
          <p:nvPr/>
        </p:nvSpPr>
        <p:spPr>
          <a:xfrm>
            <a:off x="548640" y="36423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a:t>
            </a:r>
          </a:p>
          <a:p>
            <a:pPr algn="l">
              <a:buNone/>
            </a:pPr>
            <a:r>
              <a:rPr lang="en-US" sz="100">
                <a:effectLst/>
              </a:rPr>
              <a:t> </a:t>
            </a:r>
            <a:endParaRPr lang="en-US"/>
          </a:p>
        </p:txBody>
      </p:sp>
      <p:sp>
        <p:nvSpPr>
          <p:cNvPr id="19137" name="Cell No-digital route / Task success">
            <a:extLst>
              <a:ext uri="{FF2B5EF4-FFF2-40B4-BE49-F238E27FC236}">
                <a16:creationId xmlns:a16="http://schemas.microsoft.com/office/drawing/2014/main" id="{12FA20AE-9098-7529-8216-460215209768}"/>
              </a:ext>
            </a:extLst>
          </p:cNvPr>
          <p:cNvSpPr/>
          <p:nvPr/>
        </p:nvSpPr>
        <p:spPr>
          <a:xfrm>
            <a:off x="338328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50" name="Cell No-digital route / Comprehension">
            <a:extLst>
              <a:ext uri="{FF2B5EF4-FFF2-40B4-BE49-F238E27FC236}">
                <a16:creationId xmlns:a16="http://schemas.microsoft.com/office/drawing/2014/main" id="{0CAB42F5-C63A-30D1-121D-9370F24D9E45}"/>
              </a:ext>
            </a:extLst>
          </p:cNvPr>
          <p:cNvSpPr/>
          <p:nvPr/>
        </p:nvSpPr>
        <p:spPr>
          <a:xfrm>
            <a:off x="616712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64" name="Cell No-digital route / Errors and exclusions by cohort">
            <a:extLst>
              <a:ext uri="{FF2B5EF4-FFF2-40B4-BE49-F238E27FC236}">
                <a16:creationId xmlns:a16="http://schemas.microsoft.com/office/drawing/2014/main" id="{F8C1A587-FED3-D985-645C-69B48107A1E1}"/>
              </a:ext>
            </a:extLst>
          </p:cNvPr>
          <p:cNvSpPr/>
          <p:nvPr/>
        </p:nvSpPr>
        <p:spPr>
          <a:xfrm>
            <a:off x="895096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79" name="Cohort note">
            <a:extLst>
              <a:ext uri="{FF2B5EF4-FFF2-40B4-BE49-F238E27FC236}">
                <a16:creationId xmlns:a16="http://schemas.microsoft.com/office/drawing/2014/main" id="{8B21BA8C-D984-5E70-7AF4-E575ABDF2BD1}"/>
              </a:ext>
            </a:extLst>
          </p:cNvPr>
          <p:cNvSpPr/>
          <p:nvPr/>
        </p:nvSpPr>
        <p:spPr>
          <a:xfrm>
            <a:off x="548640" y="419744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Inspect errors and exclusions by agreed cohorts without exposing small groups</a:t>
            </a:r>
          </a:p>
          <a:p>
            <a:pPr algn="l">
              <a:buNone/>
            </a:pPr>
            <a:r>
              <a:rPr lang="en-US" sz="100">
                <a:effectLst/>
              </a:rPr>
              <a:t> </a:t>
            </a:r>
            <a:endParaRPr lang="en-US"/>
          </a:p>
        </p:txBody>
      </p:sp>
      <p:sp>
        <p:nvSpPr>
          <p:cNvPr id="19195" name="Guardrail band">
            <a:extLst>
              <a:ext uri="{FF2B5EF4-FFF2-40B4-BE49-F238E27FC236}">
                <a16:creationId xmlns:a16="http://schemas.microsoft.com/office/drawing/2014/main" id="{302DE0B0-50D2-EEBF-FD3F-1913F9EABC2F}"/>
              </a:ext>
            </a:extLst>
          </p:cNvPr>
          <p:cNvSpPr/>
          <p:nvPr/>
        </p:nvSpPr>
        <p:spPr>
          <a:xfrm>
            <a:off x="548640" y="4678680"/>
            <a:ext cx="11094720" cy="8534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12" name="Guardrail label">
            <a:extLst>
              <a:ext uri="{FF2B5EF4-FFF2-40B4-BE49-F238E27FC236}">
                <a16:creationId xmlns:a16="http://schemas.microsoft.com/office/drawing/2014/main" id="{CB32CA2D-9AA6-2389-90BA-F26E4F3C1F4D}"/>
              </a:ext>
            </a:extLst>
          </p:cNvPr>
          <p:cNvSpPr/>
          <p:nvPr/>
        </p:nvSpPr>
        <p:spPr>
          <a:xfrm>
            <a:off x="609600" y="4883240"/>
            <a:ext cx="14478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GUARDRAIL</a:t>
            </a:r>
          </a:p>
          <a:p>
            <a:pPr algn="l">
              <a:buNone/>
            </a:pPr>
            <a:r>
              <a:rPr lang="en-US" sz="100">
                <a:effectLst/>
              </a:rPr>
              <a:t> </a:t>
            </a:r>
            <a:endParaRPr lang="en-US"/>
          </a:p>
        </p:txBody>
      </p:sp>
      <p:sp>
        <p:nvSpPr>
          <p:cNvPr id="19230" name="Guardrail rule">
            <a:extLst>
              <a:ext uri="{FF2B5EF4-FFF2-40B4-BE49-F238E27FC236}">
                <a16:creationId xmlns:a16="http://schemas.microsoft.com/office/drawing/2014/main" id="{F6DE11DD-4CA1-367C-2116-FBE81B1C8CB2}"/>
              </a:ext>
            </a:extLst>
          </p:cNvPr>
          <p:cNvSpPr/>
          <p:nvPr/>
        </p:nvSpPr>
        <p:spPr>
          <a:xfrm>
            <a:off x="2103120" y="4785360"/>
            <a:ext cx="95250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An AI result that improves average speed while worsening a critical group outcome should not pass the gate.</a:t>
            </a:r>
          </a:p>
          <a:p>
            <a:pPr algn="l">
              <a:buNone/>
            </a:pPr>
            <a:r>
              <a:rPr lang="en-US" sz="100">
                <a:effectLst/>
              </a:rPr>
              <a:t> </a:t>
            </a:r>
            <a:endParaRPr lang="en-US"/>
          </a:p>
        </p:txBody>
      </p:sp>
      <p:sp>
        <p:nvSpPr>
          <p:cNvPr id="19249" name="Acceptance limit">
            <a:extLst>
              <a:ext uri="{FF2B5EF4-FFF2-40B4-BE49-F238E27FC236}">
                <a16:creationId xmlns:a16="http://schemas.microsoft.com/office/drawing/2014/main" id="{5D81B813-BC0D-2722-1CFF-2144D50DA2BF}"/>
              </a:ext>
            </a:extLst>
          </p:cNvPr>
          <p:cNvSpPr/>
          <p:nvPr/>
        </p:nvSpPr>
        <p:spPr>
          <a:xfrm>
            <a:off x="548640" y="553856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Conformance and fairness are assessed with real users and a full audit in the pilot.</a:t>
            </a:r>
            <a:endParaRPr lang="en-US"/>
          </a:p>
        </p:txBody>
      </p:sp>
      <p:sp>
        <p:nvSpPr>
          <p:cNvPr id="2" name="Appendix topic destination">
            <a:hlinkClick r:id="rId3" action="ppaction://hlinksldjump"/>
            <a:extLst>
              <a:ext uri="{FF2B5EF4-FFF2-40B4-BE49-F238E27FC236}">
                <a16:creationId xmlns:a16="http://schemas.microsoft.com/office/drawing/2014/main" id="{C230ACD7-38AF-9E55-6D32-D33D0833208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34582648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9443" name="Eyebrow">
            <a:extLst>
              <a:ext uri="{FF2B5EF4-FFF2-40B4-BE49-F238E27FC236}">
                <a16:creationId xmlns:a16="http://schemas.microsoft.com/office/drawing/2014/main" id="{57E6C960-B771-8C4D-74D0-2E659972DD4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B24 · RISK / LEGAL / CFO</a:t>
            </a:r>
          </a:p>
          <a:p>
            <a:pPr algn="l">
              <a:buNone/>
            </a:pPr>
            <a:r>
              <a:rPr lang="en-US" sz="100">
                <a:effectLst/>
              </a:rPr>
              <a:t> </a:t>
            </a:r>
            <a:endParaRPr lang="en-US"/>
          </a:p>
        </p:txBody>
      </p:sp>
      <p:sp>
        <p:nvSpPr>
          <p:cNvPr id="9560" name="Slide title">
            <a:extLst>
              <a:ext uri="{FF2B5EF4-FFF2-40B4-BE49-F238E27FC236}">
                <a16:creationId xmlns:a16="http://schemas.microsoft.com/office/drawing/2014/main" id="{F75CCEB3-F6F2-40E0-6F2D-D8431EBFFF1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keep policy, law and funding rules current?</a:t>
            </a:r>
          </a:p>
          <a:p>
            <a:pPr algn="l">
              <a:buNone/>
            </a:pPr>
            <a:r>
              <a:rPr lang="en-US" sz="100">
                <a:effectLst/>
              </a:rPr>
              <a:t> </a:t>
            </a:r>
            <a:endParaRPr lang="en-US"/>
          </a:p>
        </p:txBody>
      </p:sp>
      <p:sp>
        <p:nvSpPr>
          <p:cNvPr id="9678" name="Footer sources">
            <a:extLst>
              <a:ext uri="{FF2B5EF4-FFF2-40B4-BE49-F238E27FC236}">
                <a16:creationId xmlns:a16="http://schemas.microsoft.com/office/drawing/2014/main" id="{2696879A-4690-E2D0-AB32-C2F30C36C216}"/>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E18</a:t>
            </a:r>
          </a:p>
          <a:p>
            <a:pPr algn="l">
              <a:buNone/>
            </a:pPr>
            <a:r>
              <a:rPr lang="en-US" sz="100">
                <a:effectLst/>
              </a:rPr>
              <a:t> </a:t>
            </a:r>
            <a:endParaRPr lang="en-US"/>
          </a:p>
        </p:txBody>
      </p:sp>
      <p:sp>
        <p:nvSpPr>
          <p:cNvPr id="9797" name="Footer navigation">
            <a:extLst>
              <a:ext uri="{FF2B5EF4-FFF2-40B4-BE49-F238E27FC236}">
                <a16:creationId xmlns:a16="http://schemas.microsoft.com/office/drawing/2014/main" id="{6A145055-0724-4938-F063-A72CE7A0FC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B24 · Index: slide 27</a:t>
            </a:r>
            <a:endParaRPr lang="en-US"/>
          </a:p>
        </p:txBody>
      </p:sp>
      <p:sp>
        <p:nvSpPr>
          <p:cNvPr id="9917" name="Return to interrupted calling slide">
            <a:hlinkClick r:id="" action="ppaction://hlinkshowjump?jump=lastslideviewed"/>
            <a:extLst>
              <a:ext uri="{FF2B5EF4-FFF2-40B4-BE49-F238E27FC236}">
                <a16:creationId xmlns:a16="http://schemas.microsoft.com/office/drawing/2014/main" id="{2A774DE9-E1B2-DF83-BE18-96D3F56CBFA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250" name="Statement 2">
            <a:extLst>
              <a:ext uri="{FF2B5EF4-FFF2-40B4-BE49-F238E27FC236}">
                <a16:creationId xmlns:a16="http://schemas.microsoft.com/office/drawing/2014/main" id="{B47D42E4-3A0E-7716-DBEE-460D9194571C}"/>
              </a:ext>
            </a:extLst>
          </p:cNvPr>
          <p:cNvSpPr/>
          <p:nvPr/>
        </p:nvSpPr>
        <p:spPr>
          <a:xfrm>
            <a:off x="548640" y="1423760"/>
            <a:ext cx="6309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Detected change → reviewed rule change → tests</a:t>
            </a:r>
          </a:p>
          <a:p>
            <a:pPr algn="l">
              <a:buNone/>
            </a:pPr>
            <a:r>
              <a:rPr lang="en-US" sz="100">
                <a:effectLst/>
              </a:rPr>
              <a:t> </a:t>
            </a:r>
            <a:endParaRPr lang="en-US"/>
          </a:p>
        </p:txBody>
      </p:sp>
      <p:sp>
        <p:nvSpPr>
          <p:cNvPr id="19252" name="Status pill">
            <a:extLst>
              <a:ext uri="{FF2B5EF4-FFF2-40B4-BE49-F238E27FC236}">
                <a16:creationId xmlns:a16="http://schemas.microsoft.com/office/drawing/2014/main" id="{B6A47C35-1C74-D902-BC8F-091B0EC4453C}"/>
              </a:ext>
            </a:extLst>
          </p:cNvPr>
          <p:cNvSpPr/>
          <p:nvPr/>
        </p:nvSpPr>
        <p:spPr>
          <a:xfrm>
            <a:off x="6925056" y="1546860"/>
            <a:ext cx="4718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REPOSITORY CONVENTION · READY TO ACTIVATE</a:t>
            </a:r>
            <a:endParaRPr lang="en-US"/>
          </a:p>
        </p:txBody>
      </p:sp>
      <p:sp>
        <p:nvSpPr>
          <p:cNvPr id="19255" name="Stage Source">
            <a:extLst>
              <a:ext uri="{FF2B5EF4-FFF2-40B4-BE49-F238E27FC236}">
                <a16:creationId xmlns:a16="http://schemas.microsoft.com/office/drawing/2014/main" id="{630B08E8-6111-0F05-E2B9-DB66980DC1C2}"/>
              </a:ext>
            </a:extLst>
          </p:cNvPr>
          <p:cNvSpPr/>
          <p:nvPr/>
        </p:nvSpPr>
        <p:spPr>
          <a:xfrm>
            <a:off x="548640"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59" name="Stage Reviewed change item">
            <a:extLst>
              <a:ext uri="{FF2B5EF4-FFF2-40B4-BE49-F238E27FC236}">
                <a16:creationId xmlns:a16="http://schemas.microsoft.com/office/drawing/2014/main" id="{6B872645-6C91-72F8-B246-0D8DA409FC73}"/>
              </a:ext>
            </a:extLst>
          </p:cNvPr>
          <p:cNvSpPr/>
          <p:nvPr/>
        </p:nvSpPr>
        <p:spPr>
          <a:xfrm>
            <a:off x="3404616" y="2087880"/>
            <a:ext cx="2526792"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64" name="Stage Approved control version">
            <a:extLst>
              <a:ext uri="{FF2B5EF4-FFF2-40B4-BE49-F238E27FC236}">
                <a16:creationId xmlns:a16="http://schemas.microsoft.com/office/drawing/2014/main" id="{135479F1-6B49-48C0-87A3-1F1668112559}"/>
              </a:ext>
            </a:extLst>
          </p:cNvPr>
          <p:cNvSpPr/>
          <p:nvPr/>
        </p:nvSpPr>
        <p:spPr>
          <a:xfrm>
            <a:off x="6260592" y="2087880"/>
            <a:ext cx="2526792"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0" name="Stage Regression evidence">
            <a:extLst>
              <a:ext uri="{FF2B5EF4-FFF2-40B4-BE49-F238E27FC236}">
                <a16:creationId xmlns:a16="http://schemas.microsoft.com/office/drawing/2014/main" id="{2F09A3A1-8B67-75C4-14E2-D0D2B9EC39A8}"/>
              </a:ext>
            </a:extLst>
          </p:cNvPr>
          <p:cNvSpPr/>
          <p:nvPr/>
        </p:nvSpPr>
        <p:spPr>
          <a:xfrm>
            <a:off x="9116568"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7" name="Stage title Source">
            <a:extLst>
              <a:ext uri="{FF2B5EF4-FFF2-40B4-BE49-F238E27FC236}">
                <a16:creationId xmlns:a16="http://schemas.microsoft.com/office/drawing/2014/main" id="{57CD70D8-33BC-C0B5-E1CB-DEFE8D3FF371}"/>
              </a:ext>
            </a:extLst>
          </p:cNvPr>
          <p:cNvSpPr/>
          <p:nvPr/>
        </p:nvSpPr>
        <p:spPr>
          <a:xfrm>
            <a:off x="563880" y="2109560"/>
            <a:ext cx="24963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Source</a:t>
            </a:r>
          </a:p>
          <a:p>
            <a:pPr algn="l">
              <a:buNone/>
            </a:pPr>
            <a:r>
              <a:rPr lang="en-US" sz="100">
                <a:effectLst/>
              </a:rPr>
              <a:t> </a:t>
            </a:r>
            <a:endParaRPr lang="en-US"/>
          </a:p>
        </p:txBody>
      </p:sp>
      <p:sp>
        <p:nvSpPr>
          <p:cNvPr id="19285" name="Stage body Source">
            <a:extLst>
              <a:ext uri="{FF2B5EF4-FFF2-40B4-BE49-F238E27FC236}">
                <a16:creationId xmlns:a16="http://schemas.microsoft.com/office/drawing/2014/main" id="{55B42BCA-1C1C-6B77-BDCC-BD1FB9EFF795}"/>
              </a:ext>
            </a:extLst>
          </p:cNvPr>
          <p:cNvSpPr/>
          <p:nvPr/>
        </p:nvSpPr>
        <p:spPr>
          <a:xfrm>
            <a:off x="563880"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Dated sources with authority classification</a:t>
            </a:r>
          </a:p>
          <a:p>
            <a:pPr algn="l">
              <a:buNone/>
            </a:pPr>
            <a:r>
              <a:rPr lang="en-US" sz="100">
                <a:effectLst/>
              </a:rPr>
              <a:t> </a:t>
            </a:r>
            <a:endParaRPr lang="en-US"/>
          </a:p>
        </p:txBody>
      </p:sp>
      <p:sp>
        <p:nvSpPr>
          <p:cNvPr id="19294" name="Stage title Reviewed change item">
            <a:extLst>
              <a:ext uri="{FF2B5EF4-FFF2-40B4-BE49-F238E27FC236}">
                <a16:creationId xmlns:a16="http://schemas.microsoft.com/office/drawing/2014/main" id="{7215C505-7A96-7FD2-8514-3B9077C83C17}"/>
              </a:ext>
            </a:extLst>
          </p:cNvPr>
          <p:cNvSpPr/>
          <p:nvPr/>
        </p:nvSpPr>
        <p:spPr>
          <a:xfrm>
            <a:off x="3419856"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Reviewed change item</a:t>
            </a:r>
          </a:p>
          <a:p>
            <a:pPr algn="l">
              <a:buNone/>
            </a:pPr>
            <a:r>
              <a:rPr lang="en-US" sz="100">
                <a:effectLst/>
              </a:rPr>
              <a:t> </a:t>
            </a:r>
            <a:endParaRPr lang="en-US"/>
          </a:p>
        </p:txBody>
      </p:sp>
      <p:sp>
        <p:nvSpPr>
          <p:cNvPr id="19304" name="Stage body Reviewed change item">
            <a:extLst>
              <a:ext uri="{FF2B5EF4-FFF2-40B4-BE49-F238E27FC236}">
                <a16:creationId xmlns:a16="http://schemas.microsoft.com/office/drawing/2014/main" id="{B18E7AA6-5036-951E-FD08-26FCD908BB5E}"/>
              </a:ext>
            </a:extLst>
          </p:cNvPr>
          <p:cNvSpPr/>
          <p:nvPr/>
        </p:nvSpPr>
        <p:spPr>
          <a:xfrm>
            <a:off x="3419856"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Affected requirements, rules, journeys, tests</a:t>
            </a:r>
          </a:p>
          <a:p>
            <a:pPr algn="l">
              <a:buNone/>
            </a:pPr>
            <a:r>
              <a:rPr lang="en-US" sz="100">
                <a:effectLst/>
              </a:rPr>
              <a:t> </a:t>
            </a:r>
            <a:endParaRPr lang="en-US"/>
          </a:p>
        </p:txBody>
      </p:sp>
      <p:sp>
        <p:nvSpPr>
          <p:cNvPr id="19315" name="Owner pill 2">
            <a:extLst>
              <a:ext uri="{FF2B5EF4-FFF2-40B4-BE49-F238E27FC236}">
                <a16:creationId xmlns:a16="http://schemas.microsoft.com/office/drawing/2014/main" id="{8FEAEEDC-0146-9F71-64A1-5EB987644439}"/>
              </a:ext>
            </a:extLst>
          </p:cNvPr>
          <p:cNvSpPr/>
          <p:nvPr/>
        </p:nvSpPr>
        <p:spPr>
          <a:xfrm>
            <a:off x="3511296"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27" name="Stage title Approved control version">
            <a:extLst>
              <a:ext uri="{FF2B5EF4-FFF2-40B4-BE49-F238E27FC236}">
                <a16:creationId xmlns:a16="http://schemas.microsoft.com/office/drawing/2014/main" id="{F28BEB39-6A77-23AB-1CE6-06CA454C9EE1}"/>
              </a:ext>
            </a:extLst>
          </p:cNvPr>
          <p:cNvSpPr/>
          <p:nvPr/>
        </p:nvSpPr>
        <p:spPr>
          <a:xfrm>
            <a:off x="6275832"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Approved control version</a:t>
            </a:r>
          </a:p>
          <a:p>
            <a:pPr algn="l">
              <a:buNone/>
            </a:pPr>
            <a:r>
              <a:rPr lang="en-US" sz="100">
                <a:effectLst/>
              </a:rPr>
              <a:t> </a:t>
            </a:r>
            <a:endParaRPr lang="en-US"/>
          </a:p>
        </p:txBody>
      </p:sp>
      <p:sp>
        <p:nvSpPr>
          <p:cNvPr id="19340" name="Stage body Approved control version">
            <a:extLst>
              <a:ext uri="{FF2B5EF4-FFF2-40B4-BE49-F238E27FC236}">
                <a16:creationId xmlns:a16="http://schemas.microsoft.com/office/drawing/2014/main" id="{981EA9FD-E926-C718-131F-8182815672E4}"/>
              </a:ext>
            </a:extLst>
          </p:cNvPr>
          <p:cNvSpPr/>
          <p:nvPr/>
        </p:nvSpPr>
        <p:spPr>
          <a:xfrm>
            <a:off x="6275832"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approval of a reviewed control update</a:t>
            </a:r>
          </a:p>
          <a:p>
            <a:pPr algn="l">
              <a:buNone/>
            </a:pPr>
            <a:r>
              <a:rPr lang="en-US" sz="100">
                <a:effectLst/>
              </a:rPr>
              <a:t> </a:t>
            </a:r>
            <a:endParaRPr lang="en-US"/>
          </a:p>
        </p:txBody>
      </p:sp>
      <p:sp>
        <p:nvSpPr>
          <p:cNvPr id="19354" name="Owner pill 3">
            <a:extLst>
              <a:ext uri="{FF2B5EF4-FFF2-40B4-BE49-F238E27FC236}">
                <a16:creationId xmlns:a16="http://schemas.microsoft.com/office/drawing/2014/main" id="{9C94702A-89A8-EBE4-4B3B-80F9BC5A963C}"/>
              </a:ext>
            </a:extLst>
          </p:cNvPr>
          <p:cNvSpPr/>
          <p:nvPr/>
        </p:nvSpPr>
        <p:spPr>
          <a:xfrm>
            <a:off x="6367272"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69" name="Stage title Regression evidence">
            <a:extLst>
              <a:ext uri="{FF2B5EF4-FFF2-40B4-BE49-F238E27FC236}">
                <a16:creationId xmlns:a16="http://schemas.microsoft.com/office/drawing/2014/main" id="{8E0B1D59-0658-4B5A-0900-9EAFF14F93FD}"/>
              </a:ext>
            </a:extLst>
          </p:cNvPr>
          <p:cNvSpPr/>
          <p:nvPr/>
        </p:nvSpPr>
        <p:spPr>
          <a:xfrm>
            <a:off x="9131808"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Regression evidence</a:t>
            </a:r>
          </a:p>
          <a:p>
            <a:pPr algn="l">
              <a:buNone/>
            </a:pPr>
            <a:r>
              <a:rPr lang="en-US" sz="100">
                <a:effectLst/>
              </a:rPr>
              <a:t> </a:t>
            </a:r>
            <a:endParaRPr lang="en-US"/>
          </a:p>
        </p:txBody>
      </p:sp>
      <p:sp>
        <p:nvSpPr>
          <p:cNvPr id="19385" name="Stage body Regression evidence">
            <a:extLst>
              <a:ext uri="{FF2B5EF4-FFF2-40B4-BE49-F238E27FC236}">
                <a16:creationId xmlns:a16="http://schemas.microsoft.com/office/drawing/2014/main" id="{5DB94842-3743-003E-5B05-5C73BF7CAA0F}"/>
              </a:ext>
            </a:extLst>
          </p:cNvPr>
          <p:cNvSpPr/>
          <p:nvPr/>
        </p:nvSpPr>
        <p:spPr>
          <a:xfrm>
            <a:off x="9131808"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Tests and evidence before consequential use</a:t>
            </a:r>
          </a:p>
          <a:p>
            <a:pPr algn="l">
              <a:buNone/>
            </a:pPr>
            <a:r>
              <a:rPr lang="en-US" sz="100">
                <a:effectLst/>
              </a:rPr>
              <a:t> </a:t>
            </a:r>
            <a:endParaRPr lang="en-US"/>
          </a:p>
        </p:txBody>
      </p:sp>
      <p:sp>
        <p:nvSpPr>
          <p:cNvPr id="19402" name="Chain arrow 1">
            <a:extLst>
              <a:ext uri="{FF2B5EF4-FFF2-40B4-BE49-F238E27FC236}">
                <a16:creationId xmlns:a16="http://schemas.microsoft.com/office/drawing/2014/main" id="{B2816ACE-9323-3B30-3101-C7BDEC5D6C8D}"/>
              </a:ext>
            </a:extLst>
          </p:cNvPr>
          <p:cNvSpPr/>
          <p:nvPr/>
        </p:nvSpPr>
        <p:spPr>
          <a:xfrm>
            <a:off x="3102864"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20" name="Chain arrow 2">
            <a:extLst>
              <a:ext uri="{FF2B5EF4-FFF2-40B4-BE49-F238E27FC236}">
                <a16:creationId xmlns:a16="http://schemas.microsoft.com/office/drawing/2014/main" id="{ADA35AF3-AA79-C6DD-BFBC-2400066EAB91}"/>
              </a:ext>
            </a:extLst>
          </p:cNvPr>
          <p:cNvSpPr/>
          <p:nvPr/>
        </p:nvSpPr>
        <p:spPr>
          <a:xfrm>
            <a:off x="5958840"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39" name="Chain arrow 3">
            <a:extLst>
              <a:ext uri="{FF2B5EF4-FFF2-40B4-BE49-F238E27FC236}">
                <a16:creationId xmlns:a16="http://schemas.microsoft.com/office/drawing/2014/main" id="{38E902C3-63EC-ECB9-7FCE-EE47BC82D551}"/>
              </a:ext>
            </a:extLst>
          </p:cNvPr>
          <p:cNvSpPr/>
          <p:nvPr/>
        </p:nvSpPr>
        <p:spPr>
          <a:xfrm>
            <a:off x="8814816"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59" name="Model assistance">
            <a:extLst>
              <a:ext uri="{FF2B5EF4-FFF2-40B4-BE49-F238E27FC236}">
                <a16:creationId xmlns:a16="http://schemas.microsoft.com/office/drawing/2014/main" id="{2E9C077A-EA1F-BDFC-CDC9-B30EAA16499E}"/>
              </a:ext>
            </a:extLst>
          </p:cNvPr>
          <p:cNvSpPr/>
          <p:nvPr/>
        </p:nvSpPr>
        <p:spPr>
          <a:xfrm>
            <a:off x="548640" y="4404360"/>
            <a:ext cx="5382768" cy="975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80" name="Live controls guard">
            <a:extLst>
              <a:ext uri="{FF2B5EF4-FFF2-40B4-BE49-F238E27FC236}">
                <a16:creationId xmlns:a16="http://schemas.microsoft.com/office/drawing/2014/main" id="{40B4C6F2-1BDF-1E97-E669-A882ACF9FA54}"/>
              </a:ext>
            </a:extLst>
          </p:cNvPr>
          <p:cNvSpPr/>
          <p:nvPr/>
        </p:nvSpPr>
        <p:spPr>
          <a:xfrm>
            <a:off x="6260592" y="4404360"/>
            <a:ext cx="5382768" cy="97536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502" name="Model lane title">
            <a:extLst>
              <a:ext uri="{FF2B5EF4-FFF2-40B4-BE49-F238E27FC236}">
                <a16:creationId xmlns:a16="http://schemas.microsoft.com/office/drawing/2014/main" id="{F90A37CE-69D1-699A-5E95-64BD2492FF6B}"/>
              </a:ext>
            </a:extLst>
          </p:cNvPr>
          <p:cNvSpPr/>
          <p:nvPr/>
        </p:nvSpPr>
        <p:spPr>
          <a:xfrm>
            <a:off x="563880"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3F2A72"/>
                </a:solidFill>
                <a:effectLst/>
                <a:latin typeface="Arial" panose="020B0604020202020204" pitchFamily="34" charset="0"/>
              </a:rPr>
              <a:t>Models may retrieve, compare and flag</a:t>
            </a:r>
          </a:p>
          <a:p>
            <a:pPr algn="l">
              <a:buNone/>
            </a:pPr>
            <a:r>
              <a:rPr lang="en-US" sz="100">
                <a:effectLst/>
              </a:rPr>
              <a:t> </a:t>
            </a:r>
            <a:endParaRPr lang="en-US"/>
          </a:p>
        </p:txBody>
      </p:sp>
      <p:sp>
        <p:nvSpPr>
          <p:cNvPr id="19525" name="Model lane body">
            <a:extLst>
              <a:ext uri="{FF2B5EF4-FFF2-40B4-BE49-F238E27FC236}">
                <a16:creationId xmlns:a16="http://schemas.microsoft.com/office/drawing/2014/main" id="{CBA861EE-539C-673E-3D2D-AD13330E1A6D}"/>
              </a:ext>
            </a:extLst>
          </p:cNvPr>
          <p:cNvSpPr/>
          <p:nvPr/>
        </p:nvSpPr>
        <p:spPr>
          <a:xfrm>
            <a:off x="563880"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They must not decide that a legal duty is satisfied</a:t>
            </a:r>
          </a:p>
          <a:p>
            <a:pPr algn="l">
              <a:buNone/>
            </a:pPr>
            <a:r>
              <a:rPr lang="en-US" sz="100">
                <a:effectLst/>
              </a:rPr>
              <a:t> </a:t>
            </a:r>
            <a:endParaRPr lang="en-US"/>
          </a:p>
        </p:txBody>
      </p:sp>
      <p:sp>
        <p:nvSpPr>
          <p:cNvPr id="19549" name="Statement 3">
            <a:extLst>
              <a:ext uri="{FF2B5EF4-FFF2-40B4-BE49-F238E27FC236}">
                <a16:creationId xmlns:a16="http://schemas.microsoft.com/office/drawing/2014/main" id="{E05AAE92-A82E-A06B-0D11-A06454BEFC1B}"/>
              </a:ext>
            </a:extLst>
          </p:cNvPr>
          <p:cNvSpPr/>
          <p:nvPr/>
        </p:nvSpPr>
        <p:spPr>
          <a:xfrm>
            <a:off x="6275832"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silent model update to live controls</a:t>
            </a:r>
          </a:p>
          <a:p>
            <a:pPr algn="l">
              <a:buNone/>
            </a:pPr>
            <a:r>
              <a:rPr lang="en-US" sz="100">
                <a:effectLst/>
              </a:rPr>
              <a:t> </a:t>
            </a:r>
            <a:endParaRPr lang="en-US"/>
          </a:p>
        </p:txBody>
      </p:sp>
      <p:sp>
        <p:nvSpPr>
          <p:cNvPr id="19574" name="Control lane body">
            <a:extLst>
              <a:ext uri="{FF2B5EF4-FFF2-40B4-BE49-F238E27FC236}">
                <a16:creationId xmlns:a16="http://schemas.microsoft.com/office/drawing/2014/main" id="{FCF83F5F-E564-9ABC-03CC-1A4A7E4701BB}"/>
              </a:ext>
            </a:extLst>
          </p:cNvPr>
          <p:cNvSpPr/>
          <p:nvPr/>
        </p:nvSpPr>
        <p:spPr>
          <a:xfrm>
            <a:off x="6275832"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Or silently activate a new rule</a:t>
            </a:r>
          </a:p>
          <a:p>
            <a:pPr algn="l">
              <a:buNone/>
            </a:pPr>
            <a:r>
              <a:rPr lang="en-US" sz="100">
                <a:effectLst/>
              </a:rPr>
              <a:t> </a:t>
            </a:r>
            <a:endParaRPr lang="en-US"/>
          </a:p>
        </p:txBody>
      </p:sp>
      <p:sp>
        <p:nvSpPr>
          <p:cNvPr id="19600" name="Model flag to review">
            <a:extLst>
              <a:ext uri="{FF2B5EF4-FFF2-40B4-BE49-F238E27FC236}">
                <a16:creationId xmlns:a16="http://schemas.microsoft.com/office/drawing/2014/main" id="{ADAE5B6F-8E3C-F3C3-09E9-6CCC5E130777}"/>
              </a:ext>
            </a:extLst>
          </p:cNvPr>
          <p:cNvSpPr/>
          <p:nvPr/>
        </p:nvSpPr>
        <p:spPr>
          <a:xfrm>
            <a:off x="4530852" y="4084320"/>
            <a:ext cx="274320" cy="274320"/>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627" name="Legal limit">
            <a:extLst>
              <a:ext uri="{FF2B5EF4-FFF2-40B4-BE49-F238E27FC236}">
                <a16:creationId xmlns:a16="http://schemas.microsoft.com/office/drawing/2014/main" id="{40AC01A9-A1FA-D7F0-295B-373CD7FF32E7}"/>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Dated official-source snapshots; currentness and named legal review required before consequential use.</a:t>
            </a:r>
            <a:endParaRPr lang="en-US"/>
          </a:p>
        </p:txBody>
      </p:sp>
      <p:sp>
        <p:nvSpPr>
          <p:cNvPr id="2" name="Appendix topic destination">
            <a:hlinkClick r:id="rId3" action="ppaction://hlinksldjump"/>
            <a:extLst>
              <a:ext uri="{FF2B5EF4-FFF2-40B4-BE49-F238E27FC236}">
                <a16:creationId xmlns:a16="http://schemas.microsoft.com/office/drawing/2014/main" id="{B414EDB9-6321-4432-B047-AAFC81C494CF}"/>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S03 / slide 3</a:t>
            </a:r>
            <a:endParaRPr lang="en-US"/>
          </a:p>
        </p:txBody>
      </p:sp>
    </p:spTree>
    <p:extLst>
      <p:ext uri="{BB962C8B-B14F-4D97-AF65-F5344CB8AC3E}">
        <p14:creationId xmlns:p14="http://schemas.microsoft.com/office/powerpoint/2010/main" val="32328086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038" name="Eyebrow">
            <a:extLst>
              <a:ext uri="{FF2B5EF4-FFF2-40B4-BE49-F238E27FC236}">
                <a16:creationId xmlns:a16="http://schemas.microsoft.com/office/drawing/2014/main" id="{B6268D19-01E3-5727-AC02-07EB9448F0C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B25 · CFO / PANEL</a:t>
            </a:r>
          </a:p>
          <a:p>
            <a:pPr algn="l">
              <a:buNone/>
            </a:pPr>
            <a:r>
              <a:rPr lang="en-US" sz="100">
                <a:effectLst/>
              </a:rPr>
              <a:t> </a:t>
            </a:r>
            <a:endParaRPr lang="en-US"/>
          </a:p>
        </p:txBody>
      </p:sp>
      <p:sp>
        <p:nvSpPr>
          <p:cNvPr id="10160" name="Slide title">
            <a:extLst>
              <a:ext uri="{FF2B5EF4-FFF2-40B4-BE49-F238E27FC236}">
                <a16:creationId xmlns:a16="http://schemas.microsoft.com/office/drawing/2014/main" id="{C7904B45-85BE-1765-4FB0-B302A70836B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your Tokenomics unit and can the AI bill run away?</a:t>
            </a:r>
          </a:p>
          <a:p>
            <a:pPr algn="l">
              <a:buNone/>
            </a:pPr>
            <a:r>
              <a:rPr lang="en-US" sz="100">
                <a:effectLst/>
              </a:rPr>
              <a:t> </a:t>
            </a:r>
            <a:endParaRPr lang="en-US"/>
          </a:p>
        </p:txBody>
      </p:sp>
      <p:sp>
        <p:nvSpPr>
          <p:cNvPr id="10283" name="Footer sources">
            <a:extLst>
              <a:ext uri="{FF2B5EF4-FFF2-40B4-BE49-F238E27FC236}">
                <a16:creationId xmlns:a16="http://schemas.microsoft.com/office/drawing/2014/main" id="{596BCD0D-86FB-F2DC-BDD5-84DDF837DBD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E19 / E05 / E11 / E21. #435 not accepted; no saving, payback or full-project price established.</a:t>
            </a:r>
          </a:p>
        </p:txBody>
      </p:sp>
      <p:sp>
        <p:nvSpPr>
          <p:cNvPr id="10407" name="Footer navigation">
            <a:extLst>
              <a:ext uri="{FF2B5EF4-FFF2-40B4-BE49-F238E27FC236}">
                <a16:creationId xmlns:a16="http://schemas.microsoft.com/office/drawing/2014/main" id="{E3622834-BC61-11F8-F6FA-868C3444FA65}"/>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B25 · Index: slide 27</a:t>
            </a:r>
            <a:endParaRPr lang="en-US"/>
          </a:p>
        </p:txBody>
      </p:sp>
      <p:sp>
        <p:nvSpPr>
          <p:cNvPr id="10532" name="Return to interrupted calling slide">
            <a:hlinkClick r:id="" action="ppaction://hlinkshowjump?jump=lastslideviewed"/>
            <a:extLst>
              <a:ext uri="{FF2B5EF4-FFF2-40B4-BE49-F238E27FC236}">
                <a16:creationId xmlns:a16="http://schemas.microsoft.com/office/drawing/2014/main" id="{13D3F6C5-AA68-0AF5-B799-336E4E07701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688" name="Statement 1">
            <a:extLst>
              <a:ext uri="{FF2B5EF4-FFF2-40B4-BE49-F238E27FC236}">
                <a16:creationId xmlns:a16="http://schemas.microsoft.com/office/drawing/2014/main" id="{2C084A3A-9E43-4D98-ABC8-6552068750A7}"/>
              </a:ext>
            </a:extLst>
          </p:cNvPr>
          <p:cNvSpPr/>
          <p:nvPr/>
        </p:nvSpPr>
        <p:spPr>
          <a:xfrm>
            <a:off x="548640" y="142376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Planning: USD 0.440576/home inference; accepted-outcome TCA unknown</a:t>
            </a:r>
          </a:p>
        </p:txBody>
      </p:sp>
      <p:sp>
        <p:nvSpPr>
          <p:cNvPr id="21690" name="Statement 2">
            <a:extLst>
              <a:ext uri="{FF2B5EF4-FFF2-40B4-BE49-F238E27FC236}">
                <a16:creationId xmlns:a16="http://schemas.microsoft.com/office/drawing/2014/main" id="{071A4D8B-EAE9-EEEB-33E3-FEAECC88DB08}"/>
              </a:ext>
            </a:extLst>
          </p:cNvPr>
          <p:cNvSpPr/>
          <p:nvPr/>
        </p:nvSpPr>
        <p:spPr>
          <a:xfrm>
            <a:off x="548640" y="178952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Historical secondary price: 23 Oct 2026. Assumed workload, not current verified deployment price.</a:t>
            </a:r>
          </a:p>
        </p:txBody>
      </p:sp>
      <p:sp>
        <p:nvSpPr>
          <p:cNvPr id="21693" name="Card Observe">
            <a:extLst>
              <a:ext uri="{FF2B5EF4-FFF2-40B4-BE49-F238E27FC236}">
                <a16:creationId xmlns:a16="http://schemas.microsoft.com/office/drawing/2014/main" id="{5BA3F96C-159F-3170-3EC7-EA9AA2C39B4B}"/>
              </a:ext>
            </a:extLst>
          </p:cNvPr>
          <p:cNvSpPr/>
          <p:nvPr/>
        </p:nvSpPr>
        <p:spPr>
          <a:xfrm>
            <a:off x="548640" y="2331720"/>
            <a:ext cx="3467100" cy="1633728"/>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97" name="Card Account for total cost">
            <a:extLst>
              <a:ext uri="{FF2B5EF4-FFF2-40B4-BE49-F238E27FC236}">
                <a16:creationId xmlns:a16="http://schemas.microsoft.com/office/drawing/2014/main" id="{E7E6E06E-20CE-9BBE-043F-820B0114F85A}"/>
              </a:ext>
            </a:extLst>
          </p:cNvPr>
          <p:cNvSpPr/>
          <p:nvPr/>
        </p:nvSpPr>
        <p:spPr>
          <a:xfrm>
            <a:off x="4362450" y="2331720"/>
            <a:ext cx="3467100" cy="1633728"/>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2" name="Card Divide by accepted work">
            <a:extLst>
              <a:ext uri="{FF2B5EF4-FFF2-40B4-BE49-F238E27FC236}">
                <a16:creationId xmlns:a16="http://schemas.microsoft.com/office/drawing/2014/main" id="{00CA75E1-9763-3308-6D53-298FBEE48945}"/>
              </a:ext>
            </a:extLst>
          </p:cNvPr>
          <p:cNvSpPr/>
          <p:nvPr/>
        </p:nvSpPr>
        <p:spPr>
          <a:xfrm>
            <a:off x="8176260" y="2331720"/>
            <a:ext cx="3467100" cy="1633728"/>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8" name="Observe title">
            <a:extLst>
              <a:ext uri="{FF2B5EF4-FFF2-40B4-BE49-F238E27FC236}">
                <a16:creationId xmlns:a16="http://schemas.microsoft.com/office/drawing/2014/main" id="{BFB338B4-D6BD-DA58-4F4A-E82732F8A97E}"/>
              </a:ext>
            </a:extLst>
          </p:cNvPr>
          <p:cNvSpPr/>
          <p:nvPr/>
        </p:nvSpPr>
        <p:spPr>
          <a:xfrm>
            <a:off x="108508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Observe, then assume</a:t>
            </a:r>
          </a:p>
        </p:txBody>
      </p:sp>
      <p:sp>
        <p:nvSpPr>
          <p:cNvPr id="21723" name="Account for total cost title">
            <a:extLst>
              <a:ext uri="{FF2B5EF4-FFF2-40B4-BE49-F238E27FC236}">
                <a16:creationId xmlns:a16="http://schemas.microsoft.com/office/drawing/2014/main" id="{ECD119E8-5A74-6E8B-12F5-EDC769F94A0B}"/>
              </a:ext>
            </a:extLst>
          </p:cNvPr>
          <p:cNvSpPr/>
          <p:nvPr/>
        </p:nvSpPr>
        <p:spPr>
          <a:xfrm>
            <a:off x="489889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Price inference only</a:t>
            </a:r>
          </a:p>
        </p:txBody>
      </p:sp>
      <p:sp>
        <p:nvSpPr>
          <p:cNvPr id="21732" name="Account for total cost body">
            <a:extLst>
              <a:ext uri="{FF2B5EF4-FFF2-40B4-BE49-F238E27FC236}">
                <a16:creationId xmlns:a16="http://schemas.microsoft.com/office/drawing/2014/main" id="{F37C0465-9E33-3FE4-49E2-8C821852B5E9}"/>
              </a:ext>
            </a:extLst>
          </p:cNvPr>
          <p:cNvSpPr/>
          <p:nvPr/>
        </p:nvSpPr>
        <p:spPr>
          <a:xfrm>
            <a:off x="4377690" y="28224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275,360 / 1m x USD 1.60</a:t>
            </a:r>
          </a:p>
          <a:p>
            <a:pPr algn="l">
              <a:buNone/>
            </a:pPr>
            <a:r>
              <a:rPr lang="en-US" sz="1500">
                <a:solidFill>
                  <a:srgbClr val="173F35"/>
                </a:solidFill>
                <a:effectLst/>
                <a:latin typeface="Arial" panose="020B0604020202020204" pitchFamily="34" charset="0"/>
              </a:rPr>
              <a:t>= USD 0.440576/home</a:t>
            </a:r>
          </a:p>
          <a:p>
            <a:pPr algn="l">
              <a:buNone/>
            </a:pPr>
            <a:r>
              <a:rPr lang="en-US" sz="1500">
                <a:solidFill>
                  <a:srgbClr val="173F35"/>
                </a:solidFill>
                <a:effectLst/>
                <a:latin typeface="Arial" panose="020B0604020202020204" pitchFamily="34" charset="0"/>
              </a:rPr>
              <a:t>x 15,600 = USD 6,872.9856</a:t>
            </a:r>
            <a:endParaRPr lang="en-US"/>
          </a:p>
        </p:txBody>
      </p:sp>
      <p:sp>
        <p:nvSpPr>
          <p:cNvPr id="21742" name="Divide by accepted work title">
            <a:extLst>
              <a:ext uri="{FF2B5EF4-FFF2-40B4-BE49-F238E27FC236}">
                <a16:creationId xmlns:a16="http://schemas.microsoft.com/office/drawing/2014/main" id="{4E5A6B40-B424-C31D-31AE-0A4AE0A60E18}"/>
              </a:ext>
            </a:extLst>
          </p:cNvPr>
          <p:cNvSpPr/>
          <p:nvPr/>
        </p:nvSpPr>
        <p:spPr>
          <a:xfrm>
            <a:off x="8191500" y="2347304"/>
            <a:ext cx="34366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Measure accepted TCA</a:t>
            </a:r>
          </a:p>
        </p:txBody>
      </p:sp>
      <p:sp>
        <p:nvSpPr>
          <p:cNvPr id="21765" name="Method arrow">
            <a:extLst>
              <a:ext uri="{FF2B5EF4-FFF2-40B4-BE49-F238E27FC236}">
                <a16:creationId xmlns:a16="http://schemas.microsoft.com/office/drawing/2014/main" id="{9D8B1AAE-1C68-5AAB-DF30-4ED8579F866D}"/>
              </a:ext>
            </a:extLst>
          </p:cNvPr>
          <p:cNvSpPr/>
          <p:nvPr/>
        </p:nvSpPr>
        <p:spPr>
          <a:xfrm>
            <a:off x="405193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78" name="Method arrow">
            <a:extLst>
              <a:ext uri="{FF2B5EF4-FFF2-40B4-BE49-F238E27FC236}">
                <a16:creationId xmlns:a16="http://schemas.microsoft.com/office/drawing/2014/main" id="{BA5FA91B-407B-AD69-9EC1-B8E317F8215C}"/>
              </a:ext>
            </a:extLst>
          </p:cNvPr>
          <p:cNvSpPr/>
          <p:nvPr/>
        </p:nvSpPr>
        <p:spPr>
          <a:xfrm>
            <a:off x="786574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92" name="Statement 3">
            <a:extLst>
              <a:ext uri="{FF2B5EF4-FFF2-40B4-BE49-F238E27FC236}">
                <a16:creationId xmlns:a16="http://schemas.microsoft.com/office/drawing/2014/main" id="{F127769D-63BA-57B7-DFE3-C4CE0E4D7532}"/>
              </a:ext>
            </a:extLst>
          </p:cNvPr>
          <p:cNvSpPr/>
          <p:nvPr/>
        </p:nvSpPr>
        <p:spPr>
          <a:xfrm>
            <a:off x="548640" y="3971888"/>
            <a:ext cx="795832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Inference scenario is not total project cost or accepted value</a:t>
            </a:r>
            <a:endParaRPr lang="en-US"/>
          </a:p>
        </p:txBody>
      </p:sp>
      <p:sp>
        <p:nvSpPr>
          <p:cNvPr id="21807" name="Proposed pill">
            <a:extLst>
              <a:ext uri="{FF2B5EF4-FFF2-40B4-BE49-F238E27FC236}">
                <a16:creationId xmlns:a16="http://schemas.microsoft.com/office/drawing/2014/main" id="{46D834C5-63B4-1D2D-C25A-05DAC101E8AD}"/>
              </a:ext>
            </a:extLst>
          </p:cNvPr>
          <p:cNvSpPr/>
          <p:nvPr/>
        </p:nvSpPr>
        <p:spPr>
          <a:xfrm>
            <a:off x="8598408" y="4079748"/>
            <a:ext cx="304495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 MILESTONE</a:t>
            </a:r>
            <a:endParaRPr lang="en-US"/>
          </a:p>
        </p:txBody>
      </p:sp>
      <p:sp>
        <p:nvSpPr>
          <p:cNvPr id="21823" name="Card Existing bounded path">
            <a:extLst>
              <a:ext uri="{FF2B5EF4-FFF2-40B4-BE49-F238E27FC236}">
                <a16:creationId xmlns:a16="http://schemas.microsoft.com/office/drawing/2014/main" id="{08EC2677-6F36-F68D-1F7A-05381C125C1B}"/>
              </a:ext>
            </a:extLst>
          </p:cNvPr>
          <p:cNvSpPr/>
          <p:nvPr/>
        </p:nvSpPr>
        <p:spPr>
          <a:xfrm>
            <a:off x="548640" y="4498848"/>
            <a:ext cx="5366467" cy="1219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40" name="Card Proposed, not tested">
            <a:extLst>
              <a:ext uri="{FF2B5EF4-FFF2-40B4-BE49-F238E27FC236}">
                <a16:creationId xmlns:a16="http://schemas.microsoft.com/office/drawing/2014/main" id="{78A760AB-53DC-93EB-2162-0DEA02DCD8B8}"/>
              </a:ext>
            </a:extLst>
          </p:cNvPr>
          <p:cNvSpPr/>
          <p:nvPr/>
        </p:nvSpPr>
        <p:spPr>
          <a:xfrm>
            <a:off x="6156297" y="4498848"/>
            <a:ext cx="5487062" cy="1219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58" name="Existing bounded path title">
            <a:extLst>
              <a:ext uri="{FF2B5EF4-FFF2-40B4-BE49-F238E27FC236}">
                <a16:creationId xmlns:a16="http://schemas.microsoft.com/office/drawing/2014/main" id="{B309E6E4-A01A-A1B4-3CB1-3FCCCA011A5E}"/>
              </a:ext>
            </a:extLst>
          </p:cNvPr>
          <p:cNvSpPr/>
          <p:nvPr/>
        </p:nvSpPr>
        <p:spPr>
          <a:xfrm>
            <a:off x="563880" y="4520528"/>
            <a:ext cx="5335987"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Existing bounded path</a:t>
            </a:r>
          </a:p>
          <a:p>
            <a:pPr algn="l">
              <a:buNone/>
            </a:pPr>
            <a:r>
              <a:rPr lang="en-US" sz="100">
                <a:effectLst/>
              </a:rPr>
              <a:t> </a:t>
            </a:r>
            <a:endParaRPr lang="en-US"/>
          </a:p>
        </p:txBody>
      </p:sp>
      <p:sp>
        <p:nvSpPr>
          <p:cNvPr id="21877" name="Existing bounded path body">
            <a:extLst>
              <a:ext uri="{FF2B5EF4-FFF2-40B4-BE49-F238E27FC236}">
                <a16:creationId xmlns:a16="http://schemas.microsoft.com/office/drawing/2014/main" id="{C917BB38-A0F6-4171-C58E-D77181B70929}"/>
              </a:ext>
            </a:extLst>
          </p:cNvPr>
          <p:cNvSpPr/>
          <p:nvPr/>
        </p:nvSpPr>
        <p:spPr>
          <a:xfrm>
            <a:off x="563880" y="5032248"/>
            <a:ext cx="5335987"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Finite calls / tokens / expiry; partial metering</a:t>
            </a:r>
            <a:endParaRPr lang="en-US"/>
          </a:p>
          <a:p>
            <a:pPr algn="l">
              <a:buNone/>
            </a:pPr>
            <a:r>
              <a:rPr lang="en-US" sz="1500">
                <a:solidFill>
                  <a:srgbClr val="173F35"/>
                </a:solidFill>
                <a:effectLst/>
                <a:latin typeface="Arial" panose="020B0604020202020204" pitchFamily="34" charset="0"/>
              </a:rPr>
              <a:t>Not hard currency or request-depth limits.</a:t>
            </a:r>
            <a:endParaRPr lang="en-US"/>
          </a:p>
        </p:txBody>
      </p:sp>
      <p:sp>
        <p:nvSpPr>
          <p:cNvPr id="21897" name="Proposed, not tested title">
            <a:extLst>
              <a:ext uri="{FF2B5EF4-FFF2-40B4-BE49-F238E27FC236}">
                <a16:creationId xmlns:a16="http://schemas.microsoft.com/office/drawing/2014/main" id="{B95AFF75-D9A2-8336-A8E6-5C1EC4789406}"/>
              </a:ext>
            </a:extLst>
          </p:cNvPr>
          <p:cNvSpPr/>
          <p:nvPr/>
        </p:nvSpPr>
        <p:spPr>
          <a:xfrm>
            <a:off x="6171537" y="4520528"/>
            <a:ext cx="545658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Proposed: not run</a:t>
            </a:r>
            <a:endParaRPr lang="en-US"/>
          </a:p>
        </p:txBody>
      </p:sp>
      <p:sp>
        <p:nvSpPr>
          <p:cNvPr id="21918" name="Proposed, not tested body">
            <a:extLst>
              <a:ext uri="{FF2B5EF4-FFF2-40B4-BE49-F238E27FC236}">
                <a16:creationId xmlns:a16="http://schemas.microsoft.com/office/drawing/2014/main" id="{CF9E4629-9F42-F459-4AFE-A0EC1EF64776}"/>
              </a:ext>
            </a:extLst>
          </p:cNvPr>
          <p:cNvSpPr/>
          <p:nvPr/>
        </p:nvSpPr>
        <p:spPr>
          <a:xfrm>
            <a:off x="6171537" y="5032248"/>
            <a:ext cx="545658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Complete attribution; task/period money stops</a:t>
            </a:r>
          </a:p>
          <a:p>
            <a:pPr algn="l">
              <a:buNone/>
            </a:pPr>
            <a:r>
              <a:rPr lang="en-US" sz="1500">
                <a:solidFill>
                  <a:srgbClr val="173F35"/>
                </a:solidFill>
                <a:effectLst/>
                <a:latin typeface="Arial" panose="020B0604020202020204" pitchFamily="34" charset="0"/>
              </a:rPr>
              <a:t>Request/depth bounds; billing reconciliation.</a:t>
            </a:r>
            <a:endParaRPr lang="en-US"/>
          </a:p>
        </p:txBody>
      </p:sp>
      <p:sp>
        <p:nvSpPr>
          <p:cNvPr id="21940" name="Legend">
            <a:extLst>
              <a:ext uri="{FF2B5EF4-FFF2-40B4-BE49-F238E27FC236}">
                <a16:creationId xmlns:a16="http://schemas.microsoft.com/office/drawing/2014/main" id="{EF62D3F8-F42C-DD96-E5A3-817BA2B7FF5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Tokenomics framing: our working method, refined with Finance</a:t>
            </a:r>
            <a:endParaRPr lang="en-US"/>
          </a:p>
        </p:txBody>
      </p:sp>
      <p:sp>
        <p:nvSpPr>
          <p:cNvPr id="21963" name="Diagram status pill">
            <a:extLst>
              <a:ext uri="{FF2B5EF4-FFF2-40B4-BE49-F238E27FC236}">
                <a16:creationId xmlns:a16="http://schemas.microsoft.com/office/drawing/2014/main" id="{C1F4DAEF-5DAE-6F36-ACDB-B94C5FE37A14}"/>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RECOVERY: 24 OCT 2026</a:t>
            </a:r>
            <a:endParaRPr lang="en-US"/>
          </a:p>
        </p:txBody>
      </p:sp>
      <p:pic>
        <p:nvPicPr>
          <p:cNvPr id="21964" name="Azure OpenAI icon" descr="Azure OpenAI icon (official Azure icon)">
            <a:extLst>
              <a:ext uri="{FF2B5EF4-FFF2-40B4-BE49-F238E27FC236}">
                <a16:creationId xmlns:a16="http://schemas.microsoft.com/office/drawing/2014/main" id="{F9DF6736-E2FD-330B-77C9-BFBFD7F2788D}"/>
              </a:ext>
            </a:extLst>
          </p:cNvPr>
          <p:cNvPicPr>
            <a:picLocks noChangeAspect="1"/>
          </p:cNvPicPr>
          <p:nvPr/>
        </p:nvPicPr>
        <p:blipFill>
          <a:blip r:embed="rId3"/>
          <a:stretch>
            <a:fillRect/>
          </a:stretch>
        </p:blipFill>
        <p:spPr>
          <a:xfrm>
            <a:off x="655320" y="2438400"/>
            <a:ext cx="384048" cy="384048"/>
          </a:xfrm>
          <a:prstGeom prst="rect">
            <a:avLst/>
          </a:prstGeom>
        </p:spPr>
      </p:pic>
      <p:pic>
        <p:nvPicPr>
          <p:cNvPr id="21965" name="Microsoft Cost Management icon" descr="Microsoft Cost Management icon (official Azure icon)">
            <a:extLst>
              <a:ext uri="{FF2B5EF4-FFF2-40B4-BE49-F238E27FC236}">
                <a16:creationId xmlns:a16="http://schemas.microsoft.com/office/drawing/2014/main" id="{1C9E2FF5-BE95-E6B1-72F7-4B662F4746D0}"/>
              </a:ext>
            </a:extLst>
          </p:cNvPr>
          <p:cNvPicPr>
            <a:picLocks noChangeAspect="1"/>
          </p:cNvPicPr>
          <p:nvPr/>
        </p:nvPicPr>
        <p:blipFill>
          <a:blip r:embed="rId4"/>
          <a:stretch>
            <a:fillRect/>
          </a:stretch>
        </p:blipFill>
        <p:spPr>
          <a:xfrm>
            <a:off x="4469130" y="2438400"/>
            <a:ext cx="384048" cy="384048"/>
          </a:xfrm>
          <a:prstGeom prst="rect">
            <a:avLst/>
          </a:prstGeom>
        </p:spPr>
      </p:pic>
      <p:sp>
        <p:nvSpPr>
          <p:cNvPr id="59979" name="Observe body">
            <a:extLst>
              <a:ext uri="{FF2B5EF4-FFF2-40B4-BE49-F238E27FC236}">
                <a16:creationId xmlns:a16="http://schemas.microsoft.com/office/drawing/2014/main" id="{A528A0A1-153B-4704-9065-2DC470A405B7}"/>
              </a:ext>
            </a:extLst>
          </p:cNvPr>
          <p:cNvSpPr/>
          <p:nvPr/>
        </p:nvSpPr>
        <p:spPr>
          <a:xfrm>
            <a:off x="563880" y="2822448"/>
            <a:ext cx="3436620" cy="853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3F2A72"/>
                </a:solidFill>
                <a:effectLst/>
                <a:latin typeface="Arial" panose="020B0604020202020204" pitchFamily="34" charset="0"/>
              </a:rPr>
              <a:t>6,884 / 5 = 1,376.8 tokens/run</a:t>
            </a:r>
          </a:p>
          <a:p>
            <a:pPr algn="l">
              <a:buNone/>
            </a:pPr>
            <a:r>
              <a:rPr lang="en-US" sz="1500" b="1">
                <a:solidFill>
                  <a:srgbClr val="3F2A72"/>
                </a:solidFill>
                <a:effectLst/>
                <a:latin typeface="Arial" panose="020B0604020202020204" pitchFamily="34" charset="0"/>
              </a:rPr>
              <a:t>x 10 = 13,768 tokens/task</a:t>
            </a:r>
          </a:p>
          <a:p>
            <a:pPr algn="l">
              <a:buNone/>
            </a:pPr>
            <a:r>
              <a:rPr lang="en-US" sz="1500" b="1">
                <a:solidFill>
                  <a:srgbClr val="3F2A72"/>
                </a:solidFill>
                <a:effectLst/>
                <a:latin typeface="Arial" panose="020B0604020202020204" pitchFamily="34" charset="0"/>
              </a:rPr>
              <a:t>x 20 = 275,360 tokens/home</a:t>
            </a:r>
            <a:endParaRPr lang="en-US"/>
          </a:p>
        </p:txBody>
      </p:sp>
      <p:sp>
        <p:nvSpPr>
          <p:cNvPr id="59997" name="Divide by accepted work body">
            <a:extLst>
              <a:ext uri="{FF2B5EF4-FFF2-40B4-BE49-F238E27FC236}">
                <a16:creationId xmlns:a16="http://schemas.microsoft.com/office/drawing/2014/main" id="{2F249FA7-FE93-7165-5D24-680363451B6B}"/>
              </a:ext>
            </a:extLst>
          </p:cNvPr>
          <p:cNvSpPr/>
          <p:nvPr/>
        </p:nvSpPr>
        <p:spPr>
          <a:xfrm>
            <a:off x="8191500" y="2822448"/>
            <a:ext cx="343662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Hosting + review + assurance</a:t>
            </a:r>
          </a:p>
          <a:p>
            <a:pPr algn="l">
              <a:buNone/>
            </a:pPr>
            <a:r>
              <a:rPr lang="en-US" sz="1300">
                <a:solidFill>
                  <a:srgbClr val="173F35"/>
                </a:solidFill>
                <a:effectLst/>
                <a:latin typeface="Arial" panose="020B0604020202020204" pitchFamily="34" charset="0"/>
              </a:rPr>
              <a:t>Accepted above quality floor</a:t>
            </a:r>
          </a:p>
          <a:p>
            <a:pPr algn="l">
              <a:buNone/>
            </a:pPr>
            <a:r>
              <a:rPr lang="en-US" sz="1300">
                <a:solidFill>
                  <a:srgbClr val="173F35"/>
                </a:solidFill>
                <a:effectLst/>
                <a:latin typeface="Arial" panose="020B0604020202020204" pitchFamily="34" charset="0"/>
              </a:rPr>
              <a:t>TCA / accepted work: unknown</a:t>
            </a:r>
          </a:p>
          <a:p>
            <a:pPr algn="l">
              <a:buNone/>
            </a:pPr>
            <a:r>
              <a:rPr lang="en-US" sz="1200">
                <a:solidFill>
                  <a:srgbClr val="173F35"/>
                </a:solidFill>
                <a:effectLst/>
                <a:latin typeface="Arial" panose="020B0604020202020204" pitchFamily="34" charset="0"/>
              </a:rPr>
              <a:t>Double workload: USD 0.881152/home</a:t>
            </a:r>
            <a:endParaRPr lang="en-US"/>
          </a:p>
        </p:txBody>
      </p:sp>
      <p:sp>
        <p:nvSpPr>
          <p:cNvPr id="2" name="Appendix topic destination">
            <a:hlinkClick r:id="rId5" action="ppaction://hlinksldjump"/>
            <a:extLst>
              <a:ext uri="{FF2B5EF4-FFF2-40B4-BE49-F238E27FC236}">
                <a16:creationId xmlns:a16="http://schemas.microsoft.com/office/drawing/2014/main" id="{982E5941-A288-A454-DCE4-3D2CD122C82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8129601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658" name="Eyebrow">
            <a:extLst>
              <a:ext uri="{FF2B5EF4-FFF2-40B4-BE49-F238E27FC236}">
                <a16:creationId xmlns:a16="http://schemas.microsoft.com/office/drawing/2014/main" id="{7FC988B3-9D84-8A76-0808-7E2603F07AD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B26 · CIO / CTO / CFO</a:t>
            </a:r>
          </a:p>
          <a:p>
            <a:pPr algn="l">
              <a:buNone/>
            </a:pPr>
            <a:r>
              <a:rPr lang="en-US" sz="100">
                <a:effectLst/>
              </a:rPr>
              <a:t> </a:t>
            </a:r>
            <a:endParaRPr lang="en-US"/>
          </a:p>
        </p:txBody>
      </p:sp>
      <p:sp>
        <p:nvSpPr>
          <p:cNvPr id="10785" name="Slide title">
            <a:extLst>
              <a:ext uri="{FF2B5EF4-FFF2-40B4-BE49-F238E27FC236}">
                <a16:creationId xmlns:a16="http://schemas.microsoft.com/office/drawing/2014/main" id="{7B0CCD73-DF25-D558-3802-F25A1C296DDD}"/>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cache every answer and route</a:t>
            </a:r>
          </a:p>
          <a:p>
            <a:pPr algn="l">
              <a:buNone/>
            </a:pPr>
            <a:r>
              <a:rPr lang="en-US" sz="2800" b="1">
                <a:solidFill>
                  <a:srgbClr val="173F35"/>
                </a:solidFill>
                <a:effectLst/>
                <a:latin typeface="Arial" panose="020B0604020202020204" pitchFamily="34" charset="0"/>
              </a:rPr>
              <a:t>everything to the cheapest model?</a:t>
            </a:r>
            <a:endParaRPr lang="en-US"/>
          </a:p>
        </p:txBody>
      </p:sp>
      <p:sp>
        <p:nvSpPr>
          <p:cNvPr id="10913" name="Footer sources">
            <a:extLst>
              <a:ext uri="{FF2B5EF4-FFF2-40B4-BE49-F238E27FC236}">
                <a16:creationId xmlns:a16="http://schemas.microsoft.com/office/drawing/2014/main" id="{42D3E9F8-4F74-B634-37B6-C4CC5D9A332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E04 · E09</a:t>
            </a:r>
          </a:p>
          <a:p>
            <a:pPr algn="l">
              <a:buNone/>
            </a:pPr>
            <a:r>
              <a:rPr lang="en-US" sz="100">
                <a:effectLst/>
              </a:rPr>
              <a:t> </a:t>
            </a:r>
            <a:endParaRPr lang="en-US"/>
          </a:p>
        </p:txBody>
      </p:sp>
      <p:sp>
        <p:nvSpPr>
          <p:cNvPr id="11042" name="Footer navigation">
            <a:extLst>
              <a:ext uri="{FF2B5EF4-FFF2-40B4-BE49-F238E27FC236}">
                <a16:creationId xmlns:a16="http://schemas.microsoft.com/office/drawing/2014/main" id="{11DF9438-18C4-3F33-A335-44A683000E6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B26 · Index: slide 27</a:t>
            </a:r>
            <a:endParaRPr lang="en-US"/>
          </a:p>
        </p:txBody>
      </p:sp>
      <p:sp>
        <p:nvSpPr>
          <p:cNvPr id="11172" name="Return to interrupted calling slide">
            <a:hlinkClick r:id="" action="ppaction://hlinkshowjump?jump=lastslideviewed"/>
            <a:extLst>
              <a:ext uri="{FF2B5EF4-FFF2-40B4-BE49-F238E27FC236}">
                <a16:creationId xmlns:a16="http://schemas.microsoft.com/office/drawing/2014/main" id="{AAC4D1CF-E4D0-C939-9546-3EEDE0E1503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906" name="Statement 3">
            <a:extLst>
              <a:ext uri="{FF2B5EF4-FFF2-40B4-BE49-F238E27FC236}">
                <a16:creationId xmlns:a16="http://schemas.microsoft.com/office/drawing/2014/main" id="{737D283F-43BA-DFD0-9343-9673E3D8B403}"/>
              </a:ext>
            </a:extLst>
          </p:cNvPr>
          <p:cNvSpPr/>
          <p:nvPr/>
        </p:nvSpPr>
        <p:spPr>
          <a:xfrm>
            <a:off x="548640" y="1926680"/>
            <a:ext cx="62179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Change one lever, compare, then keep or revert</a:t>
            </a:r>
          </a:p>
          <a:p>
            <a:pPr algn="l">
              <a:buNone/>
            </a:pPr>
            <a:r>
              <a:rPr lang="en-US" sz="100">
                <a:effectLst/>
              </a:rPr>
              <a:t> </a:t>
            </a:r>
            <a:endParaRPr lang="en-US"/>
          </a:p>
        </p:txBody>
      </p:sp>
      <p:sp>
        <p:nvSpPr>
          <p:cNvPr id="19908" name="Proposed pill">
            <a:extLst>
              <a:ext uri="{FF2B5EF4-FFF2-40B4-BE49-F238E27FC236}">
                <a16:creationId xmlns:a16="http://schemas.microsoft.com/office/drawing/2014/main" id="{AB6678F4-605A-6CAA-ED71-F42CE271DA30}"/>
              </a:ext>
            </a:extLst>
          </p:cNvPr>
          <p:cNvSpPr/>
          <p:nvPr/>
        </p:nvSpPr>
        <p:spPr>
          <a:xfrm>
            <a:off x="8068056" y="2049780"/>
            <a:ext cx="3575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OPTIMISATIONS · ON THE ROADMAP</a:t>
            </a:r>
            <a:endParaRPr lang="en-US"/>
          </a:p>
        </p:txBody>
      </p:sp>
      <p:sp>
        <p:nvSpPr>
          <p:cNvPr id="19911" name="Baseline card">
            <a:extLst>
              <a:ext uri="{FF2B5EF4-FFF2-40B4-BE49-F238E27FC236}">
                <a16:creationId xmlns:a16="http://schemas.microsoft.com/office/drawing/2014/main" id="{401BE445-BD78-2BE5-F862-6E851ABEEE9E}"/>
              </a:ext>
            </a:extLst>
          </p:cNvPr>
          <p:cNvSpPr/>
          <p:nvPr/>
        </p:nvSpPr>
        <p:spPr>
          <a:xfrm>
            <a:off x="548640" y="2590800"/>
            <a:ext cx="2286000" cy="1981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15" name="Lever card">
            <a:extLst>
              <a:ext uri="{FF2B5EF4-FFF2-40B4-BE49-F238E27FC236}">
                <a16:creationId xmlns:a16="http://schemas.microsoft.com/office/drawing/2014/main" id="{40CC12D3-BD9A-5515-84A7-AAFE8D5F982F}"/>
              </a:ext>
            </a:extLst>
          </p:cNvPr>
          <p:cNvSpPr/>
          <p:nvPr/>
        </p:nvSpPr>
        <p:spPr>
          <a:xfrm>
            <a:off x="3163824" y="2590800"/>
            <a:ext cx="2651760" cy="1981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0" name="Quality / latency / cost check card">
            <a:extLst>
              <a:ext uri="{FF2B5EF4-FFF2-40B4-BE49-F238E27FC236}">
                <a16:creationId xmlns:a16="http://schemas.microsoft.com/office/drawing/2014/main" id="{AD8FA30C-90A5-CD46-6ED9-EC8366041925}"/>
              </a:ext>
            </a:extLst>
          </p:cNvPr>
          <p:cNvSpPr/>
          <p:nvPr/>
        </p:nvSpPr>
        <p:spPr>
          <a:xfrm>
            <a:off x="6144768" y="2590800"/>
            <a:ext cx="2834640" cy="19812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6" name="Decision card">
            <a:extLst>
              <a:ext uri="{FF2B5EF4-FFF2-40B4-BE49-F238E27FC236}">
                <a16:creationId xmlns:a16="http://schemas.microsoft.com/office/drawing/2014/main" id="{042E9A77-6FDC-6A58-025D-EAE90FA4786B}"/>
              </a:ext>
            </a:extLst>
          </p:cNvPr>
          <p:cNvSpPr/>
          <p:nvPr/>
        </p:nvSpPr>
        <p:spPr>
          <a:xfrm>
            <a:off x="9308592" y="2590800"/>
            <a:ext cx="2334768" cy="1981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33" name="Baseline title">
            <a:extLst>
              <a:ext uri="{FF2B5EF4-FFF2-40B4-BE49-F238E27FC236}">
                <a16:creationId xmlns:a16="http://schemas.microsoft.com/office/drawing/2014/main" id="{C7932CAF-B9B5-A0D6-577E-1705B67600E1}"/>
              </a:ext>
            </a:extLst>
          </p:cNvPr>
          <p:cNvSpPr/>
          <p:nvPr/>
        </p:nvSpPr>
        <p:spPr>
          <a:xfrm>
            <a:off x="563880" y="2612480"/>
            <a:ext cx="2255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Baseline</a:t>
            </a:r>
          </a:p>
          <a:p>
            <a:pPr algn="l">
              <a:buNone/>
            </a:pPr>
            <a:r>
              <a:rPr lang="en-US" sz="100">
                <a:effectLst/>
              </a:rPr>
              <a:t> </a:t>
            </a:r>
            <a:endParaRPr lang="en-US"/>
          </a:p>
        </p:txBody>
      </p:sp>
      <p:sp>
        <p:nvSpPr>
          <p:cNvPr id="19941" name="One lever title">
            <a:extLst>
              <a:ext uri="{FF2B5EF4-FFF2-40B4-BE49-F238E27FC236}">
                <a16:creationId xmlns:a16="http://schemas.microsoft.com/office/drawing/2014/main" id="{137945B9-1CBB-3131-B82D-ACD68C6D5EAF}"/>
              </a:ext>
            </a:extLst>
          </p:cNvPr>
          <p:cNvSpPr/>
          <p:nvPr/>
        </p:nvSpPr>
        <p:spPr>
          <a:xfrm>
            <a:off x="3179064" y="2612480"/>
            <a:ext cx="26212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lever</a:t>
            </a:r>
          </a:p>
          <a:p>
            <a:pPr algn="l">
              <a:buNone/>
            </a:pPr>
            <a:r>
              <a:rPr lang="en-US" sz="100">
                <a:effectLst/>
              </a:rPr>
              <a:t> </a:t>
            </a:r>
            <a:endParaRPr lang="en-US"/>
          </a:p>
        </p:txBody>
      </p:sp>
      <p:sp>
        <p:nvSpPr>
          <p:cNvPr id="19950" name="Quality / latency / cost check title">
            <a:extLst>
              <a:ext uri="{FF2B5EF4-FFF2-40B4-BE49-F238E27FC236}">
                <a16:creationId xmlns:a16="http://schemas.microsoft.com/office/drawing/2014/main" id="{D7B04290-3A75-F086-5136-262395D35BF6}"/>
              </a:ext>
            </a:extLst>
          </p:cNvPr>
          <p:cNvSpPr/>
          <p:nvPr/>
        </p:nvSpPr>
        <p:spPr>
          <a:xfrm>
            <a:off x="6160008" y="2697480"/>
            <a:ext cx="280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Quality / latency / cost check</a:t>
            </a:r>
          </a:p>
          <a:p>
            <a:pPr algn="l">
              <a:buNone/>
            </a:pPr>
            <a:r>
              <a:rPr lang="en-US" sz="100">
                <a:effectLst/>
              </a:rPr>
              <a:t> </a:t>
            </a:r>
            <a:endParaRPr lang="en-US"/>
          </a:p>
        </p:txBody>
      </p:sp>
      <p:sp>
        <p:nvSpPr>
          <p:cNvPr id="19960" name="Retain or revert title">
            <a:extLst>
              <a:ext uri="{FF2B5EF4-FFF2-40B4-BE49-F238E27FC236}">
                <a16:creationId xmlns:a16="http://schemas.microsoft.com/office/drawing/2014/main" id="{B205AA78-2593-0428-5D1F-B519FD7D59F1}"/>
              </a:ext>
            </a:extLst>
          </p:cNvPr>
          <p:cNvSpPr/>
          <p:nvPr/>
        </p:nvSpPr>
        <p:spPr>
          <a:xfrm>
            <a:off x="9323832" y="2612480"/>
            <a:ext cx="2304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Retain or revert</a:t>
            </a:r>
          </a:p>
          <a:p>
            <a:pPr algn="l">
              <a:buNone/>
            </a:pPr>
            <a:r>
              <a:rPr lang="en-US" sz="100">
                <a:effectLst/>
              </a:rPr>
              <a:t> </a:t>
            </a:r>
            <a:endParaRPr lang="en-US"/>
          </a:p>
        </p:txBody>
      </p:sp>
      <p:sp>
        <p:nvSpPr>
          <p:cNvPr id="20095" name="Baseline body">
            <a:extLst>
              <a:ext uri="{FF2B5EF4-FFF2-40B4-BE49-F238E27FC236}">
                <a16:creationId xmlns:a16="http://schemas.microsoft.com/office/drawing/2014/main" id="{6351042F-5B5D-E1F2-17EA-7E328EBCC2E5}"/>
              </a:ext>
            </a:extLst>
          </p:cNvPr>
          <p:cNvSpPr/>
          <p:nvPr/>
        </p:nvSpPr>
        <p:spPr>
          <a:xfrm>
            <a:off x="563880" y="3054440"/>
            <a:ext cx="22555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Same held-out cases</a:t>
            </a:r>
          </a:p>
          <a:p>
            <a:pPr algn="l">
              <a:buNone/>
            </a:pPr>
            <a:r>
              <a:rPr lang="en-US" sz="100">
                <a:effectLst/>
              </a:rPr>
              <a:t> </a:t>
            </a:r>
            <a:endParaRPr lang="en-US"/>
          </a:p>
        </p:txBody>
      </p:sp>
      <p:sp>
        <p:nvSpPr>
          <p:cNvPr id="20115" name="Check body">
            <a:extLst>
              <a:ext uri="{FF2B5EF4-FFF2-40B4-BE49-F238E27FC236}">
                <a16:creationId xmlns:a16="http://schemas.microsoft.com/office/drawing/2014/main" id="{742D7933-4F37-D364-00B5-63F81C829A91}"/>
              </a:ext>
            </a:extLst>
          </p:cNvPr>
          <p:cNvSpPr/>
          <p:nvPr/>
        </p:nvSpPr>
        <p:spPr>
          <a:xfrm>
            <a:off x="6160008" y="3444240"/>
            <a:ext cx="2804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cheap answer that misses a critical fact is not a cheaper accepted outcome.</a:t>
            </a:r>
          </a:p>
          <a:p>
            <a:pPr algn="l">
              <a:buNone/>
            </a:pPr>
            <a:r>
              <a:rPr lang="en-US" sz="100">
                <a:effectLst/>
              </a:rPr>
              <a:t> </a:t>
            </a:r>
            <a:endParaRPr lang="en-US"/>
          </a:p>
        </p:txBody>
      </p:sp>
      <p:sp>
        <p:nvSpPr>
          <p:cNvPr id="20136" name="Experiment arrow 1">
            <a:extLst>
              <a:ext uri="{FF2B5EF4-FFF2-40B4-BE49-F238E27FC236}">
                <a16:creationId xmlns:a16="http://schemas.microsoft.com/office/drawing/2014/main" id="{6AD0611D-0A83-8E32-7B77-0E6B0A073322}"/>
              </a:ext>
            </a:extLst>
          </p:cNvPr>
          <p:cNvSpPr/>
          <p:nvPr/>
        </p:nvSpPr>
        <p:spPr>
          <a:xfrm>
            <a:off x="2862072"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58" name="Experiment arrow 2">
            <a:extLst>
              <a:ext uri="{FF2B5EF4-FFF2-40B4-BE49-F238E27FC236}">
                <a16:creationId xmlns:a16="http://schemas.microsoft.com/office/drawing/2014/main" id="{80C0E363-C798-8FB1-664F-BC389313DB4F}"/>
              </a:ext>
            </a:extLst>
          </p:cNvPr>
          <p:cNvSpPr/>
          <p:nvPr/>
        </p:nvSpPr>
        <p:spPr>
          <a:xfrm>
            <a:off x="5843016"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81" name="Experiment arrow 3">
            <a:extLst>
              <a:ext uri="{FF2B5EF4-FFF2-40B4-BE49-F238E27FC236}">
                <a16:creationId xmlns:a16="http://schemas.microsoft.com/office/drawing/2014/main" id="{E592E333-13A3-85DD-E397-B66785D022D7}"/>
              </a:ext>
            </a:extLst>
          </p:cNvPr>
          <p:cNvSpPr/>
          <p:nvPr/>
        </p:nvSpPr>
        <p:spPr>
          <a:xfrm>
            <a:off x="9006840"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05" name="Condition card CACHE">
            <a:extLst>
              <a:ext uri="{FF2B5EF4-FFF2-40B4-BE49-F238E27FC236}">
                <a16:creationId xmlns:a16="http://schemas.microsoft.com/office/drawing/2014/main" id="{5644FE56-16F7-68C4-7E29-0F1C665CF782}"/>
              </a:ext>
            </a:extLst>
          </p:cNvPr>
          <p:cNvSpPr/>
          <p:nvPr/>
        </p:nvSpPr>
        <p:spPr>
          <a:xfrm>
            <a:off x="54864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30" name="Condition card ROUTING">
            <a:extLst>
              <a:ext uri="{FF2B5EF4-FFF2-40B4-BE49-F238E27FC236}">
                <a16:creationId xmlns:a16="http://schemas.microsoft.com/office/drawing/2014/main" id="{082AD5BE-F596-48DB-BBB7-91D13B649E89}"/>
              </a:ext>
            </a:extLst>
          </p:cNvPr>
          <p:cNvSpPr/>
          <p:nvPr/>
        </p:nvSpPr>
        <p:spPr>
          <a:xfrm>
            <a:off x="621030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56" name="Condition label CACHE">
            <a:extLst>
              <a:ext uri="{FF2B5EF4-FFF2-40B4-BE49-F238E27FC236}">
                <a16:creationId xmlns:a16="http://schemas.microsoft.com/office/drawing/2014/main" id="{D3BB78A0-4FCD-1A66-913E-AFD62FFC6127}"/>
              </a:ext>
            </a:extLst>
          </p:cNvPr>
          <p:cNvSpPr/>
          <p:nvPr/>
        </p:nvSpPr>
        <p:spPr>
          <a:xfrm>
            <a:off x="56388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CACHE</a:t>
            </a:r>
          </a:p>
          <a:p>
            <a:pPr algn="l">
              <a:buNone/>
            </a:pPr>
            <a:r>
              <a:rPr lang="en-US" sz="100">
                <a:effectLst/>
              </a:rPr>
              <a:t> </a:t>
            </a:r>
            <a:endParaRPr lang="en-US"/>
          </a:p>
        </p:txBody>
      </p:sp>
      <p:sp>
        <p:nvSpPr>
          <p:cNvPr id="20283" name="Condition CACHE">
            <a:extLst>
              <a:ext uri="{FF2B5EF4-FFF2-40B4-BE49-F238E27FC236}">
                <a16:creationId xmlns:a16="http://schemas.microsoft.com/office/drawing/2014/main" id="{D7E55E2B-B62B-4369-C44A-7E05F89EA07F}"/>
              </a:ext>
            </a:extLst>
          </p:cNvPr>
          <p:cNvSpPr/>
          <p:nvPr/>
        </p:nvSpPr>
        <p:spPr>
          <a:xfrm>
            <a:off x="56388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Same permission, evidence version and task validity required</a:t>
            </a:r>
          </a:p>
          <a:p>
            <a:pPr algn="l">
              <a:buNone/>
            </a:pPr>
            <a:r>
              <a:rPr lang="en-US" sz="100">
                <a:effectLst/>
              </a:rPr>
              <a:t> </a:t>
            </a:r>
            <a:endParaRPr lang="en-US"/>
          </a:p>
        </p:txBody>
      </p:sp>
      <p:sp>
        <p:nvSpPr>
          <p:cNvPr id="20311" name="Condition label ROUTING">
            <a:extLst>
              <a:ext uri="{FF2B5EF4-FFF2-40B4-BE49-F238E27FC236}">
                <a16:creationId xmlns:a16="http://schemas.microsoft.com/office/drawing/2014/main" id="{F2122C8D-8F7D-5F80-8297-03DD408AC976}"/>
              </a:ext>
            </a:extLst>
          </p:cNvPr>
          <p:cNvSpPr/>
          <p:nvPr/>
        </p:nvSpPr>
        <p:spPr>
          <a:xfrm>
            <a:off x="622554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ROUTING</a:t>
            </a:r>
          </a:p>
          <a:p>
            <a:pPr algn="l">
              <a:buNone/>
            </a:pPr>
            <a:r>
              <a:rPr lang="en-US" sz="100">
                <a:effectLst/>
              </a:rPr>
              <a:t> </a:t>
            </a:r>
            <a:endParaRPr lang="en-US"/>
          </a:p>
        </p:txBody>
      </p:sp>
      <p:sp>
        <p:nvSpPr>
          <p:cNvPr id="20340" name="Condition ROUTING">
            <a:extLst>
              <a:ext uri="{FF2B5EF4-FFF2-40B4-BE49-F238E27FC236}">
                <a16:creationId xmlns:a16="http://schemas.microsoft.com/office/drawing/2014/main" id="{C32CDB31-B2F2-01A4-4722-4C48EEFB406F}"/>
              </a:ext>
            </a:extLst>
          </p:cNvPr>
          <p:cNvSpPr/>
          <p:nvPr/>
        </p:nvSpPr>
        <p:spPr>
          <a:xfrm>
            <a:off x="622554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Smallest model must clear held-out quality and latency thresholds</a:t>
            </a:r>
          </a:p>
          <a:p>
            <a:pPr algn="l">
              <a:buNone/>
            </a:pPr>
            <a:r>
              <a:rPr lang="en-US" sz="100">
                <a:effectLst/>
              </a:rPr>
              <a:t> </a:t>
            </a:r>
            <a:endParaRPr lang="en-US"/>
          </a:p>
        </p:txBody>
      </p:sp>
      <p:sp>
        <p:nvSpPr>
          <p:cNvPr id="21596" name="Lever chip Routing">
            <a:extLst>
              <a:ext uri="{FF2B5EF4-FFF2-40B4-BE49-F238E27FC236}">
                <a16:creationId xmlns:a16="http://schemas.microsoft.com/office/drawing/2014/main" id="{67206E21-A2CE-7A9B-6807-4364620A304C}"/>
              </a:ext>
            </a:extLst>
          </p:cNvPr>
          <p:cNvSpPr/>
          <p:nvPr/>
        </p:nvSpPr>
        <p:spPr>
          <a:xfrm>
            <a:off x="3270504" y="3178048"/>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598" name="Lever chip Context">
            <a:extLst>
              <a:ext uri="{FF2B5EF4-FFF2-40B4-BE49-F238E27FC236}">
                <a16:creationId xmlns:a16="http://schemas.microsoft.com/office/drawing/2014/main" id="{9CBB3B99-B2F5-6970-0B7F-9675441FBED3}"/>
              </a:ext>
            </a:extLst>
          </p:cNvPr>
          <p:cNvSpPr/>
          <p:nvPr/>
        </p:nvSpPr>
        <p:spPr>
          <a:xfrm>
            <a:off x="3270504" y="364236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1" name="Lever chip Cache">
            <a:extLst>
              <a:ext uri="{FF2B5EF4-FFF2-40B4-BE49-F238E27FC236}">
                <a16:creationId xmlns:a16="http://schemas.microsoft.com/office/drawing/2014/main" id="{8A794CB6-CE10-6984-1023-4B7B46CAF84C}"/>
              </a:ext>
            </a:extLst>
          </p:cNvPr>
          <p:cNvSpPr/>
          <p:nvPr/>
        </p:nvSpPr>
        <p:spPr>
          <a:xfrm>
            <a:off x="3270504" y="414528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5" name="Decision chip Retain">
            <a:extLst>
              <a:ext uri="{FF2B5EF4-FFF2-40B4-BE49-F238E27FC236}">
                <a16:creationId xmlns:a16="http://schemas.microsoft.com/office/drawing/2014/main" id="{FFC8B1E8-609C-6DD7-0428-B02C7F603C28}"/>
              </a:ext>
            </a:extLst>
          </p:cNvPr>
          <p:cNvSpPr/>
          <p:nvPr/>
        </p:nvSpPr>
        <p:spPr>
          <a:xfrm>
            <a:off x="9415272" y="3178048"/>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0" name="Decision chip Revert">
            <a:extLst>
              <a:ext uri="{FF2B5EF4-FFF2-40B4-BE49-F238E27FC236}">
                <a16:creationId xmlns:a16="http://schemas.microsoft.com/office/drawing/2014/main" id="{5432B98F-F52E-E92B-33B5-5758DE217566}"/>
              </a:ext>
            </a:extLst>
          </p:cNvPr>
          <p:cNvSpPr/>
          <p:nvPr/>
        </p:nvSpPr>
        <p:spPr>
          <a:xfrm>
            <a:off x="9415272" y="3642360"/>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6" name="Lever Routing">
            <a:extLst>
              <a:ext uri="{FF2B5EF4-FFF2-40B4-BE49-F238E27FC236}">
                <a16:creationId xmlns:a16="http://schemas.microsoft.com/office/drawing/2014/main" id="{3D768479-833A-B168-9F37-9368570EDD6E}"/>
              </a:ext>
            </a:extLst>
          </p:cNvPr>
          <p:cNvSpPr/>
          <p:nvPr/>
        </p:nvSpPr>
        <p:spPr>
          <a:xfrm>
            <a:off x="3270504" y="3085428"/>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Routing</a:t>
            </a:r>
          </a:p>
          <a:p>
            <a:pPr algn="ctr">
              <a:buNone/>
            </a:pPr>
            <a:r>
              <a:rPr lang="en-US" sz="100">
                <a:effectLst/>
              </a:rPr>
              <a:t> </a:t>
            </a:r>
            <a:endParaRPr lang="en-US"/>
          </a:p>
        </p:txBody>
      </p:sp>
      <p:sp>
        <p:nvSpPr>
          <p:cNvPr id="21623" name="Lever or 1">
            <a:extLst>
              <a:ext uri="{FF2B5EF4-FFF2-40B4-BE49-F238E27FC236}">
                <a16:creationId xmlns:a16="http://schemas.microsoft.com/office/drawing/2014/main" id="{2AA9606A-535D-AC6B-77C7-5AF177B761F5}"/>
              </a:ext>
            </a:extLst>
          </p:cNvPr>
          <p:cNvSpPr/>
          <p:nvPr/>
        </p:nvSpPr>
        <p:spPr>
          <a:xfrm>
            <a:off x="3270504" y="3348064"/>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31" name="Lever Context">
            <a:extLst>
              <a:ext uri="{FF2B5EF4-FFF2-40B4-BE49-F238E27FC236}">
                <a16:creationId xmlns:a16="http://schemas.microsoft.com/office/drawing/2014/main" id="{794C5A93-4D89-1E20-6126-337663E2E285}"/>
              </a:ext>
            </a:extLst>
          </p:cNvPr>
          <p:cNvSpPr/>
          <p:nvPr/>
        </p:nvSpPr>
        <p:spPr>
          <a:xfrm>
            <a:off x="3270504" y="354974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Context</a:t>
            </a:r>
          </a:p>
          <a:p>
            <a:pPr algn="ctr">
              <a:buNone/>
            </a:pPr>
            <a:r>
              <a:rPr lang="en-US" sz="100">
                <a:effectLst/>
              </a:rPr>
              <a:t> </a:t>
            </a:r>
            <a:endParaRPr lang="en-US"/>
          </a:p>
        </p:txBody>
      </p:sp>
      <p:sp>
        <p:nvSpPr>
          <p:cNvPr id="21640" name="Lever or 2">
            <a:extLst>
              <a:ext uri="{FF2B5EF4-FFF2-40B4-BE49-F238E27FC236}">
                <a16:creationId xmlns:a16="http://schemas.microsoft.com/office/drawing/2014/main" id="{1AE72652-1F8E-911C-0639-3159FAB7B114}"/>
              </a:ext>
            </a:extLst>
          </p:cNvPr>
          <p:cNvSpPr/>
          <p:nvPr/>
        </p:nvSpPr>
        <p:spPr>
          <a:xfrm>
            <a:off x="3270504" y="3831680"/>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50" name="Lever Cache">
            <a:extLst>
              <a:ext uri="{FF2B5EF4-FFF2-40B4-BE49-F238E27FC236}">
                <a16:creationId xmlns:a16="http://schemas.microsoft.com/office/drawing/2014/main" id="{3A535494-617A-319E-E870-50B4A11CDC05}"/>
              </a:ext>
            </a:extLst>
          </p:cNvPr>
          <p:cNvSpPr/>
          <p:nvPr/>
        </p:nvSpPr>
        <p:spPr>
          <a:xfrm>
            <a:off x="3270504" y="405266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Cache</a:t>
            </a:r>
          </a:p>
          <a:p>
            <a:pPr algn="ctr">
              <a:buNone/>
            </a:pPr>
            <a:r>
              <a:rPr lang="en-US" sz="100">
                <a:effectLst/>
              </a:rPr>
              <a:t> </a:t>
            </a:r>
            <a:endParaRPr lang="en-US"/>
          </a:p>
        </p:txBody>
      </p:sp>
      <p:sp>
        <p:nvSpPr>
          <p:cNvPr id="21661" name="Decision Retain">
            <a:extLst>
              <a:ext uri="{FF2B5EF4-FFF2-40B4-BE49-F238E27FC236}">
                <a16:creationId xmlns:a16="http://schemas.microsoft.com/office/drawing/2014/main" id="{E193068C-2C16-88C0-D55E-E009BC8A503A}"/>
              </a:ext>
            </a:extLst>
          </p:cNvPr>
          <p:cNvSpPr/>
          <p:nvPr/>
        </p:nvSpPr>
        <p:spPr>
          <a:xfrm>
            <a:off x="9415272" y="3085428"/>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Retain</a:t>
            </a:r>
          </a:p>
          <a:p>
            <a:pPr algn="ctr">
              <a:buNone/>
            </a:pPr>
            <a:r>
              <a:rPr lang="en-US" sz="100">
                <a:effectLst/>
              </a:rPr>
              <a:t> </a:t>
            </a:r>
            <a:endParaRPr lang="en-US"/>
          </a:p>
        </p:txBody>
      </p:sp>
      <p:sp>
        <p:nvSpPr>
          <p:cNvPr id="21673" name="Decision or 1">
            <a:extLst>
              <a:ext uri="{FF2B5EF4-FFF2-40B4-BE49-F238E27FC236}">
                <a16:creationId xmlns:a16="http://schemas.microsoft.com/office/drawing/2014/main" id="{E5DEC31E-055C-56D2-701C-AC3E36EB2ECE}"/>
              </a:ext>
            </a:extLst>
          </p:cNvPr>
          <p:cNvSpPr/>
          <p:nvPr/>
        </p:nvSpPr>
        <p:spPr>
          <a:xfrm>
            <a:off x="9415272" y="3348064"/>
            <a:ext cx="21214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86" name="Decision Revert">
            <a:extLst>
              <a:ext uri="{FF2B5EF4-FFF2-40B4-BE49-F238E27FC236}">
                <a16:creationId xmlns:a16="http://schemas.microsoft.com/office/drawing/2014/main" id="{719EBD6F-03D9-36EA-AD21-FBF1006ADCF9}"/>
              </a:ext>
            </a:extLst>
          </p:cNvPr>
          <p:cNvSpPr/>
          <p:nvPr/>
        </p:nvSpPr>
        <p:spPr>
          <a:xfrm>
            <a:off x="9415272" y="3549740"/>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Revert</a:t>
            </a:r>
          </a:p>
          <a:p>
            <a:pPr algn="ctr">
              <a:buNone/>
            </a:pPr>
            <a:r>
              <a:rPr lang="en-US" sz="100">
                <a:effectLst/>
              </a:rPr>
              <a:t> </a:t>
            </a:r>
            <a:endParaRPr lang="en-US"/>
          </a:p>
        </p:txBody>
      </p:sp>
      <p:sp>
        <p:nvSpPr>
          <p:cNvPr id="2" name="Appendix topic destination">
            <a:hlinkClick r:id="rId3" action="ppaction://hlinksldjump"/>
            <a:extLst>
              <a:ext uri="{FF2B5EF4-FFF2-40B4-BE49-F238E27FC236}">
                <a16:creationId xmlns:a16="http://schemas.microsoft.com/office/drawing/2014/main" id="{29714757-93EA-13C2-B366-92C70D61C7B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1844880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1303" name="Eyebrow">
            <a:extLst>
              <a:ext uri="{FF2B5EF4-FFF2-40B4-BE49-F238E27FC236}">
                <a16:creationId xmlns:a16="http://schemas.microsoft.com/office/drawing/2014/main" id="{7A24F95E-2F54-26F8-0A39-92FB857BDEB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B27 · CTO / CIO / PANEL</a:t>
            </a:r>
          </a:p>
          <a:p>
            <a:pPr algn="l">
              <a:buNone/>
            </a:pPr>
            <a:r>
              <a:rPr lang="en-US" sz="100">
                <a:effectLst/>
              </a:rPr>
              <a:t> </a:t>
            </a:r>
            <a:endParaRPr lang="en-US"/>
          </a:p>
        </p:txBody>
      </p:sp>
      <p:sp>
        <p:nvSpPr>
          <p:cNvPr id="11435" name="Slide title">
            <a:extLst>
              <a:ext uri="{FF2B5EF4-FFF2-40B4-BE49-F238E27FC236}">
                <a16:creationId xmlns:a16="http://schemas.microsoft.com/office/drawing/2014/main" id="{2F90C067-F3FC-A147-5FD5-E42C0CA2B4C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chat and agent sprawl multiplying hidden calls?</a:t>
            </a:r>
          </a:p>
          <a:p>
            <a:pPr algn="l">
              <a:buNone/>
            </a:pPr>
            <a:r>
              <a:rPr lang="en-US" sz="100">
                <a:effectLst/>
              </a:rPr>
              <a:t> </a:t>
            </a:r>
            <a:endParaRPr lang="en-US"/>
          </a:p>
        </p:txBody>
      </p:sp>
      <p:sp>
        <p:nvSpPr>
          <p:cNvPr id="11568" name="Footer sources">
            <a:extLst>
              <a:ext uri="{FF2B5EF4-FFF2-40B4-BE49-F238E27FC236}">
                <a16:creationId xmlns:a16="http://schemas.microsoft.com/office/drawing/2014/main" id="{A7FC2BCF-A670-FDB7-5C88-4AB0B5CC6EB4}"/>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E09</a:t>
            </a:r>
          </a:p>
          <a:p>
            <a:pPr algn="l">
              <a:buNone/>
            </a:pPr>
            <a:r>
              <a:rPr lang="en-US" sz="100">
                <a:effectLst/>
              </a:rPr>
              <a:t> </a:t>
            </a:r>
            <a:endParaRPr lang="en-US"/>
          </a:p>
        </p:txBody>
      </p:sp>
      <p:sp>
        <p:nvSpPr>
          <p:cNvPr id="11702" name="Footer navigation">
            <a:extLst>
              <a:ext uri="{FF2B5EF4-FFF2-40B4-BE49-F238E27FC236}">
                <a16:creationId xmlns:a16="http://schemas.microsoft.com/office/drawing/2014/main" id="{C12A29C5-2D61-6846-24C5-0B6B527B4C0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B27 · Index: slide 27</a:t>
            </a:r>
            <a:endParaRPr lang="en-US"/>
          </a:p>
        </p:txBody>
      </p:sp>
      <p:sp>
        <p:nvSpPr>
          <p:cNvPr id="11837" name="Return to interrupted calling slide">
            <a:hlinkClick r:id="" action="ppaction://hlinkshowjump?jump=lastslideviewed"/>
            <a:extLst>
              <a:ext uri="{FF2B5EF4-FFF2-40B4-BE49-F238E27FC236}">
                <a16:creationId xmlns:a16="http://schemas.microsoft.com/office/drawing/2014/main" id="{441FCFF6-D1AB-978F-7CE4-21315F12D68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0341" name="Proposed per-request bound">
            <a:extLst>
              <a:ext uri="{FF2B5EF4-FFF2-40B4-BE49-F238E27FC236}">
                <a16:creationId xmlns:a16="http://schemas.microsoft.com/office/drawing/2014/main" id="{77AE1311-2AEA-C294-8B5C-4A926A0CE8BD}"/>
              </a:ext>
            </a:extLst>
          </p:cNvPr>
          <p:cNvSpPr/>
          <p:nvPr/>
        </p:nvSpPr>
        <p:spPr>
          <a:xfrm>
            <a:off x="5029200" y="1600200"/>
            <a:ext cx="6614160" cy="2362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3" name="User request">
            <a:extLst>
              <a:ext uri="{FF2B5EF4-FFF2-40B4-BE49-F238E27FC236}">
                <a16:creationId xmlns:a16="http://schemas.microsoft.com/office/drawing/2014/main" id="{F4331911-EA6A-CD1D-6E00-BA277C1C93D8}"/>
              </a:ext>
            </a:extLst>
          </p:cNvPr>
          <p:cNvSpPr/>
          <p:nvPr/>
        </p:nvSpPr>
        <p:spPr>
          <a:xfrm>
            <a:off x="548640" y="2324100"/>
            <a:ext cx="1554480" cy="9144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6" name="User request title">
            <a:extLst>
              <a:ext uri="{FF2B5EF4-FFF2-40B4-BE49-F238E27FC236}">
                <a16:creationId xmlns:a16="http://schemas.microsoft.com/office/drawing/2014/main" id="{EFDAB923-EAD8-7F0B-49FE-05856FA77321}"/>
              </a:ext>
            </a:extLst>
          </p:cNvPr>
          <p:cNvSpPr/>
          <p:nvPr/>
        </p:nvSpPr>
        <p:spPr>
          <a:xfrm>
            <a:off x="563880" y="2430780"/>
            <a:ext cx="152400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user request</a:t>
            </a:r>
          </a:p>
          <a:p>
            <a:pPr algn="l">
              <a:buNone/>
            </a:pPr>
            <a:r>
              <a:rPr lang="en-US" sz="100">
                <a:effectLst/>
              </a:rPr>
              <a:t> </a:t>
            </a:r>
            <a:endParaRPr lang="en-US"/>
          </a:p>
        </p:txBody>
      </p:sp>
      <p:sp>
        <p:nvSpPr>
          <p:cNvPr id="20350" name="State graph">
            <a:extLst>
              <a:ext uri="{FF2B5EF4-FFF2-40B4-BE49-F238E27FC236}">
                <a16:creationId xmlns:a16="http://schemas.microsoft.com/office/drawing/2014/main" id="{BB379BA4-C409-3193-19DD-47D4E1EB30AD}"/>
              </a:ext>
            </a:extLst>
          </p:cNvPr>
          <p:cNvSpPr/>
          <p:nvPr/>
        </p:nvSpPr>
        <p:spPr>
          <a:xfrm>
            <a:off x="2468880" y="2019300"/>
            <a:ext cx="2148840" cy="1524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55" name="Statement 1 (title)">
            <a:extLst>
              <a:ext uri="{FF2B5EF4-FFF2-40B4-BE49-F238E27FC236}">
                <a16:creationId xmlns:a16="http://schemas.microsoft.com/office/drawing/2014/main" id="{152E1502-A749-8B88-DC07-3C80BE3A749A}"/>
              </a:ext>
            </a:extLst>
          </p:cNvPr>
          <p:cNvSpPr/>
          <p:nvPr/>
        </p:nvSpPr>
        <p:spPr>
          <a:xfrm>
            <a:off x="2484120" y="2125980"/>
            <a:ext cx="21183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Deterministic state graph</a:t>
            </a:r>
          </a:p>
          <a:p>
            <a:pPr algn="l">
              <a:buNone/>
            </a:pPr>
            <a:r>
              <a:rPr lang="en-US" sz="100">
                <a:effectLst/>
              </a:rPr>
              <a:t> </a:t>
            </a:r>
            <a:endParaRPr lang="en-US"/>
          </a:p>
        </p:txBody>
      </p:sp>
      <p:sp>
        <p:nvSpPr>
          <p:cNvPr id="20361" name="Statement 1 (body)">
            <a:extLst>
              <a:ext uri="{FF2B5EF4-FFF2-40B4-BE49-F238E27FC236}">
                <a16:creationId xmlns:a16="http://schemas.microsoft.com/office/drawing/2014/main" id="{C817C2D5-FC6C-CCEE-128A-945BEAD93BB2}"/>
              </a:ext>
            </a:extLst>
          </p:cNvPr>
          <p:cNvSpPr/>
          <p:nvPr/>
        </p:nvSpPr>
        <p:spPr>
          <a:xfrm>
            <a:off x="2484120" y="2857500"/>
            <a:ext cx="2118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an open-ended agent loop</a:t>
            </a:r>
          </a:p>
          <a:p>
            <a:pPr algn="l">
              <a:buNone/>
            </a:pPr>
            <a:r>
              <a:rPr lang="en-US" sz="100">
                <a:effectLst/>
              </a:rPr>
              <a:t> </a:t>
            </a:r>
            <a:endParaRPr lang="en-US"/>
          </a:p>
        </p:txBody>
      </p:sp>
      <p:sp>
        <p:nvSpPr>
          <p:cNvPr id="20368" name="Request to state graph">
            <a:extLst>
              <a:ext uri="{FF2B5EF4-FFF2-40B4-BE49-F238E27FC236}">
                <a16:creationId xmlns:a16="http://schemas.microsoft.com/office/drawing/2014/main" id="{FB8C4D8A-CFDC-4487-99EF-90795AE5985D}"/>
              </a:ext>
            </a:extLst>
          </p:cNvPr>
          <p:cNvSpPr/>
          <p:nvPr/>
        </p:nvSpPr>
        <p:spPr>
          <a:xfrm>
            <a:off x="2148840" y="26670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76" name="Call Chat and memory">
            <a:extLst>
              <a:ext uri="{FF2B5EF4-FFF2-40B4-BE49-F238E27FC236}">
                <a16:creationId xmlns:a16="http://schemas.microsoft.com/office/drawing/2014/main" id="{B5489DE1-7B21-D1C5-6827-C747B7270CE5}"/>
              </a:ext>
            </a:extLst>
          </p:cNvPr>
          <p:cNvSpPr/>
          <p:nvPr/>
        </p:nvSpPr>
        <p:spPr>
          <a:xfrm>
            <a:off x="5181600" y="170688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Chat and memory</a:t>
            </a:r>
          </a:p>
          <a:p>
            <a:pPr algn="ctr">
              <a:buNone/>
            </a:pPr>
            <a:r>
              <a:rPr lang="en-US" sz="100">
                <a:effectLst/>
              </a:rPr>
              <a:t> </a:t>
            </a:r>
            <a:endParaRPr lang="en-US"/>
          </a:p>
        </p:txBody>
      </p:sp>
      <p:sp>
        <p:nvSpPr>
          <p:cNvPr id="20385" name="Call Retries">
            <a:extLst>
              <a:ext uri="{FF2B5EF4-FFF2-40B4-BE49-F238E27FC236}">
                <a16:creationId xmlns:a16="http://schemas.microsoft.com/office/drawing/2014/main" id="{6D635E4C-1A69-E476-3FB6-563A4A692FF1}"/>
              </a:ext>
            </a:extLst>
          </p:cNvPr>
          <p:cNvSpPr/>
          <p:nvPr/>
        </p:nvSpPr>
        <p:spPr>
          <a:xfrm>
            <a:off x="5181600" y="248412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Retries</a:t>
            </a:r>
          </a:p>
          <a:p>
            <a:pPr algn="ctr">
              <a:buNone/>
            </a:pPr>
            <a:r>
              <a:rPr lang="en-US" sz="100">
                <a:effectLst/>
              </a:rPr>
              <a:t> </a:t>
            </a:r>
            <a:endParaRPr lang="en-US"/>
          </a:p>
        </p:txBody>
      </p:sp>
      <p:sp>
        <p:nvSpPr>
          <p:cNvPr id="20395" name="Call Additional model paths">
            <a:extLst>
              <a:ext uri="{FF2B5EF4-FFF2-40B4-BE49-F238E27FC236}">
                <a16:creationId xmlns:a16="http://schemas.microsoft.com/office/drawing/2014/main" id="{0189F84D-86F7-9116-9F00-634E87A02B97}"/>
              </a:ext>
            </a:extLst>
          </p:cNvPr>
          <p:cNvSpPr/>
          <p:nvPr/>
        </p:nvSpPr>
        <p:spPr>
          <a:xfrm>
            <a:off x="5181600" y="326136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Additional model paths</a:t>
            </a:r>
          </a:p>
          <a:p>
            <a:pPr algn="ctr">
              <a:buNone/>
            </a:pPr>
            <a:r>
              <a:rPr lang="en-US" sz="100">
                <a:effectLst/>
              </a:rPr>
              <a:t> </a:t>
            </a:r>
            <a:endParaRPr lang="en-US"/>
          </a:p>
        </p:txBody>
      </p:sp>
      <p:sp>
        <p:nvSpPr>
          <p:cNvPr id="20406" name="Fan-out stub">
            <a:extLst>
              <a:ext uri="{FF2B5EF4-FFF2-40B4-BE49-F238E27FC236}">
                <a16:creationId xmlns:a16="http://schemas.microsoft.com/office/drawing/2014/main" id="{542C5EEC-DF85-7E12-B21A-C7594ADA882B}"/>
              </a:ext>
            </a:extLst>
          </p:cNvPr>
          <p:cNvSpPr/>
          <p:nvPr/>
        </p:nvSpPr>
        <p:spPr>
          <a:xfrm>
            <a:off x="4617720" y="2771775"/>
            <a:ext cx="238125" cy="1905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18" name="Fan-out bus">
            <a:extLst>
              <a:ext uri="{FF2B5EF4-FFF2-40B4-BE49-F238E27FC236}">
                <a16:creationId xmlns:a16="http://schemas.microsoft.com/office/drawing/2014/main" id="{3BF7C216-2057-76C1-9EE5-CE6BC70BBF02}"/>
              </a:ext>
            </a:extLst>
          </p:cNvPr>
          <p:cNvSpPr/>
          <p:nvPr/>
        </p:nvSpPr>
        <p:spPr>
          <a:xfrm>
            <a:off x="4836795" y="2004060"/>
            <a:ext cx="19050" cy="1554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31" name="Call arrow 1">
            <a:extLst>
              <a:ext uri="{FF2B5EF4-FFF2-40B4-BE49-F238E27FC236}">
                <a16:creationId xmlns:a16="http://schemas.microsoft.com/office/drawing/2014/main" id="{05439939-6278-FFFB-66BA-F8484185EA15}"/>
              </a:ext>
            </a:extLst>
          </p:cNvPr>
          <p:cNvSpPr/>
          <p:nvPr/>
        </p:nvSpPr>
        <p:spPr>
          <a:xfrm>
            <a:off x="4846320" y="188976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45" name="Call arrow 2">
            <a:extLst>
              <a:ext uri="{FF2B5EF4-FFF2-40B4-BE49-F238E27FC236}">
                <a16:creationId xmlns:a16="http://schemas.microsoft.com/office/drawing/2014/main" id="{B08E89D1-92DE-9AA7-F006-5B0D5DC636AA}"/>
              </a:ext>
            </a:extLst>
          </p:cNvPr>
          <p:cNvSpPr/>
          <p:nvPr/>
        </p:nvSpPr>
        <p:spPr>
          <a:xfrm>
            <a:off x="4846320" y="266700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60" name="Call arrow 3">
            <a:extLst>
              <a:ext uri="{FF2B5EF4-FFF2-40B4-BE49-F238E27FC236}">
                <a16:creationId xmlns:a16="http://schemas.microsoft.com/office/drawing/2014/main" id="{5AE83717-F345-0F8B-4AF4-0362E7C07332}"/>
              </a:ext>
            </a:extLst>
          </p:cNvPr>
          <p:cNvSpPr/>
          <p:nvPr/>
        </p:nvSpPr>
        <p:spPr>
          <a:xfrm>
            <a:off x="4846320" y="344424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76" name="Statement 3">
            <a:extLst>
              <a:ext uri="{FF2B5EF4-FFF2-40B4-BE49-F238E27FC236}">
                <a16:creationId xmlns:a16="http://schemas.microsoft.com/office/drawing/2014/main" id="{3453274B-E1CC-98E2-F011-E40B86A3AE82}"/>
              </a:ext>
            </a:extLst>
          </p:cNvPr>
          <p:cNvSpPr/>
          <p:nvPr/>
        </p:nvSpPr>
        <p:spPr>
          <a:xfrm>
            <a:off x="7879080" y="1691640"/>
            <a:ext cx="361188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7A4B00"/>
                </a:solidFill>
                <a:effectLst/>
                <a:latin typeface="Arial" panose="020B0604020202020204" pitchFamily="34" charset="0"/>
              </a:rPr>
              <a:t>Per-request call and depth
limits are designed and
next to run</a:t>
            </a:r>
            <a:endParaRPr lang="en-US"/>
          </a:p>
        </p:txBody>
      </p:sp>
      <p:sp>
        <p:nvSpPr>
          <p:cNvPr id="20493" name="Bound pill">
            <a:extLst>
              <a:ext uri="{FF2B5EF4-FFF2-40B4-BE49-F238E27FC236}">
                <a16:creationId xmlns:a16="http://schemas.microsoft.com/office/drawing/2014/main" id="{3D8DA844-3DBE-ED5F-42DD-37640EAA59C2}"/>
              </a:ext>
            </a:extLst>
          </p:cNvPr>
          <p:cNvSpPr/>
          <p:nvPr/>
        </p:nvSpPr>
        <p:spPr>
          <a:xfrm>
            <a:off x="7970520" y="26974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511" name="AC-109 note">
            <a:extLst>
              <a:ext uri="{FF2B5EF4-FFF2-40B4-BE49-F238E27FC236}">
                <a16:creationId xmlns:a16="http://schemas.microsoft.com/office/drawing/2014/main" id="{349BC516-00F6-6B22-EE1D-92C023885882}"/>
              </a:ext>
            </a:extLst>
          </p:cNvPr>
          <p:cNvSpPr/>
          <p:nvPr/>
        </p:nvSpPr>
        <p:spPr>
          <a:xfrm>
            <a:off x="7879080" y="3108960"/>
            <a:ext cx="36118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AC-109 is the acceptance test that proves it in the pilot.</a:t>
            </a:r>
            <a:endParaRPr lang="en-US"/>
          </a:p>
        </p:txBody>
      </p:sp>
      <p:sp>
        <p:nvSpPr>
          <p:cNvPr id="20530" name="Existing authority">
            <a:extLst>
              <a:ext uri="{FF2B5EF4-FFF2-40B4-BE49-F238E27FC236}">
                <a16:creationId xmlns:a16="http://schemas.microsoft.com/office/drawing/2014/main" id="{A481AC72-B4FF-9E7E-A112-B1DDD27A13D5}"/>
              </a:ext>
            </a:extLst>
          </p:cNvPr>
          <p:cNvSpPr/>
          <p:nvPr/>
        </p:nvSpPr>
        <p:spPr>
          <a:xfrm>
            <a:off x="548640" y="4191000"/>
            <a:ext cx="5433060" cy="1463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50" name="Proposed controls card">
            <a:extLst>
              <a:ext uri="{FF2B5EF4-FFF2-40B4-BE49-F238E27FC236}">
                <a16:creationId xmlns:a16="http://schemas.microsoft.com/office/drawing/2014/main" id="{5704C8BA-721E-DE5E-72BB-7AED36F5EB0C}"/>
              </a:ext>
            </a:extLst>
          </p:cNvPr>
          <p:cNvSpPr/>
          <p:nvPr/>
        </p:nvSpPr>
        <p:spPr>
          <a:xfrm>
            <a:off x="6210300" y="4191000"/>
            <a:ext cx="5433060" cy="14630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71" name="Statement 2">
            <a:extLst>
              <a:ext uri="{FF2B5EF4-FFF2-40B4-BE49-F238E27FC236}">
                <a16:creationId xmlns:a16="http://schemas.microsoft.com/office/drawing/2014/main" id="{4F90F14E-83F3-4696-ADA9-52505F82354F}"/>
              </a:ext>
            </a:extLst>
          </p:cNvPr>
          <p:cNvSpPr/>
          <p:nvPr/>
        </p:nvSpPr>
        <p:spPr>
          <a:xfrm>
            <a:off x="563880" y="42976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Existing bounded authority expires and exhausts</a:t>
            </a:r>
          </a:p>
          <a:p>
            <a:pPr algn="l">
              <a:buNone/>
            </a:pPr>
            <a:r>
              <a:rPr lang="en-US" sz="100">
                <a:effectLst/>
              </a:rPr>
              <a:t> </a:t>
            </a:r>
            <a:endParaRPr lang="en-US"/>
          </a:p>
        </p:txBody>
      </p:sp>
      <p:sp>
        <p:nvSpPr>
          <p:cNvPr id="20616" name="Controls pill">
            <a:extLst>
              <a:ext uri="{FF2B5EF4-FFF2-40B4-BE49-F238E27FC236}">
                <a16:creationId xmlns:a16="http://schemas.microsoft.com/office/drawing/2014/main" id="{BF534471-1B70-EA3F-7541-9F227EF3F426}"/>
              </a:ext>
            </a:extLst>
          </p:cNvPr>
          <p:cNvSpPr/>
          <p:nvPr/>
        </p:nvSpPr>
        <p:spPr>
          <a:xfrm>
            <a:off x="6316980" y="42976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640" name="Proposed controls">
            <a:extLst>
              <a:ext uri="{FF2B5EF4-FFF2-40B4-BE49-F238E27FC236}">
                <a16:creationId xmlns:a16="http://schemas.microsoft.com/office/drawing/2014/main" id="{68435B59-7996-BC2D-1BD6-F9BF9317FCA9}"/>
              </a:ext>
            </a:extLst>
          </p:cNvPr>
          <p:cNvSpPr/>
          <p:nvPr/>
        </p:nvSpPr>
        <p:spPr>
          <a:xfrm>
            <a:off x="6225540" y="470916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per-call metering, request attribution, task and period money budgets, and a workflow-only stop</a:t>
            </a:r>
          </a:p>
          <a:p>
            <a:pPr algn="l">
              <a:buNone/>
            </a:pPr>
            <a:r>
              <a:rPr lang="en-US" sz="100">
                <a:effectLst/>
              </a:rPr>
              <a:t> </a:t>
            </a:r>
            <a:endParaRPr lang="en-US"/>
          </a:p>
        </p:txBody>
      </p:sp>
      <p:sp>
        <p:nvSpPr>
          <p:cNvPr id="20665" name="Legend">
            <a:extLst>
              <a:ext uri="{FF2B5EF4-FFF2-40B4-BE49-F238E27FC236}">
                <a16:creationId xmlns:a16="http://schemas.microsoft.com/office/drawing/2014/main" id="{5EFAE9E9-2493-E122-D313-DA03A6656261}"/>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with outline = designed bound, next milestone · Purple = bounded model call · Green = existing workflow and authority</a:t>
            </a:r>
            <a:endParaRPr lang="en-US"/>
          </a:p>
        </p:txBody>
      </p:sp>
      <p:sp>
        <p:nvSpPr>
          <p:cNvPr id="21687" name="Existing detail">
            <a:extLst>
              <a:ext uri="{FF2B5EF4-FFF2-40B4-BE49-F238E27FC236}">
                <a16:creationId xmlns:a16="http://schemas.microsoft.com/office/drawing/2014/main" id="{11F9F6B1-929E-0AE5-6DA1-D5D5D9618710}"/>
              </a:ext>
            </a:extLst>
          </p:cNvPr>
          <p:cNvSpPr/>
          <p:nvPr/>
        </p:nvSpPr>
        <p:spPr>
          <a:xfrm>
            <a:off x="563880" y="496824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
Money caps come next</a:t>
            </a:r>
            <a:endParaRPr lang="en-US"/>
          </a:p>
        </p:txBody>
      </p:sp>
      <p:sp>
        <p:nvSpPr>
          <p:cNvPr id="2" name="Appendix topic destination">
            <a:hlinkClick r:id="rId3" action="ppaction://hlinksldjump"/>
            <a:extLst>
              <a:ext uri="{FF2B5EF4-FFF2-40B4-BE49-F238E27FC236}">
                <a16:creationId xmlns:a16="http://schemas.microsoft.com/office/drawing/2014/main" id="{CF29B61E-7CE2-FBA2-2B2D-A4430EE5D37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93294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5</TotalTime>
  <Words>36019</Words>
  <Application>Microsoft Office PowerPoint</Application>
  <PresentationFormat>Widescreen</PresentationFormat>
  <Paragraphs>2511</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Juan Manuel Servera Bondroit</cp:lastModifiedBy>
  <cp:revision>5</cp:revision>
  <dcterms:created xsi:type="dcterms:W3CDTF">2026-10-23T08:48:25Z</dcterms:created>
  <dcterms:modified xsi:type="dcterms:W3CDTF">2026-10-23T23:24:59Z</dcterms:modified>
  <cp:category/>
</cp:coreProperties>
</file>