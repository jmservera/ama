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10492" r:id="rId2"/>
    <p:sldId id="10694" r:id="rId3"/>
    <p:sldId id="10897" r:id="rId4"/>
    <p:sldId id="11101" r:id="rId5"/>
    <p:sldId id="11306" r:id="rId6"/>
    <p:sldId id="11512" r:id="rId7"/>
    <p:sldId id="11719" r:id="rId8"/>
    <p:sldId id="11927" r:id="rId9"/>
    <p:sldId id="12136" r:id="rId10"/>
    <p:sldId id="12346" r:id="rId11"/>
    <p:sldId id="12557" r:id="rId12"/>
    <p:sldId id="12769" r:id="rId13"/>
    <p:sldId id="12982" r:id="rId14"/>
    <p:sldId id="13196" r:id="rId15"/>
    <p:sldId id="13411" r:id="rId16"/>
    <p:sldId id="13627" r:id="rId17"/>
    <p:sldId id="13844" r:id="rId18"/>
    <p:sldId id="14062" r:id="rId19"/>
    <p:sldId id="14281" r:id="rId20"/>
    <p:sldId id="14501" r:id="rId21"/>
    <p:sldId id="14722" r:id="rId22"/>
    <p:sldId id="14944" r:id="rId23"/>
    <p:sldId id="15167" r:id="rId24"/>
    <p:sldId id="15391" r:id="rId25"/>
    <p:sldId id="15616" r:id="rId26"/>
    <p:sldId id="15842" r:id="rId27"/>
    <p:sldId id="4027" r:id="rId28"/>
    <p:sldId id="4246" r:id="rId29"/>
    <p:sldId id="4466" r:id="rId30"/>
    <p:sldId id="4687" r:id="rId31"/>
    <p:sldId id="4909" r:id="rId32"/>
    <p:sldId id="5132" r:id="rId33"/>
    <p:sldId id="5356" r:id="rId34"/>
    <p:sldId id="5581" r:id="rId35"/>
    <p:sldId id="5807" r:id="rId36"/>
    <p:sldId id="6034" r:id="rId37"/>
    <p:sldId id="6262" r:id="rId38"/>
    <p:sldId id="6491" r:id="rId39"/>
    <p:sldId id="6721" r:id="rId40"/>
    <p:sldId id="6952" r:id="rId41"/>
    <p:sldId id="7184" r:id="rId42"/>
    <p:sldId id="7417" r:id="rId43"/>
    <p:sldId id="7651" r:id="rId44"/>
    <p:sldId id="7886" r:id="rId45"/>
    <p:sldId id="8122" r:id="rId46"/>
    <p:sldId id="8359" r:id="rId47"/>
    <p:sldId id="8597" r:id="rId48"/>
    <p:sldId id="8836" r:id="rId49"/>
    <p:sldId id="9076" r:id="rId50"/>
    <p:sldId id="9317" r:id="rId51"/>
    <p:sldId id="9559" r:id="rId52"/>
    <p:sldId id="9802" r:id="rId53"/>
    <p:sldId id="10046" r:id="rId54"/>
    <p:sldId id="10291"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he challenge" id="{F67F4141-F274-46F9-A019-4D82CD054829}">
          <p14:sldIdLst>
            <p14:sldId id="10492"/>
            <p14:sldId id="10694"/>
            <p14:sldId id="10897"/>
            <p14:sldId id="11101"/>
            <p14:sldId id="11306"/>
            <p14:sldId id="11512"/>
          </p14:sldIdLst>
        </p14:section>
        <p14:section name="2 · Discovery" id="{46B8DCB7-0FD9-40A9-AA17-C7C99AFA211E}">
          <p14:sldIdLst>
            <p14:sldId id="11719"/>
            <p14:sldId id="11927"/>
            <p14:sldId id="12136"/>
            <p14:sldId id="12346"/>
            <p14:sldId id="12557"/>
          </p14:sldIdLst>
        </p14:section>
        <p14:section name="3 · The product" id="{FD417F53-B7A7-412E-A0E0-5F6B42EE00E0}">
          <p14:sldIdLst>
            <p14:sldId id="12769"/>
            <p14:sldId id="12982"/>
            <p14:sldId id="13196"/>
            <p14:sldId id="13411"/>
            <p14:sldId id="13627"/>
          </p14:sldIdLst>
        </p14:section>
        <p14:section name="4 · Built to be trusted" id="{CEA25C7C-BFDE-4FC1-A8DC-BA16FE3407A7}">
          <p14:sldIdLst>
            <p14:sldId id="13844"/>
            <p14:sldId id="14062"/>
            <p14:sldId id="14281"/>
            <p14:sldId id="14501"/>
            <p14:sldId id="14722"/>
          </p14:sldIdLst>
        </p14:section>
        <p14:section name="5 · The plan" id="{06212E03-1F00-4DB8-B7B6-229DB49977A2}">
          <p14:sldIdLst>
            <p14:sldId id="14944"/>
            <p14:sldId id="15167"/>
            <p14:sldId id="15391"/>
            <p14:sldId id="15616"/>
            <p14:sldId id="15842"/>
          </p14:sldIdLst>
        </p14:section>
        <p14:section name="Appendix · questions and answers" id="{14A48CD0-EF74-4740-AA21-D2B36D1E320D}">
          <p14:sldIdLst>
            <p14:sldId id="4027"/>
            <p14:sldId id="4246"/>
            <p14:sldId id="4466"/>
            <p14:sldId id="4687"/>
            <p14:sldId id="4909"/>
            <p14:sldId id="5132"/>
            <p14:sldId id="5356"/>
            <p14:sldId id="5581"/>
            <p14:sldId id="5807"/>
            <p14:sldId id="6034"/>
            <p14:sldId id="6262"/>
            <p14:sldId id="6491"/>
            <p14:sldId id="6721"/>
            <p14:sldId id="6952"/>
            <p14:sldId id="7184"/>
            <p14:sldId id="7417"/>
            <p14:sldId id="7651"/>
            <p14:sldId id="7886"/>
            <p14:sldId id="8122"/>
            <p14:sldId id="8359"/>
            <p14:sldId id="8597"/>
            <p14:sldId id="8836"/>
            <p14:sldId id="9076"/>
            <p14:sldId id="9317"/>
            <p14:sldId id="9559"/>
            <p14:sldId id="9802"/>
            <p14:sldId id="10046"/>
            <p14:sldId id="1029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0402AF-1A04-4AD8-BFCB-786A163939CF}" v="4" dt="2026-10-23T08:50:37.383"/>
    <p1510:client id="{38CB355D-D7EB-414A-93F3-BD679034D68A}" v="6" dt="2026-10-23T10:23:26.822"/>
    <p1510:client id="{57FA6384-6D64-4017-8C8D-103F9B22F9B7}" v="62" dt="2026-10-23T13:09:16.546"/>
    <p1510:client id="{6E8403B9-C474-4B99-9353-4E0EB3CC5CF0}" v="37" dt="2026-10-23T10:01:21.428"/>
    <p1510:client id="{7C8CBF58-93CC-48F6-8D10-D971BE5D9D8A}" v="6" dt="2026-10-23T12:09:29.655"/>
    <p1510:client id="{81618E40-B03A-458A-B64D-91834375107D}" v="3" dt="2026-10-23T11:45:20.261"/>
    <p1510:client id="{893967E1-42B7-4834-B38B-621C2FDF2144}" v="12" dt="2026-10-23T10:10:10.283"/>
    <p1510:client id="{C1FEDA2A-2542-455C-98A6-9A4DB1C4364D}" v="9" dt="2026-10-23T09:15:14.195"/>
    <p1510:client id="{F214C2A1-A5A2-4CF4-98D2-8389168FE22F}" v="31" dt="2026-10-23T13:36:11.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958" autoAdjust="0"/>
  </p:normalViewPr>
  <p:slideViewPr>
    <p:cSldViewPr snapToGrid="0">
      <p:cViewPr varScale="1">
        <p:scale>
          <a:sx n="120" d="100"/>
          <a:sy n="120" d="100"/>
        </p:scale>
        <p:origin x="1136"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E88BFAB-8EDB-43ED-8344-B2D9CB14AB84}"/>
    <pc:docChg chg="modSld">
      <pc:chgData name="" userId="" providerId="" clId="Web-{FE88BFAB-8EDB-43ED-8344-B2D9CB14AB84}" dt="2026-10-23T12:51:43.723" v="12" actId="34807"/>
      <pc:docMkLst>
        <pc:docMk/>
      </pc:docMkLst>
      <pc:sldChg chg="addSp delSp modSp">
        <pc:chgData name="" userId="" providerId="" clId="Web-{FE88BFAB-8EDB-43ED-8344-B2D9CB14AB84}" dt="2026-10-23T12:51:43.723" v="12" actId="34807"/>
        <pc:sldMkLst>
          <pc:docMk/>
          <pc:sldMk cId="1283465664" sldId="12557"/>
        </pc:sldMkLst>
        <pc:spChg chg="del">
          <ac:chgData name="" userId="" providerId="" clId="Web-{FE88BFAB-8EDB-43ED-8344-B2D9CB14AB84}" dt="2026-10-23T12:46:40.261" v="1" actId="34807"/>
          <ac:spMkLst>
            <pc:docMk/>
            <pc:sldMk cId="1283465664" sldId="12557"/>
            <ac:spMk id="35775" creationId="{4147CE8F-0DE3-DAD4-5749-7D921A6C2A00}"/>
          </ac:spMkLst>
        </pc:spChg>
        <pc:spChg chg="del">
          <ac:chgData name="" userId="" providerId="" clId="Web-{FE88BFAB-8EDB-43ED-8344-B2D9CB14AB84}" dt="2026-10-23T12:46:40.261" v="1" actId="34807"/>
          <ac:spMkLst>
            <pc:docMk/>
            <pc:sldMk cId="1283465664" sldId="12557"/>
            <ac:spMk id="35793" creationId="{53AF9102-4EC3-6953-563A-27D279EC48ED}"/>
          </ac:spMkLst>
        </pc:spChg>
        <pc:spChg chg="del">
          <ac:chgData name="" userId="" providerId="" clId="Web-{FE88BFAB-8EDB-43ED-8344-B2D9CB14AB84}" dt="2026-10-23T12:46:40.261" v="1" actId="34807"/>
          <ac:spMkLst>
            <pc:docMk/>
            <pc:sldMk cId="1283465664" sldId="12557"/>
            <ac:spMk id="35875" creationId="{1494D342-EDA4-5790-D068-AA162526DBC2}"/>
          </ac:spMkLst>
        </pc:spChg>
        <pc:spChg chg="del">
          <ac:chgData name="" userId="" providerId="" clId="Web-{FE88BFAB-8EDB-43ED-8344-B2D9CB14AB84}" dt="2026-10-23T12:46:40.261" v="1" actId="34807"/>
          <ac:spMkLst>
            <pc:docMk/>
            <pc:sldMk cId="1283465664" sldId="12557"/>
            <ac:spMk id="35922" creationId="{BD3B2A69-B8C0-2FA8-6CD2-5020847FAD2C}"/>
          </ac:spMkLst>
        </pc:spChg>
        <pc:spChg chg="del">
          <ac:chgData name="" userId="" providerId="" clId="Web-{FE88BFAB-8EDB-43ED-8344-B2D9CB14AB84}" dt="2026-10-23T12:46:40.261" v="1" actId="34807"/>
          <ac:spMkLst>
            <pc:docMk/>
            <pc:sldMk cId="1283465664" sldId="12557"/>
            <ac:spMk id="35947" creationId="{D877F4A4-A3A0-CD8E-FD26-1DD68203631C}"/>
          </ac:spMkLst>
        </pc:spChg>
        <pc:spChg chg="del">
          <ac:chgData name="" userId="" providerId="" clId="Web-{FE88BFAB-8EDB-43ED-8344-B2D9CB14AB84}" dt="2026-10-23T12:46:40.261" v="1" actId="34807"/>
          <ac:spMkLst>
            <pc:docMk/>
            <pc:sldMk cId="1283465664" sldId="12557"/>
            <ac:spMk id="36150" creationId="{5A7D2308-8AD7-C3A5-4CF0-921436AE42CE}"/>
          </ac:spMkLst>
        </pc:spChg>
        <pc:spChg chg="del">
          <ac:chgData name="" userId="" providerId="" clId="Web-{FE88BFAB-8EDB-43ED-8344-B2D9CB14AB84}" dt="2026-10-23T12:46:40.261" v="1" actId="34807"/>
          <ac:spMkLst>
            <pc:docMk/>
            <pc:sldMk cId="1283465664" sldId="12557"/>
            <ac:spMk id="36183" creationId="{DE4D261B-148A-B704-9380-BCCD826B58DB}"/>
          </ac:spMkLst>
        </pc:spChg>
        <pc:spChg chg="del">
          <ac:chgData name="" userId="" providerId="" clId="Web-{FE88BFAB-8EDB-43ED-8344-B2D9CB14AB84}" dt="2026-10-23T12:46:40.261" v="1" actId="34807"/>
          <ac:spMkLst>
            <pc:docMk/>
            <pc:sldMk cId="1283465664" sldId="12557"/>
            <ac:spMk id="36217" creationId="{460D7FF7-D2C8-A334-FE49-50232268E219}"/>
          </ac:spMkLst>
        </pc:spChg>
        <pc:spChg chg="del">
          <ac:chgData name="" userId="" providerId="" clId="Web-{FE88BFAB-8EDB-43ED-8344-B2D9CB14AB84}" dt="2026-10-23T12:46:40.261" v="1" actId="34807"/>
          <ac:spMkLst>
            <pc:docMk/>
            <pc:sldMk cId="1283465664" sldId="12557"/>
            <ac:spMk id="36363" creationId="{FDA683BF-1715-0C6F-DBE6-4EDECEB5DF33}"/>
          </ac:spMkLst>
        </pc:spChg>
        <pc:spChg chg="del">
          <ac:chgData name="" userId="" providerId="" clId="Web-{FE88BFAB-8EDB-43ED-8344-B2D9CB14AB84}" dt="2026-10-23T12:51:43.723" v="12" actId="34807"/>
          <ac:spMkLst>
            <pc:docMk/>
            <pc:sldMk cId="1283465664" sldId="12557"/>
            <ac:spMk id="36612" creationId="{01DA2BCF-5F09-39CE-B277-BCFCB6C90EDF}"/>
          </ac:spMkLst>
        </pc:spChg>
        <pc:spChg chg="del">
          <ac:chgData name="" userId="" providerId="" clId="Web-{FE88BFAB-8EDB-43ED-8344-B2D9CB14AB84}" dt="2026-10-23T12:51:43.723" v="12" actId="34807"/>
          <ac:spMkLst>
            <pc:docMk/>
            <pc:sldMk cId="1283465664" sldId="12557"/>
            <ac:spMk id="36750" creationId="{F3204798-18E8-584A-2B83-ED5D2E7BEDF3}"/>
          </ac:spMkLst>
        </pc:spChg>
        <pc:spChg chg="del">
          <ac:chgData name="" userId="" providerId="" clId="Web-{FE88BFAB-8EDB-43ED-8344-B2D9CB14AB84}" dt="2026-10-23T12:51:43.723" v="12" actId="34807"/>
          <ac:spMkLst>
            <pc:docMk/>
            <pc:sldMk cId="1283465664" sldId="12557"/>
            <ac:spMk id="36847" creationId="{AEB99AF0-702D-FEBD-4A25-FCBA1C99F09F}"/>
          </ac:spMkLst>
        </pc:spChg>
        <pc:spChg chg="del">
          <ac:chgData name="" userId="" providerId="" clId="Web-{FE88BFAB-8EDB-43ED-8344-B2D9CB14AB84}" dt="2026-10-23T12:46:40.261" v="1" actId="34807"/>
          <ac:spMkLst>
            <pc:docMk/>
            <pc:sldMk cId="1283465664" sldId="12557"/>
            <ac:spMk id="37513" creationId="{F3BBD14E-8834-71E9-5D6F-8BA90CE2FD8E}"/>
          </ac:spMkLst>
        </pc:spChg>
        <pc:spChg chg="del">
          <ac:chgData name="" userId="" providerId="" clId="Web-{FE88BFAB-8EDB-43ED-8344-B2D9CB14AB84}" dt="2026-10-23T12:51:43.723" v="12" actId="34807"/>
          <ac:spMkLst>
            <pc:docMk/>
            <pc:sldMk cId="1283465664" sldId="12557"/>
            <ac:spMk id="52972" creationId="{00C5EEBA-4635-63EC-2E8E-5E4D618B72EA}"/>
          </ac:spMkLst>
        </pc:spChg>
        <pc:spChg chg="add mod">
          <ac:chgData name="" userId="" providerId="" clId="Web-{FE88BFAB-8EDB-43ED-8344-B2D9CB14AB84}" dt="2026-10-23T12:46:38.964" v="0" actId="34807"/>
          <ac:spMkLst>
            <pc:docMk/>
            <pc:sldMk cId="1283465664" sldId="12557"/>
            <ac:spMk id="52975" creationId="{CB6E72B9-7E81-582F-5AC4-52DDEC1EF485}"/>
          </ac:spMkLst>
        </pc:spChg>
        <pc:spChg chg="add del mod">
          <ac:chgData name="" userId="" providerId="" clId="Web-{FE88BFAB-8EDB-43ED-8344-B2D9CB14AB84}" dt="2026-10-23T12:51:43.723" v="12" actId="34807"/>
          <ac:spMkLst>
            <pc:docMk/>
            <pc:sldMk cId="1283465664" sldId="12557"/>
            <ac:spMk id="52979" creationId="{C9BD41F4-CEA3-8F4A-A304-1590652C03EF}"/>
          </ac:spMkLst>
        </pc:spChg>
        <pc:spChg chg="add mod">
          <ac:chgData name="" userId="" providerId="" clId="Web-{FE88BFAB-8EDB-43ED-8344-B2D9CB14AB84}" dt="2026-10-23T12:46:38.964" v="0" actId="34807"/>
          <ac:spMkLst>
            <pc:docMk/>
            <pc:sldMk cId="1283465664" sldId="12557"/>
            <ac:spMk id="53035" creationId="{654AA90B-C93A-986E-3B40-5B5AB216F8CF}"/>
          </ac:spMkLst>
        </pc:spChg>
        <pc:spChg chg="add mod">
          <ac:chgData name="" userId="" providerId="" clId="Web-{FE88BFAB-8EDB-43ED-8344-B2D9CB14AB84}" dt="2026-10-23T12:46:38.964" v="0" actId="34807"/>
          <ac:spMkLst>
            <pc:docMk/>
            <pc:sldMk cId="1283465664" sldId="12557"/>
            <ac:spMk id="53060" creationId="{BB2055F2-11AD-B2E0-D38E-B322618E4413}"/>
          </ac:spMkLst>
        </pc:spChg>
        <pc:spChg chg="add mod">
          <ac:chgData name="" userId="" providerId="" clId="Web-{FE88BFAB-8EDB-43ED-8344-B2D9CB14AB84}" dt="2026-10-23T12:46:38.964" v="0" actId="34807"/>
          <ac:spMkLst>
            <pc:docMk/>
            <pc:sldMk cId="1283465664" sldId="12557"/>
            <ac:spMk id="53089" creationId="{54155975-E225-B21D-3FC3-32CFF6C049E5}"/>
          </ac:spMkLst>
        </pc:spChg>
        <pc:spChg chg="del">
          <ac:chgData name="" userId="" providerId="" clId="Web-{FE88BFAB-8EDB-43ED-8344-B2D9CB14AB84}" dt="2026-10-23T12:51:43.723" v="12" actId="34807"/>
          <ac:spMkLst>
            <pc:docMk/>
            <pc:sldMk cId="1283465664" sldId="12557"/>
            <ac:spMk id="53105" creationId="{0898DE68-2D0B-4C44-4E17-6BE710E4614A}"/>
          </ac:spMkLst>
        </pc:spChg>
        <pc:spChg chg="del">
          <ac:chgData name="" userId="" providerId="" clId="Web-{FE88BFAB-8EDB-43ED-8344-B2D9CB14AB84}" dt="2026-10-23T12:51:43.723" v="12" actId="34807"/>
          <ac:spMkLst>
            <pc:docMk/>
            <pc:sldMk cId="1283465664" sldId="12557"/>
            <ac:spMk id="53122" creationId="{58A63E57-9F2B-112C-E3BB-C6FE757000E0}"/>
          </ac:spMkLst>
        </pc:spChg>
        <pc:spChg chg="add mod">
          <ac:chgData name="" userId="" providerId="" clId="Web-{FE88BFAB-8EDB-43ED-8344-B2D9CB14AB84}" dt="2026-10-23T12:46:38.964" v="0" actId="34807"/>
          <ac:spMkLst>
            <pc:docMk/>
            <pc:sldMk cId="1283465664" sldId="12557"/>
            <ac:spMk id="53140" creationId="{E8B48C23-B060-2583-A2D7-15FA01267B57}"/>
          </ac:spMkLst>
        </pc:spChg>
        <pc:spChg chg="del">
          <ac:chgData name="" userId="" providerId="" clId="Web-{FE88BFAB-8EDB-43ED-8344-B2D9CB14AB84}" dt="2026-10-23T12:51:43.723" v="12" actId="34807"/>
          <ac:spMkLst>
            <pc:docMk/>
            <pc:sldMk cId="1283465664" sldId="12557"/>
            <ac:spMk id="53179" creationId="{DE259084-A987-6758-56EC-E34AAEB9730D}"/>
          </ac:spMkLst>
        </pc:spChg>
        <pc:spChg chg="add mod">
          <ac:chgData name="" userId="" providerId="" clId="Web-{FE88BFAB-8EDB-43ED-8344-B2D9CB14AB84}" dt="2026-10-23T12:46:38.964" v="0" actId="34807"/>
          <ac:spMkLst>
            <pc:docMk/>
            <pc:sldMk cId="1283465664" sldId="12557"/>
            <ac:spMk id="53269" creationId="{7FB370B0-698A-6D34-6D0F-59754C6C0A9C}"/>
          </ac:spMkLst>
        </pc:spChg>
        <pc:spChg chg="add del mod">
          <ac:chgData name="" userId="" providerId="" clId="Web-{FE88BFAB-8EDB-43ED-8344-B2D9CB14AB84}" dt="2026-10-23T12:51:43.723" v="12" actId="34807"/>
          <ac:spMkLst>
            <pc:docMk/>
            <pc:sldMk cId="1283465664" sldId="12557"/>
            <ac:spMk id="53294" creationId="{35D9632E-90D7-ED0E-3975-01716A4A62C5}"/>
          </ac:spMkLst>
        </pc:spChg>
        <pc:spChg chg="add del mod">
          <ac:chgData name="" userId="" providerId="" clId="Web-{FE88BFAB-8EDB-43ED-8344-B2D9CB14AB84}" dt="2026-10-23T12:51:43.723" v="12" actId="34807"/>
          <ac:spMkLst>
            <pc:docMk/>
            <pc:sldMk cId="1283465664" sldId="12557"/>
            <ac:spMk id="53347" creationId="{86FBC66F-3A9D-52F0-37E8-2490CB061DE0}"/>
          </ac:spMkLst>
        </pc:spChg>
        <pc:spChg chg="add mod">
          <ac:chgData name="" userId="" providerId="" clId="Web-{FE88BFAB-8EDB-43ED-8344-B2D9CB14AB84}" dt="2026-10-23T12:46:38.964" v="0" actId="34807"/>
          <ac:spMkLst>
            <pc:docMk/>
            <pc:sldMk cId="1283465664" sldId="12557"/>
            <ac:spMk id="53465" creationId="{06A58EC2-6090-5538-FA02-6D76A9DE4231}"/>
          </ac:spMkLst>
        </pc:spChg>
        <pc:spChg chg="add mod">
          <ac:chgData name="" userId="" providerId="" clId="Web-{FE88BFAB-8EDB-43ED-8344-B2D9CB14AB84}" dt="2026-10-23T12:51:42.333" v="11" actId="34807"/>
          <ac:spMkLst>
            <pc:docMk/>
            <pc:sldMk cId="1283465664" sldId="12557"/>
            <ac:spMk id="53518" creationId="{A51DBA4B-08FD-2CA3-82C6-9E47CDBA26EC}"/>
          </ac:spMkLst>
        </pc:spChg>
        <pc:spChg chg="add mod">
          <ac:chgData name="" userId="" providerId="" clId="Web-{FE88BFAB-8EDB-43ED-8344-B2D9CB14AB84}" dt="2026-10-23T12:51:42.333" v="11" actId="34807"/>
          <ac:spMkLst>
            <pc:docMk/>
            <pc:sldMk cId="1283465664" sldId="12557"/>
            <ac:spMk id="53588" creationId="{B71B6A50-F65E-8514-4148-DD6E946A2357}"/>
          </ac:spMkLst>
        </pc:spChg>
        <pc:spChg chg="add mod">
          <ac:chgData name="" userId="" providerId="" clId="Web-{FE88BFAB-8EDB-43ED-8344-B2D9CB14AB84}" dt="2026-10-23T12:51:42.333" v="11" actId="34807"/>
          <ac:spMkLst>
            <pc:docMk/>
            <pc:sldMk cId="1283465664" sldId="12557"/>
            <ac:spMk id="53602" creationId="{11DFDE8C-9244-6155-0998-FA800A7674EE}"/>
          </ac:spMkLst>
        </pc:spChg>
        <pc:spChg chg="add mod">
          <ac:chgData name="" userId="" providerId="" clId="Web-{FE88BFAB-8EDB-43ED-8344-B2D9CB14AB84}" dt="2026-10-23T12:51:42.333" v="11" actId="34807"/>
          <ac:spMkLst>
            <pc:docMk/>
            <pc:sldMk cId="1283465664" sldId="12557"/>
            <ac:spMk id="53687" creationId="{FCA22C39-ECC0-C7E0-B718-6AE816ECC64C}"/>
          </ac:spMkLst>
        </pc:spChg>
        <pc:spChg chg="add mod">
          <ac:chgData name="" userId="" providerId="" clId="Web-{FE88BFAB-8EDB-43ED-8344-B2D9CB14AB84}" dt="2026-10-23T12:51:42.333" v="11" actId="34807"/>
          <ac:spMkLst>
            <pc:docMk/>
            <pc:sldMk cId="1283465664" sldId="12557"/>
            <ac:spMk id="53797" creationId="{44A4B5C6-2FA3-1B5A-4211-C1E37576AA3E}"/>
          </ac:spMkLst>
        </pc:spChg>
        <pc:spChg chg="add mod">
          <ac:chgData name="" userId="" providerId="" clId="Web-{FE88BFAB-8EDB-43ED-8344-B2D9CB14AB84}" dt="2026-10-23T12:51:42.333" v="11" actId="34807"/>
          <ac:spMkLst>
            <pc:docMk/>
            <pc:sldMk cId="1283465664" sldId="12557"/>
            <ac:spMk id="53962" creationId="{338D9D23-D4BE-CC93-C48D-33634317A409}"/>
          </ac:spMkLst>
        </pc:spChg>
        <pc:spChg chg="add mod">
          <ac:chgData name="" userId="" providerId="" clId="Web-{FE88BFAB-8EDB-43ED-8344-B2D9CB14AB84}" dt="2026-10-23T12:51:42.333" v="11" actId="34807"/>
          <ac:spMkLst>
            <pc:docMk/>
            <pc:sldMk cId="1283465664" sldId="12557"/>
            <ac:spMk id="53993" creationId="{74DF1E51-1911-6B7C-DE23-1695A7A14FDE}"/>
          </ac:spMkLst>
        </pc:spChg>
        <pc:spChg chg="add mod">
          <ac:chgData name="" userId="" providerId="" clId="Web-{FE88BFAB-8EDB-43ED-8344-B2D9CB14AB84}" dt="2026-10-23T12:51:42.333" v="11" actId="34807"/>
          <ac:spMkLst>
            <pc:docMk/>
            <pc:sldMk cId="1283465664" sldId="12557"/>
            <ac:spMk id="54127" creationId="{3ED9B94D-48BC-4372-788A-CAD6CA0607F6}"/>
          </ac:spMkLst>
        </pc:spChg>
        <pc:spChg chg="add mod">
          <ac:chgData name="" userId="" providerId="" clId="Web-{FE88BFAB-8EDB-43ED-8344-B2D9CB14AB84}" dt="2026-10-23T12:51:42.333" v="11" actId="34807"/>
          <ac:spMkLst>
            <pc:docMk/>
            <pc:sldMk cId="1283465664" sldId="12557"/>
            <ac:spMk id="54277" creationId="{5C4AC56C-39A0-2B4B-06C2-B4147A2CC2DB}"/>
          </ac:spMkLst>
        </pc:spChg>
        <pc:spChg chg="add mod">
          <ac:chgData name="" userId="" providerId="" clId="Web-{FE88BFAB-8EDB-43ED-8344-B2D9CB14AB84}" dt="2026-10-23T12:51:42.333" v="11" actId="34807"/>
          <ac:spMkLst>
            <pc:docMk/>
            <pc:sldMk cId="1283465664" sldId="12557"/>
            <ac:spMk id="54722" creationId="{7750BDBD-A1B5-4987-5915-D9D4A09ECA46}"/>
          </ac:spMkLst>
        </pc:spChg>
      </pc:sldChg>
      <pc:sldChg chg="modSp">
        <pc:chgData name="" userId="" providerId="" clId="Web-{FE88BFAB-8EDB-43ED-8344-B2D9CB14AB84}" dt="2026-10-23T12:48:41.358" v="9" actId="34807"/>
        <pc:sldMkLst>
          <pc:docMk/>
          <pc:sldMk cId="1328341611" sldId="12769"/>
        </pc:sldMkLst>
        <pc:spChg chg="mod">
          <ac:chgData name="" userId="" providerId="" clId="Web-{FE88BFAB-8EDB-43ED-8344-B2D9CB14AB84}" dt="2026-10-23T12:48:41.358" v="9" actId="34807"/>
          <ac:spMkLst>
            <pc:docMk/>
            <pc:sldMk cId="1328341611" sldId="12769"/>
            <ac:spMk id="38094" creationId="{659A76C1-B94E-B2EA-D19A-E60EB6C25520}"/>
          </ac:spMkLst>
        </pc:spChg>
        <pc:spChg chg="mod">
          <ac:chgData name="" userId="" providerId="" clId="Web-{FE88BFAB-8EDB-43ED-8344-B2D9CB14AB84}" dt="2026-10-23T12:48:41.358" v="9" actId="34807"/>
          <ac:spMkLst>
            <pc:docMk/>
            <pc:sldMk cId="1328341611" sldId="12769"/>
            <ac:spMk id="38157" creationId="{212780D9-7F25-180E-3AB5-BC624208FB9C}"/>
          </ac:spMkLst>
        </pc:spChg>
        <pc:spChg chg="mod">
          <ac:chgData name="" userId="" providerId="" clId="Web-{FE88BFAB-8EDB-43ED-8344-B2D9CB14AB84}" dt="2026-10-23T12:48:41.358" v="9" actId="34807"/>
          <ac:spMkLst>
            <pc:docMk/>
            <pc:sldMk cId="1328341611" sldId="12769"/>
            <ac:spMk id="38204" creationId="{4623CE09-3EC5-66BA-D099-BA5F7D5D0226}"/>
          </ac:spMkLst>
        </pc:spChg>
        <pc:spChg chg="mod">
          <ac:chgData name="" userId="" providerId="" clId="Web-{FE88BFAB-8EDB-43ED-8344-B2D9CB14AB84}" dt="2026-10-23T12:48:41.358" v="9" actId="34807"/>
          <ac:spMkLst>
            <pc:docMk/>
            <pc:sldMk cId="1328341611" sldId="12769"/>
            <ac:spMk id="38255" creationId="{E77DD0AA-F9FE-0B41-BB6C-503488FCDE05}"/>
          </ac:spMkLst>
        </pc:spChg>
        <pc:spChg chg="mod">
          <ac:chgData name="" userId="" providerId="" clId="Web-{FE88BFAB-8EDB-43ED-8344-B2D9CB14AB84}" dt="2026-10-23T12:48:41.358" v="9" actId="34807"/>
          <ac:spMkLst>
            <pc:docMk/>
            <pc:sldMk cId="1328341611" sldId="12769"/>
            <ac:spMk id="38534" creationId="{B368BD22-9908-7A9D-86E3-0955C7C5657E}"/>
          </ac:spMkLst>
        </pc:spChg>
        <pc:spChg chg="mod">
          <ac:chgData name="" userId="" providerId="" clId="Web-{FE88BFAB-8EDB-43ED-8344-B2D9CB14AB84}" dt="2026-10-23T12:48:41.358" v="9" actId="34807"/>
          <ac:spMkLst>
            <pc:docMk/>
            <pc:sldMk cId="1328341611" sldId="12769"/>
            <ac:spMk id="38570" creationId="{C2808529-EE22-175E-C839-4EC81E165A2C}"/>
          </ac:spMkLst>
        </pc:spChg>
      </pc:sldChg>
      <pc:sldChg chg="modSp">
        <pc:chgData name="" userId="" providerId="" clId="Web-{FE88BFAB-8EDB-43ED-8344-B2D9CB14AB84}" dt="2026-10-23T12:48:41.358" v="9" actId="34807"/>
        <pc:sldMkLst>
          <pc:docMk/>
          <pc:sldMk cId="2377474207" sldId="12982"/>
        </pc:sldMkLst>
        <pc:spChg chg="mod">
          <ac:chgData name="" userId="" providerId="" clId="Web-{FE88BFAB-8EDB-43ED-8344-B2D9CB14AB84}" dt="2026-10-23T12:48:41.358" v="9" actId="34807"/>
          <ac:spMkLst>
            <pc:docMk/>
            <pc:sldMk cId="2377474207" sldId="12982"/>
            <ac:spMk id="38921" creationId="{D6983635-DE8C-04FA-96B9-5C5A69F9BB19}"/>
          </ac:spMkLst>
        </pc:spChg>
        <pc:spChg chg="mod">
          <ac:chgData name="" userId="" providerId="" clId="Web-{FE88BFAB-8EDB-43ED-8344-B2D9CB14AB84}" dt="2026-10-23T12:48:41.358" v="9" actId="34807"/>
          <ac:spMkLst>
            <pc:docMk/>
            <pc:sldMk cId="2377474207" sldId="12982"/>
            <ac:spMk id="39008" creationId="{CC14C451-F772-0720-C4DC-97954C3ED13E}"/>
          </ac:spMkLst>
        </pc:spChg>
        <pc:spChg chg="mod">
          <ac:chgData name="" userId="" providerId="" clId="Web-{FE88BFAB-8EDB-43ED-8344-B2D9CB14AB84}" dt="2026-10-23T12:48:41.358" v="9" actId="34807"/>
          <ac:spMkLst>
            <pc:docMk/>
            <pc:sldMk cId="2377474207" sldId="12982"/>
            <ac:spMk id="39086" creationId="{8F57B887-47E0-8189-CFEB-7F189BBA71BE}"/>
          </ac:spMkLst>
        </pc:spChg>
        <pc:spChg chg="mod">
          <ac:chgData name="" userId="" providerId="" clId="Web-{FE88BFAB-8EDB-43ED-8344-B2D9CB14AB84}" dt="2026-10-23T12:48:41.358" v="9" actId="34807"/>
          <ac:spMkLst>
            <pc:docMk/>
            <pc:sldMk cId="2377474207" sldId="12982"/>
            <ac:spMk id="39180" creationId="{E5978440-1DF0-8671-7EFE-3CEF4EC8E6EE}"/>
          </ac:spMkLst>
        </pc:spChg>
        <pc:spChg chg="mod">
          <ac:chgData name="" userId="" providerId="" clId="Web-{FE88BFAB-8EDB-43ED-8344-B2D9CB14AB84}" dt="2026-10-23T12:48:41.358" v="9" actId="34807"/>
          <ac:spMkLst>
            <pc:docMk/>
            <pc:sldMk cId="2377474207" sldId="12982"/>
            <ac:spMk id="39290" creationId="{7B306E36-C61C-A260-9FD9-A0092154F041}"/>
          </ac:spMkLst>
        </pc:spChg>
        <pc:spChg chg="mod">
          <ac:chgData name="" userId="" providerId="" clId="Web-{FE88BFAB-8EDB-43ED-8344-B2D9CB14AB84}" dt="2026-10-23T12:48:41.358" v="9" actId="34807"/>
          <ac:spMkLst>
            <pc:docMk/>
            <pc:sldMk cId="2377474207" sldId="12982"/>
            <ac:spMk id="39416" creationId="{E50B9EB3-9030-BE21-733A-0107CAEE83AA}"/>
          </ac:spMkLst>
        </pc:spChg>
      </pc:sldChg>
      <pc:sldChg chg="modSp">
        <pc:chgData name="" userId="" providerId="" clId="Web-{FE88BFAB-8EDB-43ED-8344-B2D9CB14AB84}" dt="2026-10-23T12:48:41.358" v="9" actId="34807"/>
        <pc:sldMkLst>
          <pc:docMk/>
          <pc:sldMk cId="3162528261" sldId="13411"/>
        </pc:sldMkLst>
        <pc:spChg chg="mod">
          <ac:chgData name="" userId="" providerId="" clId="Web-{FE88BFAB-8EDB-43ED-8344-B2D9CB14AB84}" dt="2026-10-23T12:48:41.358" v="9" actId="34807"/>
          <ac:spMkLst>
            <pc:docMk/>
            <pc:sldMk cId="3162528261" sldId="13411"/>
            <ac:spMk id="51290" creationId="{CBDB6923-636E-0C0E-3A9E-DF3C76FDFC45}"/>
          </ac:spMkLst>
        </pc:spChg>
        <pc:spChg chg="mod">
          <ac:chgData name="" userId="" providerId="" clId="Web-{FE88BFAB-8EDB-43ED-8344-B2D9CB14AB84}" dt="2026-10-23T12:48:41.358" v="9" actId="34807"/>
          <ac:spMkLst>
            <pc:docMk/>
            <pc:sldMk cId="3162528261" sldId="13411"/>
            <ac:spMk id="51400" creationId="{D2C13354-B900-9890-AAFE-E2947D596556}"/>
          </ac:spMkLst>
        </pc:spChg>
        <pc:spChg chg="mod">
          <ac:chgData name="" userId="" providerId="" clId="Web-{FE88BFAB-8EDB-43ED-8344-B2D9CB14AB84}" dt="2026-10-23T12:48:41.358" v="9" actId="34807"/>
          <ac:spMkLst>
            <pc:docMk/>
            <pc:sldMk cId="3162528261" sldId="13411"/>
            <ac:spMk id="51535" creationId="{3072DA4E-C880-914D-E816-C1C7FB46449F}"/>
          </ac:spMkLst>
        </pc:spChg>
        <pc:spChg chg="mod">
          <ac:chgData name="" userId="" providerId="" clId="Web-{FE88BFAB-8EDB-43ED-8344-B2D9CB14AB84}" dt="2026-10-23T12:48:41.358" v="9" actId="34807"/>
          <ac:spMkLst>
            <pc:docMk/>
            <pc:sldMk cId="3162528261" sldId="13411"/>
            <ac:spMk id="51596" creationId="{699DBC8C-E61D-1220-5048-A817A664C091}"/>
          </ac:spMkLst>
        </pc:spChg>
        <pc:spChg chg="mod">
          <ac:chgData name="" userId="" providerId="" clId="Web-{FE88BFAB-8EDB-43ED-8344-B2D9CB14AB84}" dt="2026-10-23T12:48:41.358" v="9" actId="34807"/>
          <ac:spMkLst>
            <pc:docMk/>
            <pc:sldMk cId="3162528261" sldId="13411"/>
            <ac:spMk id="51661" creationId="{8FA3D289-78B3-20B7-9E9F-C1CF422F453A}"/>
          </ac:spMkLst>
        </pc:spChg>
        <pc:picChg chg="mod">
          <ac:chgData name="" userId="" providerId="" clId="Web-{FE88BFAB-8EDB-43ED-8344-B2D9CB14AB84}" dt="2026-10-23T12:48:41.358" v="9" actId="34807"/>
          <ac:picMkLst>
            <pc:docMk/>
            <pc:sldMk cId="3162528261" sldId="13411"/>
            <ac:picMk id="52587" creationId="{E8990BE4-A66F-401D-F3E6-A0A2FC618BC2}"/>
          </ac:picMkLst>
        </pc:picChg>
        <pc:picChg chg="mod">
          <ac:chgData name="" userId="" providerId="" clId="Web-{FE88BFAB-8EDB-43ED-8344-B2D9CB14AB84}" dt="2026-10-23T12:48:41.358" v="9" actId="34807"/>
          <ac:picMkLst>
            <pc:docMk/>
            <pc:sldMk cId="3162528261" sldId="13411"/>
            <ac:picMk id="52588" creationId="{1F551BDE-1755-DC5F-B8F6-44CE6B30E930}"/>
          </ac:picMkLst>
        </pc:picChg>
      </pc:sldChg>
      <pc:sldChg chg="modSp">
        <pc:chgData name="" userId="" providerId="" clId="Web-{FE88BFAB-8EDB-43ED-8344-B2D9CB14AB84}" dt="2026-10-23T12:51:30.207" v="10" actId="34807"/>
        <pc:sldMkLst>
          <pc:docMk/>
          <pc:sldMk cId="2661767293" sldId="13627"/>
        </pc:sldMkLst>
        <pc:spChg chg="mod">
          <ac:chgData name="" userId="" providerId="" clId="Web-{FE88BFAB-8EDB-43ED-8344-B2D9CB14AB84}" dt="2026-10-23T12:51:30.207" v="10" actId="34807"/>
          <ac:spMkLst>
            <pc:docMk/>
            <pc:sldMk cId="2661767293" sldId="13627"/>
            <ac:spMk id="52889" creationId="{782F9A13-7632-0610-549A-3896617503DC}"/>
          </ac:spMkLst>
        </pc:spChg>
      </pc:sldChg>
    </pc:docChg>
  </pc:docChgLst>
  <pc:docChgLst>
    <pc:chgData name="Juan Manuel Servera Bondroit" userId="S::juanserv@microsoft.com::0495d4c8-905e-4096-beaa-e1d4e24f9049" providerId="AD" clId="Web-{52E5A2EB-913C-4389-A115-830EC3510622}"/>
    <pc:docChg chg="mod modMainMaster">
      <pc:chgData name="Juan Manuel Servera Bondroit" userId="S::juanserv@microsoft.com::0495d4c8-905e-4096-beaa-e1d4e24f9049" providerId="AD" clId="Web-{52E5A2EB-913C-4389-A115-830EC3510622}" dt="2026-10-23T09:03:21.807" v="1" actId="33475"/>
      <pc:docMkLst>
        <pc:docMk/>
      </pc:docMkLst>
      <pc:sldMasterChg chg="addSp">
        <pc:chgData name="Juan Manuel Servera Bondroit" userId="S::juanserv@microsoft.com::0495d4c8-905e-4096-beaa-e1d4e24f9049" providerId="AD" clId="Web-{52E5A2EB-913C-4389-A115-830EC3510622}" dt="2026-10-23T09:03:21.807" v="0" actId="33475"/>
        <pc:sldMasterMkLst>
          <pc:docMk/>
          <pc:sldMasterMk cId="2209977519" sldId="2147483648"/>
        </pc:sldMasterMkLst>
        <pc:spChg chg="add">
          <ac:chgData name="Juan Manuel Servera Bondroit" userId="S::juanserv@microsoft.com::0495d4c8-905e-4096-beaa-e1d4e24f9049" providerId="AD" clId="Web-{52E5A2EB-913C-4389-A115-830EC3510622}" dt="2026-10-23T09:03:21.807" v="0" actId="33475"/>
          <ac:spMkLst>
            <pc:docMk/>
            <pc:sldMasterMk cId="2209977519" sldId="2147483648"/>
            <ac:spMk id="8" creationId="{B7679F68-5AA6-388E-1CC7-C4126D92BBE2}"/>
          </ac:spMkLst>
        </pc:spChg>
      </pc:sldMasterChg>
    </pc:docChg>
  </pc:docChgLst>
  <pc:docChgLst>
    <pc:chgData name="Juan Manuel Servera Bondroit" userId="0495d4c8-905e-4096-beaa-e1d4e24f9049" providerId="ADAL" clId="{03E69A3B-A7F4-4D9A-A98C-DFDECEE4CFE3}"/>
    <pc:docChg chg="mod modMainMaster">
      <pc:chgData name="Juan Manuel Servera Bondroit" userId="0495d4c8-905e-4096-beaa-e1d4e24f9049" providerId="ADAL" clId="{03E69A3B-A7F4-4D9A-A98C-DFDECEE4CFE3}" dt="2026-10-23T20:10:59.595" v="1" actId="33475"/>
      <pc:docMkLst>
        <pc:docMk/>
      </pc:docMkLst>
      <pc:sldMasterChg chg="delSp mod">
        <pc:chgData name="Juan Manuel Servera Bondroit" userId="0495d4c8-905e-4096-beaa-e1d4e24f9049" providerId="ADAL" clId="{03E69A3B-A7F4-4D9A-A98C-DFDECEE4CFE3}" dt="2026-10-23T20:10:59.586" v="0" actId="33475"/>
        <pc:sldMasterMkLst>
          <pc:docMk/>
          <pc:sldMasterMk cId="2209977519" sldId="2147483648"/>
        </pc:sldMasterMkLst>
        <pc:spChg chg="del">
          <ac:chgData name="Juan Manuel Servera Bondroit" userId="0495d4c8-905e-4096-beaa-e1d4e24f9049" providerId="ADAL" clId="{03E69A3B-A7F4-4D9A-A98C-DFDECEE4CFE3}" dt="2026-10-23T20:10:59.586" v="0" actId="33475"/>
          <ac:spMkLst>
            <pc:docMk/>
            <pc:sldMasterMk cId="2209977519" sldId="2147483648"/>
            <ac:spMk id="8" creationId="{B7679F68-5AA6-388E-1CC7-C4126D92BBE2}"/>
          </ac:spMkLst>
        </pc:spChg>
      </pc:sldMasterChg>
    </pc:docChg>
  </pc:docChgLst>
  <pc:docChgLst>
    <pc:chgData clId="Web-{1E0402AF-1A04-4AD8-BFCB-786A163939CF}"/>
    <pc:docChg chg="mod addSld modSld modMainMaster addSection setSldSz">
      <pc:chgData name="" userId="" providerId="" clId="Web-{1E0402AF-1A04-4AD8-BFCB-786A163939CF}" dt="2026-10-23T08:51:09.870" v="8" actId="34807"/>
      <pc:docMkLst>
        <pc:docMk/>
      </pc:docMkLst>
      <pc:sldChg chg="addSp modSp mod setBg modNotesTx">
        <pc:chgData name="" userId="" providerId="" clId="Web-{1E0402AF-1A04-4AD8-BFCB-786A163939CF}" dt="2026-10-23T08:50:54.275" v="6" actId="34807"/>
        <pc:sldMkLst>
          <pc:docMk/>
          <pc:sldMk cId="0" sldId="256"/>
        </pc:sldMkLst>
        <pc:spChg chg="add mod">
          <ac:chgData name="" userId="" providerId="" clId="Web-{1E0402AF-1A04-4AD8-BFCB-786A163939CF}" dt="2026-10-23T08:50:21.476" v="1" actId="34807"/>
          <ac:spMkLst>
            <pc:docMk/>
            <pc:sldMk cId="0" sldId="256"/>
            <ac:spMk id="2" creationId="{09308852-7A9E-D596-3D08-255BE1FB28AC}"/>
          </ac:spMkLst>
        </pc:spChg>
        <pc:spChg chg="add mod">
          <ac:chgData name="" userId="" providerId="" clId="Web-{1E0402AF-1A04-4AD8-BFCB-786A163939CF}" dt="2026-10-23T08:50:21.476" v="1" actId="34807"/>
          <ac:spMkLst>
            <pc:docMk/>
            <pc:sldMk cId="0" sldId="256"/>
            <ac:spMk id="4" creationId="{56D32894-AF3E-710A-E8F4-D110646E1A91}"/>
          </ac:spMkLst>
        </pc:spChg>
        <pc:spChg chg="add mod">
          <ac:chgData name="" userId="" providerId="" clId="Web-{1E0402AF-1A04-4AD8-BFCB-786A163939CF}" dt="2026-10-23T08:50:21.476" v="1" actId="34807"/>
          <ac:spMkLst>
            <pc:docMk/>
            <pc:sldMk cId="0" sldId="256"/>
            <ac:spMk id="7" creationId="{E2B501C4-D0AB-37B3-ECF6-9532691B768A}"/>
          </ac:spMkLst>
        </pc:spChg>
        <pc:spChg chg="add mod">
          <ac:chgData name="" userId="" providerId="" clId="Web-{1E0402AF-1A04-4AD8-BFCB-786A163939CF}" dt="2026-10-23T08:50:21.476" v="1" actId="34807"/>
          <ac:spMkLst>
            <pc:docMk/>
            <pc:sldMk cId="0" sldId="256"/>
            <ac:spMk id="11" creationId="{F556F65E-DC15-C861-1F7E-1A03BC790BAD}"/>
          </ac:spMkLst>
        </pc:spChg>
        <pc:spChg chg="add mod">
          <ac:chgData name="" userId="" providerId="" clId="Web-{1E0402AF-1A04-4AD8-BFCB-786A163939CF}" dt="2026-10-23T08:50:21.476" v="1" actId="34807"/>
          <ac:spMkLst>
            <pc:docMk/>
            <pc:sldMk cId="0" sldId="256"/>
            <ac:spMk id="16" creationId="{90FE683B-3E7D-8272-1660-A6882496DF97}"/>
          </ac:spMkLst>
        </pc:spChg>
        <pc:spChg chg="add mod">
          <ac:chgData name="" userId="" providerId="" clId="Web-{1E0402AF-1A04-4AD8-BFCB-786A163939CF}" dt="2026-10-23T08:50:21.476" v="1" actId="34807"/>
          <ac:spMkLst>
            <pc:docMk/>
            <pc:sldMk cId="0" sldId="256"/>
            <ac:spMk id="22" creationId="{F8B0DA22-DBB0-FE76-48B5-95DAD8588B6D}"/>
          </ac:spMkLst>
        </pc:spChg>
        <pc:spChg chg="add mod">
          <ac:chgData name="" userId="" providerId="" clId="Web-{1E0402AF-1A04-4AD8-BFCB-786A163939CF}" dt="2026-10-23T08:50:21.476" v="1" actId="34807"/>
          <ac:spMkLst>
            <pc:docMk/>
            <pc:sldMk cId="0" sldId="256"/>
            <ac:spMk id="29" creationId="{43209086-C71E-2E08-F1D3-BD4598C395D7}"/>
          </ac:spMkLst>
        </pc:spChg>
      </pc:sldChg>
      <pc:sldChg chg="addSp modSp add mod setBg modNotesTx">
        <pc:chgData name="" userId="" providerId="" clId="Web-{1E0402AF-1A04-4AD8-BFCB-786A163939CF}" dt="2026-10-23T08:51:05.120" v="7" actId="34807"/>
        <pc:sldMkLst>
          <pc:docMk/>
          <pc:sldMk cId="2946708342" sldId="457"/>
        </pc:sldMkLst>
        <pc:spChg chg="add mod">
          <ac:chgData name="" userId="" providerId="" clId="Web-{1E0402AF-1A04-4AD8-BFCB-786A163939CF}" dt="2026-10-23T08:51:05.120" v="7" actId="34807"/>
          <ac:spMkLst>
            <pc:docMk/>
            <pc:sldMk cId="2946708342" sldId="457"/>
            <ac:spMk id="30" creationId="{6140D2B5-CEBA-52B1-B9C7-DEA7EC5B055F}"/>
          </ac:spMkLst>
        </pc:spChg>
        <pc:spChg chg="add mod">
          <ac:chgData name="" userId="" providerId="" clId="Web-{1E0402AF-1A04-4AD8-BFCB-786A163939CF}" dt="2026-10-23T08:51:05.120" v="7" actId="34807"/>
          <ac:spMkLst>
            <pc:docMk/>
            <pc:sldMk cId="2946708342" sldId="457"/>
            <ac:spMk id="32" creationId="{08E9FE46-7349-A6C5-B740-CA962C7A2CDB}"/>
          </ac:spMkLst>
        </pc:spChg>
        <pc:spChg chg="add mod">
          <ac:chgData name="" userId="" providerId="" clId="Web-{1E0402AF-1A04-4AD8-BFCB-786A163939CF}" dt="2026-10-23T08:51:05.120" v="7" actId="34807"/>
          <ac:spMkLst>
            <pc:docMk/>
            <pc:sldMk cId="2946708342" sldId="457"/>
            <ac:spMk id="35" creationId="{D6B7DBCF-813C-2601-426D-81BFE96C6AEE}"/>
          </ac:spMkLst>
        </pc:spChg>
        <pc:spChg chg="add mod">
          <ac:chgData name="" userId="" providerId="" clId="Web-{1E0402AF-1A04-4AD8-BFCB-786A163939CF}" dt="2026-10-23T08:51:05.120" v="7" actId="34807"/>
          <ac:spMkLst>
            <pc:docMk/>
            <pc:sldMk cId="2946708342" sldId="457"/>
            <ac:spMk id="39" creationId="{F12BF4C3-7995-E9F1-9DBB-ED1A98CBCC64}"/>
          </ac:spMkLst>
        </pc:spChg>
      </pc:sldChg>
      <pc:sldChg chg="addSp modSp add mod setBg modNotesTx">
        <pc:chgData name="" userId="" providerId="" clId="Web-{1E0402AF-1A04-4AD8-BFCB-786A163939CF}" dt="2026-10-23T08:51:05.120" v="7" actId="34807"/>
        <pc:sldMkLst>
          <pc:docMk/>
          <pc:sldMk cId="3281521090" sldId="659"/>
        </pc:sldMkLst>
        <pc:spChg chg="add mod">
          <ac:chgData name="" userId="" providerId="" clId="Web-{1E0402AF-1A04-4AD8-BFCB-786A163939CF}" dt="2026-10-23T08:51:05.120" v="7" actId="34807"/>
          <ac:spMkLst>
            <pc:docMk/>
            <pc:sldMk cId="3281521090" sldId="659"/>
            <ac:spMk id="44" creationId="{2DED096F-E3BC-877E-247B-7D53FF564C15}"/>
          </ac:spMkLst>
        </pc:spChg>
        <pc:spChg chg="add mod">
          <ac:chgData name="" userId="" providerId="" clId="Web-{1E0402AF-1A04-4AD8-BFCB-786A163939CF}" dt="2026-10-23T08:51:05.120" v="7" actId="34807"/>
          <ac:spMkLst>
            <pc:docMk/>
            <pc:sldMk cId="3281521090" sldId="659"/>
            <ac:spMk id="50" creationId="{BA0E4838-014B-3618-823B-F3C3B745D271}"/>
          </ac:spMkLst>
        </pc:spChg>
        <pc:spChg chg="add mod">
          <ac:chgData name="" userId="" providerId="" clId="Web-{1E0402AF-1A04-4AD8-BFCB-786A163939CF}" dt="2026-10-23T08:51:05.120" v="7" actId="34807"/>
          <ac:spMkLst>
            <pc:docMk/>
            <pc:sldMk cId="3281521090" sldId="659"/>
            <ac:spMk id="57" creationId="{F014E46A-4941-AA6D-8BBB-7182536AB7CF}"/>
          </ac:spMkLst>
        </pc:spChg>
        <pc:spChg chg="add mod">
          <ac:chgData name="" userId="" providerId="" clId="Web-{1E0402AF-1A04-4AD8-BFCB-786A163939CF}" dt="2026-10-23T08:51:05.120" v="7" actId="34807"/>
          <ac:spMkLst>
            <pc:docMk/>
            <pc:sldMk cId="3281521090" sldId="659"/>
            <ac:spMk id="65" creationId="{E06FAD45-CB10-5194-F9B3-805BD2EE82AB}"/>
          </ac:spMkLst>
        </pc:spChg>
      </pc:sldChg>
      <pc:sldChg chg="addSp modSp add mod setBg modNotesTx">
        <pc:chgData name="" userId="" providerId="" clId="Web-{1E0402AF-1A04-4AD8-BFCB-786A163939CF}" dt="2026-10-23T08:51:05.120" v="7" actId="34807"/>
        <pc:sldMkLst>
          <pc:docMk/>
          <pc:sldMk cId="2238303342" sldId="862"/>
        </pc:sldMkLst>
        <pc:spChg chg="add mod">
          <ac:chgData name="" userId="" providerId="" clId="Web-{1E0402AF-1A04-4AD8-BFCB-786A163939CF}" dt="2026-10-23T08:51:05.120" v="7" actId="34807"/>
          <ac:spMkLst>
            <pc:docMk/>
            <pc:sldMk cId="2238303342" sldId="862"/>
            <ac:spMk id="74" creationId="{3E57BD8F-059B-DD77-7363-BC4351652B9F}"/>
          </ac:spMkLst>
        </pc:spChg>
        <pc:spChg chg="add mod">
          <ac:chgData name="" userId="" providerId="" clId="Web-{1E0402AF-1A04-4AD8-BFCB-786A163939CF}" dt="2026-10-23T08:51:05.120" v="7" actId="34807"/>
          <ac:spMkLst>
            <pc:docMk/>
            <pc:sldMk cId="2238303342" sldId="862"/>
            <ac:spMk id="84" creationId="{0871BB80-9EDB-14DA-6E5B-6E55C4B85378}"/>
          </ac:spMkLst>
        </pc:spChg>
        <pc:spChg chg="add mod">
          <ac:chgData name="" userId="" providerId="" clId="Web-{1E0402AF-1A04-4AD8-BFCB-786A163939CF}" dt="2026-10-23T08:51:05.120" v="7" actId="34807"/>
          <ac:spMkLst>
            <pc:docMk/>
            <pc:sldMk cId="2238303342" sldId="862"/>
            <ac:spMk id="95" creationId="{C9713D0C-8CF5-58FD-96CC-520EDB105F45}"/>
          </ac:spMkLst>
        </pc:spChg>
        <pc:spChg chg="add mod">
          <ac:chgData name="" userId="" providerId="" clId="Web-{1E0402AF-1A04-4AD8-BFCB-786A163939CF}" dt="2026-10-23T08:51:05.120" v="7" actId="34807"/>
          <ac:spMkLst>
            <pc:docMk/>
            <pc:sldMk cId="2238303342" sldId="862"/>
            <ac:spMk id="107" creationId="{77D14A99-24C2-87D0-F4DA-C6C85C6CFDAA}"/>
          </ac:spMkLst>
        </pc:spChg>
      </pc:sldChg>
      <pc:sldChg chg="addSp modSp add mod setBg modNotesTx">
        <pc:chgData name="" userId="" providerId="" clId="Web-{1E0402AF-1A04-4AD8-BFCB-786A163939CF}" dt="2026-10-23T08:51:05.120" v="7" actId="34807"/>
        <pc:sldMkLst>
          <pc:docMk/>
          <pc:sldMk cId="313053978" sldId="1066"/>
        </pc:sldMkLst>
        <pc:spChg chg="add mod">
          <ac:chgData name="" userId="" providerId="" clId="Web-{1E0402AF-1A04-4AD8-BFCB-786A163939CF}" dt="2026-10-23T08:51:05.120" v="7" actId="34807"/>
          <ac:spMkLst>
            <pc:docMk/>
            <pc:sldMk cId="313053978" sldId="1066"/>
            <ac:spMk id="120" creationId="{9EF6594E-E45D-E45F-2619-95492AEA85ED}"/>
          </ac:spMkLst>
        </pc:spChg>
        <pc:spChg chg="add mod">
          <ac:chgData name="" userId="" providerId="" clId="Web-{1E0402AF-1A04-4AD8-BFCB-786A163939CF}" dt="2026-10-23T08:51:05.120" v="7" actId="34807"/>
          <ac:spMkLst>
            <pc:docMk/>
            <pc:sldMk cId="313053978" sldId="1066"/>
            <ac:spMk id="134" creationId="{21EB3C70-0BC6-A932-A228-40F9E42507DB}"/>
          </ac:spMkLst>
        </pc:spChg>
        <pc:spChg chg="add mod">
          <ac:chgData name="" userId="" providerId="" clId="Web-{1E0402AF-1A04-4AD8-BFCB-786A163939CF}" dt="2026-10-23T08:51:05.120" v="7" actId="34807"/>
          <ac:spMkLst>
            <pc:docMk/>
            <pc:sldMk cId="313053978" sldId="1066"/>
            <ac:spMk id="149" creationId="{322D059E-576E-9375-5CDA-4A223C35F78D}"/>
          </ac:spMkLst>
        </pc:spChg>
        <pc:spChg chg="add mod">
          <ac:chgData name="" userId="" providerId="" clId="Web-{1E0402AF-1A04-4AD8-BFCB-786A163939CF}" dt="2026-10-23T08:51:05.120" v="7" actId="34807"/>
          <ac:spMkLst>
            <pc:docMk/>
            <pc:sldMk cId="313053978" sldId="1066"/>
            <ac:spMk id="165" creationId="{303BD591-55BF-E575-8383-C56422E4BEE9}"/>
          </ac:spMkLst>
        </pc:spChg>
      </pc:sldChg>
      <pc:sldChg chg="addSp modSp add mod setBg modNotesTx">
        <pc:chgData name="" userId="" providerId="" clId="Web-{1E0402AF-1A04-4AD8-BFCB-786A163939CF}" dt="2026-10-23T08:51:05.120" v="7" actId="34807"/>
        <pc:sldMkLst>
          <pc:docMk/>
          <pc:sldMk cId="2321964649" sldId="1271"/>
        </pc:sldMkLst>
        <pc:spChg chg="add mod">
          <ac:chgData name="" userId="" providerId="" clId="Web-{1E0402AF-1A04-4AD8-BFCB-786A163939CF}" dt="2026-10-23T08:51:05.120" v="7" actId="34807"/>
          <ac:spMkLst>
            <pc:docMk/>
            <pc:sldMk cId="2321964649" sldId="1271"/>
            <ac:spMk id="182" creationId="{8713BFB6-959D-93AA-B23E-B048E2182E68}"/>
          </ac:spMkLst>
        </pc:spChg>
        <pc:spChg chg="add mod">
          <ac:chgData name="" userId="" providerId="" clId="Web-{1E0402AF-1A04-4AD8-BFCB-786A163939CF}" dt="2026-10-23T08:51:05.120" v="7" actId="34807"/>
          <ac:spMkLst>
            <pc:docMk/>
            <pc:sldMk cId="2321964649" sldId="1271"/>
            <ac:spMk id="200" creationId="{68A1A245-8EE4-022F-24AD-15DE360FAF5F}"/>
          </ac:spMkLst>
        </pc:spChg>
        <pc:spChg chg="add mod">
          <ac:chgData name="" userId="" providerId="" clId="Web-{1E0402AF-1A04-4AD8-BFCB-786A163939CF}" dt="2026-10-23T08:51:05.120" v="7" actId="34807"/>
          <ac:spMkLst>
            <pc:docMk/>
            <pc:sldMk cId="2321964649" sldId="1271"/>
            <ac:spMk id="219" creationId="{818D8A4E-FE43-D0D9-3946-67C3420B792F}"/>
          </ac:spMkLst>
        </pc:spChg>
        <pc:spChg chg="add mod">
          <ac:chgData name="" userId="" providerId="" clId="Web-{1E0402AF-1A04-4AD8-BFCB-786A163939CF}" dt="2026-10-23T08:51:05.120" v="7" actId="34807"/>
          <ac:spMkLst>
            <pc:docMk/>
            <pc:sldMk cId="2321964649" sldId="1271"/>
            <ac:spMk id="239" creationId="{7965950C-3999-3B0A-6713-F79FC6E334C8}"/>
          </ac:spMkLst>
        </pc:spChg>
      </pc:sldChg>
      <pc:sldChg chg="addSp modSp add mod setBg modNotesTx">
        <pc:chgData name="" userId="" providerId="" clId="Web-{1E0402AF-1A04-4AD8-BFCB-786A163939CF}" dt="2026-10-23T08:51:05.120" v="7" actId="34807"/>
        <pc:sldMkLst>
          <pc:docMk/>
          <pc:sldMk cId="3867487394" sldId="1477"/>
        </pc:sldMkLst>
        <pc:spChg chg="add mod">
          <ac:chgData name="" userId="" providerId="" clId="Web-{1E0402AF-1A04-4AD8-BFCB-786A163939CF}" dt="2026-10-23T08:51:05.120" v="7" actId="34807"/>
          <ac:spMkLst>
            <pc:docMk/>
            <pc:sldMk cId="3867487394" sldId="1477"/>
            <ac:spMk id="260" creationId="{CFD7AB09-FBB4-D303-5AD2-7865EAB1E416}"/>
          </ac:spMkLst>
        </pc:spChg>
        <pc:spChg chg="add mod">
          <ac:chgData name="" userId="" providerId="" clId="Web-{1E0402AF-1A04-4AD8-BFCB-786A163939CF}" dt="2026-10-23T08:51:05.120" v="7" actId="34807"/>
          <ac:spMkLst>
            <pc:docMk/>
            <pc:sldMk cId="3867487394" sldId="1477"/>
            <ac:spMk id="282" creationId="{33898BAA-D148-C2C8-D462-37CFFD701749}"/>
          </ac:spMkLst>
        </pc:spChg>
        <pc:spChg chg="add mod">
          <ac:chgData name="" userId="" providerId="" clId="Web-{1E0402AF-1A04-4AD8-BFCB-786A163939CF}" dt="2026-10-23T08:51:05.120" v="7" actId="34807"/>
          <ac:spMkLst>
            <pc:docMk/>
            <pc:sldMk cId="3867487394" sldId="1477"/>
            <ac:spMk id="305" creationId="{A1346B04-6CFA-3B62-D345-2DBF7D9CDC79}"/>
          </ac:spMkLst>
        </pc:spChg>
        <pc:spChg chg="add mod">
          <ac:chgData name="" userId="" providerId="" clId="Web-{1E0402AF-1A04-4AD8-BFCB-786A163939CF}" dt="2026-10-23T08:51:05.120" v="7" actId="34807"/>
          <ac:spMkLst>
            <pc:docMk/>
            <pc:sldMk cId="3867487394" sldId="1477"/>
            <ac:spMk id="329" creationId="{26E04314-9D71-1EF0-8EC9-9B4DF00A7D46}"/>
          </ac:spMkLst>
        </pc:spChg>
      </pc:sldChg>
      <pc:sldChg chg="addSp modSp add mod setBg modNotesTx">
        <pc:chgData name="" userId="" providerId="" clId="Web-{1E0402AF-1A04-4AD8-BFCB-786A163939CF}" dt="2026-10-23T08:51:05.120" v="7" actId="34807"/>
        <pc:sldMkLst>
          <pc:docMk/>
          <pc:sldMk cId="3294990815" sldId="1684"/>
        </pc:sldMkLst>
        <pc:spChg chg="add mod">
          <ac:chgData name="" userId="" providerId="" clId="Web-{1E0402AF-1A04-4AD8-BFCB-786A163939CF}" dt="2026-10-23T08:51:05.120" v="7" actId="34807"/>
          <ac:spMkLst>
            <pc:docMk/>
            <pc:sldMk cId="3294990815" sldId="1684"/>
            <ac:spMk id="354" creationId="{CD4BBDFE-94CC-046F-B970-B2CD054AE3AB}"/>
          </ac:spMkLst>
        </pc:spChg>
        <pc:spChg chg="add mod">
          <ac:chgData name="" userId="" providerId="" clId="Web-{1E0402AF-1A04-4AD8-BFCB-786A163939CF}" dt="2026-10-23T08:51:05.120" v="7" actId="34807"/>
          <ac:spMkLst>
            <pc:docMk/>
            <pc:sldMk cId="3294990815" sldId="1684"/>
            <ac:spMk id="380" creationId="{84D1A804-0189-5985-5786-DCDAB3DC737D}"/>
          </ac:spMkLst>
        </pc:spChg>
        <pc:spChg chg="add mod">
          <ac:chgData name="" userId="" providerId="" clId="Web-{1E0402AF-1A04-4AD8-BFCB-786A163939CF}" dt="2026-10-23T08:51:05.120" v="7" actId="34807"/>
          <ac:spMkLst>
            <pc:docMk/>
            <pc:sldMk cId="3294990815" sldId="1684"/>
            <ac:spMk id="407" creationId="{3C119F39-EE11-AC96-11CC-5F7E4834EE0D}"/>
          </ac:spMkLst>
        </pc:spChg>
        <pc:spChg chg="add mod">
          <ac:chgData name="" userId="" providerId="" clId="Web-{1E0402AF-1A04-4AD8-BFCB-786A163939CF}" dt="2026-10-23T08:51:05.120" v="7" actId="34807"/>
          <ac:spMkLst>
            <pc:docMk/>
            <pc:sldMk cId="3294990815" sldId="1684"/>
            <ac:spMk id="435" creationId="{B44827CD-29F7-EBE5-D74E-94E6998EA62F}"/>
          </ac:spMkLst>
        </pc:spChg>
      </pc:sldChg>
      <pc:sldChg chg="addSp modSp add mod setBg modNotesTx">
        <pc:chgData name="" userId="" providerId="" clId="Web-{1E0402AF-1A04-4AD8-BFCB-786A163939CF}" dt="2026-10-23T08:51:05.120" v="7" actId="34807"/>
        <pc:sldMkLst>
          <pc:docMk/>
          <pc:sldMk cId="2911958602" sldId="1892"/>
        </pc:sldMkLst>
        <pc:spChg chg="add mod">
          <ac:chgData name="" userId="" providerId="" clId="Web-{1E0402AF-1A04-4AD8-BFCB-786A163939CF}" dt="2026-10-23T08:51:05.120" v="7" actId="34807"/>
          <ac:spMkLst>
            <pc:docMk/>
            <pc:sldMk cId="2911958602" sldId="1892"/>
            <ac:spMk id="464" creationId="{E2189069-43B1-11E1-B3C2-FD36233134D2}"/>
          </ac:spMkLst>
        </pc:spChg>
        <pc:spChg chg="add mod">
          <ac:chgData name="" userId="" providerId="" clId="Web-{1E0402AF-1A04-4AD8-BFCB-786A163939CF}" dt="2026-10-23T08:51:05.120" v="7" actId="34807"/>
          <ac:spMkLst>
            <pc:docMk/>
            <pc:sldMk cId="2911958602" sldId="1892"/>
            <ac:spMk id="494" creationId="{5BE0AED3-29A4-725C-2E07-D806E26CE034}"/>
          </ac:spMkLst>
        </pc:spChg>
        <pc:spChg chg="add mod">
          <ac:chgData name="" userId="" providerId="" clId="Web-{1E0402AF-1A04-4AD8-BFCB-786A163939CF}" dt="2026-10-23T08:51:05.120" v="7" actId="34807"/>
          <ac:spMkLst>
            <pc:docMk/>
            <pc:sldMk cId="2911958602" sldId="1892"/>
            <ac:spMk id="525" creationId="{E462139A-7F17-2654-510A-3C12636ED170}"/>
          </ac:spMkLst>
        </pc:spChg>
        <pc:spChg chg="add mod">
          <ac:chgData name="" userId="" providerId="" clId="Web-{1E0402AF-1A04-4AD8-BFCB-786A163939CF}" dt="2026-10-23T08:51:05.120" v="7" actId="34807"/>
          <ac:spMkLst>
            <pc:docMk/>
            <pc:sldMk cId="2911958602" sldId="1892"/>
            <ac:spMk id="557" creationId="{DEF76F80-945F-8F91-92BA-FF7459F09C59}"/>
          </ac:spMkLst>
        </pc:spChg>
      </pc:sldChg>
      <pc:sldChg chg="addSp modSp add mod setBg modNotesTx">
        <pc:chgData name="" userId="" providerId="" clId="Web-{1E0402AF-1A04-4AD8-BFCB-786A163939CF}" dt="2026-10-23T08:51:05.120" v="7" actId="34807"/>
        <pc:sldMkLst>
          <pc:docMk/>
          <pc:sldMk cId="4267385204" sldId="2101"/>
        </pc:sldMkLst>
        <pc:spChg chg="add mod">
          <ac:chgData name="" userId="" providerId="" clId="Web-{1E0402AF-1A04-4AD8-BFCB-786A163939CF}" dt="2026-10-23T08:51:05.120" v="7" actId="34807"/>
          <ac:spMkLst>
            <pc:docMk/>
            <pc:sldMk cId="4267385204" sldId="2101"/>
            <ac:spMk id="590" creationId="{01F22D94-1F4C-5D7E-3A18-245331E5E05F}"/>
          </ac:spMkLst>
        </pc:spChg>
        <pc:spChg chg="add mod">
          <ac:chgData name="" userId="" providerId="" clId="Web-{1E0402AF-1A04-4AD8-BFCB-786A163939CF}" dt="2026-10-23T08:51:05.120" v="7" actId="34807"/>
          <ac:spMkLst>
            <pc:docMk/>
            <pc:sldMk cId="4267385204" sldId="2101"/>
            <ac:spMk id="624" creationId="{E2FF588E-1F11-5E92-C32E-A4D4903AC5FE}"/>
          </ac:spMkLst>
        </pc:spChg>
        <pc:spChg chg="add mod">
          <ac:chgData name="" userId="" providerId="" clId="Web-{1E0402AF-1A04-4AD8-BFCB-786A163939CF}" dt="2026-10-23T08:51:05.120" v="7" actId="34807"/>
          <ac:spMkLst>
            <pc:docMk/>
            <pc:sldMk cId="4267385204" sldId="2101"/>
            <ac:spMk id="659" creationId="{838BD430-920A-93B0-AEA4-E88AB849B496}"/>
          </ac:spMkLst>
        </pc:spChg>
        <pc:spChg chg="add mod">
          <ac:chgData name="" userId="" providerId="" clId="Web-{1E0402AF-1A04-4AD8-BFCB-786A163939CF}" dt="2026-10-23T08:51:05.120" v="7" actId="34807"/>
          <ac:spMkLst>
            <pc:docMk/>
            <pc:sldMk cId="4267385204" sldId="2101"/>
            <ac:spMk id="695" creationId="{686DA6BB-C2FC-373C-3DAE-83072AE994EE}"/>
          </ac:spMkLst>
        </pc:spChg>
      </pc:sldChg>
      <pc:sldChg chg="addSp modSp add mod setBg modNotesTx">
        <pc:chgData name="" userId="" providerId="" clId="Web-{1E0402AF-1A04-4AD8-BFCB-786A163939CF}" dt="2026-10-23T08:51:05.120" v="7" actId="34807"/>
        <pc:sldMkLst>
          <pc:docMk/>
          <pc:sldMk cId="2712577974" sldId="2311"/>
        </pc:sldMkLst>
        <pc:spChg chg="add mod">
          <ac:chgData name="" userId="" providerId="" clId="Web-{1E0402AF-1A04-4AD8-BFCB-786A163939CF}" dt="2026-10-23T08:51:05.120" v="7" actId="34807"/>
          <ac:spMkLst>
            <pc:docMk/>
            <pc:sldMk cId="2712577974" sldId="2311"/>
            <ac:spMk id="732" creationId="{02351CAB-6E55-8455-1693-CF3D471025C2}"/>
          </ac:spMkLst>
        </pc:spChg>
        <pc:spChg chg="add mod">
          <ac:chgData name="" userId="" providerId="" clId="Web-{1E0402AF-1A04-4AD8-BFCB-786A163939CF}" dt="2026-10-23T08:51:05.120" v="7" actId="34807"/>
          <ac:spMkLst>
            <pc:docMk/>
            <pc:sldMk cId="2712577974" sldId="2311"/>
            <ac:spMk id="770" creationId="{1332312A-7F62-312F-B3DF-96487BE5D793}"/>
          </ac:spMkLst>
        </pc:spChg>
        <pc:spChg chg="add mod">
          <ac:chgData name="" userId="" providerId="" clId="Web-{1E0402AF-1A04-4AD8-BFCB-786A163939CF}" dt="2026-10-23T08:51:05.120" v="7" actId="34807"/>
          <ac:spMkLst>
            <pc:docMk/>
            <pc:sldMk cId="2712577974" sldId="2311"/>
            <ac:spMk id="809" creationId="{07DB7EAE-8FC3-FA98-0CD7-BA81789EC927}"/>
          </ac:spMkLst>
        </pc:spChg>
        <pc:spChg chg="add mod">
          <ac:chgData name="" userId="" providerId="" clId="Web-{1E0402AF-1A04-4AD8-BFCB-786A163939CF}" dt="2026-10-23T08:51:05.120" v="7" actId="34807"/>
          <ac:spMkLst>
            <pc:docMk/>
            <pc:sldMk cId="2712577974" sldId="2311"/>
            <ac:spMk id="849" creationId="{479B4AFC-0BE9-209F-8B35-31D1FA3CB25C}"/>
          </ac:spMkLst>
        </pc:spChg>
      </pc:sldChg>
      <pc:sldChg chg="addSp modSp add mod setBg modNotesTx">
        <pc:chgData name="" userId="" providerId="" clId="Web-{1E0402AF-1A04-4AD8-BFCB-786A163939CF}" dt="2026-10-23T08:51:05.120" v="7" actId="34807"/>
        <pc:sldMkLst>
          <pc:docMk/>
          <pc:sldMk cId="75817233" sldId="2522"/>
        </pc:sldMkLst>
        <pc:spChg chg="add mod">
          <ac:chgData name="" userId="" providerId="" clId="Web-{1E0402AF-1A04-4AD8-BFCB-786A163939CF}" dt="2026-10-23T08:51:05.120" v="7" actId="34807"/>
          <ac:spMkLst>
            <pc:docMk/>
            <pc:sldMk cId="75817233" sldId="2522"/>
            <ac:spMk id="890" creationId="{F655F0A2-FF30-9ADE-3098-B963B79F528D}"/>
          </ac:spMkLst>
        </pc:spChg>
        <pc:spChg chg="add mod">
          <ac:chgData name="" userId="" providerId="" clId="Web-{1E0402AF-1A04-4AD8-BFCB-786A163939CF}" dt="2026-10-23T08:51:05.120" v="7" actId="34807"/>
          <ac:spMkLst>
            <pc:docMk/>
            <pc:sldMk cId="75817233" sldId="2522"/>
            <ac:spMk id="932" creationId="{57FE28B8-58FD-42C3-1EAE-061402A8C825}"/>
          </ac:spMkLst>
        </pc:spChg>
        <pc:spChg chg="add mod">
          <ac:chgData name="" userId="" providerId="" clId="Web-{1E0402AF-1A04-4AD8-BFCB-786A163939CF}" dt="2026-10-23T08:51:05.120" v="7" actId="34807"/>
          <ac:spMkLst>
            <pc:docMk/>
            <pc:sldMk cId="75817233" sldId="2522"/>
            <ac:spMk id="975" creationId="{7DEFEE2A-F9F8-AF3D-89D5-11EEB975C724}"/>
          </ac:spMkLst>
        </pc:spChg>
        <pc:spChg chg="add mod">
          <ac:chgData name="" userId="" providerId="" clId="Web-{1E0402AF-1A04-4AD8-BFCB-786A163939CF}" dt="2026-10-23T08:51:05.120" v="7" actId="34807"/>
          <ac:spMkLst>
            <pc:docMk/>
            <pc:sldMk cId="75817233" sldId="2522"/>
            <ac:spMk id="1019" creationId="{44291D0B-08FA-000D-57C9-B477BE664334}"/>
          </ac:spMkLst>
        </pc:spChg>
      </pc:sldChg>
      <pc:sldChg chg="addSp modSp add mod setBg modNotesTx">
        <pc:chgData name="" userId="" providerId="" clId="Web-{1E0402AF-1A04-4AD8-BFCB-786A163939CF}" dt="2026-10-23T08:51:05.120" v="7" actId="34807"/>
        <pc:sldMkLst>
          <pc:docMk/>
          <pc:sldMk cId="3364259121" sldId="2734"/>
        </pc:sldMkLst>
        <pc:spChg chg="add mod">
          <ac:chgData name="" userId="" providerId="" clId="Web-{1E0402AF-1A04-4AD8-BFCB-786A163939CF}" dt="2026-10-23T08:51:05.120" v="7" actId="34807"/>
          <ac:spMkLst>
            <pc:docMk/>
            <pc:sldMk cId="3364259121" sldId="2734"/>
            <ac:spMk id="1064" creationId="{F09EE37D-F29B-F5C3-3D87-A9F279E0EF9D}"/>
          </ac:spMkLst>
        </pc:spChg>
        <pc:spChg chg="add mod">
          <ac:chgData name="" userId="" providerId="" clId="Web-{1E0402AF-1A04-4AD8-BFCB-786A163939CF}" dt="2026-10-23T08:51:05.120" v="7" actId="34807"/>
          <ac:spMkLst>
            <pc:docMk/>
            <pc:sldMk cId="3364259121" sldId="2734"/>
            <ac:spMk id="1110" creationId="{28BD00A5-0763-7F91-BD32-88668ED4222E}"/>
          </ac:spMkLst>
        </pc:spChg>
        <pc:spChg chg="add mod">
          <ac:chgData name="" userId="" providerId="" clId="Web-{1E0402AF-1A04-4AD8-BFCB-786A163939CF}" dt="2026-10-23T08:51:05.120" v="7" actId="34807"/>
          <ac:spMkLst>
            <pc:docMk/>
            <pc:sldMk cId="3364259121" sldId="2734"/>
            <ac:spMk id="1157" creationId="{02B18D57-744E-99E8-1A85-B91DA7B46E3C}"/>
          </ac:spMkLst>
        </pc:spChg>
        <pc:spChg chg="add mod">
          <ac:chgData name="" userId="" providerId="" clId="Web-{1E0402AF-1A04-4AD8-BFCB-786A163939CF}" dt="2026-10-23T08:51:05.120" v="7" actId="34807"/>
          <ac:spMkLst>
            <pc:docMk/>
            <pc:sldMk cId="3364259121" sldId="2734"/>
            <ac:spMk id="1205" creationId="{078004F4-EBA2-32F4-2066-8801754C4909}"/>
          </ac:spMkLst>
        </pc:spChg>
      </pc:sldChg>
      <pc:sldChg chg="addSp modSp add mod setBg modNotesTx">
        <pc:chgData name="" userId="" providerId="" clId="Web-{1E0402AF-1A04-4AD8-BFCB-786A163939CF}" dt="2026-10-23T08:51:05.120" v="7" actId="34807"/>
        <pc:sldMkLst>
          <pc:docMk/>
          <pc:sldMk cId="2014497201" sldId="2947"/>
        </pc:sldMkLst>
        <pc:spChg chg="add mod">
          <ac:chgData name="" userId="" providerId="" clId="Web-{1E0402AF-1A04-4AD8-BFCB-786A163939CF}" dt="2026-10-23T08:51:05.120" v="7" actId="34807"/>
          <ac:spMkLst>
            <pc:docMk/>
            <pc:sldMk cId="2014497201" sldId="2947"/>
            <ac:spMk id="1254" creationId="{719A03FB-1C15-203F-0D08-B39B775AE2FD}"/>
          </ac:spMkLst>
        </pc:spChg>
        <pc:spChg chg="add mod">
          <ac:chgData name="" userId="" providerId="" clId="Web-{1E0402AF-1A04-4AD8-BFCB-786A163939CF}" dt="2026-10-23T08:51:05.120" v="7" actId="34807"/>
          <ac:spMkLst>
            <pc:docMk/>
            <pc:sldMk cId="2014497201" sldId="2947"/>
            <ac:spMk id="1304" creationId="{CE3496F5-7AE1-D4BA-CFB5-BC6DD65624D7}"/>
          </ac:spMkLst>
        </pc:spChg>
        <pc:spChg chg="add mod">
          <ac:chgData name="" userId="" providerId="" clId="Web-{1E0402AF-1A04-4AD8-BFCB-786A163939CF}" dt="2026-10-23T08:51:05.120" v="7" actId="34807"/>
          <ac:spMkLst>
            <pc:docMk/>
            <pc:sldMk cId="2014497201" sldId="2947"/>
            <ac:spMk id="1355" creationId="{36F6E76F-5104-5445-D4C3-C4367A1F37B7}"/>
          </ac:spMkLst>
        </pc:spChg>
        <pc:spChg chg="add mod">
          <ac:chgData name="" userId="" providerId="" clId="Web-{1E0402AF-1A04-4AD8-BFCB-786A163939CF}" dt="2026-10-23T08:51:05.120" v="7" actId="34807"/>
          <ac:spMkLst>
            <pc:docMk/>
            <pc:sldMk cId="2014497201" sldId="2947"/>
            <ac:spMk id="1407" creationId="{3BF0C49E-C1BF-839F-158D-D01A80E0755C}"/>
          </ac:spMkLst>
        </pc:spChg>
      </pc:sldChg>
      <pc:sldChg chg="addSp modSp add mod setBg modNotesTx">
        <pc:chgData name="" userId="" providerId="" clId="Web-{1E0402AF-1A04-4AD8-BFCB-786A163939CF}" dt="2026-10-23T08:51:05.120" v="7" actId="34807"/>
        <pc:sldMkLst>
          <pc:docMk/>
          <pc:sldMk cId="2602463977" sldId="3161"/>
        </pc:sldMkLst>
        <pc:spChg chg="add mod">
          <ac:chgData name="" userId="" providerId="" clId="Web-{1E0402AF-1A04-4AD8-BFCB-786A163939CF}" dt="2026-10-23T08:51:05.120" v="7" actId="34807"/>
          <ac:spMkLst>
            <pc:docMk/>
            <pc:sldMk cId="2602463977" sldId="3161"/>
            <ac:spMk id="1460" creationId="{092A66A1-40DA-FE3A-14FD-ECF91C73D676}"/>
          </ac:spMkLst>
        </pc:spChg>
        <pc:spChg chg="add mod">
          <ac:chgData name="" userId="" providerId="" clId="Web-{1E0402AF-1A04-4AD8-BFCB-786A163939CF}" dt="2026-10-23T08:51:05.120" v="7" actId="34807"/>
          <ac:spMkLst>
            <pc:docMk/>
            <pc:sldMk cId="2602463977" sldId="3161"/>
            <ac:spMk id="1514" creationId="{17ECEB61-871D-3817-CD3B-5218027FD103}"/>
          </ac:spMkLst>
        </pc:spChg>
        <pc:spChg chg="add mod">
          <ac:chgData name="" userId="" providerId="" clId="Web-{1E0402AF-1A04-4AD8-BFCB-786A163939CF}" dt="2026-10-23T08:51:05.120" v="7" actId="34807"/>
          <ac:spMkLst>
            <pc:docMk/>
            <pc:sldMk cId="2602463977" sldId="3161"/>
            <ac:spMk id="1569" creationId="{EC0DE831-7F39-F340-FEAA-88842B753337}"/>
          </ac:spMkLst>
        </pc:spChg>
        <pc:spChg chg="add mod">
          <ac:chgData name="" userId="" providerId="" clId="Web-{1E0402AF-1A04-4AD8-BFCB-786A163939CF}" dt="2026-10-23T08:51:05.120" v="7" actId="34807"/>
          <ac:spMkLst>
            <pc:docMk/>
            <pc:sldMk cId="2602463977" sldId="3161"/>
            <ac:spMk id="1625" creationId="{602973F2-4A55-7879-BC99-C00BC6C0177D}"/>
          </ac:spMkLst>
        </pc:spChg>
      </pc:sldChg>
      <pc:sldChg chg="addSp modSp add mod setBg modNotesTx">
        <pc:chgData name="" userId="" providerId="" clId="Web-{1E0402AF-1A04-4AD8-BFCB-786A163939CF}" dt="2026-10-23T08:51:05.120" v="7" actId="34807"/>
        <pc:sldMkLst>
          <pc:docMk/>
          <pc:sldMk cId="3469149878" sldId="3376"/>
        </pc:sldMkLst>
        <pc:spChg chg="add mod">
          <ac:chgData name="" userId="" providerId="" clId="Web-{1E0402AF-1A04-4AD8-BFCB-786A163939CF}" dt="2026-10-23T08:51:05.120" v="7" actId="34807"/>
          <ac:spMkLst>
            <pc:docMk/>
            <pc:sldMk cId="3469149878" sldId="3376"/>
            <ac:spMk id="1682" creationId="{4B791315-4FF1-4C51-F9FA-ED661065EEA7}"/>
          </ac:spMkLst>
        </pc:spChg>
        <pc:spChg chg="add mod">
          <ac:chgData name="" userId="" providerId="" clId="Web-{1E0402AF-1A04-4AD8-BFCB-786A163939CF}" dt="2026-10-23T08:51:05.120" v="7" actId="34807"/>
          <ac:spMkLst>
            <pc:docMk/>
            <pc:sldMk cId="3469149878" sldId="3376"/>
            <ac:spMk id="1740" creationId="{B77F84F7-D0E8-FBD9-928B-2E240B924692}"/>
          </ac:spMkLst>
        </pc:spChg>
        <pc:spChg chg="add mod">
          <ac:chgData name="" userId="" providerId="" clId="Web-{1E0402AF-1A04-4AD8-BFCB-786A163939CF}" dt="2026-10-23T08:51:05.120" v="7" actId="34807"/>
          <ac:spMkLst>
            <pc:docMk/>
            <pc:sldMk cId="3469149878" sldId="3376"/>
            <ac:spMk id="1799" creationId="{4ED6D3DD-B157-DC55-6040-2A9A6EB29938}"/>
          </ac:spMkLst>
        </pc:spChg>
        <pc:spChg chg="add mod">
          <ac:chgData name="" userId="" providerId="" clId="Web-{1E0402AF-1A04-4AD8-BFCB-786A163939CF}" dt="2026-10-23T08:51:05.120" v="7" actId="34807"/>
          <ac:spMkLst>
            <pc:docMk/>
            <pc:sldMk cId="3469149878" sldId="3376"/>
            <ac:spMk id="1859" creationId="{6D27F752-A956-DD67-DE30-0E8DC0B3BBC6}"/>
          </ac:spMkLst>
        </pc:spChg>
      </pc:sldChg>
      <pc:sldChg chg="addSp modSp add mod setBg modNotesTx">
        <pc:chgData name="" userId="" providerId="" clId="Web-{1E0402AF-1A04-4AD8-BFCB-786A163939CF}" dt="2026-10-23T08:51:05.120" v="7" actId="34807"/>
        <pc:sldMkLst>
          <pc:docMk/>
          <pc:sldMk cId="414339401" sldId="3592"/>
        </pc:sldMkLst>
        <pc:spChg chg="add mod">
          <ac:chgData name="" userId="" providerId="" clId="Web-{1E0402AF-1A04-4AD8-BFCB-786A163939CF}" dt="2026-10-23T08:51:05.120" v="7" actId="34807"/>
          <ac:spMkLst>
            <pc:docMk/>
            <pc:sldMk cId="414339401" sldId="3592"/>
            <ac:spMk id="1920" creationId="{51F437D1-A5C9-313F-0DAE-C93379CAA978}"/>
          </ac:spMkLst>
        </pc:spChg>
        <pc:spChg chg="add mod">
          <ac:chgData name="" userId="" providerId="" clId="Web-{1E0402AF-1A04-4AD8-BFCB-786A163939CF}" dt="2026-10-23T08:51:05.120" v="7" actId="34807"/>
          <ac:spMkLst>
            <pc:docMk/>
            <pc:sldMk cId="414339401" sldId="3592"/>
            <ac:spMk id="1982" creationId="{1DFD761F-5FB6-482C-C95D-D7DFBEE8E177}"/>
          </ac:spMkLst>
        </pc:spChg>
        <pc:spChg chg="add mod">
          <ac:chgData name="" userId="" providerId="" clId="Web-{1E0402AF-1A04-4AD8-BFCB-786A163939CF}" dt="2026-10-23T08:51:05.120" v="7" actId="34807"/>
          <ac:spMkLst>
            <pc:docMk/>
            <pc:sldMk cId="414339401" sldId="3592"/>
            <ac:spMk id="2045" creationId="{A086E242-B254-4447-91B0-037DAC43B419}"/>
          </ac:spMkLst>
        </pc:spChg>
        <pc:spChg chg="add mod">
          <ac:chgData name="" userId="" providerId="" clId="Web-{1E0402AF-1A04-4AD8-BFCB-786A163939CF}" dt="2026-10-23T08:51:05.120" v="7" actId="34807"/>
          <ac:spMkLst>
            <pc:docMk/>
            <pc:sldMk cId="414339401" sldId="3592"/>
            <ac:spMk id="2109" creationId="{AE7C7F34-CA1E-BD93-E10C-7F2DCBF9B821}"/>
          </ac:spMkLst>
        </pc:spChg>
      </pc:sldChg>
      <pc:sldChg chg="addSp modSp add mod setBg modNotesTx">
        <pc:chgData name="" userId="" providerId="" clId="Web-{1E0402AF-1A04-4AD8-BFCB-786A163939CF}" dt="2026-10-23T08:51:05.120" v="7" actId="34807"/>
        <pc:sldMkLst>
          <pc:docMk/>
          <pc:sldMk cId="1244041262" sldId="3809"/>
        </pc:sldMkLst>
        <pc:spChg chg="add mod">
          <ac:chgData name="" userId="" providerId="" clId="Web-{1E0402AF-1A04-4AD8-BFCB-786A163939CF}" dt="2026-10-23T08:51:05.120" v="7" actId="34807"/>
          <ac:spMkLst>
            <pc:docMk/>
            <pc:sldMk cId="1244041262" sldId="3809"/>
            <ac:spMk id="2174" creationId="{0B1B71A4-0794-8C45-B0B8-252AF7150B68}"/>
          </ac:spMkLst>
        </pc:spChg>
        <pc:spChg chg="add mod">
          <ac:chgData name="" userId="" providerId="" clId="Web-{1E0402AF-1A04-4AD8-BFCB-786A163939CF}" dt="2026-10-23T08:51:05.120" v="7" actId="34807"/>
          <ac:spMkLst>
            <pc:docMk/>
            <pc:sldMk cId="1244041262" sldId="3809"/>
            <ac:spMk id="2240" creationId="{A111D12A-5159-D012-1376-C6735F7A4AEF}"/>
          </ac:spMkLst>
        </pc:spChg>
        <pc:spChg chg="add mod">
          <ac:chgData name="" userId="" providerId="" clId="Web-{1E0402AF-1A04-4AD8-BFCB-786A163939CF}" dt="2026-10-23T08:51:05.120" v="7" actId="34807"/>
          <ac:spMkLst>
            <pc:docMk/>
            <pc:sldMk cId="1244041262" sldId="3809"/>
            <ac:spMk id="2307" creationId="{A11DFF2E-304E-8FBD-9E56-8ABF33EB8D6A}"/>
          </ac:spMkLst>
        </pc:spChg>
        <pc:spChg chg="add mod">
          <ac:chgData name="" userId="" providerId="" clId="Web-{1E0402AF-1A04-4AD8-BFCB-786A163939CF}" dt="2026-10-23T08:51:05.120" v="7" actId="34807"/>
          <ac:spMkLst>
            <pc:docMk/>
            <pc:sldMk cId="1244041262" sldId="3809"/>
            <ac:spMk id="2375" creationId="{F1CD79E1-B699-A3AE-3DE3-DA2CB88FDF07}"/>
          </ac:spMkLst>
        </pc:spChg>
      </pc:sldChg>
      <pc:sldChg chg="addSp modSp add mod setBg modNotesTx">
        <pc:chgData name="" userId="" providerId="" clId="Web-{1E0402AF-1A04-4AD8-BFCB-786A163939CF}" dt="2026-10-23T08:51:05.120" v="7" actId="34807"/>
        <pc:sldMkLst>
          <pc:docMk/>
          <pc:sldMk cId="3761642860" sldId="4027"/>
        </pc:sldMkLst>
        <pc:spChg chg="add mod">
          <ac:chgData name="" userId="" providerId="" clId="Web-{1E0402AF-1A04-4AD8-BFCB-786A163939CF}" dt="2026-10-23T08:51:05.120" v="7" actId="34807"/>
          <ac:spMkLst>
            <pc:docMk/>
            <pc:sldMk cId="3761642860" sldId="4027"/>
            <ac:spMk id="2444" creationId="{06E62B1A-030D-48D8-060F-5FE951649DDA}"/>
          </ac:spMkLst>
        </pc:spChg>
        <pc:spChg chg="add mod">
          <ac:chgData name="" userId="" providerId="" clId="Web-{1E0402AF-1A04-4AD8-BFCB-786A163939CF}" dt="2026-10-23T08:51:05.120" v="7" actId="34807"/>
          <ac:spMkLst>
            <pc:docMk/>
            <pc:sldMk cId="3761642860" sldId="4027"/>
            <ac:spMk id="2514" creationId="{3100A2B4-F24E-E41B-1EDE-E30C1A17B9A7}"/>
          </ac:spMkLst>
        </pc:spChg>
        <pc:spChg chg="add mod">
          <ac:chgData name="" userId="" providerId="" clId="Web-{1E0402AF-1A04-4AD8-BFCB-786A163939CF}" dt="2026-10-23T08:51:05.120" v="7" actId="34807"/>
          <ac:spMkLst>
            <pc:docMk/>
            <pc:sldMk cId="3761642860" sldId="4027"/>
            <ac:spMk id="2585" creationId="{6CFCCF07-2669-E9BA-04D9-43F49C1F03A9}"/>
          </ac:spMkLst>
        </pc:spChg>
        <pc:spChg chg="add mod">
          <ac:chgData name="" userId="" providerId="" clId="Web-{1E0402AF-1A04-4AD8-BFCB-786A163939CF}" dt="2026-10-23T08:51:05.120" v="7" actId="34807"/>
          <ac:spMkLst>
            <pc:docMk/>
            <pc:sldMk cId="3761642860" sldId="4027"/>
            <ac:spMk id="2657" creationId="{C7ED9F8D-AEB8-9C4D-9737-2385C56C9E92}"/>
          </ac:spMkLst>
        </pc:spChg>
      </pc:sldChg>
      <pc:sldChg chg="addSp modSp add mod setBg modNotesTx">
        <pc:chgData name="" userId="" providerId="" clId="Web-{1E0402AF-1A04-4AD8-BFCB-786A163939CF}" dt="2026-10-23T08:51:09.870" v="8" actId="34807"/>
        <pc:sldMkLst>
          <pc:docMk/>
          <pc:sldMk cId="3933574674" sldId="4246"/>
        </pc:sldMkLst>
        <pc:spChg chg="add mod">
          <ac:chgData name="" userId="" providerId="" clId="Web-{1E0402AF-1A04-4AD8-BFCB-786A163939CF}" dt="2026-10-23T08:51:09.870" v="8" actId="34807"/>
          <ac:spMkLst>
            <pc:docMk/>
            <pc:sldMk cId="3933574674" sldId="4246"/>
            <ac:spMk id="2658" creationId="{455462CC-5953-606B-96CE-07E232DE4958}"/>
          </ac:spMkLst>
        </pc:spChg>
        <pc:spChg chg="add mod">
          <ac:chgData name="" userId="" providerId="" clId="Web-{1E0402AF-1A04-4AD8-BFCB-786A163939CF}" dt="2026-10-23T08:51:09.870" v="8" actId="34807"/>
          <ac:spMkLst>
            <pc:docMk/>
            <pc:sldMk cId="3933574674" sldId="4246"/>
            <ac:spMk id="2660" creationId="{C8F00832-1214-0BD0-B3FA-7D370D1FB7FF}"/>
          </ac:spMkLst>
        </pc:spChg>
        <pc:spChg chg="add mod">
          <ac:chgData name="" userId="" providerId="" clId="Web-{1E0402AF-1A04-4AD8-BFCB-786A163939CF}" dt="2026-10-23T08:51:09.870" v="8" actId="34807"/>
          <ac:spMkLst>
            <pc:docMk/>
            <pc:sldMk cId="3933574674" sldId="4246"/>
            <ac:spMk id="2663" creationId="{6DFFADE5-4C80-B4C8-016F-AF3835CEB62B}"/>
          </ac:spMkLst>
        </pc:spChg>
        <pc:spChg chg="add mod">
          <ac:chgData name="" userId="" providerId="" clId="Web-{1E0402AF-1A04-4AD8-BFCB-786A163939CF}" dt="2026-10-23T08:51:09.870" v="8" actId="34807"/>
          <ac:spMkLst>
            <pc:docMk/>
            <pc:sldMk cId="3933574674" sldId="4246"/>
            <ac:spMk id="2667" creationId="{ABDFCC38-6450-5C59-7B14-24AA480793E3}"/>
          </ac:spMkLst>
        </pc:spChg>
        <pc:spChg chg="add mod">
          <ac:chgData name="" userId="" providerId="" clId="Web-{1E0402AF-1A04-4AD8-BFCB-786A163939CF}" dt="2026-10-23T08:51:09.870" v="8" actId="34807"/>
          <ac:spMkLst>
            <pc:docMk/>
            <pc:sldMk cId="3933574674" sldId="4246"/>
            <ac:spMk id="2672" creationId="{D80FB324-E76C-D307-BC13-EC584ADAB0BE}"/>
          </ac:spMkLst>
        </pc:spChg>
      </pc:sldChg>
      <pc:sldChg chg="addSp modSp add mod setBg modNotesTx">
        <pc:chgData name="" userId="" providerId="" clId="Web-{1E0402AF-1A04-4AD8-BFCB-786A163939CF}" dt="2026-10-23T08:51:09.870" v="8" actId="34807"/>
        <pc:sldMkLst>
          <pc:docMk/>
          <pc:sldMk cId="2931206922" sldId="4466"/>
        </pc:sldMkLst>
        <pc:spChg chg="add mod">
          <ac:chgData name="" userId="" providerId="" clId="Web-{1E0402AF-1A04-4AD8-BFCB-786A163939CF}" dt="2026-10-23T08:51:09.870" v="8" actId="34807"/>
          <ac:spMkLst>
            <pc:docMk/>
            <pc:sldMk cId="2931206922" sldId="4466"/>
            <ac:spMk id="2678" creationId="{171936A9-2875-C03B-416D-3D073D33F51D}"/>
          </ac:spMkLst>
        </pc:spChg>
        <pc:spChg chg="add mod">
          <ac:chgData name="" userId="" providerId="" clId="Web-{1E0402AF-1A04-4AD8-BFCB-786A163939CF}" dt="2026-10-23T08:51:09.870" v="8" actId="34807"/>
          <ac:spMkLst>
            <pc:docMk/>
            <pc:sldMk cId="2931206922" sldId="4466"/>
            <ac:spMk id="2685" creationId="{D915CBDB-F814-2760-EF2E-422BEFD53976}"/>
          </ac:spMkLst>
        </pc:spChg>
        <pc:spChg chg="add mod">
          <ac:chgData name="" userId="" providerId="" clId="Web-{1E0402AF-1A04-4AD8-BFCB-786A163939CF}" dt="2026-10-23T08:51:09.870" v="8" actId="34807"/>
          <ac:spMkLst>
            <pc:docMk/>
            <pc:sldMk cId="2931206922" sldId="4466"/>
            <ac:spMk id="2693" creationId="{29EAD449-86C4-856F-5449-62B5E4B9E5A9}"/>
          </ac:spMkLst>
        </pc:spChg>
        <pc:spChg chg="add mod">
          <ac:chgData name="" userId="" providerId="" clId="Web-{1E0402AF-1A04-4AD8-BFCB-786A163939CF}" dt="2026-10-23T08:51:09.870" v="8" actId="34807"/>
          <ac:spMkLst>
            <pc:docMk/>
            <pc:sldMk cId="2931206922" sldId="4466"/>
            <ac:spMk id="2702" creationId="{E3300248-F60E-28F4-CFC0-ABFC405A15D4}"/>
          </ac:spMkLst>
        </pc:spChg>
        <pc:spChg chg="add mod">
          <ac:chgData name="" userId="" providerId="" clId="Web-{1E0402AF-1A04-4AD8-BFCB-786A163939CF}" dt="2026-10-23T08:51:09.870" v="8" actId="34807"/>
          <ac:spMkLst>
            <pc:docMk/>
            <pc:sldMk cId="2931206922" sldId="4466"/>
            <ac:spMk id="2712" creationId="{3BB8E06B-831B-F939-254A-D497FFDD80F9}"/>
          </ac:spMkLst>
        </pc:spChg>
      </pc:sldChg>
      <pc:sldChg chg="addSp modSp add mod setBg modNotesTx">
        <pc:chgData name="" userId="" providerId="" clId="Web-{1E0402AF-1A04-4AD8-BFCB-786A163939CF}" dt="2026-10-23T08:51:09.870" v="8" actId="34807"/>
        <pc:sldMkLst>
          <pc:docMk/>
          <pc:sldMk cId="444193156" sldId="4687"/>
        </pc:sldMkLst>
        <pc:spChg chg="add mod">
          <ac:chgData name="" userId="" providerId="" clId="Web-{1E0402AF-1A04-4AD8-BFCB-786A163939CF}" dt="2026-10-23T08:51:09.870" v="8" actId="34807"/>
          <ac:spMkLst>
            <pc:docMk/>
            <pc:sldMk cId="444193156" sldId="4687"/>
            <ac:spMk id="2723" creationId="{CF4D44DD-F31E-ECB2-8389-B7952698001F}"/>
          </ac:spMkLst>
        </pc:spChg>
        <pc:spChg chg="add mod">
          <ac:chgData name="" userId="" providerId="" clId="Web-{1E0402AF-1A04-4AD8-BFCB-786A163939CF}" dt="2026-10-23T08:51:09.870" v="8" actId="34807"/>
          <ac:spMkLst>
            <pc:docMk/>
            <pc:sldMk cId="444193156" sldId="4687"/>
            <ac:spMk id="2735" creationId="{2554F20A-DAF4-BF70-F790-F511405215E0}"/>
          </ac:spMkLst>
        </pc:spChg>
        <pc:spChg chg="add mod">
          <ac:chgData name="" userId="" providerId="" clId="Web-{1E0402AF-1A04-4AD8-BFCB-786A163939CF}" dt="2026-10-23T08:51:09.870" v="8" actId="34807"/>
          <ac:spMkLst>
            <pc:docMk/>
            <pc:sldMk cId="444193156" sldId="4687"/>
            <ac:spMk id="2748" creationId="{A40C1070-7A67-AB3F-1BF5-3296DCE650EA}"/>
          </ac:spMkLst>
        </pc:spChg>
        <pc:spChg chg="add mod">
          <ac:chgData name="" userId="" providerId="" clId="Web-{1E0402AF-1A04-4AD8-BFCB-786A163939CF}" dt="2026-10-23T08:51:09.870" v="8" actId="34807"/>
          <ac:spMkLst>
            <pc:docMk/>
            <pc:sldMk cId="444193156" sldId="4687"/>
            <ac:spMk id="2762" creationId="{6602EBA9-C8A8-5C38-0299-A698F125B55A}"/>
          </ac:spMkLst>
        </pc:spChg>
        <pc:spChg chg="add mod">
          <ac:chgData name="" userId="" providerId="" clId="Web-{1E0402AF-1A04-4AD8-BFCB-786A163939CF}" dt="2026-10-23T08:51:09.870" v="8" actId="34807"/>
          <ac:spMkLst>
            <pc:docMk/>
            <pc:sldMk cId="444193156" sldId="4687"/>
            <ac:spMk id="2777" creationId="{323180EB-56D0-1D00-A1B7-C54F40138E11}"/>
          </ac:spMkLst>
        </pc:spChg>
      </pc:sldChg>
      <pc:sldChg chg="addSp modSp add mod setBg modNotesTx">
        <pc:chgData name="" userId="" providerId="" clId="Web-{1E0402AF-1A04-4AD8-BFCB-786A163939CF}" dt="2026-10-23T08:51:09.870" v="8" actId="34807"/>
        <pc:sldMkLst>
          <pc:docMk/>
          <pc:sldMk cId="18801219" sldId="4909"/>
        </pc:sldMkLst>
        <pc:spChg chg="add mod">
          <ac:chgData name="" userId="" providerId="" clId="Web-{1E0402AF-1A04-4AD8-BFCB-786A163939CF}" dt="2026-10-23T08:51:09.870" v="8" actId="34807"/>
          <ac:spMkLst>
            <pc:docMk/>
            <pc:sldMk cId="18801219" sldId="4909"/>
            <ac:spMk id="2793" creationId="{3EE5871E-E86E-2514-9A27-B4206B43CBB7}"/>
          </ac:spMkLst>
        </pc:spChg>
        <pc:spChg chg="add mod">
          <ac:chgData name="" userId="" providerId="" clId="Web-{1E0402AF-1A04-4AD8-BFCB-786A163939CF}" dt="2026-10-23T08:51:09.870" v="8" actId="34807"/>
          <ac:spMkLst>
            <pc:docMk/>
            <pc:sldMk cId="18801219" sldId="4909"/>
            <ac:spMk id="2810" creationId="{A03BDB0B-7E88-D114-9CCB-27F1DA3A9FD5}"/>
          </ac:spMkLst>
        </pc:spChg>
        <pc:spChg chg="add mod">
          <ac:chgData name="" userId="" providerId="" clId="Web-{1E0402AF-1A04-4AD8-BFCB-786A163939CF}" dt="2026-10-23T08:51:09.870" v="8" actId="34807"/>
          <ac:spMkLst>
            <pc:docMk/>
            <pc:sldMk cId="18801219" sldId="4909"/>
            <ac:spMk id="2828" creationId="{21BE6FE1-226B-2F7F-32C3-D981D7638133}"/>
          </ac:spMkLst>
        </pc:spChg>
        <pc:spChg chg="add mod">
          <ac:chgData name="" userId="" providerId="" clId="Web-{1E0402AF-1A04-4AD8-BFCB-786A163939CF}" dt="2026-10-23T08:51:09.870" v="8" actId="34807"/>
          <ac:spMkLst>
            <pc:docMk/>
            <pc:sldMk cId="18801219" sldId="4909"/>
            <ac:spMk id="2847" creationId="{E2449906-97CD-85CE-FFA7-DAE977159027}"/>
          </ac:spMkLst>
        </pc:spChg>
        <pc:spChg chg="add mod">
          <ac:chgData name="" userId="" providerId="" clId="Web-{1E0402AF-1A04-4AD8-BFCB-786A163939CF}" dt="2026-10-23T08:51:09.870" v="8" actId="34807"/>
          <ac:spMkLst>
            <pc:docMk/>
            <pc:sldMk cId="18801219" sldId="4909"/>
            <ac:spMk id="2867" creationId="{FC84DB96-8530-D091-9807-DD97D06DD870}"/>
          </ac:spMkLst>
        </pc:spChg>
      </pc:sldChg>
      <pc:sldChg chg="addSp modSp add mod setBg modNotesTx">
        <pc:chgData name="" userId="" providerId="" clId="Web-{1E0402AF-1A04-4AD8-BFCB-786A163939CF}" dt="2026-10-23T08:51:09.870" v="8" actId="34807"/>
        <pc:sldMkLst>
          <pc:docMk/>
          <pc:sldMk cId="1994120710" sldId="5132"/>
        </pc:sldMkLst>
        <pc:spChg chg="add mod">
          <ac:chgData name="" userId="" providerId="" clId="Web-{1E0402AF-1A04-4AD8-BFCB-786A163939CF}" dt="2026-10-23T08:51:09.870" v="8" actId="34807"/>
          <ac:spMkLst>
            <pc:docMk/>
            <pc:sldMk cId="1994120710" sldId="5132"/>
            <ac:spMk id="2888" creationId="{8864ABE3-15AF-C6A3-4FB8-C6559B23D02A}"/>
          </ac:spMkLst>
        </pc:spChg>
        <pc:spChg chg="add mod">
          <ac:chgData name="" userId="" providerId="" clId="Web-{1E0402AF-1A04-4AD8-BFCB-786A163939CF}" dt="2026-10-23T08:51:09.870" v="8" actId="34807"/>
          <ac:spMkLst>
            <pc:docMk/>
            <pc:sldMk cId="1994120710" sldId="5132"/>
            <ac:spMk id="2910" creationId="{EC8C67C3-DDEC-80A4-63D2-C06E555CFDB6}"/>
          </ac:spMkLst>
        </pc:spChg>
        <pc:spChg chg="add mod">
          <ac:chgData name="" userId="" providerId="" clId="Web-{1E0402AF-1A04-4AD8-BFCB-786A163939CF}" dt="2026-10-23T08:51:09.870" v="8" actId="34807"/>
          <ac:spMkLst>
            <pc:docMk/>
            <pc:sldMk cId="1994120710" sldId="5132"/>
            <ac:spMk id="2933" creationId="{39F1A90A-5D1F-D3E4-468E-F8D43BA25B8D}"/>
          </ac:spMkLst>
        </pc:spChg>
        <pc:spChg chg="add mod">
          <ac:chgData name="" userId="" providerId="" clId="Web-{1E0402AF-1A04-4AD8-BFCB-786A163939CF}" dt="2026-10-23T08:51:09.870" v="8" actId="34807"/>
          <ac:spMkLst>
            <pc:docMk/>
            <pc:sldMk cId="1994120710" sldId="5132"/>
            <ac:spMk id="2957" creationId="{681E4DD6-28C5-1F91-754C-B4F4B26595B6}"/>
          </ac:spMkLst>
        </pc:spChg>
        <pc:spChg chg="add mod">
          <ac:chgData name="" userId="" providerId="" clId="Web-{1E0402AF-1A04-4AD8-BFCB-786A163939CF}" dt="2026-10-23T08:51:09.870" v="8" actId="34807"/>
          <ac:spMkLst>
            <pc:docMk/>
            <pc:sldMk cId="1994120710" sldId="5132"/>
            <ac:spMk id="2982" creationId="{EA6164CF-B22D-C5C5-C29C-A599213D85C7}"/>
          </ac:spMkLst>
        </pc:spChg>
      </pc:sldChg>
      <pc:sldChg chg="addSp modSp add mod setBg modNotesTx">
        <pc:chgData name="" userId="" providerId="" clId="Web-{1E0402AF-1A04-4AD8-BFCB-786A163939CF}" dt="2026-10-23T08:51:09.870" v="8" actId="34807"/>
        <pc:sldMkLst>
          <pc:docMk/>
          <pc:sldMk cId="2759033825" sldId="5356"/>
        </pc:sldMkLst>
        <pc:spChg chg="add mod">
          <ac:chgData name="" userId="" providerId="" clId="Web-{1E0402AF-1A04-4AD8-BFCB-786A163939CF}" dt="2026-10-23T08:51:09.870" v="8" actId="34807"/>
          <ac:spMkLst>
            <pc:docMk/>
            <pc:sldMk cId="2759033825" sldId="5356"/>
            <ac:spMk id="3008" creationId="{26BE1923-2555-F666-49C4-72ACF4FFE6C9}"/>
          </ac:spMkLst>
        </pc:spChg>
        <pc:spChg chg="add mod">
          <ac:chgData name="" userId="" providerId="" clId="Web-{1E0402AF-1A04-4AD8-BFCB-786A163939CF}" dt="2026-10-23T08:51:09.870" v="8" actId="34807"/>
          <ac:spMkLst>
            <pc:docMk/>
            <pc:sldMk cId="2759033825" sldId="5356"/>
            <ac:spMk id="3035" creationId="{DB693A50-4B4D-E778-24D9-3AFF94B0ECBE}"/>
          </ac:spMkLst>
        </pc:spChg>
        <pc:spChg chg="add mod">
          <ac:chgData name="" userId="" providerId="" clId="Web-{1E0402AF-1A04-4AD8-BFCB-786A163939CF}" dt="2026-10-23T08:51:09.870" v="8" actId="34807"/>
          <ac:spMkLst>
            <pc:docMk/>
            <pc:sldMk cId="2759033825" sldId="5356"/>
            <ac:spMk id="3063" creationId="{FD997C3B-3A4C-796E-2E40-FFCC3EA63FC3}"/>
          </ac:spMkLst>
        </pc:spChg>
        <pc:spChg chg="add mod">
          <ac:chgData name="" userId="" providerId="" clId="Web-{1E0402AF-1A04-4AD8-BFCB-786A163939CF}" dt="2026-10-23T08:51:09.870" v="8" actId="34807"/>
          <ac:spMkLst>
            <pc:docMk/>
            <pc:sldMk cId="2759033825" sldId="5356"/>
            <ac:spMk id="3092" creationId="{9B550FD5-E5C3-F23D-4B81-93BCD94D54D2}"/>
          </ac:spMkLst>
        </pc:spChg>
        <pc:spChg chg="add mod">
          <ac:chgData name="" userId="" providerId="" clId="Web-{1E0402AF-1A04-4AD8-BFCB-786A163939CF}" dt="2026-10-23T08:51:09.870" v="8" actId="34807"/>
          <ac:spMkLst>
            <pc:docMk/>
            <pc:sldMk cId="2759033825" sldId="5356"/>
            <ac:spMk id="3122" creationId="{123D2F73-977B-A837-442F-C0F37A1E03E8}"/>
          </ac:spMkLst>
        </pc:spChg>
      </pc:sldChg>
      <pc:sldChg chg="addSp modSp add mod setBg modNotesTx">
        <pc:chgData name="" userId="" providerId="" clId="Web-{1E0402AF-1A04-4AD8-BFCB-786A163939CF}" dt="2026-10-23T08:51:09.870" v="8" actId="34807"/>
        <pc:sldMkLst>
          <pc:docMk/>
          <pc:sldMk cId="3209468076" sldId="5581"/>
        </pc:sldMkLst>
        <pc:spChg chg="add mod">
          <ac:chgData name="" userId="" providerId="" clId="Web-{1E0402AF-1A04-4AD8-BFCB-786A163939CF}" dt="2026-10-23T08:51:09.870" v="8" actId="34807"/>
          <ac:spMkLst>
            <pc:docMk/>
            <pc:sldMk cId="3209468076" sldId="5581"/>
            <ac:spMk id="3153" creationId="{FCECEA3F-1245-E208-659E-30692D5A9E95}"/>
          </ac:spMkLst>
        </pc:spChg>
        <pc:spChg chg="add mod">
          <ac:chgData name="" userId="" providerId="" clId="Web-{1E0402AF-1A04-4AD8-BFCB-786A163939CF}" dt="2026-10-23T08:51:09.870" v="8" actId="34807"/>
          <ac:spMkLst>
            <pc:docMk/>
            <pc:sldMk cId="3209468076" sldId="5581"/>
            <ac:spMk id="3185" creationId="{64DBF1EE-9CD4-7CE0-C79C-748411186854}"/>
          </ac:spMkLst>
        </pc:spChg>
        <pc:spChg chg="add mod">
          <ac:chgData name="" userId="" providerId="" clId="Web-{1E0402AF-1A04-4AD8-BFCB-786A163939CF}" dt="2026-10-23T08:51:09.870" v="8" actId="34807"/>
          <ac:spMkLst>
            <pc:docMk/>
            <pc:sldMk cId="3209468076" sldId="5581"/>
            <ac:spMk id="3218" creationId="{91185B86-28F9-E398-6878-199452705DF9}"/>
          </ac:spMkLst>
        </pc:spChg>
        <pc:spChg chg="add mod">
          <ac:chgData name="" userId="" providerId="" clId="Web-{1E0402AF-1A04-4AD8-BFCB-786A163939CF}" dt="2026-10-23T08:51:09.870" v="8" actId="34807"/>
          <ac:spMkLst>
            <pc:docMk/>
            <pc:sldMk cId="3209468076" sldId="5581"/>
            <ac:spMk id="3252" creationId="{3A4A5A7B-1FF5-ECE5-FB6B-5D4D2FD6904C}"/>
          </ac:spMkLst>
        </pc:spChg>
        <pc:spChg chg="add mod">
          <ac:chgData name="" userId="" providerId="" clId="Web-{1E0402AF-1A04-4AD8-BFCB-786A163939CF}" dt="2026-10-23T08:51:09.870" v="8" actId="34807"/>
          <ac:spMkLst>
            <pc:docMk/>
            <pc:sldMk cId="3209468076" sldId="5581"/>
            <ac:spMk id="3287" creationId="{907E20DA-C02B-43C7-E513-36701A8A67EA}"/>
          </ac:spMkLst>
        </pc:spChg>
      </pc:sldChg>
      <pc:sldChg chg="addSp modSp add mod setBg modNotesTx">
        <pc:chgData name="" userId="" providerId="" clId="Web-{1E0402AF-1A04-4AD8-BFCB-786A163939CF}" dt="2026-10-23T08:51:09.870" v="8" actId="34807"/>
        <pc:sldMkLst>
          <pc:docMk/>
          <pc:sldMk cId="2251772608" sldId="5807"/>
        </pc:sldMkLst>
        <pc:spChg chg="add mod">
          <ac:chgData name="" userId="" providerId="" clId="Web-{1E0402AF-1A04-4AD8-BFCB-786A163939CF}" dt="2026-10-23T08:51:09.870" v="8" actId="34807"/>
          <ac:spMkLst>
            <pc:docMk/>
            <pc:sldMk cId="2251772608" sldId="5807"/>
            <ac:spMk id="3323" creationId="{845667AA-22E4-5F73-DA06-AA2D579285D4}"/>
          </ac:spMkLst>
        </pc:spChg>
        <pc:spChg chg="add mod">
          <ac:chgData name="" userId="" providerId="" clId="Web-{1E0402AF-1A04-4AD8-BFCB-786A163939CF}" dt="2026-10-23T08:51:09.870" v="8" actId="34807"/>
          <ac:spMkLst>
            <pc:docMk/>
            <pc:sldMk cId="2251772608" sldId="5807"/>
            <ac:spMk id="3360" creationId="{DB27391A-12EE-AB75-F36D-18AF1448DE0E}"/>
          </ac:spMkLst>
        </pc:spChg>
        <pc:spChg chg="add mod">
          <ac:chgData name="" userId="" providerId="" clId="Web-{1E0402AF-1A04-4AD8-BFCB-786A163939CF}" dt="2026-10-23T08:51:09.870" v="8" actId="34807"/>
          <ac:spMkLst>
            <pc:docMk/>
            <pc:sldMk cId="2251772608" sldId="5807"/>
            <ac:spMk id="3398" creationId="{329B4C55-D8E8-4F3C-C387-585CEB7946FF}"/>
          </ac:spMkLst>
        </pc:spChg>
        <pc:spChg chg="add mod">
          <ac:chgData name="" userId="" providerId="" clId="Web-{1E0402AF-1A04-4AD8-BFCB-786A163939CF}" dt="2026-10-23T08:51:09.870" v="8" actId="34807"/>
          <ac:spMkLst>
            <pc:docMk/>
            <pc:sldMk cId="2251772608" sldId="5807"/>
            <ac:spMk id="3437" creationId="{451069EF-6C78-7AA6-7E85-C09B2CF5A451}"/>
          </ac:spMkLst>
        </pc:spChg>
        <pc:spChg chg="add mod">
          <ac:chgData name="" userId="" providerId="" clId="Web-{1E0402AF-1A04-4AD8-BFCB-786A163939CF}" dt="2026-10-23T08:51:09.870" v="8" actId="34807"/>
          <ac:spMkLst>
            <pc:docMk/>
            <pc:sldMk cId="2251772608" sldId="5807"/>
            <ac:spMk id="3477" creationId="{1739A02F-36DB-A324-F4EA-387E562B1B54}"/>
          </ac:spMkLst>
        </pc:spChg>
      </pc:sldChg>
      <pc:sldChg chg="addSp modSp add mod setBg modNotesTx">
        <pc:chgData name="" userId="" providerId="" clId="Web-{1E0402AF-1A04-4AD8-BFCB-786A163939CF}" dt="2026-10-23T08:51:09.870" v="8" actId="34807"/>
        <pc:sldMkLst>
          <pc:docMk/>
          <pc:sldMk cId="49037429" sldId="6034"/>
        </pc:sldMkLst>
        <pc:spChg chg="add mod">
          <ac:chgData name="" userId="" providerId="" clId="Web-{1E0402AF-1A04-4AD8-BFCB-786A163939CF}" dt="2026-10-23T08:51:09.870" v="8" actId="34807"/>
          <ac:spMkLst>
            <pc:docMk/>
            <pc:sldMk cId="49037429" sldId="6034"/>
            <ac:spMk id="3518" creationId="{D2AAF7BB-B3AC-162F-E42A-36CC3E8BBD24}"/>
          </ac:spMkLst>
        </pc:spChg>
        <pc:spChg chg="add mod">
          <ac:chgData name="" userId="" providerId="" clId="Web-{1E0402AF-1A04-4AD8-BFCB-786A163939CF}" dt="2026-10-23T08:51:09.870" v="8" actId="34807"/>
          <ac:spMkLst>
            <pc:docMk/>
            <pc:sldMk cId="49037429" sldId="6034"/>
            <ac:spMk id="3560" creationId="{AF434E18-16B7-8959-8F18-410F8A460BE6}"/>
          </ac:spMkLst>
        </pc:spChg>
        <pc:spChg chg="add mod">
          <ac:chgData name="" userId="" providerId="" clId="Web-{1E0402AF-1A04-4AD8-BFCB-786A163939CF}" dt="2026-10-23T08:51:09.870" v="8" actId="34807"/>
          <ac:spMkLst>
            <pc:docMk/>
            <pc:sldMk cId="49037429" sldId="6034"/>
            <ac:spMk id="3603" creationId="{B06BBC86-51CF-879A-F4B9-57ED83A92CA7}"/>
          </ac:spMkLst>
        </pc:spChg>
        <pc:spChg chg="add mod">
          <ac:chgData name="" userId="" providerId="" clId="Web-{1E0402AF-1A04-4AD8-BFCB-786A163939CF}" dt="2026-10-23T08:51:09.870" v="8" actId="34807"/>
          <ac:spMkLst>
            <pc:docMk/>
            <pc:sldMk cId="49037429" sldId="6034"/>
            <ac:spMk id="3647" creationId="{4F7B8D4A-D5D8-6380-DC14-A77BA759B4C9}"/>
          </ac:spMkLst>
        </pc:spChg>
        <pc:spChg chg="add mod">
          <ac:chgData name="" userId="" providerId="" clId="Web-{1E0402AF-1A04-4AD8-BFCB-786A163939CF}" dt="2026-10-23T08:51:09.870" v="8" actId="34807"/>
          <ac:spMkLst>
            <pc:docMk/>
            <pc:sldMk cId="49037429" sldId="6034"/>
            <ac:spMk id="3692" creationId="{156D4A59-99D2-28CD-165B-D722B3C19FEA}"/>
          </ac:spMkLst>
        </pc:spChg>
      </pc:sldChg>
      <pc:sldChg chg="addSp modSp add mod setBg modNotesTx">
        <pc:chgData name="" userId="" providerId="" clId="Web-{1E0402AF-1A04-4AD8-BFCB-786A163939CF}" dt="2026-10-23T08:51:09.870" v="8" actId="34807"/>
        <pc:sldMkLst>
          <pc:docMk/>
          <pc:sldMk cId="831072114" sldId="6262"/>
        </pc:sldMkLst>
        <pc:spChg chg="add mod">
          <ac:chgData name="" userId="" providerId="" clId="Web-{1E0402AF-1A04-4AD8-BFCB-786A163939CF}" dt="2026-10-23T08:51:09.870" v="8" actId="34807"/>
          <ac:spMkLst>
            <pc:docMk/>
            <pc:sldMk cId="831072114" sldId="6262"/>
            <ac:spMk id="3738" creationId="{46609EC9-1FC2-84E7-1A7E-457ED3E5382C}"/>
          </ac:spMkLst>
        </pc:spChg>
        <pc:spChg chg="add mod">
          <ac:chgData name="" userId="" providerId="" clId="Web-{1E0402AF-1A04-4AD8-BFCB-786A163939CF}" dt="2026-10-23T08:51:09.870" v="8" actId="34807"/>
          <ac:spMkLst>
            <pc:docMk/>
            <pc:sldMk cId="831072114" sldId="6262"/>
            <ac:spMk id="3785" creationId="{D3456049-E277-7203-A637-200959DCE1BD}"/>
          </ac:spMkLst>
        </pc:spChg>
        <pc:spChg chg="add mod">
          <ac:chgData name="" userId="" providerId="" clId="Web-{1E0402AF-1A04-4AD8-BFCB-786A163939CF}" dt="2026-10-23T08:51:09.870" v="8" actId="34807"/>
          <ac:spMkLst>
            <pc:docMk/>
            <pc:sldMk cId="831072114" sldId="6262"/>
            <ac:spMk id="3833" creationId="{45367D92-BA50-17CC-3AA3-9E572F967F82}"/>
          </ac:spMkLst>
        </pc:spChg>
        <pc:spChg chg="add mod">
          <ac:chgData name="" userId="" providerId="" clId="Web-{1E0402AF-1A04-4AD8-BFCB-786A163939CF}" dt="2026-10-23T08:51:09.870" v="8" actId="34807"/>
          <ac:spMkLst>
            <pc:docMk/>
            <pc:sldMk cId="831072114" sldId="6262"/>
            <ac:spMk id="3882" creationId="{F8DEA46F-18DE-E7A5-A1EF-EE09CFD31C51}"/>
          </ac:spMkLst>
        </pc:spChg>
        <pc:spChg chg="add mod">
          <ac:chgData name="" userId="" providerId="" clId="Web-{1E0402AF-1A04-4AD8-BFCB-786A163939CF}" dt="2026-10-23T08:51:09.870" v="8" actId="34807"/>
          <ac:spMkLst>
            <pc:docMk/>
            <pc:sldMk cId="831072114" sldId="6262"/>
            <ac:spMk id="3932" creationId="{08DE5AEC-1D27-C3A4-C022-EFEAB0E8885D}"/>
          </ac:spMkLst>
        </pc:spChg>
      </pc:sldChg>
      <pc:sldChg chg="addSp modSp add mod setBg modNotesTx">
        <pc:chgData name="" userId="" providerId="" clId="Web-{1E0402AF-1A04-4AD8-BFCB-786A163939CF}" dt="2026-10-23T08:51:09.870" v="8" actId="34807"/>
        <pc:sldMkLst>
          <pc:docMk/>
          <pc:sldMk cId="811820232" sldId="6491"/>
        </pc:sldMkLst>
        <pc:spChg chg="add mod">
          <ac:chgData name="" userId="" providerId="" clId="Web-{1E0402AF-1A04-4AD8-BFCB-786A163939CF}" dt="2026-10-23T08:51:09.870" v="8" actId="34807"/>
          <ac:spMkLst>
            <pc:docMk/>
            <pc:sldMk cId="811820232" sldId="6491"/>
            <ac:spMk id="3983" creationId="{2241F93E-15A8-CFEF-1B79-DCC0A37FB77E}"/>
          </ac:spMkLst>
        </pc:spChg>
        <pc:spChg chg="add mod">
          <ac:chgData name="" userId="" providerId="" clId="Web-{1E0402AF-1A04-4AD8-BFCB-786A163939CF}" dt="2026-10-23T08:51:09.870" v="8" actId="34807"/>
          <ac:spMkLst>
            <pc:docMk/>
            <pc:sldMk cId="811820232" sldId="6491"/>
            <ac:spMk id="4035" creationId="{F921C139-2818-DC7A-9BEB-36C2EB08481D}"/>
          </ac:spMkLst>
        </pc:spChg>
        <pc:spChg chg="add mod">
          <ac:chgData name="" userId="" providerId="" clId="Web-{1E0402AF-1A04-4AD8-BFCB-786A163939CF}" dt="2026-10-23T08:51:09.870" v="8" actId="34807"/>
          <ac:spMkLst>
            <pc:docMk/>
            <pc:sldMk cId="811820232" sldId="6491"/>
            <ac:spMk id="4088" creationId="{9109AE60-2A59-155C-8A21-217B5966543A}"/>
          </ac:spMkLst>
        </pc:spChg>
        <pc:spChg chg="add mod">
          <ac:chgData name="" userId="" providerId="" clId="Web-{1E0402AF-1A04-4AD8-BFCB-786A163939CF}" dt="2026-10-23T08:51:09.870" v="8" actId="34807"/>
          <ac:spMkLst>
            <pc:docMk/>
            <pc:sldMk cId="811820232" sldId="6491"/>
            <ac:spMk id="4142" creationId="{116F36E7-1EC0-B131-E00C-1567951778AC}"/>
          </ac:spMkLst>
        </pc:spChg>
        <pc:spChg chg="add mod">
          <ac:chgData name="" userId="" providerId="" clId="Web-{1E0402AF-1A04-4AD8-BFCB-786A163939CF}" dt="2026-10-23T08:51:09.870" v="8" actId="34807"/>
          <ac:spMkLst>
            <pc:docMk/>
            <pc:sldMk cId="811820232" sldId="6491"/>
            <ac:spMk id="4197" creationId="{05FC7B71-5B7F-414E-9AC2-7F3CBE6E6907}"/>
          </ac:spMkLst>
        </pc:spChg>
      </pc:sldChg>
      <pc:sldChg chg="addSp modSp add mod setBg modNotesTx">
        <pc:chgData name="" userId="" providerId="" clId="Web-{1E0402AF-1A04-4AD8-BFCB-786A163939CF}" dt="2026-10-23T08:51:09.870" v="8" actId="34807"/>
        <pc:sldMkLst>
          <pc:docMk/>
          <pc:sldMk cId="1237582900" sldId="6721"/>
        </pc:sldMkLst>
        <pc:spChg chg="add mod">
          <ac:chgData name="" userId="" providerId="" clId="Web-{1E0402AF-1A04-4AD8-BFCB-786A163939CF}" dt="2026-10-23T08:51:09.870" v="8" actId="34807"/>
          <ac:spMkLst>
            <pc:docMk/>
            <pc:sldMk cId="1237582900" sldId="6721"/>
            <ac:spMk id="4253" creationId="{EF6C7859-BF91-9C9A-1779-CE72FE202E93}"/>
          </ac:spMkLst>
        </pc:spChg>
        <pc:spChg chg="add mod">
          <ac:chgData name="" userId="" providerId="" clId="Web-{1E0402AF-1A04-4AD8-BFCB-786A163939CF}" dt="2026-10-23T08:51:09.870" v="8" actId="34807"/>
          <ac:spMkLst>
            <pc:docMk/>
            <pc:sldMk cId="1237582900" sldId="6721"/>
            <ac:spMk id="4310" creationId="{6E98BA1A-8FF4-A150-0130-1D2C99A51624}"/>
          </ac:spMkLst>
        </pc:spChg>
        <pc:spChg chg="add mod">
          <ac:chgData name="" userId="" providerId="" clId="Web-{1E0402AF-1A04-4AD8-BFCB-786A163939CF}" dt="2026-10-23T08:51:09.870" v="8" actId="34807"/>
          <ac:spMkLst>
            <pc:docMk/>
            <pc:sldMk cId="1237582900" sldId="6721"/>
            <ac:spMk id="4368" creationId="{390EEA40-C0E1-3EB3-7519-F6512A7D6287}"/>
          </ac:spMkLst>
        </pc:spChg>
        <pc:spChg chg="add mod">
          <ac:chgData name="" userId="" providerId="" clId="Web-{1E0402AF-1A04-4AD8-BFCB-786A163939CF}" dt="2026-10-23T08:51:09.870" v="8" actId="34807"/>
          <ac:spMkLst>
            <pc:docMk/>
            <pc:sldMk cId="1237582900" sldId="6721"/>
            <ac:spMk id="4427" creationId="{D3D159A6-5120-B803-54EC-4564A238A8D4}"/>
          </ac:spMkLst>
        </pc:spChg>
        <pc:spChg chg="add mod">
          <ac:chgData name="" userId="" providerId="" clId="Web-{1E0402AF-1A04-4AD8-BFCB-786A163939CF}" dt="2026-10-23T08:51:09.870" v="8" actId="34807"/>
          <ac:spMkLst>
            <pc:docMk/>
            <pc:sldMk cId="1237582900" sldId="6721"/>
            <ac:spMk id="4487" creationId="{4F6A5625-77E3-F720-05DA-E217D97EFAB7}"/>
          </ac:spMkLst>
        </pc:spChg>
      </pc:sldChg>
      <pc:sldChg chg="addSp modSp add mod setBg modNotesTx">
        <pc:chgData name="" userId="" providerId="" clId="Web-{1E0402AF-1A04-4AD8-BFCB-786A163939CF}" dt="2026-10-23T08:51:09.870" v="8" actId="34807"/>
        <pc:sldMkLst>
          <pc:docMk/>
          <pc:sldMk cId="3413220349" sldId="6952"/>
        </pc:sldMkLst>
        <pc:spChg chg="add mod">
          <ac:chgData name="" userId="" providerId="" clId="Web-{1E0402AF-1A04-4AD8-BFCB-786A163939CF}" dt="2026-10-23T08:51:09.870" v="8" actId="34807"/>
          <ac:spMkLst>
            <pc:docMk/>
            <pc:sldMk cId="3413220349" sldId="6952"/>
            <ac:spMk id="4548" creationId="{1C1351E0-1768-E38C-1EED-2518B055CD83}"/>
          </ac:spMkLst>
        </pc:spChg>
        <pc:spChg chg="add mod">
          <ac:chgData name="" userId="" providerId="" clId="Web-{1E0402AF-1A04-4AD8-BFCB-786A163939CF}" dt="2026-10-23T08:51:09.870" v="8" actId="34807"/>
          <ac:spMkLst>
            <pc:docMk/>
            <pc:sldMk cId="3413220349" sldId="6952"/>
            <ac:spMk id="4610" creationId="{13C20043-16A9-169E-3FD6-7D4A0D64345F}"/>
          </ac:spMkLst>
        </pc:spChg>
        <pc:spChg chg="add mod">
          <ac:chgData name="" userId="" providerId="" clId="Web-{1E0402AF-1A04-4AD8-BFCB-786A163939CF}" dt="2026-10-23T08:51:09.870" v="8" actId="34807"/>
          <ac:spMkLst>
            <pc:docMk/>
            <pc:sldMk cId="3413220349" sldId="6952"/>
            <ac:spMk id="4673" creationId="{F40E214E-C1B7-751B-033E-C6C98549E821}"/>
          </ac:spMkLst>
        </pc:spChg>
        <pc:spChg chg="add mod">
          <ac:chgData name="" userId="" providerId="" clId="Web-{1E0402AF-1A04-4AD8-BFCB-786A163939CF}" dt="2026-10-23T08:51:09.870" v="8" actId="34807"/>
          <ac:spMkLst>
            <pc:docMk/>
            <pc:sldMk cId="3413220349" sldId="6952"/>
            <ac:spMk id="4737" creationId="{84CE1A36-2658-39DF-D368-9D934B684812}"/>
          </ac:spMkLst>
        </pc:spChg>
        <pc:spChg chg="add mod">
          <ac:chgData name="" userId="" providerId="" clId="Web-{1E0402AF-1A04-4AD8-BFCB-786A163939CF}" dt="2026-10-23T08:51:09.870" v="8" actId="34807"/>
          <ac:spMkLst>
            <pc:docMk/>
            <pc:sldMk cId="3413220349" sldId="6952"/>
            <ac:spMk id="4802" creationId="{C21CAE6A-545D-B77B-CA2C-EB6E948B3529}"/>
          </ac:spMkLst>
        </pc:spChg>
      </pc:sldChg>
      <pc:sldChg chg="addSp modSp add mod setBg modNotesTx">
        <pc:chgData name="" userId="" providerId="" clId="Web-{1E0402AF-1A04-4AD8-BFCB-786A163939CF}" dt="2026-10-23T08:51:09.870" v="8" actId="34807"/>
        <pc:sldMkLst>
          <pc:docMk/>
          <pc:sldMk cId="1068147822" sldId="7184"/>
        </pc:sldMkLst>
        <pc:spChg chg="add mod">
          <ac:chgData name="" userId="" providerId="" clId="Web-{1E0402AF-1A04-4AD8-BFCB-786A163939CF}" dt="2026-10-23T08:51:09.870" v="8" actId="34807"/>
          <ac:spMkLst>
            <pc:docMk/>
            <pc:sldMk cId="1068147822" sldId="7184"/>
            <ac:spMk id="4868" creationId="{B1704545-1F34-0EED-6586-180400FA6545}"/>
          </ac:spMkLst>
        </pc:spChg>
        <pc:spChg chg="add mod">
          <ac:chgData name="" userId="" providerId="" clId="Web-{1E0402AF-1A04-4AD8-BFCB-786A163939CF}" dt="2026-10-23T08:51:09.870" v="8" actId="34807"/>
          <ac:spMkLst>
            <pc:docMk/>
            <pc:sldMk cId="1068147822" sldId="7184"/>
            <ac:spMk id="4935" creationId="{7296AEAB-9EA2-AAAF-F6A8-3E033D0821D2}"/>
          </ac:spMkLst>
        </pc:spChg>
        <pc:spChg chg="add mod">
          <ac:chgData name="" userId="" providerId="" clId="Web-{1E0402AF-1A04-4AD8-BFCB-786A163939CF}" dt="2026-10-23T08:51:09.870" v="8" actId="34807"/>
          <ac:spMkLst>
            <pc:docMk/>
            <pc:sldMk cId="1068147822" sldId="7184"/>
            <ac:spMk id="5003" creationId="{C3FB2C7A-A46F-2D54-A3E9-A78374B36E9C}"/>
          </ac:spMkLst>
        </pc:spChg>
        <pc:spChg chg="add mod">
          <ac:chgData name="" userId="" providerId="" clId="Web-{1E0402AF-1A04-4AD8-BFCB-786A163939CF}" dt="2026-10-23T08:51:09.870" v="8" actId="34807"/>
          <ac:spMkLst>
            <pc:docMk/>
            <pc:sldMk cId="1068147822" sldId="7184"/>
            <ac:spMk id="5072" creationId="{4BFFE689-05E4-8AD5-E78D-A12070A9BEA0}"/>
          </ac:spMkLst>
        </pc:spChg>
        <pc:spChg chg="add mod">
          <ac:chgData name="" userId="" providerId="" clId="Web-{1E0402AF-1A04-4AD8-BFCB-786A163939CF}" dt="2026-10-23T08:51:09.870" v="8" actId="34807"/>
          <ac:spMkLst>
            <pc:docMk/>
            <pc:sldMk cId="1068147822" sldId="7184"/>
            <ac:spMk id="5142" creationId="{6B97E9DA-8948-F52F-97F2-2F429F541F0F}"/>
          </ac:spMkLst>
        </pc:spChg>
      </pc:sldChg>
      <pc:sldChg chg="addSp modSp add mod setBg modNotesTx">
        <pc:chgData name="" userId="" providerId="" clId="Web-{1E0402AF-1A04-4AD8-BFCB-786A163939CF}" dt="2026-10-23T08:51:09.870" v="8" actId="34807"/>
        <pc:sldMkLst>
          <pc:docMk/>
          <pc:sldMk cId="1196239488" sldId="7417"/>
        </pc:sldMkLst>
        <pc:spChg chg="add mod">
          <ac:chgData name="" userId="" providerId="" clId="Web-{1E0402AF-1A04-4AD8-BFCB-786A163939CF}" dt="2026-10-23T08:51:09.870" v="8" actId="34807"/>
          <ac:spMkLst>
            <pc:docMk/>
            <pc:sldMk cId="1196239488" sldId="7417"/>
            <ac:spMk id="5213" creationId="{6DFFF085-16C8-D846-7784-E23C89CA4385}"/>
          </ac:spMkLst>
        </pc:spChg>
        <pc:spChg chg="add mod">
          <ac:chgData name="" userId="" providerId="" clId="Web-{1E0402AF-1A04-4AD8-BFCB-786A163939CF}" dt="2026-10-23T08:51:09.870" v="8" actId="34807"/>
          <ac:spMkLst>
            <pc:docMk/>
            <pc:sldMk cId="1196239488" sldId="7417"/>
            <ac:spMk id="5285" creationId="{CD5723BB-9538-74F2-756A-C8C840905233}"/>
          </ac:spMkLst>
        </pc:spChg>
        <pc:spChg chg="add mod">
          <ac:chgData name="" userId="" providerId="" clId="Web-{1E0402AF-1A04-4AD8-BFCB-786A163939CF}" dt="2026-10-23T08:51:09.870" v="8" actId="34807"/>
          <ac:spMkLst>
            <pc:docMk/>
            <pc:sldMk cId="1196239488" sldId="7417"/>
            <ac:spMk id="5358" creationId="{A1E1AD73-11C4-C8F1-BA4C-421BC38C64A0}"/>
          </ac:spMkLst>
        </pc:spChg>
        <pc:spChg chg="add mod">
          <ac:chgData name="" userId="" providerId="" clId="Web-{1E0402AF-1A04-4AD8-BFCB-786A163939CF}" dt="2026-10-23T08:51:09.870" v="8" actId="34807"/>
          <ac:spMkLst>
            <pc:docMk/>
            <pc:sldMk cId="1196239488" sldId="7417"/>
            <ac:spMk id="5432" creationId="{FFD4D1E3-B889-A833-8B21-8B5A489E57A8}"/>
          </ac:spMkLst>
        </pc:spChg>
        <pc:spChg chg="add mod">
          <ac:chgData name="" userId="" providerId="" clId="Web-{1E0402AF-1A04-4AD8-BFCB-786A163939CF}" dt="2026-10-23T08:51:09.870" v="8" actId="34807"/>
          <ac:spMkLst>
            <pc:docMk/>
            <pc:sldMk cId="1196239488" sldId="7417"/>
            <ac:spMk id="5507" creationId="{65586DFF-8C5F-5953-1466-0A9246B1F626}"/>
          </ac:spMkLst>
        </pc:spChg>
      </pc:sldChg>
      <pc:sldChg chg="addSp modSp add mod setBg modNotesTx">
        <pc:chgData name="" userId="" providerId="" clId="Web-{1E0402AF-1A04-4AD8-BFCB-786A163939CF}" dt="2026-10-23T08:51:09.870" v="8" actId="34807"/>
        <pc:sldMkLst>
          <pc:docMk/>
          <pc:sldMk cId="2289242127" sldId="7651"/>
        </pc:sldMkLst>
        <pc:spChg chg="add mod">
          <ac:chgData name="" userId="" providerId="" clId="Web-{1E0402AF-1A04-4AD8-BFCB-786A163939CF}" dt="2026-10-23T08:51:09.870" v="8" actId="34807"/>
          <ac:spMkLst>
            <pc:docMk/>
            <pc:sldMk cId="2289242127" sldId="7651"/>
            <ac:spMk id="5583" creationId="{F0A6DE0D-C658-EE37-0BC1-33DB6043AD61}"/>
          </ac:spMkLst>
        </pc:spChg>
        <pc:spChg chg="add mod">
          <ac:chgData name="" userId="" providerId="" clId="Web-{1E0402AF-1A04-4AD8-BFCB-786A163939CF}" dt="2026-10-23T08:51:09.870" v="8" actId="34807"/>
          <ac:spMkLst>
            <pc:docMk/>
            <pc:sldMk cId="2289242127" sldId="7651"/>
            <ac:spMk id="5660" creationId="{5CB7FB11-92A5-226E-D167-74986ACDEC62}"/>
          </ac:spMkLst>
        </pc:spChg>
        <pc:spChg chg="add mod">
          <ac:chgData name="" userId="" providerId="" clId="Web-{1E0402AF-1A04-4AD8-BFCB-786A163939CF}" dt="2026-10-23T08:51:09.870" v="8" actId="34807"/>
          <ac:spMkLst>
            <pc:docMk/>
            <pc:sldMk cId="2289242127" sldId="7651"/>
            <ac:spMk id="5738" creationId="{3B846072-4A41-8910-9942-C1C38274986F}"/>
          </ac:spMkLst>
        </pc:spChg>
        <pc:spChg chg="add mod">
          <ac:chgData name="" userId="" providerId="" clId="Web-{1E0402AF-1A04-4AD8-BFCB-786A163939CF}" dt="2026-10-23T08:51:09.870" v="8" actId="34807"/>
          <ac:spMkLst>
            <pc:docMk/>
            <pc:sldMk cId="2289242127" sldId="7651"/>
            <ac:spMk id="5817" creationId="{2AABD992-9061-A81E-1698-EF12FCD8432E}"/>
          </ac:spMkLst>
        </pc:spChg>
        <pc:spChg chg="add mod">
          <ac:chgData name="" userId="" providerId="" clId="Web-{1E0402AF-1A04-4AD8-BFCB-786A163939CF}" dt="2026-10-23T08:51:09.870" v="8" actId="34807"/>
          <ac:spMkLst>
            <pc:docMk/>
            <pc:sldMk cId="2289242127" sldId="7651"/>
            <ac:spMk id="5897" creationId="{860C7FFF-91A4-9275-EE74-B0404A968B88}"/>
          </ac:spMkLst>
        </pc:spChg>
      </pc:sldChg>
      <pc:sldChg chg="addSp modSp add mod setBg modNotesTx">
        <pc:chgData name="" userId="" providerId="" clId="Web-{1E0402AF-1A04-4AD8-BFCB-786A163939CF}" dt="2026-10-23T08:51:09.870" v="8" actId="34807"/>
        <pc:sldMkLst>
          <pc:docMk/>
          <pc:sldMk cId="323294915" sldId="7886"/>
        </pc:sldMkLst>
        <pc:spChg chg="add mod">
          <ac:chgData name="" userId="" providerId="" clId="Web-{1E0402AF-1A04-4AD8-BFCB-786A163939CF}" dt="2026-10-23T08:51:09.870" v="8" actId="34807"/>
          <ac:spMkLst>
            <pc:docMk/>
            <pc:sldMk cId="323294915" sldId="7886"/>
            <ac:spMk id="5978" creationId="{E60CC179-82B1-F34F-E811-64D9645E3C24}"/>
          </ac:spMkLst>
        </pc:spChg>
        <pc:spChg chg="add mod">
          <ac:chgData name="" userId="" providerId="" clId="Web-{1E0402AF-1A04-4AD8-BFCB-786A163939CF}" dt="2026-10-23T08:51:09.870" v="8" actId="34807"/>
          <ac:spMkLst>
            <pc:docMk/>
            <pc:sldMk cId="323294915" sldId="7886"/>
            <ac:spMk id="6060" creationId="{DB42EF90-5BE4-5B33-2C08-E8A55839670A}"/>
          </ac:spMkLst>
        </pc:spChg>
        <pc:spChg chg="add mod">
          <ac:chgData name="" userId="" providerId="" clId="Web-{1E0402AF-1A04-4AD8-BFCB-786A163939CF}" dt="2026-10-23T08:51:09.870" v="8" actId="34807"/>
          <ac:spMkLst>
            <pc:docMk/>
            <pc:sldMk cId="323294915" sldId="7886"/>
            <ac:spMk id="6143" creationId="{C14BB521-63E4-D031-1028-10CF3F72E819}"/>
          </ac:spMkLst>
        </pc:spChg>
        <pc:spChg chg="add mod">
          <ac:chgData name="" userId="" providerId="" clId="Web-{1E0402AF-1A04-4AD8-BFCB-786A163939CF}" dt="2026-10-23T08:51:09.870" v="8" actId="34807"/>
          <ac:spMkLst>
            <pc:docMk/>
            <pc:sldMk cId="323294915" sldId="7886"/>
            <ac:spMk id="6227" creationId="{2D13FC0A-FACE-F7D2-1CB0-D3482495D84E}"/>
          </ac:spMkLst>
        </pc:spChg>
        <pc:spChg chg="add mod">
          <ac:chgData name="" userId="" providerId="" clId="Web-{1E0402AF-1A04-4AD8-BFCB-786A163939CF}" dt="2026-10-23T08:51:09.870" v="8" actId="34807"/>
          <ac:spMkLst>
            <pc:docMk/>
            <pc:sldMk cId="323294915" sldId="7886"/>
            <ac:spMk id="6312" creationId="{D1B4D03A-7867-5E10-6B51-05F9FF12D1FA}"/>
          </ac:spMkLst>
        </pc:spChg>
      </pc:sldChg>
      <pc:sldChg chg="addSp modSp add mod setBg modNotesTx">
        <pc:chgData name="" userId="" providerId="" clId="Web-{1E0402AF-1A04-4AD8-BFCB-786A163939CF}" dt="2026-10-23T08:51:09.870" v="8" actId="34807"/>
        <pc:sldMkLst>
          <pc:docMk/>
          <pc:sldMk cId="1785931516" sldId="8122"/>
        </pc:sldMkLst>
        <pc:spChg chg="add mod">
          <ac:chgData name="" userId="" providerId="" clId="Web-{1E0402AF-1A04-4AD8-BFCB-786A163939CF}" dt="2026-10-23T08:51:09.870" v="8" actId="34807"/>
          <ac:spMkLst>
            <pc:docMk/>
            <pc:sldMk cId="1785931516" sldId="8122"/>
            <ac:spMk id="6398" creationId="{F3C77B1B-FE63-DD5E-804F-B30260DDA65B}"/>
          </ac:spMkLst>
        </pc:spChg>
        <pc:spChg chg="add mod">
          <ac:chgData name="" userId="" providerId="" clId="Web-{1E0402AF-1A04-4AD8-BFCB-786A163939CF}" dt="2026-10-23T08:51:09.870" v="8" actId="34807"/>
          <ac:spMkLst>
            <pc:docMk/>
            <pc:sldMk cId="1785931516" sldId="8122"/>
            <ac:spMk id="6485" creationId="{EAA443A2-96F3-4C7B-8CBD-708E75E19E0D}"/>
          </ac:spMkLst>
        </pc:spChg>
        <pc:spChg chg="add mod">
          <ac:chgData name="" userId="" providerId="" clId="Web-{1E0402AF-1A04-4AD8-BFCB-786A163939CF}" dt="2026-10-23T08:51:09.870" v="8" actId="34807"/>
          <ac:spMkLst>
            <pc:docMk/>
            <pc:sldMk cId="1785931516" sldId="8122"/>
            <ac:spMk id="6573" creationId="{9FF838CD-4222-374D-0E42-2DE648124B05}"/>
          </ac:spMkLst>
        </pc:spChg>
        <pc:spChg chg="add mod">
          <ac:chgData name="" userId="" providerId="" clId="Web-{1E0402AF-1A04-4AD8-BFCB-786A163939CF}" dt="2026-10-23T08:51:09.870" v="8" actId="34807"/>
          <ac:spMkLst>
            <pc:docMk/>
            <pc:sldMk cId="1785931516" sldId="8122"/>
            <ac:spMk id="6662" creationId="{E45CC79F-0C35-81A5-380F-8859352951AA}"/>
          </ac:spMkLst>
        </pc:spChg>
        <pc:spChg chg="add mod">
          <ac:chgData name="" userId="" providerId="" clId="Web-{1E0402AF-1A04-4AD8-BFCB-786A163939CF}" dt="2026-10-23T08:51:09.870" v="8" actId="34807"/>
          <ac:spMkLst>
            <pc:docMk/>
            <pc:sldMk cId="1785931516" sldId="8122"/>
            <ac:spMk id="6752" creationId="{5CA2E0AF-3EF2-FCCA-6631-4D1D1D374C8B}"/>
          </ac:spMkLst>
        </pc:spChg>
      </pc:sldChg>
      <pc:sldChg chg="addSp modSp add mod setBg modNotesTx">
        <pc:chgData name="" userId="" providerId="" clId="Web-{1E0402AF-1A04-4AD8-BFCB-786A163939CF}" dt="2026-10-23T08:51:09.870" v="8" actId="34807"/>
        <pc:sldMkLst>
          <pc:docMk/>
          <pc:sldMk cId="2111836025" sldId="8359"/>
        </pc:sldMkLst>
        <pc:spChg chg="add mod">
          <ac:chgData name="" userId="" providerId="" clId="Web-{1E0402AF-1A04-4AD8-BFCB-786A163939CF}" dt="2026-10-23T08:51:09.870" v="8" actId="34807"/>
          <ac:spMkLst>
            <pc:docMk/>
            <pc:sldMk cId="2111836025" sldId="8359"/>
            <ac:spMk id="6843" creationId="{58F82D67-43CE-1617-0664-1058E9A5D205}"/>
          </ac:spMkLst>
        </pc:spChg>
        <pc:spChg chg="add mod">
          <ac:chgData name="" userId="" providerId="" clId="Web-{1E0402AF-1A04-4AD8-BFCB-786A163939CF}" dt="2026-10-23T08:51:09.870" v="8" actId="34807"/>
          <ac:spMkLst>
            <pc:docMk/>
            <pc:sldMk cId="2111836025" sldId="8359"/>
            <ac:spMk id="6935" creationId="{C5529DB1-24CC-074A-D9FB-4DD4084DFFA1}"/>
          </ac:spMkLst>
        </pc:spChg>
        <pc:spChg chg="add mod">
          <ac:chgData name="" userId="" providerId="" clId="Web-{1E0402AF-1A04-4AD8-BFCB-786A163939CF}" dt="2026-10-23T08:51:09.870" v="8" actId="34807"/>
          <ac:spMkLst>
            <pc:docMk/>
            <pc:sldMk cId="2111836025" sldId="8359"/>
            <ac:spMk id="7028" creationId="{76234D01-2FE2-CE4D-57BE-08255EB5E941}"/>
          </ac:spMkLst>
        </pc:spChg>
        <pc:spChg chg="add mod">
          <ac:chgData name="" userId="" providerId="" clId="Web-{1E0402AF-1A04-4AD8-BFCB-786A163939CF}" dt="2026-10-23T08:51:09.870" v="8" actId="34807"/>
          <ac:spMkLst>
            <pc:docMk/>
            <pc:sldMk cId="2111836025" sldId="8359"/>
            <ac:spMk id="7122" creationId="{EA1BCC6C-65CA-F6E5-07DE-B4673F5EFED3}"/>
          </ac:spMkLst>
        </pc:spChg>
        <pc:spChg chg="add mod">
          <ac:chgData name="" userId="" providerId="" clId="Web-{1E0402AF-1A04-4AD8-BFCB-786A163939CF}" dt="2026-10-23T08:51:09.870" v="8" actId="34807"/>
          <ac:spMkLst>
            <pc:docMk/>
            <pc:sldMk cId="2111836025" sldId="8359"/>
            <ac:spMk id="7217" creationId="{D91CC9EF-F956-89DB-A325-EAE1384CD2D6}"/>
          </ac:spMkLst>
        </pc:spChg>
      </pc:sldChg>
      <pc:sldChg chg="addSp modSp add mod setBg modNotesTx">
        <pc:chgData name="" userId="" providerId="" clId="Web-{1E0402AF-1A04-4AD8-BFCB-786A163939CF}" dt="2026-10-23T08:51:09.870" v="8" actId="34807"/>
        <pc:sldMkLst>
          <pc:docMk/>
          <pc:sldMk cId="1389944548" sldId="8597"/>
        </pc:sldMkLst>
        <pc:spChg chg="add mod">
          <ac:chgData name="" userId="" providerId="" clId="Web-{1E0402AF-1A04-4AD8-BFCB-786A163939CF}" dt="2026-10-23T08:51:09.870" v="8" actId="34807"/>
          <ac:spMkLst>
            <pc:docMk/>
            <pc:sldMk cId="1389944548" sldId="8597"/>
            <ac:spMk id="7313" creationId="{32C364CE-CB1C-F317-247C-445F674BFD29}"/>
          </ac:spMkLst>
        </pc:spChg>
        <pc:spChg chg="add mod">
          <ac:chgData name="" userId="" providerId="" clId="Web-{1E0402AF-1A04-4AD8-BFCB-786A163939CF}" dt="2026-10-23T08:51:09.870" v="8" actId="34807"/>
          <ac:spMkLst>
            <pc:docMk/>
            <pc:sldMk cId="1389944548" sldId="8597"/>
            <ac:spMk id="7410" creationId="{AC0C2F18-BA09-3F34-49B7-3A60074FF705}"/>
          </ac:spMkLst>
        </pc:spChg>
        <pc:spChg chg="add mod">
          <ac:chgData name="" userId="" providerId="" clId="Web-{1E0402AF-1A04-4AD8-BFCB-786A163939CF}" dt="2026-10-23T08:51:09.870" v="8" actId="34807"/>
          <ac:spMkLst>
            <pc:docMk/>
            <pc:sldMk cId="1389944548" sldId="8597"/>
            <ac:spMk id="7508" creationId="{4C969E40-3B26-CD20-B344-4DFA1539D723}"/>
          </ac:spMkLst>
        </pc:spChg>
        <pc:spChg chg="add mod">
          <ac:chgData name="" userId="" providerId="" clId="Web-{1E0402AF-1A04-4AD8-BFCB-786A163939CF}" dt="2026-10-23T08:51:09.870" v="8" actId="34807"/>
          <ac:spMkLst>
            <pc:docMk/>
            <pc:sldMk cId="1389944548" sldId="8597"/>
            <ac:spMk id="7607" creationId="{00D26531-89CB-B78A-27ED-C3166058377E}"/>
          </ac:spMkLst>
        </pc:spChg>
        <pc:spChg chg="add mod">
          <ac:chgData name="" userId="" providerId="" clId="Web-{1E0402AF-1A04-4AD8-BFCB-786A163939CF}" dt="2026-10-23T08:51:09.870" v="8" actId="34807"/>
          <ac:spMkLst>
            <pc:docMk/>
            <pc:sldMk cId="1389944548" sldId="8597"/>
            <ac:spMk id="7707" creationId="{881117F4-1472-3EF8-A036-2E4CE497547C}"/>
          </ac:spMkLst>
        </pc:spChg>
      </pc:sldChg>
      <pc:sldChg chg="addSp modSp add mod setBg modNotesTx">
        <pc:chgData name="" userId="" providerId="" clId="Web-{1E0402AF-1A04-4AD8-BFCB-786A163939CF}" dt="2026-10-23T08:51:09.870" v="8" actId="34807"/>
        <pc:sldMkLst>
          <pc:docMk/>
          <pc:sldMk cId="441665647" sldId="8836"/>
        </pc:sldMkLst>
        <pc:spChg chg="add mod">
          <ac:chgData name="" userId="" providerId="" clId="Web-{1E0402AF-1A04-4AD8-BFCB-786A163939CF}" dt="2026-10-23T08:51:09.870" v="8" actId="34807"/>
          <ac:spMkLst>
            <pc:docMk/>
            <pc:sldMk cId="441665647" sldId="8836"/>
            <ac:spMk id="7808" creationId="{F2295C21-B3D8-0879-667F-6C0CC1604716}"/>
          </ac:spMkLst>
        </pc:spChg>
        <pc:spChg chg="add mod">
          <ac:chgData name="" userId="" providerId="" clId="Web-{1E0402AF-1A04-4AD8-BFCB-786A163939CF}" dt="2026-10-23T08:51:09.870" v="8" actId="34807"/>
          <ac:spMkLst>
            <pc:docMk/>
            <pc:sldMk cId="441665647" sldId="8836"/>
            <ac:spMk id="7910" creationId="{1F709024-3333-1246-098D-DA8BFED28623}"/>
          </ac:spMkLst>
        </pc:spChg>
        <pc:spChg chg="add mod">
          <ac:chgData name="" userId="" providerId="" clId="Web-{1E0402AF-1A04-4AD8-BFCB-786A163939CF}" dt="2026-10-23T08:51:09.870" v="8" actId="34807"/>
          <ac:spMkLst>
            <pc:docMk/>
            <pc:sldMk cId="441665647" sldId="8836"/>
            <ac:spMk id="8013" creationId="{CAD0321A-B7B4-E090-85E0-C02B2D40E5BF}"/>
          </ac:spMkLst>
        </pc:spChg>
        <pc:spChg chg="add mod">
          <ac:chgData name="" userId="" providerId="" clId="Web-{1E0402AF-1A04-4AD8-BFCB-786A163939CF}" dt="2026-10-23T08:51:09.870" v="8" actId="34807"/>
          <ac:spMkLst>
            <pc:docMk/>
            <pc:sldMk cId="441665647" sldId="8836"/>
            <ac:spMk id="8117" creationId="{0BFBB1D0-BD60-8452-3F63-3F57C3947838}"/>
          </ac:spMkLst>
        </pc:spChg>
        <pc:spChg chg="add mod">
          <ac:chgData name="" userId="" providerId="" clId="Web-{1E0402AF-1A04-4AD8-BFCB-786A163939CF}" dt="2026-10-23T08:51:09.870" v="8" actId="34807"/>
          <ac:spMkLst>
            <pc:docMk/>
            <pc:sldMk cId="441665647" sldId="8836"/>
            <ac:spMk id="8222" creationId="{27FCFD72-3A25-48B2-4F99-A8842F9F66B6}"/>
          </ac:spMkLst>
        </pc:spChg>
      </pc:sldChg>
      <pc:sldChg chg="addSp modSp add mod setBg modNotesTx">
        <pc:chgData name="" userId="" providerId="" clId="Web-{1E0402AF-1A04-4AD8-BFCB-786A163939CF}" dt="2026-10-23T08:51:09.870" v="8" actId="34807"/>
        <pc:sldMkLst>
          <pc:docMk/>
          <pc:sldMk cId="846757930" sldId="9076"/>
        </pc:sldMkLst>
        <pc:spChg chg="add mod">
          <ac:chgData name="" userId="" providerId="" clId="Web-{1E0402AF-1A04-4AD8-BFCB-786A163939CF}" dt="2026-10-23T08:51:09.870" v="8" actId="34807"/>
          <ac:spMkLst>
            <pc:docMk/>
            <pc:sldMk cId="846757930" sldId="9076"/>
            <ac:spMk id="8328" creationId="{E787BC32-D63B-588F-9E5E-D5C6FC08CACC}"/>
          </ac:spMkLst>
        </pc:spChg>
        <pc:spChg chg="add mod">
          <ac:chgData name="" userId="" providerId="" clId="Web-{1E0402AF-1A04-4AD8-BFCB-786A163939CF}" dt="2026-10-23T08:51:09.870" v="8" actId="34807"/>
          <ac:spMkLst>
            <pc:docMk/>
            <pc:sldMk cId="846757930" sldId="9076"/>
            <ac:spMk id="8435" creationId="{002C70E5-A09E-BA14-2C0F-C3DFD44C94F3}"/>
          </ac:spMkLst>
        </pc:spChg>
        <pc:spChg chg="add mod">
          <ac:chgData name="" userId="" providerId="" clId="Web-{1E0402AF-1A04-4AD8-BFCB-786A163939CF}" dt="2026-10-23T08:51:09.870" v="8" actId="34807"/>
          <ac:spMkLst>
            <pc:docMk/>
            <pc:sldMk cId="846757930" sldId="9076"/>
            <ac:spMk id="8543" creationId="{DA332C90-E6C0-79D0-0A0F-5E428654CBDC}"/>
          </ac:spMkLst>
        </pc:spChg>
        <pc:spChg chg="add mod">
          <ac:chgData name="" userId="" providerId="" clId="Web-{1E0402AF-1A04-4AD8-BFCB-786A163939CF}" dt="2026-10-23T08:51:09.870" v="8" actId="34807"/>
          <ac:spMkLst>
            <pc:docMk/>
            <pc:sldMk cId="846757930" sldId="9076"/>
            <ac:spMk id="8652" creationId="{C300E65F-C14B-725D-0ECA-0229755E559B}"/>
          </ac:spMkLst>
        </pc:spChg>
        <pc:spChg chg="add mod">
          <ac:chgData name="" userId="" providerId="" clId="Web-{1E0402AF-1A04-4AD8-BFCB-786A163939CF}" dt="2026-10-23T08:51:09.870" v="8" actId="34807"/>
          <ac:spMkLst>
            <pc:docMk/>
            <pc:sldMk cId="846757930" sldId="9076"/>
            <ac:spMk id="8762" creationId="{DA32A1F5-074C-B59E-7F11-231D61521CDF}"/>
          </ac:spMkLst>
        </pc:spChg>
      </pc:sldChg>
      <pc:sldChg chg="addSp modSp add mod setBg modNotesTx">
        <pc:chgData name="" userId="" providerId="" clId="Web-{1E0402AF-1A04-4AD8-BFCB-786A163939CF}" dt="2026-10-23T08:51:09.870" v="8" actId="34807"/>
        <pc:sldMkLst>
          <pc:docMk/>
          <pc:sldMk cId="3458264873" sldId="9317"/>
        </pc:sldMkLst>
        <pc:spChg chg="add mod">
          <ac:chgData name="" userId="" providerId="" clId="Web-{1E0402AF-1A04-4AD8-BFCB-786A163939CF}" dt="2026-10-23T08:51:09.870" v="8" actId="34807"/>
          <ac:spMkLst>
            <pc:docMk/>
            <pc:sldMk cId="3458264873" sldId="9317"/>
            <ac:spMk id="8873" creationId="{E7EB7A38-D8CF-9F37-3841-47724666A8A9}"/>
          </ac:spMkLst>
        </pc:spChg>
        <pc:spChg chg="add mod">
          <ac:chgData name="" userId="" providerId="" clId="Web-{1E0402AF-1A04-4AD8-BFCB-786A163939CF}" dt="2026-10-23T08:51:09.870" v="8" actId="34807"/>
          <ac:spMkLst>
            <pc:docMk/>
            <pc:sldMk cId="3458264873" sldId="9317"/>
            <ac:spMk id="8985" creationId="{79A4892B-4431-1549-AFCC-9F94084830BF}"/>
          </ac:spMkLst>
        </pc:spChg>
        <pc:spChg chg="add mod">
          <ac:chgData name="" userId="" providerId="" clId="Web-{1E0402AF-1A04-4AD8-BFCB-786A163939CF}" dt="2026-10-23T08:51:09.870" v="8" actId="34807"/>
          <ac:spMkLst>
            <pc:docMk/>
            <pc:sldMk cId="3458264873" sldId="9317"/>
            <ac:spMk id="9098" creationId="{9C21EA6B-602A-4592-DBF8-A9F7CAC5F431}"/>
          </ac:spMkLst>
        </pc:spChg>
        <pc:spChg chg="add mod">
          <ac:chgData name="" userId="" providerId="" clId="Web-{1E0402AF-1A04-4AD8-BFCB-786A163939CF}" dt="2026-10-23T08:51:09.870" v="8" actId="34807"/>
          <ac:spMkLst>
            <pc:docMk/>
            <pc:sldMk cId="3458264873" sldId="9317"/>
            <ac:spMk id="9212" creationId="{9917A966-5C88-90A9-1991-61B8EFEC164D}"/>
          </ac:spMkLst>
        </pc:spChg>
        <pc:spChg chg="add mod">
          <ac:chgData name="" userId="" providerId="" clId="Web-{1E0402AF-1A04-4AD8-BFCB-786A163939CF}" dt="2026-10-23T08:51:09.870" v="8" actId="34807"/>
          <ac:spMkLst>
            <pc:docMk/>
            <pc:sldMk cId="3458264873" sldId="9317"/>
            <ac:spMk id="9327" creationId="{812A3985-76B1-E1C4-8EC8-B68E88D7FF65}"/>
          </ac:spMkLst>
        </pc:spChg>
      </pc:sldChg>
      <pc:sldChg chg="addSp modSp add mod setBg modNotesTx">
        <pc:chgData name="" userId="" providerId="" clId="Web-{1E0402AF-1A04-4AD8-BFCB-786A163939CF}" dt="2026-10-23T08:51:09.870" v="8" actId="34807"/>
        <pc:sldMkLst>
          <pc:docMk/>
          <pc:sldMk cId="3232808632" sldId="9559"/>
        </pc:sldMkLst>
        <pc:spChg chg="add mod">
          <ac:chgData name="" userId="" providerId="" clId="Web-{1E0402AF-1A04-4AD8-BFCB-786A163939CF}" dt="2026-10-23T08:51:09.870" v="8" actId="34807"/>
          <ac:spMkLst>
            <pc:docMk/>
            <pc:sldMk cId="3232808632" sldId="9559"/>
            <ac:spMk id="9443" creationId="{57E6C960-B771-8C4D-74D0-2E659972DD4A}"/>
          </ac:spMkLst>
        </pc:spChg>
        <pc:spChg chg="add mod">
          <ac:chgData name="" userId="" providerId="" clId="Web-{1E0402AF-1A04-4AD8-BFCB-786A163939CF}" dt="2026-10-23T08:51:09.870" v="8" actId="34807"/>
          <ac:spMkLst>
            <pc:docMk/>
            <pc:sldMk cId="3232808632" sldId="9559"/>
            <ac:spMk id="9560" creationId="{F75CCEB3-F6F2-40E0-6F2D-D8431EBFFF17}"/>
          </ac:spMkLst>
        </pc:spChg>
        <pc:spChg chg="add mod">
          <ac:chgData name="" userId="" providerId="" clId="Web-{1E0402AF-1A04-4AD8-BFCB-786A163939CF}" dt="2026-10-23T08:51:09.870" v="8" actId="34807"/>
          <ac:spMkLst>
            <pc:docMk/>
            <pc:sldMk cId="3232808632" sldId="9559"/>
            <ac:spMk id="9678" creationId="{2696879A-4690-E2D0-AB32-C2F30C36C216}"/>
          </ac:spMkLst>
        </pc:spChg>
        <pc:spChg chg="add mod">
          <ac:chgData name="" userId="" providerId="" clId="Web-{1E0402AF-1A04-4AD8-BFCB-786A163939CF}" dt="2026-10-23T08:51:09.870" v="8" actId="34807"/>
          <ac:spMkLst>
            <pc:docMk/>
            <pc:sldMk cId="3232808632" sldId="9559"/>
            <ac:spMk id="9797" creationId="{6A145055-0724-4938-F063-A72CE7A0FCAC}"/>
          </ac:spMkLst>
        </pc:spChg>
        <pc:spChg chg="add mod">
          <ac:chgData name="" userId="" providerId="" clId="Web-{1E0402AF-1A04-4AD8-BFCB-786A163939CF}" dt="2026-10-23T08:51:09.870" v="8" actId="34807"/>
          <ac:spMkLst>
            <pc:docMk/>
            <pc:sldMk cId="3232808632" sldId="9559"/>
            <ac:spMk id="9917" creationId="{2A774DE9-E1B2-DF83-BE18-96D3F56CBFA9}"/>
          </ac:spMkLst>
        </pc:spChg>
      </pc:sldChg>
      <pc:sldChg chg="addSp modSp add mod setBg modNotesTx">
        <pc:chgData name="" userId="" providerId="" clId="Web-{1E0402AF-1A04-4AD8-BFCB-786A163939CF}" dt="2026-10-23T08:51:09.870" v="8" actId="34807"/>
        <pc:sldMkLst>
          <pc:docMk/>
          <pc:sldMk cId="3812960141" sldId="9802"/>
        </pc:sldMkLst>
        <pc:spChg chg="add mod">
          <ac:chgData name="" userId="" providerId="" clId="Web-{1E0402AF-1A04-4AD8-BFCB-786A163939CF}" dt="2026-10-23T08:51:09.870" v="8" actId="34807"/>
          <ac:spMkLst>
            <pc:docMk/>
            <pc:sldMk cId="3812960141" sldId="9802"/>
            <ac:spMk id="10038" creationId="{B6268D19-01E3-5727-AC02-07EB9448F0C6}"/>
          </ac:spMkLst>
        </pc:spChg>
        <pc:spChg chg="add mod">
          <ac:chgData name="" userId="" providerId="" clId="Web-{1E0402AF-1A04-4AD8-BFCB-786A163939CF}" dt="2026-10-23T08:51:09.870" v="8" actId="34807"/>
          <ac:spMkLst>
            <pc:docMk/>
            <pc:sldMk cId="3812960141" sldId="9802"/>
            <ac:spMk id="10160" creationId="{C7904B45-85BE-1765-4FB0-B302A70836B3}"/>
          </ac:spMkLst>
        </pc:spChg>
        <pc:spChg chg="add mod">
          <ac:chgData name="" userId="" providerId="" clId="Web-{1E0402AF-1A04-4AD8-BFCB-786A163939CF}" dt="2026-10-23T08:51:09.870" v="8" actId="34807"/>
          <ac:spMkLst>
            <pc:docMk/>
            <pc:sldMk cId="3812960141" sldId="9802"/>
            <ac:spMk id="10283" creationId="{596BCD0D-86FB-F2DC-BDD5-84DDF837DBD3}"/>
          </ac:spMkLst>
        </pc:spChg>
        <pc:spChg chg="add mod">
          <ac:chgData name="" userId="" providerId="" clId="Web-{1E0402AF-1A04-4AD8-BFCB-786A163939CF}" dt="2026-10-23T08:51:09.870" v="8" actId="34807"/>
          <ac:spMkLst>
            <pc:docMk/>
            <pc:sldMk cId="3812960141" sldId="9802"/>
            <ac:spMk id="10407" creationId="{E3622834-BC61-11F8-F6FA-868C3444FA65}"/>
          </ac:spMkLst>
        </pc:spChg>
        <pc:spChg chg="add mod">
          <ac:chgData name="" userId="" providerId="" clId="Web-{1E0402AF-1A04-4AD8-BFCB-786A163939CF}" dt="2026-10-23T08:51:09.870" v="8" actId="34807"/>
          <ac:spMkLst>
            <pc:docMk/>
            <pc:sldMk cId="3812960141" sldId="9802"/>
            <ac:spMk id="10532" creationId="{13D3F6C5-AA68-0AF5-B799-336E4E077014}"/>
          </ac:spMkLst>
        </pc:spChg>
      </pc:sldChg>
      <pc:sldChg chg="addSp modSp add mod setBg modNotesTx">
        <pc:chgData name="" userId="" providerId="" clId="Web-{1E0402AF-1A04-4AD8-BFCB-786A163939CF}" dt="2026-10-23T08:51:09.870" v="8" actId="34807"/>
        <pc:sldMkLst>
          <pc:docMk/>
          <pc:sldMk cId="1844880558" sldId="10046"/>
        </pc:sldMkLst>
        <pc:spChg chg="add mod">
          <ac:chgData name="" userId="" providerId="" clId="Web-{1E0402AF-1A04-4AD8-BFCB-786A163939CF}" dt="2026-10-23T08:51:09.870" v="8" actId="34807"/>
          <ac:spMkLst>
            <pc:docMk/>
            <pc:sldMk cId="1844880558" sldId="10046"/>
            <ac:spMk id="10658" creationId="{7FC988B3-9D84-8A76-0808-7E2603F07AD9}"/>
          </ac:spMkLst>
        </pc:spChg>
        <pc:spChg chg="add mod">
          <ac:chgData name="" userId="" providerId="" clId="Web-{1E0402AF-1A04-4AD8-BFCB-786A163939CF}" dt="2026-10-23T08:51:09.870" v="8" actId="34807"/>
          <ac:spMkLst>
            <pc:docMk/>
            <pc:sldMk cId="1844880558" sldId="10046"/>
            <ac:spMk id="10785" creationId="{7B0CCD73-DF25-D558-3802-F25A1C296DDD}"/>
          </ac:spMkLst>
        </pc:spChg>
        <pc:spChg chg="add mod">
          <ac:chgData name="" userId="" providerId="" clId="Web-{1E0402AF-1A04-4AD8-BFCB-786A163939CF}" dt="2026-10-23T08:51:09.870" v="8" actId="34807"/>
          <ac:spMkLst>
            <pc:docMk/>
            <pc:sldMk cId="1844880558" sldId="10046"/>
            <ac:spMk id="10913" creationId="{42D3E9F8-4F74-B634-37B6-C4CC5D9A3325}"/>
          </ac:spMkLst>
        </pc:spChg>
        <pc:spChg chg="add mod">
          <ac:chgData name="" userId="" providerId="" clId="Web-{1E0402AF-1A04-4AD8-BFCB-786A163939CF}" dt="2026-10-23T08:51:09.870" v="8" actId="34807"/>
          <ac:spMkLst>
            <pc:docMk/>
            <pc:sldMk cId="1844880558" sldId="10046"/>
            <ac:spMk id="11042" creationId="{11DF9438-18C4-3F33-A335-44A683000E62}"/>
          </ac:spMkLst>
        </pc:spChg>
        <pc:spChg chg="add mod">
          <ac:chgData name="" userId="" providerId="" clId="Web-{1E0402AF-1A04-4AD8-BFCB-786A163939CF}" dt="2026-10-23T08:51:09.870" v="8" actId="34807"/>
          <ac:spMkLst>
            <pc:docMk/>
            <pc:sldMk cId="1844880558" sldId="10046"/>
            <ac:spMk id="11172" creationId="{AAC4D1CF-E4D0-C939-9546-3EEDE0E1503A}"/>
          </ac:spMkLst>
        </pc:spChg>
      </pc:sldChg>
      <pc:sldChg chg="addSp modSp add mod setBg modNotesTx">
        <pc:chgData name="" userId="" providerId="" clId="Web-{1E0402AF-1A04-4AD8-BFCB-786A163939CF}" dt="2026-10-23T08:51:09.870" v="8" actId="34807"/>
        <pc:sldMkLst>
          <pc:docMk/>
          <pc:sldMk cId="393294588" sldId="10291"/>
        </pc:sldMkLst>
        <pc:spChg chg="add mod">
          <ac:chgData name="" userId="" providerId="" clId="Web-{1E0402AF-1A04-4AD8-BFCB-786A163939CF}" dt="2026-10-23T08:51:09.870" v="8" actId="34807"/>
          <ac:spMkLst>
            <pc:docMk/>
            <pc:sldMk cId="393294588" sldId="10291"/>
            <ac:spMk id="11303" creationId="{7A24F95E-2F54-26F8-0A39-92FB857BDEBC}"/>
          </ac:spMkLst>
        </pc:spChg>
        <pc:spChg chg="add mod">
          <ac:chgData name="" userId="" providerId="" clId="Web-{1E0402AF-1A04-4AD8-BFCB-786A163939CF}" dt="2026-10-23T08:51:09.870" v="8" actId="34807"/>
          <ac:spMkLst>
            <pc:docMk/>
            <pc:sldMk cId="393294588" sldId="10291"/>
            <ac:spMk id="11435" creationId="{2F90C067-F3FC-A147-5FD5-E42C0CA2B4CA}"/>
          </ac:spMkLst>
        </pc:spChg>
        <pc:spChg chg="add mod">
          <ac:chgData name="" userId="" providerId="" clId="Web-{1E0402AF-1A04-4AD8-BFCB-786A163939CF}" dt="2026-10-23T08:51:09.870" v="8" actId="34807"/>
          <ac:spMkLst>
            <pc:docMk/>
            <pc:sldMk cId="393294588" sldId="10291"/>
            <ac:spMk id="11568" creationId="{A7FC2BCF-A670-FDB7-5C88-4AB0B5CC6EB4}"/>
          </ac:spMkLst>
        </pc:spChg>
        <pc:spChg chg="add mod">
          <ac:chgData name="" userId="" providerId="" clId="Web-{1E0402AF-1A04-4AD8-BFCB-786A163939CF}" dt="2026-10-23T08:51:09.870" v="8" actId="34807"/>
          <ac:spMkLst>
            <pc:docMk/>
            <pc:sldMk cId="393294588" sldId="10291"/>
            <ac:spMk id="11702" creationId="{C12A29C5-2D61-6846-24C5-0B6B527B4C03}"/>
          </ac:spMkLst>
        </pc:spChg>
        <pc:spChg chg="add mod">
          <ac:chgData name="" userId="" providerId="" clId="Web-{1E0402AF-1A04-4AD8-BFCB-786A163939CF}" dt="2026-10-23T08:51:09.870" v="8" actId="34807"/>
          <ac:spMkLst>
            <pc:docMk/>
            <pc:sldMk cId="393294588" sldId="10291"/>
            <ac:spMk id="11837" creationId="{441FCFF6-D1AB-978F-7CE4-21315F12D68C}"/>
          </ac:spMkLst>
        </pc:spChg>
      </pc:sldChg>
      <pc:sldMasterChg chg="modSp modSldLayout">
        <pc:chgData name="" userId="" providerId="" clId="Web-{1E0402AF-1A04-4AD8-BFCB-786A163939CF}" dt="2026-10-23T08:48:34.860" v="0" actId="34807"/>
        <pc:sldMasterMkLst>
          <pc:docMk/>
          <pc:sldMasterMk cId="2209977519" sldId="2147483648"/>
        </pc:sldMasterMkLst>
        <pc:spChg chg="mod">
          <ac:chgData name="" userId="" providerId="" clId="Web-{1E0402AF-1A04-4AD8-BFCB-786A163939CF}" dt="2026-10-23T08:48:34.860" v="0" actId="34807"/>
          <ac:spMkLst>
            <pc:docMk/>
            <pc:sldMasterMk cId="2209977519" sldId="2147483648"/>
            <ac:spMk id="2" creationId="{00000000-0000-0000-0000-000000000000}"/>
          </ac:spMkLst>
        </pc:spChg>
        <pc:spChg chg="mod">
          <ac:chgData name="" userId="" providerId="" clId="Web-{1E0402AF-1A04-4AD8-BFCB-786A163939CF}" dt="2026-10-23T08:48:34.860" v="0" actId="34807"/>
          <ac:spMkLst>
            <pc:docMk/>
            <pc:sldMasterMk cId="2209977519" sldId="2147483648"/>
            <ac:spMk id="3" creationId="{00000000-0000-0000-0000-000000000000}"/>
          </ac:spMkLst>
        </pc:spChg>
        <pc:spChg chg="mod">
          <ac:chgData name="" userId="" providerId="" clId="Web-{1E0402AF-1A04-4AD8-BFCB-786A163939CF}" dt="2026-10-23T08:48:34.860" v="0" actId="34807"/>
          <ac:spMkLst>
            <pc:docMk/>
            <pc:sldMasterMk cId="2209977519" sldId="2147483648"/>
            <ac:spMk id="4" creationId="{00000000-0000-0000-0000-000000000000}"/>
          </ac:spMkLst>
        </pc:spChg>
        <pc:spChg chg="mod">
          <ac:chgData name="" userId="" providerId="" clId="Web-{1E0402AF-1A04-4AD8-BFCB-786A163939CF}" dt="2026-10-23T08:48:34.860" v="0" actId="34807"/>
          <ac:spMkLst>
            <pc:docMk/>
            <pc:sldMasterMk cId="2209977519" sldId="2147483648"/>
            <ac:spMk id="5" creationId="{00000000-0000-0000-0000-000000000000}"/>
          </ac:spMkLst>
        </pc:spChg>
        <pc:spChg chg="mod">
          <ac:chgData name="" userId="" providerId="" clId="Web-{1E0402AF-1A04-4AD8-BFCB-786A163939CF}" dt="2026-10-23T08:48:34.860" v="0" actId="34807"/>
          <ac:spMkLst>
            <pc:docMk/>
            <pc:sldMasterMk cId="2209977519" sldId="2147483648"/>
            <ac:spMk id="6" creationId="{00000000-0000-0000-0000-000000000000}"/>
          </ac:spMkLst>
        </pc:spChg>
        <pc:sldLayoutChg chg="modSp">
          <pc:chgData name="" userId="" providerId="" clId="Web-{1E0402AF-1A04-4AD8-BFCB-786A163939CF}" dt="2026-10-23T08:48:34.860" v="0" actId="34807"/>
          <pc:sldLayoutMkLst>
            <pc:docMk/>
            <pc:sldMasterMk cId="2209977519" sldId="2147483648"/>
            <pc:sldLayoutMk cId="3168075583" sldId="2147483649"/>
          </pc:sldLayoutMkLst>
          <pc:spChg chg="mod">
            <ac:chgData name="" userId="" providerId="" clId="Web-{1E0402AF-1A04-4AD8-BFCB-786A163939CF}" dt="2026-10-23T08:48:34.860" v="0" actId="34807"/>
            <ac:spMkLst>
              <pc:docMk/>
              <pc:sldMasterMk cId="2209977519" sldId="2147483648"/>
              <pc:sldLayoutMk cId="3168075583" sldId="2147483649"/>
              <ac:spMk id="2" creationId="{00000000-0000-0000-0000-000000000000}"/>
            </ac:spMkLst>
          </pc:spChg>
          <pc:spChg chg="mod">
            <ac:chgData name="" userId="" providerId="" clId="Web-{1E0402AF-1A04-4AD8-BFCB-786A163939CF}" dt="2026-10-23T08:48:34.860" v="0" actId="34807"/>
            <ac:spMkLst>
              <pc:docMk/>
              <pc:sldMasterMk cId="2209977519" sldId="2147483648"/>
              <pc:sldLayoutMk cId="3168075583" sldId="2147483649"/>
              <ac:spMk id="3"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960648375" sldId="2147483651"/>
          </pc:sldLayoutMkLst>
          <pc:spChg chg="mod">
            <ac:chgData name="" userId="" providerId="" clId="Web-{1E0402AF-1A04-4AD8-BFCB-786A163939CF}" dt="2026-10-23T08:48:34.860" v="0" actId="34807"/>
            <ac:spMkLst>
              <pc:docMk/>
              <pc:sldMasterMk cId="2209977519" sldId="2147483648"/>
              <pc:sldLayoutMk cId="960648375" sldId="2147483651"/>
              <ac:spMk id="2" creationId="{00000000-0000-0000-0000-000000000000}"/>
            </ac:spMkLst>
          </pc:spChg>
          <pc:spChg chg="mod">
            <ac:chgData name="" userId="" providerId="" clId="Web-{1E0402AF-1A04-4AD8-BFCB-786A163939CF}" dt="2026-10-23T08:48:34.860" v="0" actId="34807"/>
            <ac:spMkLst>
              <pc:docMk/>
              <pc:sldMasterMk cId="2209977519" sldId="2147483648"/>
              <pc:sldLayoutMk cId="960648375" sldId="2147483651"/>
              <ac:spMk id="3"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2782244947" sldId="2147483652"/>
          </pc:sldLayoutMkLst>
          <pc:spChg chg="mod">
            <ac:chgData name="" userId="" providerId="" clId="Web-{1E0402AF-1A04-4AD8-BFCB-786A163939CF}" dt="2026-10-23T08:48:34.860" v="0" actId="34807"/>
            <ac:spMkLst>
              <pc:docMk/>
              <pc:sldMasterMk cId="2209977519" sldId="2147483648"/>
              <pc:sldLayoutMk cId="2782244947" sldId="2147483652"/>
              <ac:spMk id="3" creationId="{00000000-0000-0000-0000-000000000000}"/>
            </ac:spMkLst>
          </pc:spChg>
          <pc:spChg chg="mod">
            <ac:chgData name="" userId="" providerId="" clId="Web-{1E0402AF-1A04-4AD8-BFCB-786A163939CF}" dt="2026-10-23T08:48:34.860" v="0" actId="34807"/>
            <ac:spMkLst>
              <pc:docMk/>
              <pc:sldMasterMk cId="2209977519" sldId="2147483648"/>
              <pc:sldLayoutMk cId="2782244947" sldId="2147483652"/>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990158736" sldId="2147483653"/>
          </pc:sldLayoutMkLst>
          <pc:spChg chg="mod">
            <ac:chgData name="" userId="" providerId="" clId="Web-{1E0402AF-1A04-4AD8-BFCB-786A163939CF}" dt="2026-10-23T08:48:34.860" v="0" actId="34807"/>
            <ac:spMkLst>
              <pc:docMk/>
              <pc:sldMasterMk cId="2209977519" sldId="2147483648"/>
              <pc:sldLayoutMk cId="990158736" sldId="2147483653"/>
              <ac:spMk id="3"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4"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5"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6"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1840726560" sldId="2147483656"/>
          </pc:sldLayoutMkLst>
          <pc:spChg chg="mod">
            <ac:chgData name="" userId="" providerId="" clId="Web-{1E0402AF-1A04-4AD8-BFCB-786A163939CF}" dt="2026-10-23T08:48:34.860" v="0" actId="34807"/>
            <ac:spMkLst>
              <pc:docMk/>
              <pc:sldMasterMk cId="2209977519" sldId="2147483648"/>
              <pc:sldLayoutMk cId="1840726560" sldId="2147483656"/>
              <ac:spMk id="2" creationId="{00000000-0000-0000-0000-000000000000}"/>
            </ac:spMkLst>
          </pc:spChg>
          <pc:spChg chg="mod">
            <ac:chgData name="" userId="" providerId="" clId="Web-{1E0402AF-1A04-4AD8-BFCB-786A163939CF}" dt="2026-10-23T08:48:34.860" v="0" actId="34807"/>
            <ac:spMkLst>
              <pc:docMk/>
              <pc:sldMasterMk cId="2209977519" sldId="2147483648"/>
              <pc:sldLayoutMk cId="1840726560" sldId="2147483656"/>
              <ac:spMk id="3" creationId="{00000000-0000-0000-0000-000000000000}"/>
            </ac:spMkLst>
          </pc:spChg>
          <pc:spChg chg="mod">
            <ac:chgData name="" userId="" providerId="" clId="Web-{1E0402AF-1A04-4AD8-BFCB-786A163939CF}" dt="2026-10-23T08:48:34.860" v="0" actId="34807"/>
            <ac:spMkLst>
              <pc:docMk/>
              <pc:sldMasterMk cId="2209977519" sldId="2147483648"/>
              <pc:sldLayoutMk cId="1840726560" sldId="2147483656"/>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3889236939" sldId="2147483657"/>
          </pc:sldLayoutMkLst>
          <pc:spChg chg="mod">
            <ac:chgData name="" userId="" providerId="" clId="Web-{1E0402AF-1A04-4AD8-BFCB-786A163939CF}" dt="2026-10-23T08:48:34.860" v="0" actId="34807"/>
            <ac:spMkLst>
              <pc:docMk/>
              <pc:sldMasterMk cId="2209977519" sldId="2147483648"/>
              <pc:sldLayoutMk cId="3889236939" sldId="2147483657"/>
              <ac:spMk id="2" creationId="{00000000-0000-0000-0000-000000000000}"/>
            </ac:spMkLst>
          </pc:spChg>
          <pc:spChg chg="mod">
            <ac:chgData name="" userId="" providerId="" clId="Web-{1E0402AF-1A04-4AD8-BFCB-786A163939CF}" dt="2026-10-23T08:48:34.860" v="0" actId="34807"/>
            <ac:spMkLst>
              <pc:docMk/>
              <pc:sldMasterMk cId="2209977519" sldId="2147483648"/>
              <pc:sldLayoutMk cId="3889236939" sldId="2147483657"/>
              <ac:spMk id="3" creationId="{00000000-0000-0000-0000-000000000000}"/>
            </ac:spMkLst>
          </pc:spChg>
          <pc:spChg chg="mod">
            <ac:chgData name="" userId="" providerId="" clId="Web-{1E0402AF-1A04-4AD8-BFCB-786A163939CF}" dt="2026-10-23T08:48:34.860" v="0" actId="34807"/>
            <ac:spMkLst>
              <pc:docMk/>
              <pc:sldMasterMk cId="2209977519" sldId="2147483648"/>
              <pc:sldLayoutMk cId="3889236939" sldId="2147483657"/>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3612223792" sldId="2147483659"/>
          </pc:sldLayoutMkLst>
          <pc:spChg chg="mod">
            <ac:chgData name="" userId="" providerId="" clId="Web-{1E0402AF-1A04-4AD8-BFCB-786A163939CF}" dt="2026-10-23T08:48:34.860" v="0" actId="34807"/>
            <ac:spMkLst>
              <pc:docMk/>
              <pc:sldMasterMk cId="2209977519" sldId="2147483648"/>
              <pc:sldLayoutMk cId="3612223792" sldId="2147483659"/>
              <ac:spMk id="2" creationId="{00000000-0000-0000-0000-000000000000}"/>
            </ac:spMkLst>
          </pc:spChg>
          <pc:spChg chg="mod">
            <ac:chgData name="" userId="" providerId="" clId="Web-{1E0402AF-1A04-4AD8-BFCB-786A163939CF}" dt="2026-10-23T08:48:34.860" v="0" actId="34807"/>
            <ac:spMkLst>
              <pc:docMk/>
              <pc:sldMasterMk cId="2209977519" sldId="2147483648"/>
              <pc:sldLayoutMk cId="3612223792" sldId="2147483659"/>
              <ac:spMk id="3" creationId="{00000000-0000-0000-0000-000000000000}"/>
            </ac:spMkLst>
          </pc:spChg>
        </pc:sldLayoutChg>
      </pc:sldMasterChg>
    </pc:docChg>
  </pc:docChgLst>
  <pc:docChgLst>
    <pc:chgData clId="Web-{C1FEDA2A-2542-455C-98A6-9A4DB1C4364D}"/>
    <pc:docChg chg="modSld">
      <pc:chgData name="" userId="" providerId="" clId="Web-{C1FEDA2A-2542-455C-98A6-9A4DB1C4364D}" dt="2026-10-23T09:15:14.195" v="15" actId="34807"/>
      <pc:docMkLst>
        <pc:docMk/>
      </pc:docMkLst>
      <pc:sldChg chg="addSp delSp modSp">
        <pc:chgData name="" userId="" providerId="" clId="Web-{C1FEDA2A-2542-455C-98A6-9A4DB1C4364D}" dt="2026-10-23T09:15:14.195" v="15" actId="34807"/>
        <pc:sldMkLst>
          <pc:docMk/>
          <pc:sldMk cId="2946708342" sldId="457"/>
        </pc:sldMkLst>
        <pc:spChg chg="add mod">
          <ac:chgData name="" userId="" providerId="" clId="Web-{C1FEDA2A-2542-455C-98A6-9A4DB1C4364D}" dt="2026-10-23T09:09:08.393" v="0" actId="34807"/>
          <ac:spMkLst>
            <pc:docMk/>
            <pc:sldMk cId="2946708342" sldId="457"/>
            <ac:spMk id="11838" creationId="{BF5EF0E9-F0D0-6398-D320-F1072BC5166F}"/>
          </ac:spMkLst>
        </pc:spChg>
        <pc:spChg chg="add del mod">
          <ac:chgData name="" userId="" providerId="" clId="Web-{C1FEDA2A-2542-455C-98A6-9A4DB1C4364D}" dt="2026-10-23T09:15:12.757" v="14" actId="34807"/>
          <ac:spMkLst>
            <pc:docMk/>
            <pc:sldMk cId="2946708342" sldId="457"/>
            <ac:spMk id="11840" creationId="{06507BCE-9E25-CBC9-B0FE-CE6085D9685C}"/>
          </ac:spMkLst>
        </pc:spChg>
        <pc:spChg chg="add mod">
          <ac:chgData name="" userId="" providerId="" clId="Web-{C1FEDA2A-2542-455C-98A6-9A4DB1C4364D}" dt="2026-10-23T09:09:08.393" v="0" actId="34807"/>
          <ac:spMkLst>
            <pc:docMk/>
            <pc:sldMk cId="2946708342" sldId="457"/>
            <ac:spMk id="11852" creationId="{14353E60-95E0-D2D9-52B4-B02364012F85}"/>
          </ac:spMkLst>
        </pc:spChg>
        <pc:spChg chg="add mod">
          <ac:chgData name="" userId="" providerId="" clId="Web-{C1FEDA2A-2542-455C-98A6-9A4DB1C4364D}" dt="2026-10-23T09:15:12.757" v="14" actId="34807"/>
          <ac:spMkLst>
            <pc:docMk/>
            <pc:sldMk cId="2946708342" sldId="457"/>
            <ac:spMk id="11858" creationId="{2171E829-8094-92DA-C863-1B15A1312A2C}"/>
          </ac:spMkLst>
        </pc:spChg>
        <pc:spChg chg="add del mod">
          <ac:chgData name="" userId="" providerId="" clId="Web-{C1FEDA2A-2542-455C-98A6-9A4DB1C4364D}" dt="2026-10-23T09:15:12.757" v="14" actId="34807"/>
          <ac:spMkLst>
            <pc:docMk/>
            <pc:sldMk cId="2946708342" sldId="457"/>
            <ac:spMk id="11873" creationId="{B88E8394-B2E5-253D-103A-5CBBE960B1C7}"/>
          </ac:spMkLst>
        </pc:spChg>
        <pc:spChg chg="add mod">
          <ac:chgData name="" userId="" providerId="" clId="Web-{C1FEDA2A-2542-455C-98A6-9A4DB1C4364D}" dt="2026-10-23T09:09:08.393" v="0" actId="34807"/>
          <ac:spMkLst>
            <pc:docMk/>
            <pc:sldMk cId="2946708342" sldId="457"/>
            <ac:spMk id="11892" creationId="{BA6A8286-DA5F-37DE-77B0-CAEA61A254E1}"/>
          </ac:spMkLst>
        </pc:spChg>
        <pc:spChg chg="add mod">
          <ac:chgData name="" userId="" providerId="" clId="Web-{C1FEDA2A-2542-455C-98A6-9A4DB1C4364D}" dt="2026-10-23T09:09:08.393" v="0" actId="34807"/>
          <ac:spMkLst>
            <pc:docMk/>
            <pc:sldMk cId="2946708342" sldId="457"/>
            <ac:spMk id="11928" creationId="{B3B1BAB7-657E-BAFB-74A0-36B5ABFE4A51}"/>
          </ac:spMkLst>
        </pc:spChg>
        <pc:spChg chg="mod">
          <ac:chgData name="" userId="" providerId="" clId="Web-{C1FEDA2A-2542-455C-98A6-9A4DB1C4364D}" dt="2026-10-23T09:15:12.757" v="14" actId="34807"/>
          <ac:spMkLst>
            <pc:docMk/>
            <pc:sldMk cId="2946708342" sldId="457"/>
            <ac:spMk id="11942" creationId="{11B3C6CB-46B1-23AF-84A4-3D5AE132BD75}"/>
          </ac:spMkLst>
        </pc:spChg>
        <pc:spChg chg="add mod">
          <ac:chgData name="" userId="" providerId="" clId="Web-{C1FEDA2A-2542-455C-98A6-9A4DB1C4364D}" dt="2026-10-23T09:09:08.393" v="0" actId="34807"/>
          <ac:spMkLst>
            <pc:docMk/>
            <pc:sldMk cId="2946708342" sldId="457"/>
            <ac:spMk id="11957" creationId="{7A5F685E-AE89-FD36-FD8B-2D155D4F5E73}"/>
          </ac:spMkLst>
        </pc:spChg>
        <pc:spChg chg="add del mod">
          <ac:chgData name="" userId="" providerId="" clId="Web-{C1FEDA2A-2542-455C-98A6-9A4DB1C4364D}" dt="2026-10-23T09:15:12.757" v="14" actId="34807"/>
          <ac:spMkLst>
            <pc:docMk/>
            <pc:sldMk cId="2946708342" sldId="457"/>
            <ac:spMk id="11973" creationId="{59EEB288-88EF-92B7-FF33-89FC4E936211}"/>
          </ac:spMkLst>
        </pc:spChg>
        <pc:spChg chg="add mod">
          <ac:chgData name="" userId="" providerId="" clId="Web-{C1FEDA2A-2542-455C-98A6-9A4DB1C4364D}" dt="2026-10-23T09:09:09.331" v="1" actId="34807"/>
          <ac:spMkLst>
            <pc:docMk/>
            <pc:sldMk cId="2946708342" sldId="457"/>
            <ac:spMk id="12008" creationId="{E5D54309-D5A6-ACF9-605C-873F7895E6F3}"/>
          </ac:spMkLst>
        </pc:spChg>
        <pc:spChg chg="add mod">
          <ac:chgData name="" userId="" providerId="" clId="Web-{C1FEDA2A-2542-455C-98A6-9A4DB1C4364D}" dt="2026-10-23T09:15:14.195" v="15" actId="34807"/>
          <ac:spMkLst>
            <pc:docMk/>
            <pc:sldMk cId="2946708342" sldId="457"/>
            <ac:spMk id="16191" creationId="{3692CF24-750A-9598-A198-833959EEF989}"/>
          </ac:spMkLst>
        </pc:spChg>
        <pc:spChg chg="add mod">
          <ac:chgData name="" userId="" providerId="" clId="Web-{C1FEDA2A-2542-455C-98A6-9A4DB1C4364D}" dt="2026-10-23T09:15:14.195" v="15" actId="34807"/>
          <ac:spMkLst>
            <pc:docMk/>
            <pc:sldMk cId="2946708342" sldId="457"/>
            <ac:spMk id="16193" creationId="{5EE29A9B-51B9-EB65-34DA-53963EC01F52}"/>
          </ac:spMkLst>
        </pc:spChg>
        <pc:spChg chg="add mod">
          <ac:chgData name="" userId="" providerId="" clId="Web-{C1FEDA2A-2542-455C-98A6-9A4DB1C4364D}" dt="2026-10-23T09:15:14.195" v="15" actId="34807"/>
          <ac:spMkLst>
            <pc:docMk/>
            <pc:sldMk cId="2946708342" sldId="457"/>
            <ac:spMk id="16196" creationId="{1A438682-60CC-AFD6-98B0-1E77B79BFC7F}"/>
          </ac:spMkLst>
        </pc:spChg>
      </pc:sldChg>
      <pc:sldChg chg="addSp delSp modSp">
        <pc:chgData name="" userId="" providerId="" clId="Web-{C1FEDA2A-2542-455C-98A6-9A4DB1C4364D}" dt="2026-10-23T09:15:14.195" v="15" actId="34807"/>
        <pc:sldMkLst>
          <pc:docMk/>
          <pc:sldMk cId="3281521090" sldId="659"/>
        </pc:sldMkLst>
        <pc:spChg chg="add mod">
          <ac:chgData name="" userId="" providerId="" clId="Web-{C1FEDA2A-2542-455C-98A6-9A4DB1C4364D}" dt="2026-10-23T09:09:08.393" v="0" actId="34807"/>
          <ac:spMkLst>
            <pc:docMk/>
            <pc:sldMk cId="3281521090" sldId="659"/>
            <ac:spMk id="12047" creationId="{D479BED8-121C-C846-6D8F-CE2402C1CBB5}"/>
          </ac:spMkLst>
        </pc:spChg>
        <pc:spChg chg="add mod">
          <ac:chgData name="" userId="" providerId="" clId="Web-{C1FEDA2A-2542-455C-98A6-9A4DB1C4364D}" dt="2026-10-23T09:09:08.393" v="0" actId="34807"/>
          <ac:spMkLst>
            <pc:docMk/>
            <pc:sldMk cId="3281521090" sldId="659"/>
            <ac:spMk id="12090" creationId="{28125420-1AC5-9DCC-0480-B78D7CBA1F38}"/>
          </ac:spMkLst>
        </pc:spChg>
        <pc:spChg chg="add mod">
          <ac:chgData name="" userId="" providerId="" clId="Web-{C1FEDA2A-2542-455C-98A6-9A4DB1C4364D}" dt="2026-10-23T09:09:08.393" v="0" actId="34807"/>
          <ac:spMkLst>
            <pc:docMk/>
            <pc:sldMk cId="3281521090" sldId="659"/>
            <ac:spMk id="12188" creationId="{54A2650D-0C9D-E32D-93CB-2571B2AFC4F2}"/>
          </ac:spMkLst>
        </pc:spChg>
        <pc:spChg chg="add mod">
          <ac:chgData name="" userId="" providerId="" clId="Web-{C1FEDA2A-2542-455C-98A6-9A4DB1C4364D}" dt="2026-10-23T09:09:08.393" v="0" actId="34807"/>
          <ac:spMkLst>
            <pc:docMk/>
            <pc:sldMk cId="3281521090" sldId="659"/>
            <ac:spMk id="12215" creationId="{BC7C98F2-F750-0049-A2DA-53BBC835C5E4}"/>
          </ac:spMkLst>
        </pc:spChg>
        <pc:spChg chg="add del mod">
          <ac:chgData name="" userId="" providerId="" clId="Web-{C1FEDA2A-2542-455C-98A6-9A4DB1C4364D}" dt="2026-10-23T09:15:12.757" v="14" actId="34807"/>
          <ac:spMkLst>
            <pc:docMk/>
            <pc:sldMk cId="3281521090" sldId="659"/>
            <ac:spMk id="12243" creationId="{CCA3C755-46B3-27C5-90F8-2C558B158BB2}"/>
          </ac:spMkLst>
        </pc:spChg>
        <pc:spChg chg="add del mod">
          <ac:chgData name="" userId="" providerId="" clId="Web-{C1FEDA2A-2542-455C-98A6-9A4DB1C4364D}" dt="2026-10-23T09:15:12.757" v="14" actId="34807"/>
          <ac:spMkLst>
            <pc:docMk/>
            <pc:sldMk cId="3281521090" sldId="659"/>
            <ac:spMk id="12272" creationId="{69F05D38-57C7-1C18-B9AA-B0C4B7B29BF4}"/>
          </ac:spMkLst>
        </pc:spChg>
        <pc:spChg chg="add del mod">
          <ac:chgData name="" userId="" providerId="" clId="Web-{C1FEDA2A-2542-455C-98A6-9A4DB1C4364D}" dt="2026-10-23T09:15:12.757" v="14" actId="34807"/>
          <ac:spMkLst>
            <pc:docMk/>
            <pc:sldMk cId="3281521090" sldId="659"/>
            <ac:spMk id="12302" creationId="{720812FB-3D85-A969-8402-03367B73F87C}"/>
          </ac:spMkLst>
        </pc:spChg>
        <pc:spChg chg="del mod">
          <ac:chgData name="" userId="" providerId="" clId="Web-{C1FEDA2A-2542-455C-98A6-9A4DB1C4364D}" dt="2026-10-23T09:15:12.757" v="14" actId="34807"/>
          <ac:spMkLst>
            <pc:docMk/>
            <pc:sldMk cId="3281521090" sldId="659"/>
            <ac:spMk id="12333" creationId="{A7917376-F0C8-EA46-3566-4F34E31CF289}"/>
          </ac:spMkLst>
        </pc:spChg>
        <pc:spChg chg="add del mod">
          <ac:chgData name="" userId="" providerId="" clId="Web-{C1FEDA2A-2542-455C-98A6-9A4DB1C4364D}" dt="2026-10-23T09:15:12.757" v="14" actId="34807"/>
          <ac:spMkLst>
            <pc:docMk/>
            <pc:sldMk cId="3281521090" sldId="659"/>
            <ac:spMk id="12365" creationId="{6C624AF8-377E-5A95-1767-2C3461ED9241}"/>
          </ac:spMkLst>
        </pc:spChg>
        <pc:spChg chg="add mod">
          <ac:chgData name="" userId="" providerId="" clId="Web-{C1FEDA2A-2542-455C-98A6-9A4DB1C4364D}" dt="2026-10-23T09:09:08.393" v="0" actId="34807"/>
          <ac:spMkLst>
            <pc:docMk/>
            <pc:sldMk cId="3281521090" sldId="659"/>
            <ac:spMk id="12617" creationId="{71CDBCAC-11B9-E830-0096-0476318325B2}"/>
          </ac:spMkLst>
        </pc:spChg>
        <pc:spChg chg="add mod">
          <ac:chgData name="" userId="" providerId="" clId="Web-{C1FEDA2A-2542-455C-98A6-9A4DB1C4364D}" dt="2026-10-23T09:09:08.393" v="0" actId="34807"/>
          <ac:spMkLst>
            <pc:docMk/>
            <pc:sldMk cId="3281521090" sldId="659"/>
            <ac:spMk id="12657" creationId="{D9CA449B-470E-7E6A-BD48-E461A2660563}"/>
          </ac:spMkLst>
        </pc:spChg>
        <pc:spChg chg="add mod">
          <ac:chgData name="" userId="" providerId="" clId="Web-{C1FEDA2A-2542-455C-98A6-9A4DB1C4364D}" dt="2026-10-23T09:15:14.195" v="15" actId="34807"/>
          <ac:spMkLst>
            <pc:docMk/>
            <pc:sldMk cId="3281521090" sldId="659"/>
            <ac:spMk id="16200" creationId="{F53C04ED-69DE-AB45-FFE1-9F4D900D272F}"/>
          </ac:spMkLst>
        </pc:spChg>
        <pc:spChg chg="add mod">
          <ac:chgData name="" userId="" providerId="" clId="Web-{C1FEDA2A-2542-455C-98A6-9A4DB1C4364D}" dt="2026-10-23T09:15:11.085" v="13" actId="34807"/>
          <ac:spMkLst>
            <pc:docMk/>
            <pc:sldMk cId="3281521090" sldId="659"/>
            <ac:spMk id="16205" creationId="{4BFA72C0-B0F9-72D0-0855-E1A84EBAD29D}"/>
          </ac:spMkLst>
        </pc:spChg>
        <pc:spChg chg="add mod">
          <ac:chgData name="" userId="" providerId="" clId="Web-{C1FEDA2A-2542-455C-98A6-9A4DB1C4364D}" dt="2026-10-23T09:15:11.085" v="13" actId="34807"/>
          <ac:spMkLst>
            <pc:docMk/>
            <pc:sldMk cId="3281521090" sldId="659"/>
            <ac:spMk id="16211" creationId="{3196A7AF-6B7F-E7F7-322E-E65C275EA654}"/>
          </ac:spMkLst>
        </pc:spChg>
        <pc:spChg chg="add mod">
          <ac:chgData name="" userId="" providerId="" clId="Web-{C1FEDA2A-2542-455C-98A6-9A4DB1C4364D}" dt="2026-10-23T09:15:14.195" v="15" actId="34807"/>
          <ac:spMkLst>
            <pc:docMk/>
            <pc:sldMk cId="3281521090" sldId="659"/>
            <ac:spMk id="16218" creationId="{8133D085-3473-E93E-8228-76BF7369781C}"/>
          </ac:spMkLst>
        </pc:spChg>
        <pc:spChg chg="add mod">
          <ac:chgData name="" userId="" providerId="" clId="Web-{C1FEDA2A-2542-455C-98A6-9A4DB1C4364D}" dt="2026-10-23T09:15:14.195" v="15" actId="34807"/>
          <ac:spMkLst>
            <pc:docMk/>
            <pc:sldMk cId="3281521090" sldId="659"/>
            <ac:spMk id="16226" creationId="{A10F22F2-FB7E-FB13-7A31-BA13A2C92E47}"/>
          </ac:spMkLst>
        </pc:spChg>
      </pc:sldChg>
      <pc:sldChg chg="addSp modSp">
        <pc:chgData name="" userId="" providerId="" clId="Web-{C1FEDA2A-2542-455C-98A6-9A4DB1C4364D}" dt="2026-10-23T09:09:17.957" v="4" actId="34807"/>
        <pc:sldMkLst>
          <pc:docMk/>
          <pc:sldMk cId="2238303342" sldId="862"/>
        </pc:sldMkLst>
        <pc:spChg chg="mod">
          <ac:chgData name="" userId="" providerId="" clId="Web-{C1FEDA2A-2542-455C-98A6-9A4DB1C4364D}" dt="2026-10-23T09:09:17.957" v="4" actId="34807"/>
          <ac:spMkLst>
            <pc:docMk/>
            <pc:sldMk cId="2238303342" sldId="862"/>
            <ac:spMk id="12660" creationId="{649FA15F-BDC1-E370-3E5C-E0CB235AA8C7}"/>
          </ac:spMkLst>
        </pc:spChg>
        <pc:spChg chg="add mod">
          <ac:chgData name="" userId="" providerId="" clId="Web-{C1FEDA2A-2542-455C-98A6-9A4DB1C4364D}" dt="2026-10-23T09:09:17.957" v="4" actId="34807"/>
          <ac:spMkLst>
            <pc:docMk/>
            <pc:sldMk cId="2238303342" sldId="862"/>
            <ac:spMk id="12667" creationId="{AAB518A8-0E64-B6B5-92CB-DF823CA585BD}"/>
          </ac:spMkLst>
        </pc:spChg>
        <pc:spChg chg="add mod">
          <ac:chgData name="" userId="" providerId="" clId="Web-{C1FEDA2A-2542-455C-98A6-9A4DB1C4364D}" dt="2026-10-23T09:09:16.348" v="2" actId="34807"/>
          <ac:spMkLst>
            <pc:docMk/>
            <pc:sldMk cId="2238303342" sldId="862"/>
            <ac:spMk id="12672" creationId="{877083D2-76E1-7E00-AE2B-43FB8B8A10B1}"/>
          </ac:spMkLst>
        </pc:spChg>
        <pc:spChg chg="add mod">
          <ac:chgData name="" userId="" providerId="" clId="Web-{C1FEDA2A-2542-455C-98A6-9A4DB1C4364D}" dt="2026-10-23T09:09:17.957" v="4" actId="34807"/>
          <ac:spMkLst>
            <pc:docMk/>
            <pc:sldMk cId="2238303342" sldId="862"/>
            <ac:spMk id="12685" creationId="{8B5B2F0A-6CD0-DA4F-C75A-4BF418F4602F}"/>
          </ac:spMkLst>
        </pc:spChg>
        <pc:spChg chg="add mod">
          <ac:chgData name="" userId="" providerId="" clId="Web-{C1FEDA2A-2542-455C-98A6-9A4DB1C4364D}" dt="2026-10-23T09:09:16.348" v="2" actId="34807"/>
          <ac:spMkLst>
            <pc:docMk/>
            <pc:sldMk cId="2238303342" sldId="862"/>
            <ac:spMk id="12693" creationId="{9FECB634-7263-F2A6-A2FE-90C0B53D7A04}"/>
          </ac:spMkLst>
        </pc:spChg>
        <pc:spChg chg="add mod">
          <ac:chgData name="" userId="" providerId="" clId="Web-{C1FEDA2A-2542-455C-98A6-9A4DB1C4364D}" dt="2026-10-23T09:09:16.348" v="2" actId="34807"/>
          <ac:spMkLst>
            <pc:docMk/>
            <pc:sldMk cId="2238303342" sldId="862"/>
            <ac:spMk id="12702" creationId="{B024ECC9-860D-9D16-9906-07E6AB814BDE}"/>
          </ac:spMkLst>
        </pc:spChg>
        <pc:spChg chg="add mod">
          <ac:chgData name="" userId="" providerId="" clId="Web-{C1FEDA2A-2542-455C-98A6-9A4DB1C4364D}" dt="2026-10-23T09:09:17.957" v="4" actId="34807"/>
          <ac:spMkLst>
            <pc:docMk/>
            <pc:sldMk cId="2238303342" sldId="862"/>
            <ac:spMk id="12712" creationId="{BB345F25-9845-D14F-75C6-FFDDAA4F4048}"/>
          </ac:spMkLst>
        </pc:spChg>
        <pc:spChg chg="add mod">
          <ac:chgData name="" userId="" providerId="" clId="Web-{C1FEDA2A-2542-455C-98A6-9A4DB1C4364D}" dt="2026-10-23T09:09:16.348" v="2" actId="34807"/>
          <ac:spMkLst>
            <pc:docMk/>
            <pc:sldMk cId="2238303342" sldId="862"/>
            <ac:spMk id="12723" creationId="{EE22D7CD-27A9-3942-CE67-3E658C886BD6}"/>
          </ac:spMkLst>
        </pc:spChg>
        <pc:spChg chg="add mod">
          <ac:chgData name="" userId="" providerId="" clId="Web-{C1FEDA2A-2542-455C-98A6-9A4DB1C4364D}" dt="2026-10-23T09:09:16.348" v="2" actId="34807"/>
          <ac:spMkLst>
            <pc:docMk/>
            <pc:sldMk cId="2238303342" sldId="862"/>
            <ac:spMk id="12735" creationId="{9AF46FBC-1DB3-D605-A777-09055FA0AE1B}"/>
          </ac:spMkLst>
        </pc:spChg>
        <pc:spChg chg="add mod">
          <ac:chgData name="" userId="" providerId="" clId="Web-{C1FEDA2A-2542-455C-98A6-9A4DB1C4364D}" dt="2026-10-23T09:09:17.957" v="4" actId="34807"/>
          <ac:spMkLst>
            <pc:docMk/>
            <pc:sldMk cId="2238303342" sldId="862"/>
            <ac:spMk id="12748" creationId="{C4CA3F9A-D476-1850-41AB-523ED9787A6E}"/>
          </ac:spMkLst>
        </pc:spChg>
        <pc:spChg chg="mod">
          <ac:chgData name="" userId="" providerId="" clId="Web-{C1FEDA2A-2542-455C-98A6-9A4DB1C4364D}" dt="2026-10-23T09:09:17.957" v="4" actId="34807"/>
          <ac:spMkLst>
            <pc:docMk/>
            <pc:sldMk cId="2238303342" sldId="862"/>
            <ac:spMk id="12762" creationId="{EDD600AE-C3E2-41F5-00CC-6EA06E039994}"/>
          </ac:spMkLst>
        </pc:spChg>
        <pc:spChg chg="add mod">
          <ac:chgData name="" userId="" providerId="" clId="Web-{C1FEDA2A-2542-455C-98A6-9A4DB1C4364D}" dt="2026-10-23T09:09:16.348" v="2" actId="34807"/>
          <ac:spMkLst>
            <pc:docMk/>
            <pc:sldMk cId="2238303342" sldId="862"/>
            <ac:spMk id="12793" creationId="{985A23A8-24BA-3BFC-D783-F54E7C0E9045}"/>
          </ac:spMkLst>
        </pc:spChg>
        <pc:spChg chg="mod">
          <ac:chgData name="" userId="" providerId="" clId="Web-{C1FEDA2A-2542-455C-98A6-9A4DB1C4364D}" dt="2026-10-23T09:09:17.957" v="4" actId="34807"/>
          <ac:spMkLst>
            <pc:docMk/>
            <pc:sldMk cId="2238303342" sldId="862"/>
            <ac:spMk id="12810" creationId="{B3DB8703-9D89-8AED-AB9C-E5578321E756}"/>
          </ac:spMkLst>
        </pc:spChg>
        <pc:picChg chg="add mod">
          <ac:chgData name="" userId="" providerId="" clId="Web-{C1FEDA2A-2542-455C-98A6-9A4DB1C4364D}" dt="2026-10-23T09:09:17.207" v="3" actId="34807"/>
          <ac:picMkLst>
            <pc:docMk/>
            <pc:sldMk cId="2238303342" sldId="862"/>
            <ac:picMk id="13154" creationId="{BB567753-7DAC-C06F-659A-459466BE105E}"/>
          </ac:picMkLst>
        </pc:picChg>
        <pc:picChg chg="add mod">
          <ac:chgData name="" userId="" providerId="" clId="Web-{C1FEDA2A-2542-455C-98A6-9A4DB1C4364D}" dt="2026-10-23T09:09:17.207" v="3" actId="34807"/>
          <ac:picMkLst>
            <pc:docMk/>
            <pc:sldMk cId="2238303342" sldId="862"/>
            <ac:picMk id="13155" creationId="{19B8610F-A307-84B8-11DB-0019141BCED9}"/>
          </ac:picMkLst>
        </pc:picChg>
        <pc:picChg chg="add mod">
          <ac:chgData name="" userId="" providerId="" clId="Web-{C1FEDA2A-2542-455C-98A6-9A4DB1C4364D}" dt="2026-10-23T09:09:17.207" v="3" actId="34807"/>
          <ac:picMkLst>
            <pc:docMk/>
            <pc:sldMk cId="2238303342" sldId="862"/>
            <ac:picMk id="13156" creationId="{E895C9A9-4C6D-8AA8-A645-E9849F451C35}"/>
          </ac:picMkLst>
        </pc:picChg>
      </pc:sldChg>
      <pc:sldChg chg="addSp modSp">
        <pc:chgData name="" userId="" providerId="" clId="Web-{C1FEDA2A-2542-455C-98A6-9A4DB1C4364D}" dt="2026-10-23T09:09:16.348" v="2" actId="34807"/>
        <pc:sldMkLst>
          <pc:docMk/>
          <pc:sldMk cId="313053978" sldId="1066"/>
        </pc:sldMkLst>
        <pc:spChg chg="add mod">
          <ac:chgData name="" userId="" providerId="" clId="Web-{C1FEDA2A-2542-455C-98A6-9A4DB1C4364D}" dt="2026-10-23T09:09:16.348" v="2" actId="34807"/>
          <ac:spMkLst>
            <pc:docMk/>
            <pc:sldMk cId="313053978" sldId="1066"/>
            <ac:spMk id="12847" creationId="{3A95E0C9-41D5-C4CF-14F8-CA713B006D2D}"/>
          </ac:spMkLst>
        </pc:spChg>
        <pc:spChg chg="add mod">
          <ac:chgData name="" userId="" providerId="" clId="Web-{C1FEDA2A-2542-455C-98A6-9A4DB1C4364D}" dt="2026-10-23T09:09:16.348" v="2" actId="34807"/>
          <ac:spMkLst>
            <pc:docMk/>
            <pc:sldMk cId="313053978" sldId="1066"/>
            <ac:spMk id="12867" creationId="{5F1F25AB-F290-D025-B2B5-9724A3F0C631}"/>
          </ac:spMkLst>
        </pc:spChg>
        <pc:spChg chg="add mod">
          <ac:chgData name="" userId="" providerId="" clId="Web-{C1FEDA2A-2542-455C-98A6-9A4DB1C4364D}" dt="2026-10-23T09:09:16.348" v="2" actId="34807"/>
          <ac:spMkLst>
            <pc:docMk/>
            <pc:sldMk cId="313053978" sldId="1066"/>
            <ac:spMk id="12888" creationId="{A286052C-DE51-CBC6-1D7F-1BAAE4B98656}"/>
          </ac:spMkLst>
        </pc:spChg>
        <pc:spChg chg="add mod">
          <ac:chgData name="" userId="" providerId="" clId="Web-{C1FEDA2A-2542-455C-98A6-9A4DB1C4364D}" dt="2026-10-23T09:09:16.348" v="2" actId="34807"/>
          <ac:spMkLst>
            <pc:docMk/>
            <pc:sldMk cId="313053978" sldId="1066"/>
            <ac:spMk id="12910" creationId="{D2882C00-6E6C-4B4E-CB66-5E028DFC3617}"/>
          </ac:spMkLst>
        </pc:spChg>
        <pc:spChg chg="add mod">
          <ac:chgData name="" userId="" providerId="" clId="Web-{C1FEDA2A-2542-455C-98A6-9A4DB1C4364D}" dt="2026-10-23T09:09:16.348" v="2" actId="34807"/>
          <ac:spMkLst>
            <pc:docMk/>
            <pc:sldMk cId="313053978" sldId="1066"/>
            <ac:spMk id="12957" creationId="{17E38A25-0375-547F-43A0-3D9933D491BF}"/>
          </ac:spMkLst>
        </pc:spChg>
        <pc:spChg chg="add mod">
          <ac:chgData name="" userId="" providerId="" clId="Web-{C1FEDA2A-2542-455C-98A6-9A4DB1C4364D}" dt="2026-10-23T09:09:16.348" v="2" actId="34807"/>
          <ac:spMkLst>
            <pc:docMk/>
            <pc:sldMk cId="313053978" sldId="1066"/>
            <ac:spMk id="12982" creationId="{25CEE30A-FB52-1B30-C693-E74D8AE4E869}"/>
          </ac:spMkLst>
        </pc:spChg>
        <pc:spChg chg="add mod">
          <ac:chgData name="" userId="" providerId="" clId="Web-{C1FEDA2A-2542-455C-98A6-9A4DB1C4364D}" dt="2026-10-23T09:09:16.348" v="2" actId="34807"/>
          <ac:spMkLst>
            <pc:docMk/>
            <pc:sldMk cId="313053978" sldId="1066"/>
            <ac:spMk id="13035" creationId="{246C053B-C856-3B39-785A-E506DDDFF9CD}"/>
          </ac:spMkLst>
        </pc:spChg>
        <pc:spChg chg="add mod">
          <ac:chgData name="" userId="" providerId="" clId="Web-{C1FEDA2A-2542-455C-98A6-9A4DB1C4364D}" dt="2026-10-23T09:09:16.348" v="2" actId="34807"/>
          <ac:spMkLst>
            <pc:docMk/>
            <pc:sldMk cId="313053978" sldId="1066"/>
            <ac:spMk id="13063" creationId="{186075F4-A1EB-4B95-DBFC-2AEAD5BB64FC}"/>
          </ac:spMkLst>
        </pc:spChg>
        <pc:spChg chg="add mod">
          <ac:chgData name="" userId="" providerId="" clId="Web-{C1FEDA2A-2542-455C-98A6-9A4DB1C4364D}" dt="2026-10-23T09:09:16.348" v="2" actId="34807"/>
          <ac:spMkLst>
            <pc:docMk/>
            <pc:sldMk cId="313053978" sldId="1066"/>
            <ac:spMk id="13092" creationId="{A73C03D4-1441-3DDD-62E5-72E414D7B479}"/>
          </ac:spMkLst>
        </pc:spChg>
        <pc:spChg chg="add mod">
          <ac:chgData name="" userId="" providerId="" clId="Web-{C1FEDA2A-2542-455C-98A6-9A4DB1C4364D}" dt="2026-10-23T09:09:16.348" v="2" actId="34807"/>
          <ac:spMkLst>
            <pc:docMk/>
            <pc:sldMk cId="313053978" sldId="1066"/>
            <ac:spMk id="13122" creationId="{B62C9A02-2862-356E-7D89-7607143780BF}"/>
          </ac:spMkLst>
        </pc:spChg>
      </pc:sldChg>
      <pc:sldChg chg="addSp modSp">
        <pc:chgData name="" userId="" providerId="" clId="Web-{C1FEDA2A-2542-455C-98A6-9A4DB1C4364D}" dt="2026-10-23T09:09:34.100" v="7" actId="34807"/>
        <pc:sldMkLst>
          <pc:docMk/>
          <pc:sldMk cId="2321964649" sldId="1271"/>
        </pc:sldMkLst>
        <pc:spChg chg="mod">
          <ac:chgData name="" userId="" providerId="" clId="Web-{C1FEDA2A-2542-455C-98A6-9A4DB1C4364D}" dt="2026-10-23T09:09:34.100" v="7" actId="34807"/>
          <ac:spMkLst>
            <pc:docMk/>
            <pc:sldMk cId="2321964649" sldId="1271"/>
            <ac:spMk id="13159" creationId="{E0FD43CB-B05F-9EE0-2887-E7AA7001FC3C}"/>
          </ac:spMkLst>
        </pc:spChg>
        <pc:spChg chg="mod">
          <ac:chgData name="" userId="" providerId="" clId="Web-{C1FEDA2A-2542-455C-98A6-9A4DB1C4364D}" dt="2026-10-23T09:09:34.100" v="7" actId="34807"/>
          <ac:spMkLst>
            <pc:docMk/>
            <pc:sldMk cId="2321964649" sldId="1271"/>
            <ac:spMk id="13166" creationId="{5A9AE973-55E7-4998-942B-CCE3A883068A}"/>
          </ac:spMkLst>
        </pc:spChg>
        <pc:spChg chg="add mod">
          <ac:chgData name="" userId="" providerId="" clId="Web-{C1FEDA2A-2542-455C-98A6-9A4DB1C4364D}" dt="2026-10-23T09:09:32.146" v="5" actId="34807"/>
          <ac:spMkLst>
            <pc:docMk/>
            <pc:sldMk cId="2321964649" sldId="1271"/>
            <ac:spMk id="13171" creationId="{EE82A0E3-E428-1D05-5AFC-CD3D25AA6336}"/>
          </ac:spMkLst>
        </pc:spChg>
        <pc:spChg chg="add mod">
          <ac:chgData name="" userId="" providerId="" clId="Web-{C1FEDA2A-2542-455C-98A6-9A4DB1C4364D}" dt="2026-10-23T09:09:32.146" v="5" actId="34807"/>
          <ac:spMkLst>
            <pc:docMk/>
            <pc:sldMk cId="2321964649" sldId="1271"/>
            <ac:spMk id="13177" creationId="{4B0E6737-317C-E9F2-6B39-E589AC5B4054}"/>
          </ac:spMkLst>
        </pc:spChg>
        <pc:spChg chg="add mod">
          <ac:chgData name="" userId="" providerId="" clId="Web-{C1FEDA2A-2542-455C-98A6-9A4DB1C4364D}" dt="2026-10-23T09:09:32.146" v="5" actId="34807"/>
          <ac:spMkLst>
            <pc:docMk/>
            <pc:sldMk cId="2321964649" sldId="1271"/>
            <ac:spMk id="13184" creationId="{8C77366E-FEC2-A7F4-292F-9C358ACA1BB8}"/>
          </ac:spMkLst>
        </pc:spChg>
        <pc:spChg chg="mod">
          <ac:chgData name="" userId="" providerId="" clId="Web-{C1FEDA2A-2542-455C-98A6-9A4DB1C4364D}" dt="2026-10-23T09:09:34.100" v="7" actId="34807"/>
          <ac:spMkLst>
            <pc:docMk/>
            <pc:sldMk cId="2321964649" sldId="1271"/>
            <ac:spMk id="13192" creationId="{B502C2E4-D8B2-6C32-1D3F-35C395D0E9E1}"/>
          </ac:spMkLst>
        </pc:spChg>
        <pc:spChg chg="add mod">
          <ac:chgData name="" userId="" providerId="" clId="Web-{C1FEDA2A-2542-455C-98A6-9A4DB1C4364D}" dt="2026-10-23T09:09:32.146" v="5" actId="34807"/>
          <ac:spMkLst>
            <pc:docMk/>
            <pc:sldMk cId="2321964649" sldId="1271"/>
            <ac:spMk id="13211" creationId="{FFF6178B-DEF0-FB73-7B80-B78E6AD08105}"/>
          </ac:spMkLst>
        </pc:spChg>
        <pc:spChg chg="add mod">
          <ac:chgData name="" userId="" providerId="" clId="Web-{C1FEDA2A-2542-455C-98A6-9A4DB1C4364D}" dt="2026-10-23T09:09:32.146" v="5" actId="34807"/>
          <ac:spMkLst>
            <pc:docMk/>
            <pc:sldMk cId="2321964649" sldId="1271"/>
            <ac:spMk id="13222" creationId="{45861160-CB23-B911-3F38-E9B553C74137}"/>
          </ac:spMkLst>
        </pc:spChg>
        <pc:spChg chg="add mod">
          <ac:chgData name="" userId="" providerId="" clId="Web-{C1FEDA2A-2542-455C-98A6-9A4DB1C4364D}" dt="2026-10-23T09:09:32.146" v="5" actId="34807"/>
          <ac:spMkLst>
            <pc:docMk/>
            <pc:sldMk cId="2321964649" sldId="1271"/>
            <ac:spMk id="13234" creationId="{877E4E1A-7DB7-2894-9B1F-CFF13CED87C3}"/>
          </ac:spMkLst>
        </pc:spChg>
        <pc:spChg chg="add mod">
          <ac:chgData name="" userId="" providerId="" clId="Web-{C1FEDA2A-2542-455C-98A6-9A4DB1C4364D}" dt="2026-10-23T09:09:34.100" v="7" actId="34807"/>
          <ac:spMkLst>
            <pc:docMk/>
            <pc:sldMk cId="2321964649" sldId="1271"/>
            <ac:spMk id="13247" creationId="{73C78614-6387-6BED-A5CC-216C3DFA902E}"/>
          </ac:spMkLst>
        </pc:spChg>
        <pc:spChg chg="add mod">
          <ac:chgData name="" userId="" providerId="" clId="Web-{C1FEDA2A-2542-455C-98A6-9A4DB1C4364D}" dt="2026-10-23T09:09:32.146" v="5" actId="34807"/>
          <ac:spMkLst>
            <pc:docMk/>
            <pc:sldMk cId="2321964649" sldId="1271"/>
            <ac:spMk id="13261" creationId="{B007A41B-E02B-4997-D7BD-2126DD7F78D5}"/>
          </ac:spMkLst>
        </pc:spChg>
        <pc:spChg chg="add mod">
          <ac:chgData name="" userId="" providerId="" clId="Web-{C1FEDA2A-2542-455C-98A6-9A4DB1C4364D}" dt="2026-10-23T09:09:32.146" v="5" actId="34807"/>
          <ac:spMkLst>
            <pc:docMk/>
            <pc:sldMk cId="2321964649" sldId="1271"/>
            <ac:spMk id="13276" creationId="{B118B919-FFE0-370A-2ADD-CDCC76AE093C}"/>
          </ac:spMkLst>
        </pc:spChg>
        <pc:spChg chg="add mod">
          <ac:chgData name="" userId="" providerId="" clId="Web-{C1FEDA2A-2542-455C-98A6-9A4DB1C4364D}" dt="2026-10-23T09:09:32.146" v="5" actId="34807"/>
          <ac:spMkLst>
            <pc:docMk/>
            <pc:sldMk cId="2321964649" sldId="1271"/>
            <ac:spMk id="13309" creationId="{9537631D-F8CD-BD3F-63ED-B23D139965AA}"/>
          </ac:spMkLst>
        </pc:spChg>
        <pc:spChg chg="mod">
          <ac:chgData name="" userId="" providerId="" clId="Web-{C1FEDA2A-2542-455C-98A6-9A4DB1C4364D}" dt="2026-10-23T09:09:34.100" v="7" actId="34807"/>
          <ac:spMkLst>
            <pc:docMk/>
            <pc:sldMk cId="2321964649" sldId="1271"/>
            <ac:spMk id="13387" creationId="{6F7AA114-1C29-659F-D548-5EDC3BD2A6F4}"/>
          </ac:spMkLst>
        </pc:spChg>
        <pc:spChg chg="mod">
          <ac:chgData name="" userId="" providerId="" clId="Web-{C1FEDA2A-2542-455C-98A6-9A4DB1C4364D}" dt="2026-10-23T09:09:34.100" v="7" actId="34807"/>
          <ac:spMkLst>
            <pc:docMk/>
            <pc:sldMk cId="2321964649" sldId="1271"/>
            <ac:spMk id="13409" creationId="{622911CD-2577-FB45-45D3-E0CD68D1E907}"/>
          </ac:spMkLst>
        </pc:spChg>
        <pc:picChg chg="add mod">
          <ac:chgData name="" userId="" providerId="" clId="Web-{C1FEDA2A-2542-455C-98A6-9A4DB1C4364D}" dt="2026-10-23T09:09:33.396" v="6" actId="34807"/>
          <ac:picMkLst>
            <pc:docMk/>
            <pc:sldMk cId="2321964649" sldId="1271"/>
            <ac:picMk id="14483" creationId="{90A8833C-40FD-585D-4BFB-58CADCCC6D0F}"/>
          </ac:picMkLst>
        </pc:picChg>
        <pc:picChg chg="add mod">
          <ac:chgData name="" userId="" providerId="" clId="Web-{C1FEDA2A-2542-455C-98A6-9A4DB1C4364D}" dt="2026-10-23T09:09:33.396" v="6" actId="34807"/>
          <ac:picMkLst>
            <pc:docMk/>
            <pc:sldMk cId="2321964649" sldId="1271"/>
            <ac:picMk id="14484" creationId="{06556C22-5EF7-8BC9-FAFC-49AEC3855DBD}"/>
          </ac:picMkLst>
        </pc:picChg>
      </pc:sldChg>
      <pc:sldChg chg="addSp delSp modSp">
        <pc:chgData name="" userId="" providerId="" clId="Web-{C1FEDA2A-2542-455C-98A6-9A4DB1C4364D}" dt="2026-10-23T09:15:14.195" v="15" actId="34807"/>
        <pc:sldMkLst>
          <pc:docMk/>
          <pc:sldMk cId="3867487394" sldId="1477"/>
        </pc:sldMkLst>
        <pc:spChg chg="add del mod">
          <ac:chgData name="" userId="" providerId="" clId="Web-{C1FEDA2A-2542-455C-98A6-9A4DB1C4364D}" dt="2026-10-23T09:15:12.757" v="14" actId="34807"/>
          <ac:spMkLst>
            <pc:docMk/>
            <pc:sldMk cId="3867487394" sldId="1477"/>
            <ac:spMk id="13481" creationId="{BD8ED953-6991-1D17-CF8D-A3BB2DF225C9}"/>
          </ac:spMkLst>
        </pc:spChg>
        <pc:spChg chg="add mod">
          <ac:chgData name="" userId="" providerId="" clId="Web-{C1FEDA2A-2542-455C-98A6-9A4DB1C4364D}" dt="2026-10-23T09:09:32.146" v="5" actId="34807"/>
          <ac:spMkLst>
            <pc:docMk/>
            <pc:sldMk cId="3867487394" sldId="1477"/>
            <ac:spMk id="13562" creationId="{18FD1CE6-5630-25E5-FC7E-4EF98726E0AD}"/>
          </ac:spMkLst>
        </pc:spChg>
        <pc:spChg chg="add mod">
          <ac:chgData name="" userId="" providerId="" clId="Web-{C1FEDA2A-2542-455C-98A6-9A4DB1C4364D}" dt="2026-10-23T09:09:32.146" v="5" actId="34807"/>
          <ac:spMkLst>
            <pc:docMk/>
            <pc:sldMk cId="3867487394" sldId="1477"/>
            <ac:spMk id="13591" creationId="{3C36F7F9-8B73-D984-283D-306222954A87}"/>
          </ac:spMkLst>
        </pc:spChg>
        <pc:spChg chg="add del mod">
          <ac:chgData name="" userId="" providerId="" clId="Web-{C1FEDA2A-2542-455C-98A6-9A4DB1C4364D}" dt="2026-10-23T09:15:12.757" v="14" actId="34807"/>
          <ac:spMkLst>
            <pc:docMk/>
            <pc:sldMk cId="3867487394" sldId="1477"/>
            <ac:spMk id="13652" creationId="{1CE5835A-FB57-9FE6-6EB4-9CB08EFDEC26}"/>
          </ac:spMkLst>
        </pc:spChg>
        <pc:spChg chg="add mod">
          <ac:chgData name="" userId="" providerId="" clId="Web-{C1FEDA2A-2542-455C-98A6-9A4DB1C4364D}" dt="2026-10-23T09:09:32.146" v="5" actId="34807"/>
          <ac:spMkLst>
            <pc:docMk/>
            <pc:sldMk cId="3867487394" sldId="1477"/>
            <ac:spMk id="13751" creationId="{62299FEB-4F0B-D11D-662B-55E0ED39AD91}"/>
          </ac:spMkLst>
        </pc:spChg>
        <pc:spChg chg="add mod">
          <ac:chgData name="" userId="" providerId="" clId="Web-{C1FEDA2A-2542-455C-98A6-9A4DB1C4364D}" dt="2026-10-23T09:09:32.146" v="5" actId="34807"/>
          <ac:spMkLst>
            <pc:docMk/>
            <pc:sldMk cId="3867487394" sldId="1477"/>
            <ac:spMk id="13786" creationId="{C4493F0C-812D-2F61-1515-472856A1972A}"/>
          </ac:spMkLst>
        </pc:spChg>
        <pc:spChg chg="del mod">
          <ac:chgData name="" userId="" providerId="" clId="Web-{C1FEDA2A-2542-455C-98A6-9A4DB1C4364D}" dt="2026-10-23T09:15:12.757" v="14" actId="34807"/>
          <ac:spMkLst>
            <pc:docMk/>
            <pc:sldMk cId="3867487394" sldId="1477"/>
            <ac:spMk id="13859" creationId="{4DEFE36D-E75B-CC8B-A0C1-E3EBFE40E1E2}"/>
          </ac:spMkLst>
        </pc:spChg>
        <pc:spChg chg="add mod">
          <ac:chgData name="" userId="" providerId="" clId="Web-{C1FEDA2A-2542-455C-98A6-9A4DB1C4364D}" dt="2026-10-23T09:09:32.146" v="5" actId="34807"/>
          <ac:spMkLst>
            <pc:docMk/>
            <pc:sldMk cId="3867487394" sldId="1477"/>
            <ac:spMk id="13897" creationId="{5847E1C9-EBEE-3E38-DA38-22E75E01B1BF}"/>
          </ac:spMkLst>
        </pc:spChg>
        <pc:spChg chg="mod">
          <ac:chgData name="" userId="" providerId="" clId="Web-{C1FEDA2A-2542-455C-98A6-9A4DB1C4364D}" dt="2026-10-23T09:09:34.100" v="7" actId="34807"/>
          <ac:spMkLst>
            <pc:docMk/>
            <pc:sldMk cId="3867487394" sldId="1477"/>
            <ac:spMk id="13936" creationId="{0E6C0703-7D69-9D15-9926-57A30D24A0F1}"/>
          </ac:spMkLst>
        </pc:spChg>
        <pc:spChg chg="add mod">
          <ac:chgData name="" userId="" providerId="" clId="Web-{C1FEDA2A-2542-455C-98A6-9A4DB1C4364D}" dt="2026-10-23T09:09:32.146" v="5" actId="34807"/>
          <ac:spMkLst>
            <pc:docMk/>
            <pc:sldMk cId="3867487394" sldId="1477"/>
            <ac:spMk id="14102" creationId="{0D205517-F53A-3C84-C757-4E8E3F0702A0}"/>
          </ac:spMkLst>
        </pc:spChg>
        <pc:spChg chg="add mod">
          <ac:chgData name="" userId="" providerId="" clId="Web-{C1FEDA2A-2542-455C-98A6-9A4DB1C4364D}" dt="2026-10-23T09:09:32.146" v="5" actId="34807"/>
          <ac:spMkLst>
            <pc:docMk/>
            <pc:sldMk cId="3867487394" sldId="1477"/>
            <ac:spMk id="14146" creationId="{842252C9-0AE5-64F0-E6A5-DB780AE7524E}"/>
          </ac:spMkLst>
        </pc:spChg>
        <pc:spChg chg="mod">
          <ac:chgData name="" userId="" providerId="" clId="Web-{C1FEDA2A-2542-455C-98A6-9A4DB1C4364D}" dt="2026-10-23T09:09:34.100" v="7" actId="34807"/>
          <ac:spMkLst>
            <pc:docMk/>
            <pc:sldMk cId="3867487394" sldId="1477"/>
            <ac:spMk id="14191" creationId="{FA196928-0CD0-C529-EDD4-9C48D3C1FECE}"/>
          </ac:spMkLst>
        </pc:spChg>
        <pc:spChg chg="add mod">
          <ac:chgData name="" userId="" providerId="" clId="Web-{C1FEDA2A-2542-455C-98A6-9A4DB1C4364D}" dt="2026-10-23T09:09:34.100" v="7" actId="34807"/>
          <ac:spMkLst>
            <pc:docMk/>
            <pc:sldMk cId="3867487394" sldId="1477"/>
            <ac:spMk id="14284" creationId="{60FB6894-D59D-7370-84AF-20D33B24D9CB}"/>
          </ac:spMkLst>
        </pc:spChg>
        <pc:spChg chg="mod">
          <ac:chgData name="" userId="" providerId="" clId="Web-{C1FEDA2A-2542-455C-98A6-9A4DB1C4364D}" dt="2026-10-23T09:09:34.100" v="7" actId="34807"/>
          <ac:spMkLst>
            <pc:docMk/>
            <pc:sldMk cId="3867487394" sldId="1477"/>
            <ac:spMk id="14381" creationId="{9C1B944E-8496-71CD-DD4D-68C48001B723}"/>
          </ac:spMkLst>
        </pc:spChg>
        <pc:spChg chg="add mod">
          <ac:chgData name="" userId="" providerId="" clId="Web-{C1FEDA2A-2542-455C-98A6-9A4DB1C4364D}" dt="2026-10-23T09:15:14.195" v="15" actId="34807"/>
          <ac:spMkLst>
            <pc:docMk/>
            <pc:sldMk cId="3867487394" sldId="1477"/>
            <ac:spMk id="16235" creationId="{F3DF733E-7E84-EC0C-937E-10A81DB051A3}"/>
          </ac:spMkLst>
        </pc:spChg>
        <pc:spChg chg="add mod">
          <ac:chgData name="" userId="" providerId="" clId="Web-{C1FEDA2A-2542-455C-98A6-9A4DB1C4364D}" dt="2026-10-23T09:15:14.195" v="15" actId="34807"/>
          <ac:spMkLst>
            <pc:docMk/>
            <pc:sldMk cId="3867487394" sldId="1477"/>
            <ac:spMk id="16245" creationId="{6B62B3DD-A8EB-4434-2129-B84063C3C17C}"/>
          </ac:spMkLst>
        </pc:spChg>
        <pc:spChg chg="add mod">
          <ac:chgData name="" userId="" providerId="" clId="Web-{C1FEDA2A-2542-455C-98A6-9A4DB1C4364D}" dt="2026-10-23T09:15:14.195" v="15" actId="34807"/>
          <ac:spMkLst>
            <pc:docMk/>
            <pc:sldMk cId="3867487394" sldId="1477"/>
            <ac:spMk id="16256" creationId="{D9E1BAB3-2445-154D-986C-99975091984A}"/>
          </ac:spMkLst>
        </pc:spChg>
      </pc:sldChg>
      <pc:sldChg chg="addSp modSp">
        <pc:chgData name="" userId="" providerId="" clId="Web-{C1FEDA2A-2542-455C-98A6-9A4DB1C4364D}" dt="2026-10-23T09:09:39.569" v="9" actId="34807"/>
        <pc:sldMkLst>
          <pc:docMk/>
          <pc:sldMk cId="3294990815" sldId="1684"/>
        </pc:sldMkLst>
        <pc:spChg chg="add mod">
          <ac:chgData name="" userId="" providerId="" clId="Web-{C1FEDA2A-2542-455C-98A6-9A4DB1C4364D}" dt="2026-10-23T09:09:38.678" v="8" actId="34807"/>
          <ac:spMkLst>
            <pc:docMk/>
            <pc:sldMk cId="3294990815" sldId="1684"/>
            <ac:spMk id="14487" creationId="{6E73DECB-4D14-F19A-027D-642DB7306341}"/>
          </ac:spMkLst>
        </pc:spChg>
        <pc:spChg chg="mod">
          <ac:chgData name="" userId="" providerId="" clId="Web-{C1FEDA2A-2542-455C-98A6-9A4DB1C4364D}" dt="2026-10-23T09:09:39.569" v="9" actId="34807"/>
          <ac:spMkLst>
            <pc:docMk/>
            <pc:sldMk cId="3294990815" sldId="1684"/>
            <ac:spMk id="14490" creationId="{A3B04004-DA2D-79BF-9F16-E467F2116276}"/>
          </ac:spMkLst>
        </pc:spChg>
        <pc:spChg chg="add mod">
          <ac:chgData name="" userId="" providerId="" clId="Web-{C1FEDA2A-2542-455C-98A6-9A4DB1C4364D}" dt="2026-10-23T09:09:38.678" v="8" actId="34807"/>
          <ac:spMkLst>
            <pc:docMk/>
            <pc:sldMk cId="3294990815" sldId="1684"/>
            <ac:spMk id="14494" creationId="{43CF9F5D-5DD1-5948-4978-00823A63E429}"/>
          </ac:spMkLst>
        </pc:spChg>
        <pc:spChg chg="mod">
          <ac:chgData name="" userId="" providerId="" clId="Web-{C1FEDA2A-2542-455C-98A6-9A4DB1C4364D}" dt="2026-10-23T09:09:39.569" v="9" actId="34807"/>
          <ac:spMkLst>
            <pc:docMk/>
            <pc:sldMk cId="3294990815" sldId="1684"/>
            <ac:spMk id="14499" creationId="{02687A0D-3166-5234-B31D-8DDA9B53F8DC}"/>
          </ac:spMkLst>
        </pc:spChg>
        <pc:spChg chg="add mod">
          <ac:chgData name="" userId="" providerId="" clId="Web-{C1FEDA2A-2542-455C-98A6-9A4DB1C4364D}" dt="2026-10-23T09:09:38.678" v="8" actId="34807"/>
          <ac:spMkLst>
            <pc:docMk/>
            <pc:sldMk cId="3294990815" sldId="1684"/>
            <ac:spMk id="14505" creationId="{2836BD41-47C7-EEB4-E7E5-DF92CD2422C6}"/>
          </ac:spMkLst>
        </pc:spChg>
        <pc:spChg chg="add mod">
          <ac:chgData name="" userId="" providerId="" clId="Web-{C1FEDA2A-2542-455C-98A6-9A4DB1C4364D}" dt="2026-10-23T09:09:39.569" v="9" actId="34807"/>
          <ac:spMkLst>
            <pc:docMk/>
            <pc:sldMk cId="3294990815" sldId="1684"/>
            <ac:spMk id="14512" creationId="{6ACFF3DD-DF15-CCEC-F5A9-CC7AB20051C7}"/>
          </ac:spMkLst>
        </pc:spChg>
        <pc:spChg chg="add mod">
          <ac:chgData name="" userId="" providerId="" clId="Web-{C1FEDA2A-2542-455C-98A6-9A4DB1C4364D}" dt="2026-10-23T09:09:38.678" v="8" actId="34807"/>
          <ac:spMkLst>
            <pc:docMk/>
            <pc:sldMk cId="3294990815" sldId="1684"/>
            <ac:spMk id="14520" creationId="{D00B7681-20EE-AB85-8C76-DE7E7B9EB8D4}"/>
          </ac:spMkLst>
        </pc:spChg>
        <pc:spChg chg="add mod">
          <ac:chgData name="" userId="" providerId="" clId="Web-{C1FEDA2A-2542-455C-98A6-9A4DB1C4364D}" dt="2026-10-23T09:09:39.569" v="9" actId="34807"/>
          <ac:spMkLst>
            <pc:docMk/>
            <pc:sldMk cId="3294990815" sldId="1684"/>
            <ac:spMk id="14529" creationId="{1C5B4EA2-53B1-54FA-2B89-344E5AE1AFFE}"/>
          </ac:spMkLst>
        </pc:spChg>
        <pc:spChg chg="add mod">
          <ac:chgData name="" userId="" providerId="" clId="Web-{C1FEDA2A-2542-455C-98A6-9A4DB1C4364D}" dt="2026-10-23T09:09:38.678" v="8" actId="34807"/>
          <ac:spMkLst>
            <pc:docMk/>
            <pc:sldMk cId="3294990815" sldId="1684"/>
            <ac:spMk id="14539" creationId="{2FDDD8FC-57D0-8791-AC73-0A84DD8EC82C}"/>
          </ac:spMkLst>
        </pc:spChg>
        <pc:spChg chg="add mod">
          <ac:chgData name="" userId="" providerId="" clId="Web-{C1FEDA2A-2542-455C-98A6-9A4DB1C4364D}" dt="2026-10-23T09:09:38.678" v="8" actId="34807"/>
          <ac:spMkLst>
            <pc:docMk/>
            <pc:sldMk cId="3294990815" sldId="1684"/>
            <ac:spMk id="14589" creationId="{0065B786-7BF8-63A0-33C1-2B7AFA91EEB3}"/>
          </ac:spMkLst>
        </pc:spChg>
        <pc:spChg chg="add mod">
          <ac:chgData name="" userId="" providerId="" clId="Web-{C1FEDA2A-2542-455C-98A6-9A4DB1C4364D}" dt="2026-10-23T09:09:38.678" v="8" actId="34807"/>
          <ac:spMkLst>
            <pc:docMk/>
            <pc:sldMk cId="3294990815" sldId="1684"/>
            <ac:spMk id="14604" creationId="{C59BE8FA-AF5C-EC9E-1752-404C4514E584}"/>
          </ac:spMkLst>
        </pc:spChg>
        <pc:spChg chg="add mod">
          <ac:chgData name="" userId="" providerId="" clId="Web-{C1FEDA2A-2542-455C-98A6-9A4DB1C4364D}" dt="2026-10-23T09:09:39.569" v="9" actId="34807"/>
          <ac:spMkLst>
            <pc:docMk/>
            <pc:sldMk cId="3294990815" sldId="1684"/>
            <ac:spMk id="14655" creationId="{0F052E78-800C-DA4F-50AD-8A22FFE8B7FA}"/>
          </ac:spMkLst>
        </pc:spChg>
      </pc:sldChg>
      <pc:sldChg chg="addSp modSp">
        <pc:chgData name="" userId="" providerId="" clId="Web-{C1FEDA2A-2542-455C-98A6-9A4DB1C4364D}" dt="2026-10-23T09:09:38.678" v="8" actId="34807"/>
        <pc:sldMkLst>
          <pc:docMk/>
          <pc:sldMk cId="2911958602" sldId="1892"/>
        </pc:sldMkLst>
        <pc:spChg chg="add mod">
          <ac:chgData name="" userId="" providerId="" clId="Web-{C1FEDA2A-2542-455C-98A6-9A4DB1C4364D}" dt="2026-10-23T09:09:38.678" v="8" actId="34807"/>
          <ac:spMkLst>
            <pc:docMk/>
            <pc:sldMk cId="2911958602" sldId="1892"/>
            <ac:spMk id="14715" creationId="{E521C4A9-AB89-28BA-6388-6EA1665C1B11}"/>
          </ac:spMkLst>
        </pc:spChg>
        <pc:spChg chg="add mod">
          <ac:chgData name="" userId="" providerId="" clId="Web-{C1FEDA2A-2542-455C-98A6-9A4DB1C4364D}" dt="2026-10-23T09:09:38.678" v="8" actId="34807"/>
          <ac:spMkLst>
            <pc:docMk/>
            <pc:sldMk cId="2911958602" sldId="1892"/>
            <ac:spMk id="14760" creationId="{CC37958B-BBF7-60F3-17D2-8A6595B0F020}"/>
          </ac:spMkLst>
        </pc:spChg>
        <pc:spChg chg="add mod">
          <ac:chgData name="" userId="" providerId="" clId="Web-{C1FEDA2A-2542-455C-98A6-9A4DB1C4364D}" dt="2026-10-23T09:09:38.678" v="8" actId="34807"/>
          <ac:spMkLst>
            <pc:docMk/>
            <pc:sldMk cId="2911958602" sldId="1892"/>
            <ac:spMk id="14835" creationId="{5757C276-28C1-DEE4-4D8D-8A47CBA7681B}"/>
          </ac:spMkLst>
        </pc:spChg>
        <pc:spChg chg="add mod">
          <ac:chgData name="" userId="" providerId="" clId="Web-{C1FEDA2A-2542-455C-98A6-9A4DB1C4364D}" dt="2026-10-23T09:09:38.678" v="8" actId="34807"/>
          <ac:spMkLst>
            <pc:docMk/>
            <pc:sldMk cId="2911958602" sldId="1892"/>
            <ac:spMk id="14862" creationId="{D0E01A0E-C727-B5BA-4DA0-360DB356AF94}"/>
          </ac:spMkLst>
        </pc:spChg>
        <pc:spChg chg="add mod">
          <ac:chgData name="" userId="" providerId="" clId="Web-{C1FEDA2A-2542-455C-98A6-9A4DB1C4364D}" dt="2026-10-23T09:09:38.678" v="8" actId="34807"/>
          <ac:spMkLst>
            <pc:docMk/>
            <pc:sldMk cId="2911958602" sldId="1892"/>
            <ac:spMk id="14919" creationId="{9E5F18D4-1824-4B0A-DDCF-424DC4A8DFDC}"/>
          </ac:spMkLst>
        </pc:spChg>
        <pc:spChg chg="add mod">
          <ac:chgData name="" userId="" providerId="" clId="Web-{C1FEDA2A-2542-455C-98A6-9A4DB1C4364D}" dt="2026-10-23T09:09:38.678" v="8" actId="34807"/>
          <ac:spMkLst>
            <pc:docMk/>
            <pc:sldMk cId="2911958602" sldId="1892"/>
            <ac:spMk id="14949" creationId="{A81676BB-BD05-FFE2-5421-65A9609EEED4}"/>
          </ac:spMkLst>
        </pc:spChg>
        <pc:spChg chg="add mod">
          <ac:chgData name="" userId="" providerId="" clId="Web-{C1FEDA2A-2542-455C-98A6-9A4DB1C4364D}" dt="2026-10-23T09:09:38.678" v="8" actId="34807"/>
          <ac:spMkLst>
            <pc:docMk/>
            <pc:sldMk cId="2911958602" sldId="1892"/>
            <ac:spMk id="14980" creationId="{0E6EAC82-413A-D2D4-9E63-3BD5483F206A}"/>
          </ac:spMkLst>
        </pc:spChg>
        <pc:spChg chg="add mod">
          <ac:chgData name="" userId="" providerId="" clId="Web-{C1FEDA2A-2542-455C-98A6-9A4DB1C4364D}" dt="2026-10-23T09:09:38.678" v="8" actId="34807"/>
          <ac:spMkLst>
            <pc:docMk/>
            <pc:sldMk cId="2911958602" sldId="1892"/>
            <ac:spMk id="15012" creationId="{BC54EC31-572F-DFDB-FAC8-30854686127E}"/>
          </ac:spMkLst>
        </pc:spChg>
        <pc:spChg chg="add mod">
          <ac:chgData name="" userId="" providerId="" clId="Web-{C1FEDA2A-2542-455C-98A6-9A4DB1C4364D}" dt="2026-10-23T09:09:38.678" v="8" actId="34807"/>
          <ac:spMkLst>
            <pc:docMk/>
            <pc:sldMk cId="2911958602" sldId="1892"/>
            <ac:spMk id="15079" creationId="{CAAA0A9E-1B86-77DE-3303-7C598F303D28}"/>
          </ac:spMkLst>
        </pc:spChg>
        <pc:spChg chg="add mod">
          <ac:chgData name="" userId="" providerId="" clId="Web-{C1FEDA2A-2542-455C-98A6-9A4DB1C4364D}" dt="2026-10-23T09:09:38.678" v="8" actId="34807"/>
          <ac:spMkLst>
            <pc:docMk/>
            <pc:sldMk cId="2911958602" sldId="1892"/>
            <ac:spMk id="15150" creationId="{CC04E062-3671-12DD-02C5-46C782B83C6B}"/>
          </ac:spMkLst>
        </pc:spChg>
      </pc:sldChg>
      <pc:sldChg chg="addSp delSp modSp">
        <pc:chgData name="" userId="" providerId="" clId="Web-{C1FEDA2A-2542-455C-98A6-9A4DB1C4364D}" dt="2026-10-23T09:15:12.757" v="14" actId="34807"/>
        <pc:sldMkLst>
          <pc:docMk/>
          <pc:sldMk cId="4267385204" sldId="2101"/>
        </pc:sldMkLst>
        <pc:spChg chg="add mod">
          <ac:chgData name="" userId="" providerId="" clId="Web-{C1FEDA2A-2542-455C-98A6-9A4DB1C4364D}" dt="2026-10-23T09:09:46.757" v="12" actId="34807"/>
          <ac:spMkLst>
            <pc:docMk/>
            <pc:sldMk cId="4267385204" sldId="2101"/>
            <ac:spMk id="15153" creationId="{09BF7F71-9C8B-C55D-E9F0-BCEE137BA7B0}"/>
          </ac:spMkLst>
        </pc:spChg>
        <pc:spChg chg="mod">
          <ac:chgData name="" userId="" providerId="" clId="Web-{C1FEDA2A-2542-455C-98A6-9A4DB1C4364D}" dt="2026-10-23T09:09:46.757" v="12" actId="34807"/>
          <ac:spMkLst>
            <pc:docMk/>
            <pc:sldMk cId="4267385204" sldId="2101"/>
            <ac:spMk id="15160" creationId="{2B778341-51F6-9EDF-45C7-CA88CB5161BF}"/>
          </ac:spMkLst>
        </pc:spChg>
        <pc:spChg chg="add mod">
          <ac:chgData name="" userId="" providerId="" clId="Web-{C1FEDA2A-2542-455C-98A6-9A4DB1C4364D}" dt="2026-10-23T09:09:44.866" v="10" actId="34807"/>
          <ac:spMkLst>
            <pc:docMk/>
            <pc:sldMk cId="4267385204" sldId="2101"/>
            <ac:spMk id="15165" creationId="{8B3AFBF0-8121-12BD-70F5-18ECB317B8D4}"/>
          </ac:spMkLst>
        </pc:spChg>
        <pc:spChg chg="add mod">
          <ac:chgData name="" userId="" providerId="" clId="Web-{C1FEDA2A-2542-455C-98A6-9A4DB1C4364D}" dt="2026-10-23T09:09:46.757" v="12" actId="34807"/>
          <ac:spMkLst>
            <pc:docMk/>
            <pc:sldMk cId="4267385204" sldId="2101"/>
            <ac:spMk id="15178" creationId="{8F6CD025-82B6-9701-BEA7-6357A5CE1570}"/>
          </ac:spMkLst>
        </pc:spChg>
        <pc:spChg chg="add mod">
          <ac:chgData name="" userId="" providerId="" clId="Web-{C1FEDA2A-2542-455C-98A6-9A4DB1C4364D}" dt="2026-10-23T09:09:44.866" v="10" actId="34807"/>
          <ac:spMkLst>
            <pc:docMk/>
            <pc:sldMk cId="4267385204" sldId="2101"/>
            <ac:spMk id="15195" creationId="{0DD7145C-EC88-5A22-08DA-587909FED004}"/>
          </ac:spMkLst>
        </pc:spChg>
        <pc:spChg chg="mod">
          <ac:chgData name="" userId="" providerId="" clId="Web-{C1FEDA2A-2542-455C-98A6-9A4DB1C4364D}" dt="2026-10-23T09:09:46.757" v="12" actId="34807"/>
          <ac:spMkLst>
            <pc:docMk/>
            <pc:sldMk cId="4267385204" sldId="2101"/>
            <ac:spMk id="15205" creationId="{A161F894-0413-EC2A-A7CB-4181F3EF1DC2}"/>
          </ac:spMkLst>
        </pc:spChg>
        <pc:spChg chg="add mod">
          <ac:chgData name="" userId="" providerId="" clId="Web-{C1FEDA2A-2542-455C-98A6-9A4DB1C4364D}" dt="2026-10-23T09:09:44.866" v="10" actId="34807"/>
          <ac:spMkLst>
            <pc:docMk/>
            <pc:sldMk cId="4267385204" sldId="2101"/>
            <ac:spMk id="15216" creationId="{276B5B02-75A0-3070-AAB6-26A00576D0D3}"/>
          </ac:spMkLst>
        </pc:spChg>
        <pc:spChg chg="mod">
          <ac:chgData name="" userId="" providerId="" clId="Web-{C1FEDA2A-2542-455C-98A6-9A4DB1C4364D}" dt="2026-10-23T09:09:46.757" v="12" actId="34807"/>
          <ac:spMkLst>
            <pc:docMk/>
            <pc:sldMk cId="4267385204" sldId="2101"/>
            <ac:spMk id="15241" creationId="{23FD92A1-E8C9-B3C7-AC24-B475891D2D20}"/>
          </ac:spMkLst>
        </pc:spChg>
        <pc:spChg chg="mod">
          <ac:chgData name="" userId="" providerId="" clId="Web-{C1FEDA2A-2542-455C-98A6-9A4DB1C4364D}" dt="2026-10-23T09:09:46.757" v="12" actId="34807"/>
          <ac:spMkLst>
            <pc:docMk/>
            <pc:sldMk cId="4267385204" sldId="2101"/>
            <ac:spMk id="15286" creationId="{A2CE2F1F-284A-91DB-1F5F-D07FBF15F038}"/>
          </ac:spMkLst>
        </pc:spChg>
        <pc:spChg chg="add mod">
          <ac:chgData name="" userId="" providerId="" clId="Web-{C1FEDA2A-2542-455C-98A6-9A4DB1C4364D}" dt="2026-10-23T09:09:44.866" v="10" actId="34807"/>
          <ac:spMkLst>
            <pc:docMk/>
            <pc:sldMk cId="4267385204" sldId="2101"/>
            <ac:spMk id="15303" creationId="{8018A735-EFFC-CD6D-8502-AEF220ACF5B5}"/>
          </ac:spMkLst>
        </pc:spChg>
        <pc:spChg chg="mod">
          <ac:chgData name="" userId="" providerId="" clId="Web-{C1FEDA2A-2542-455C-98A6-9A4DB1C4364D}" dt="2026-10-23T09:09:46.757" v="12" actId="34807"/>
          <ac:spMkLst>
            <pc:docMk/>
            <pc:sldMk cId="4267385204" sldId="2101"/>
            <ac:spMk id="15340" creationId="{0C779B60-75E1-9218-939D-AC3A4358D562}"/>
          </ac:spMkLst>
        </pc:spChg>
        <pc:spChg chg="add mod">
          <ac:chgData name="" userId="" providerId="" clId="Web-{C1FEDA2A-2542-455C-98A6-9A4DB1C4364D}" dt="2026-10-23T09:09:44.866" v="10" actId="34807"/>
          <ac:spMkLst>
            <pc:docMk/>
            <pc:sldMk cId="4267385204" sldId="2101"/>
            <ac:spMk id="15360" creationId="{BF558730-7532-81FA-0AFF-879574DEE568}"/>
          </ac:spMkLst>
        </pc:spChg>
        <pc:spChg chg="mod">
          <ac:chgData name="" userId="" providerId="" clId="Web-{C1FEDA2A-2542-455C-98A6-9A4DB1C4364D}" dt="2026-10-23T09:15:12.757" v="14" actId="34807"/>
          <ac:spMkLst>
            <pc:docMk/>
            <pc:sldMk cId="4267385204" sldId="2101"/>
            <ac:spMk id="15381" creationId="{100CC656-F0B2-429B-F8F2-0343F15C2180}"/>
          </ac:spMkLst>
        </pc:spChg>
        <pc:spChg chg="mod">
          <ac:chgData name="" userId="" providerId="" clId="Web-{C1FEDA2A-2542-455C-98A6-9A4DB1C4364D}" dt="2026-10-23T09:15:12.757" v="14" actId="34807"/>
          <ac:spMkLst>
            <pc:docMk/>
            <pc:sldMk cId="4267385204" sldId="2101"/>
            <ac:spMk id="15403" creationId="{2CBEA60F-D6D7-2F12-B64C-76C8676A0D3E}"/>
          </ac:spMkLst>
        </pc:spChg>
        <pc:spChg chg="add del mod">
          <ac:chgData name="" userId="" providerId="" clId="Web-{C1FEDA2A-2542-455C-98A6-9A4DB1C4364D}" dt="2026-10-23T09:15:12.757" v="14" actId="34807"/>
          <ac:spMkLst>
            <pc:docMk/>
            <pc:sldMk cId="4267385204" sldId="2101"/>
            <ac:spMk id="15426" creationId="{310E7238-75D9-6213-A3EA-7A3356D0BEB2}"/>
          </ac:spMkLst>
        </pc:spChg>
        <pc:spChg chg="add mod">
          <ac:chgData name="" userId="" providerId="" clId="Web-{C1FEDA2A-2542-455C-98A6-9A4DB1C4364D}" dt="2026-10-23T09:09:44.866" v="10" actId="34807"/>
          <ac:spMkLst>
            <pc:docMk/>
            <pc:sldMk cId="4267385204" sldId="2101"/>
            <ac:spMk id="15450" creationId="{B556BC70-DAAC-CF16-1D7D-74765FBF5E1B}"/>
          </ac:spMkLst>
        </pc:spChg>
        <pc:spChg chg="add mod">
          <ac:chgData name="" userId="" providerId="" clId="Web-{C1FEDA2A-2542-455C-98A6-9A4DB1C4364D}" dt="2026-10-23T09:09:46.757" v="12" actId="34807"/>
          <ac:spMkLst>
            <pc:docMk/>
            <pc:sldMk cId="4267385204" sldId="2101"/>
            <ac:spMk id="15501" creationId="{54370A02-EC03-AEE9-F6F5-B21A96AE93AC}"/>
          </ac:spMkLst>
        </pc:spChg>
        <pc:spChg chg="add mod">
          <ac:chgData name="" userId="" providerId="" clId="Web-{C1FEDA2A-2542-455C-98A6-9A4DB1C4364D}" dt="2026-10-23T09:15:11.085" v="13" actId="34807"/>
          <ac:spMkLst>
            <pc:docMk/>
            <pc:sldMk cId="4267385204" sldId="2101"/>
            <ac:spMk id="16268" creationId="{53B711C3-8D15-4FFA-5599-38228CE8646F}"/>
          </ac:spMkLst>
        </pc:spChg>
        <pc:picChg chg="add mod">
          <ac:chgData name="" userId="" providerId="" clId="Web-{C1FEDA2A-2542-455C-98A6-9A4DB1C4364D}" dt="2026-10-23T09:09:45.960" v="11" actId="34807"/>
          <ac:picMkLst>
            <pc:docMk/>
            <pc:sldMk cId="4267385204" sldId="2101"/>
            <ac:picMk id="16186" creationId="{5DDCB139-73A7-1A51-9FFC-84031CA86BDD}"/>
          </ac:picMkLst>
        </pc:picChg>
        <pc:picChg chg="add mod">
          <ac:chgData name="" userId="" providerId="" clId="Web-{C1FEDA2A-2542-455C-98A6-9A4DB1C4364D}" dt="2026-10-23T09:09:45.960" v="11" actId="34807"/>
          <ac:picMkLst>
            <pc:docMk/>
            <pc:sldMk cId="4267385204" sldId="2101"/>
            <ac:picMk id="16187" creationId="{E1D52172-CA0B-9524-23BB-BA3440C42096}"/>
          </ac:picMkLst>
        </pc:picChg>
        <pc:picChg chg="add mod">
          <ac:chgData name="" userId="" providerId="" clId="Web-{C1FEDA2A-2542-455C-98A6-9A4DB1C4364D}" dt="2026-10-23T09:09:45.960" v="11" actId="34807"/>
          <ac:picMkLst>
            <pc:docMk/>
            <pc:sldMk cId="4267385204" sldId="2101"/>
            <ac:picMk id="16188" creationId="{AFAF9E2D-03A0-8A32-CC2B-B238DE9E1F42}"/>
          </ac:picMkLst>
        </pc:picChg>
        <pc:picChg chg="add mod">
          <ac:chgData name="" userId="" providerId="" clId="Web-{C1FEDA2A-2542-455C-98A6-9A4DB1C4364D}" dt="2026-10-23T09:09:45.960" v="11" actId="34807"/>
          <ac:picMkLst>
            <pc:docMk/>
            <pc:sldMk cId="4267385204" sldId="2101"/>
            <ac:picMk id="16189" creationId="{DD589A65-BD65-589B-C200-AD9FE45066B3}"/>
          </ac:picMkLst>
        </pc:picChg>
        <pc:picChg chg="add mod">
          <ac:chgData name="" userId="" providerId="" clId="Web-{C1FEDA2A-2542-455C-98A6-9A4DB1C4364D}" dt="2026-10-23T09:09:45.960" v="11" actId="34807"/>
          <ac:picMkLst>
            <pc:docMk/>
            <pc:sldMk cId="4267385204" sldId="2101"/>
            <ac:picMk id="16190" creationId="{D7BF7040-60A8-EC5D-7A0B-FD45CBD90CEB}"/>
          </ac:picMkLst>
        </pc:picChg>
      </pc:sldChg>
      <pc:sldChg chg="addSp modSp">
        <pc:chgData name="" userId="" providerId="" clId="Web-{C1FEDA2A-2542-455C-98A6-9A4DB1C4364D}" dt="2026-10-23T09:09:46.757" v="12" actId="34807"/>
        <pc:sldMkLst>
          <pc:docMk/>
          <pc:sldMk cId="2712577974" sldId="2311"/>
        </pc:sldMkLst>
        <pc:spChg chg="mod">
          <ac:chgData name="" userId="" providerId="" clId="Web-{C1FEDA2A-2542-455C-98A6-9A4DB1C4364D}" dt="2026-10-23T09:09:46.757" v="12" actId="34807"/>
          <ac:spMkLst>
            <pc:docMk/>
            <pc:sldMk cId="2712577974" sldId="2311"/>
            <ac:spMk id="15528" creationId="{F3FD85F5-5C51-E5C8-441A-F151AECCEA88}"/>
          </ac:spMkLst>
        </pc:spChg>
        <pc:spChg chg="add mod">
          <ac:chgData name="" userId="" providerId="" clId="Web-{C1FEDA2A-2542-455C-98A6-9A4DB1C4364D}" dt="2026-10-23T09:09:44.866" v="10" actId="34807"/>
          <ac:spMkLst>
            <pc:docMk/>
            <pc:sldMk cId="2712577974" sldId="2311"/>
            <ac:spMk id="15585" creationId="{063C4226-BE0B-A3E1-6EBC-5AFF1CF9C02A}"/>
          </ac:spMkLst>
        </pc:spChg>
        <pc:spChg chg="add mod">
          <ac:chgData name="" userId="" providerId="" clId="Web-{C1FEDA2A-2542-455C-98A6-9A4DB1C4364D}" dt="2026-10-23T09:09:44.866" v="10" actId="34807"/>
          <ac:spMkLst>
            <pc:docMk/>
            <pc:sldMk cId="2712577974" sldId="2311"/>
            <ac:spMk id="15615" creationId="{2F21AEE5-731A-A019-3C3A-5DAF9DF61583}"/>
          </ac:spMkLst>
        </pc:spChg>
        <pc:spChg chg="add mod">
          <ac:chgData name="" userId="" providerId="" clId="Web-{C1FEDA2A-2542-455C-98A6-9A4DB1C4364D}" dt="2026-10-23T09:09:44.866" v="10" actId="34807"/>
          <ac:spMkLst>
            <pc:docMk/>
            <pc:sldMk cId="2712577974" sldId="2311"/>
            <ac:spMk id="15646" creationId="{0762A094-FF8E-3F13-E593-BB2FC93C6CC0}"/>
          </ac:spMkLst>
        </pc:spChg>
        <pc:spChg chg="mod">
          <ac:chgData name="" userId="" providerId="" clId="Web-{C1FEDA2A-2542-455C-98A6-9A4DB1C4364D}" dt="2026-10-23T09:09:46.757" v="12" actId="34807"/>
          <ac:spMkLst>
            <pc:docMk/>
            <pc:sldMk cId="2712577974" sldId="2311"/>
            <ac:spMk id="15678" creationId="{F75BAB1F-D23C-6F09-9C95-39DD6E1C05D6}"/>
          </ac:spMkLst>
        </pc:spChg>
        <pc:spChg chg="add mod">
          <ac:chgData name="" userId="" providerId="" clId="Web-{C1FEDA2A-2542-455C-98A6-9A4DB1C4364D}" dt="2026-10-23T09:09:44.866" v="10" actId="34807"/>
          <ac:spMkLst>
            <pc:docMk/>
            <pc:sldMk cId="2712577974" sldId="2311"/>
            <ac:spMk id="15745" creationId="{0A7CBFDB-ECB1-BF69-CAD9-6558E01250D8}"/>
          </ac:spMkLst>
        </pc:spChg>
        <pc:spChg chg="add mod">
          <ac:chgData name="" userId="" providerId="" clId="Web-{C1FEDA2A-2542-455C-98A6-9A4DB1C4364D}" dt="2026-10-23T09:09:44.866" v="10" actId="34807"/>
          <ac:spMkLst>
            <pc:docMk/>
            <pc:sldMk cId="2712577974" sldId="2311"/>
            <ac:spMk id="15780" creationId="{FA4D8C5C-16B3-DFDF-2AE6-DD3635D46926}"/>
          </ac:spMkLst>
        </pc:spChg>
        <pc:spChg chg="add mod">
          <ac:chgData name="" userId="" providerId="" clId="Web-{C1FEDA2A-2542-455C-98A6-9A4DB1C4364D}" dt="2026-10-23T09:09:46.757" v="12" actId="34807"/>
          <ac:spMkLst>
            <pc:docMk/>
            <pc:sldMk cId="2712577974" sldId="2311"/>
            <ac:spMk id="15853" creationId="{D91F1083-1F9C-38A5-22AE-B5B84D610D33}"/>
          </ac:spMkLst>
        </pc:spChg>
        <pc:spChg chg="add mod">
          <ac:chgData name="" userId="" providerId="" clId="Web-{C1FEDA2A-2542-455C-98A6-9A4DB1C4364D}" dt="2026-10-23T09:09:44.866" v="10" actId="34807"/>
          <ac:spMkLst>
            <pc:docMk/>
            <pc:sldMk cId="2712577974" sldId="2311"/>
            <ac:spMk id="15930" creationId="{FCE392EE-AFE8-C852-3A59-41F5FBDBB6ED}"/>
          </ac:spMkLst>
        </pc:spChg>
        <pc:spChg chg="mod">
          <ac:chgData name="" userId="" providerId="" clId="Web-{C1FEDA2A-2542-455C-98A6-9A4DB1C4364D}" dt="2026-10-23T09:09:46.757" v="12" actId="34807"/>
          <ac:spMkLst>
            <pc:docMk/>
            <pc:sldMk cId="2712577974" sldId="2311"/>
            <ac:spMk id="15970" creationId="{9174674F-349E-EE8A-71AD-50D912B2CD63}"/>
          </ac:spMkLst>
        </pc:spChg>
        <pc:spChg chg="add mod">
          <ac:chgData name="" userId="" providerId="" clId="Web-{C1FEDA2A-2542-455C-98A6-9A4DB1C4364D}" dt="2026-10-23T09:09:44.866" v="10" actId="34807"/>
          <ac:spMkLst>
            <pc:docMk/>
            <pc:sldMk cId="2712577974" sldId="2311"/>
            <ac:spMk id="16053" creationId="{BECA66F7-661A-0358-7F70-F96FCCD39572}"/>
          </ac:spMkLst>
        </pc:spChg>
        <pc:spChg chg="add mod">
          <ac:chgData name="" userId="" providerId="" clId="Web-{C1FEDA2A-2542-455C-98A6-9A4DB1C4364D}" dt="2026-10-23T09:09:44.866" v="10" actId="34807"/>
          <ac:spMkLst>
            <pc:docMk/>
            <pc:sldMk cId="2712577974" sldId="2311"/>
            <ac:spMk id="16140" creationId="{397CE1B2-F6D9-66DD-7972-52A72A8096D5}"/>
          </ac:spMkLst>
        </pc:spChg>
        <pc:spChg chg="add mod">
          <ac:chgData name="" userId="" providerId="" clId="Web-{C1FEDA2A-2542-455C-98A6-9A4DB1C4364D}" dt="2026-10-23T09:09:44.866" v="10" actId="34807"/>
          <ac:spMkLst>
            <pc:docMk/>
            <pc:sldMk cId="2712577974" sldId="2311"/>
            <ac:spMk id="16185" creationId="{15C39A96-BAEC-3DD8-E3AE-141DC606F111}"/>
          </ac:spMkLst>
        </pc:spChg>
      </pc:sldChg>
    </pc:docChg>
  </pc:docChgLst>
  <pc:docChgLst>
    <pc:chgData clId="Web-{81618E40-B03A-458A-B64D-91834375107D}"/>
    <pc:docChg chg="addSld delSld modSld addSection delSection modSection">
      <pc:chgData name="" userId="" providerId="" clId="Web-{81618E40-B03A-458A-B64D-91834375107D}" dt="2026-10-23T11:45:20.261" v="2" actId="34807"/>
      <pc:docMkLst>
        <pc:docMk/>
      </pc:docMkLst>
      <pc:sldChg chg="del">
        <pc:chgData name="" userId="" providerId="" clId="Web-{81618E40-B03A-458A-B64D-91834375107D}" dt="2026-10-23T11:45:10.043" v="1" actId="34807"/>
        <pc:sldMkLst>
          <pc:docMk/>
          <pc:sldMk cId="0" sldId="256"/>
        </pc:sldMkLst>
      </pc:sldChg>
      <pc:sldChg chg="del">
        <pc:chgData name="" userId="" providerId="" clId="Web-{81618E40-B03A-458A-B64D-91834375107D}" dt="2026-10-23T11:45:10.043" v="1" actId="34807"/>
        <pc:sldMkLst>
          <pc:docMk/>
          <pc:sldMk cId="2946708342" sldId="457"/>
        </pc:sldMkLst>
      </pc:sldChg>
      <pc:sldChg chg="del">
        <pc:chgData name="" userId="" providerId="" clId="Web-{81618E40-B03A-458A-B64D-91834375107D}" dt="2026-10-23T11:45:10.043" v="1" actId="34807"/>
        <pc:sldMkLst>
          <pc:docMk/>
          <pc:sldMk cId="3281521090" sldId="659"/>
        </pc:sldMkLst>
      </pc:sldChg>
      <pc:sldChg chg="del">
        <pc:chgData name="" userId="" providerId="" clId="Web-{81618E40-B03A-458A-B64D-91834375107D}" dt="2026-10-23T11:45:10.043" v="1" actId="34807"/>
        <pc:sldMkLst>
          <pc:docMk/>
          <pc:sldMk cId="2238303342" sldId="862"/>
        </pc:sldMkLst>
      </pc:sldChg>
      <pc:sldChg chg="del">
        <pc:chgData name="" userId="" providerId="" clId="Web-{81618E40-B03A-458A-B64D-91834375107D}" dt="2026-10-23T11:45:10.043" v="1" actId="34807"/>
        <pc:sldMkLst>
          <pc:docMk/>
          <pc:sldMk cId="313053978" sldId="1066"/>
        </pc:sldMkLst>
      </pc:sldChg>
      <pc:sldChg chg="del">
        <pc:chgData name="" userId="" providerId="" clId="Web-{81618E40-B03A-458A-B64D-91834375107D}" dt="2026-10-23T11:45:10.043" v="1" actId="34807"/>
        <pc:sldMkLst>
          <pc:docMk/>
          <pc:sldMk cId="2321964649" sldId="1271"/>
        </pc:sldMkLst>
      </pc:sldChg>
      <pc:sldChg chg="del">
        <pc:chgData name="" userId="" providerId="" clId="Web-{81618E40-B03A-458A-B64D-91834375107D}" dt="2026-10-23T11:45:10.043" v="1" actId="34807"/>
        <pc:sldMkLst>
          <pc:docMk/>
          <pc:sldMk cId="3867487394" sldId="1477"/>
        </pc:sldMkLst>
      </pc:sldChg>
      <pc:sldChg chg="del">
        <pc:chgData name="" userId="" providerId="" clId="Web-{81618E40-B03A-458A-B64D-91834375107D}" dt="2026-10-23T11:45:10.043" v="1" actId="34807"/>
        <pc:sldMkLst>
          <pc:docMk/>
          <pc:sldMk cId="3294990815" sldId="1684"/>
        </pc:sldMkLst>
      </pc:sldChg>
      <pc:sldChg chg="del">
        <pc:chgData name="" userId="" providerId="" clId="Web-{81618E40-B03A-458A-B64D-91834375107D}" dt="2026-10-23T11:45:10.043" v="1" actId="34807"/>
        <pc:sldMkLst>
          <pc:docMk/>
          <pc:sldMk cId="2911958602" sldId="1892"/>
        </pc:sldMkLst>
      </pc:sldChg>
      <pc:sldChg chg="del">
        <pc:chgData name="" userId="" providerId="" clId="Web-{81618E40-B03A-458A-B64D-91834375107D}" dt="2026-10-23T11:45:10.043" v="1" actId="34807"/>
        <pc:sldMkLst>
          <pc:docMk/>
          <pc:sldMk cId="4267385204" sldId="2101"/>
        </pc:sldMkLst>
      </pc:sldChg>
      <pc:sldChg chg="del">
        <pc:chgData name="" userId="" providerId="" clId="Web-{81618E40-B03A-458A-B64D-91834375107D}" dt="2026-10-23T11:45:10.043" v="1" actId="34807"/>
        <pc:sldMkLst>
          <pc:docMk/>
          <pc:sldMk cId="2712577974" sldId="2311"/>
        </pc:sldMkLst>
      </pc:sldChg>
      <pc:sldChg chg="del">
        <pc:chgData name="" userId="" providerId="" clId="Web-{81618E40-B03A-458A-B64D-91834375107D}" dt="2026-10-23T11:45:10.043" v="1" actId="34807"/>
        <pc:sldMkLst>
          <pc:docMk/>
          <pc:sldMk cId="75817233" sldId="2522"/>
        </pc:sldMkLst>
      </pc:sldChg>
      <pc:sldChg chg="del">
        <pc:chgData name="" userId="" providerId="" clId="Web-{81618E40-B03A-458A-B64D-91834375107D}" dt="2026-10-23T11:45:10.043" v="1" actId="34807"/>
        <pc:sldMkLst>
          <pc:docMk/>
          <pc:sldMk cId="3364259121" sldId="2734"/>
        </pc:sldMkLst>
      </pc:sldChg>
      <pc:sldChg chg="del">
        <pc:chgData name="" userId="" providerId="" clId="Web-{81618E40-B03A-458A-B64D-91834375107D}" dt="2026-10-23T11:45:10.043" v="1" actId="34807"/>
        <pc:sldMkLst>
          <pc:docMk/>
          <pc:sldMk cId="2014497201" sldId="2947"/>
        </pc:sldMkLst>
      </pc:sldChg>
      <pc:sldChg chg="del">
        <pc:chgData name="" userId="" providerId="" clId="Web-{81618E40-B03A-458A-B64D-91834375107D}" dt="2026-10-23T11:45:10.043" v="1" actId="34807"/>
        <pc:sldMkLst>
          <pc:docMk/>
          <pc:sldMk cId="2602463977" sldId="3161"/>
        </pc:sldMkLst>
      </pc:sldChg>
      <pc:sldChg chg="del">
        <pc:chgData name="" userId="" providerId="" clId="Web-{81618E40-B03A-458A-B64D-91834375107D}" dt="2026-10-23T11:45:10.043" v="1" actId="34807"/>
        <pc:sldMkLst>
          <pc:docMk/>
          <pc:sldMk cId="3469149878" sldId="3376"/>
        </pc:sldMkLst>
      </pc:sldChg>
      <pc:sldChg chg="del">
        <pc:chgData name="" userId="" providerId="" clId="Web-{81618E40-B03A-458A-B64D-91834375107D}" dt="2026-10-23T11:45:10.043" v="1" actId="34807"/>
        <pc:sldMkLst>
          <pc:docMk/>
          <pc:sldMk cId="414339401" sldId="3592"/>
        </pc:sldMkLst>
      </pc:sldChg>
      <pc:sldChg chg="del">
        <pc:chgData name="" userId="" providerId="" clId="Web-{81618E40-B03A-458A-B64D-91834375107D}" dt="2026-10-23T11:45:10.043" v="1" actId="34807"/>
        <pc:sldMkLst>
          <pc:docMk/>
          <pc:sldMk cId="1244041262" sldId="3809"/>
        </pc:sldMkLst>
      </pc:sldChg>
      <pc:sldChg chg="add mod setBg">
        <pc:chgData name="" userId="" providerId="" clId="Web-{81618E40-B03A-458A-B64D-91834375107D}" dt="2026-10-23T11:45:20.261" v="2" actId="34807"/>
        <pc:sldMkLst>
          <pc:docMk/>
          <pc:sldMk cId="37000430" sldId="10492"/>
        </pc:sldMkLst>
      </pc:sldChg>
      <pc:sldChg chg="add mod setBg">
        <pc:chgData name="" userId="" providerId="" clId="Web-{81618E40-B03A-458A-B64D-91834375107D}" dt="2026-10-23T11:45:20.261" v="2" actId="34807"/>
        <pc:sldMkLst>
          <pc:docMk/>
          <pc:sldMk cId="3436143259" sldId="10694"/>
        </pc:sldMkLst>
      </pc:sldChg>
      <pc:sldChg chg="add mod setBg">
        <pc:chgData name="" userId="" providerId="" clId="Web-{81618E40-B03A-458A-B64D-91834375107D}" dt="2026-10-23T11:45:20.261" v="2" actId="34807"/>
        <pc:sldMkLst>
          <pc:docMk/>
          <pc:sldMk cId="3193345629" sldId="10897"/>
        </pc:sldMkLst>
      </pc:sldChg>
      <pc:sldChg chg="add mod setBg">
        <pc:chgData name="" userId="" providerId="" clId="Web-{81618E40-B03A-458A-B64D-91834375107D}" dt="2026-10-23T11:45:20.261" v="2" actId="34807"/>
        <pc:sldMkLst>
          <pc:docMk/>
          <pc:sldMk cId="3209283780" sldId="11101"/>
        </pc:sldMkLst>
      </pc:sldChg>
      <pc:sldChg chg="add mod setBg">
        <pc:chgData name="" userId="" providerId="" clId="Web-{81618E40-B03A-458A-B64D-91834375107D}" dt="2026-10-23T11:45:20.261" v="2" actId="34807"/>
        <pc:sldMkLst>
          <pc:docMk/>
          <pc:sldMk cId="726773401" sldId="11306"/>
        </pc:sldMkLst>
      </pc:sldChg>
      <pc:sldChg chg="add mod setBg">
        <pc:chgData name="" userId="" providerId="" clId="Web-{81618E40-B03A-458A-B64D-91834375107D}" dt="2026-10-23T11:45:20.261" v="2" actId="34807"/>
        <pc:sldMkLst>
          <pc:docMk/>
          <pc:sldMk cId="2139460247" sldId="11512"/>
        </pc:sldMkLst>
      </pc:sldChg>
      <pc:sldChg chg="add mod setBg">
        <pc:chgData name="" userId="" providerId="" clId="Web-{81618E40-B03A-458A-B64D-91834375107D}" dt="2026-10-23T11:45:20.261" v="2" actId="34807"/>
        <pc:sldMkLst>
          <pc:docMk/>
          <pc:sldMk cId="3781609771" sldId="11719"/>
        </pc:sldMkLst>
      </pc:sldChg>
      <pc:sldChg chg="add mod setBg">
        <pc:chgData name="" userId="" providerId="" clId="Web-{81618E40-B03A-458A-B64D-91834375107D}" dt="2026-10-23T11:45:20.261" v="2" actId="34807"/>
        <pc:sldMkLst>
          <pc:docMk/>
          <pc:sldMk cId="917117059" sldId="11927"/>
        </pc:sldMkLst>
      </pc:sldChg>
      <pc:sldChg chg="add mod setBg">
        <pc:chgData name="" userId="" providerId="" clId="Web-{81618E40-B03A-458A-B64D-91834375107D}" dt="2026-10-23T11:45:20.261" v="2" actId="34807"/>
        <pc:sldMkLst>
          <pc:docMk/>
          <pc:sldMk cId="1184318231" sldId="12136"/>
        </pc:sldMkLst>
      </pc:sldChg>
      <pc:sldChg chg="add mod setBg">
        <pc:chgData name="" userId="" providerId="" clId="Web-{81618E40-B03A-458A-B64D-91834375107D}" dt="2026-10-23T11:45:20.261" v="2" actId="34807"/>
        <pc:sldMkLst>
          <pc:docMk/>
          <pc:sldMk cId="1302422614" sldId="12346"/>
        </pc:sldMkLst>
      </pc:sldChg>
      <pc:sldChg chg="add mod setBg">
        <pc:chgData name="" userId="" providerId="" clId="Web-{81618E40-B03A-458A-B64D-91834375107D}" dt="2026-10-23T11:45:20.261" v="2" actId="34807"/>
        <pc:sldMkLst>
          <pc:docMk/>
          <pc:sldMk cId="1283465664" sldId="12557"/>
        </pc:sldMkLst>
      </pc:sldChg>
      <pc:sldChg chg="add mod setBg">
        <pc:chgData name="" userId="" providerId="" clId="Web-{81618E40-B03A-458A-B64D-91834375107D}" dt="2026-10-23T11:45:20.261" v="2" actId="34807"/>
        <pc:sldMkLst>
          <pc:docMk/>
          <pc:sldMk cId="1328341611" sldId="12769"/>
        </pc:sldMkLst>
      </pc:sldChg>
      <pc:sldChg chg="add mod setBg">
        <pc:chgData name="" userId="" providerId="" clId="Web-{81618E40-B03A-458A-B64D-91834375107D}" dt="2026-10-23T11:45:20.261" v="2" actId="34807"/>
        <pc:sldMkLst>
          <pc:docMk/>
          <pc:sldMk cId="2377474207" sldId="12982"/>
        </pc:sldMkLst>
      </pc:sldChg>
      <pc:sldChg chg="add mod setBg">
        <pc:chgData name="" userId="" providerId="" clId="Web-{81618E40-B03A-458A-B64D-91834375107D}" dt="2026-10-23T11:45:20.261" v="2" actId="34807"/>
        <pc:sldMkLst>
          <pc:docMk/>
          <pc:sldMk cId="303247563" sldId="13196"/>
        </pc:sldMkLst>
      </pc:sldChg>
      <pc:sldChg chg="add mod setBg">
        <pc:chgData name="" userId="" providerId="" clId="Web-{81618E40-B03A-458A-B64D-91834375107D}" dt="2026-10-23T11:45:20.261" v="2" actId="34807"/>
        <pc:sldMkLst>
          <pc:docMk/>
          <pc:sldMk cId="3162528261" sldId="13411"/>
        </pc:sldMkLst>
      </pc:sldChg>
      <pc:sldChg chg="add mod setBg">
        <pc:chgData name="" userId="" providerId="" clId="Web-{81618E40-B03A-458A-B64D-91834375107D}" dt="2026-10-23T11:45:20.261" v="2" actId="34807"/>
        <pc:sldMkLst>
          <pc:docMk/>
          <pc:sldMk cId="2661767293" sldId="13627"/>
        </pc:sldMkLst>
      </pc:sldChg>
      <pc:sldChg chg="add mod setBg">
        <pc:chgData name="" userId="" providerId="" clId="Web-{81618E40-B03A-458A-B64D-91834375107D}" dt="2026-10-23T11:45:20.261" v="2" actId="34807"/>
        <pc:sldMkLst>
          <pc:docMk/>
          <pc:sldMk cId="2978975748" sldId="13844"/>
        </pc:sldMkLst>
      </pc:sldChg>
      <pc:sldChg chg="add mod setBg">
        <pc:chgData name="" userId="" providerId="" clId="Web-{81618E40-B03A-458A-B64D-91834375107D}" dt="2026-10-23T11:45:20.261" v="2" actId="34807"/>
        <pc:sldMkLst>
          <pc:docMk/>
          <pc:sldMk cId="1448202493" sldId="14062"/>
        </pc:sldMkLst>
      </pc:sldChg>
      <pc:sldChg chg="add mod setBg">
        <pc:chgData name="" userId="" providerId="" clId="Web-{81618E40-B03A-458A-B64D-91834375107D}" dt="2026-10-23T11:45:20.261" v="2" actId="34807"/>
        <pc:sldMkLst>
          <pc:docMk/>
          <pc:sldMk cId="302110903" sldId="14281"/>
        </pc:sldMkLst>
      </pc:sldChg>
      <pc:sldChg chg="add mod setBg">
        <pc:chgData name="" userId="" providerId="" clId="Web-{81618E40-B03A-458A-B64D-91834375107D}" dt="2026-10-23T11:45:20.261" v="2" actId="34807"/>
        <pc:sldMkLst>
          <pc:docMk/>
          <pc:sldMk cId="3855353037" sldId="14501"/>
        </pc:sldMkLst>
      </pc:sldChg>
      <pc:sldChg chg="add mod setBg">
        <pc:chgData name="" userId="" providerId="" clId="Web-{81618E40-B03A-458A-B64D-91834375107D}" dt="2026-10-23T11:45:20.261" v="2" actId="34807"/>
        <pc:sldMkLst>
          <pc:docMk/>
          <pc:sldMk cId="75272732" sldId="14722"/>
        </pc:sldMkLst>
      </pc:sldChg>
      <pc:sldChg chg="add mod setBg">
        <pc:chgData name="" userId="" providerId="" clId="Web-{81618E40-B03A-458A-B64D-91834375107D}" dt="2026-10-23T11:45:20.261" v="2" actId="34807"/>
        <pc:sldMkLst>
          <pc:docMk/>
          <pc:sldMk cId="936607863" sldId="14944"/>
        </pc:sldMkLst>
      </pc:sldChg>
      <pc:sldChg chg="add mod setBg">
        <pc:chgData name="" userId="" providerId="" clId="Web-{81618E40-B03A-458A-B64D-91834375107D}" dt="2026-10-23T11:45:20.261" v="2" actId="34807"/>
        <pc:sldMkLst>
          <pc:docMk/>
          <pc:sldMk cId="4271561650" sldId="15167"/>
        </pc:sldMkLst>
      </pc:sldChg>
      <pc:sldChg chg="add mod setBg">
        <pc:chgData name="" userId="" providerId="" clId="Web-{81618E40-B03A-458A-B64D-91834375107D}" dt="2026-10-23T11:45:20.261" v="2" actId="34807"/>
        <pc:sldMkLst>
          <pc:docMk/>
          <pc:sldMk cId="2268151088" sldId="15391"/>
        </pc:sldMkLst>
      </pc:sldChg>
      <pc:sldChg chg="add mod setBg">
        <pc:chgData name="" userId="" providerId="" clId="Web-{81618E40-B03A-458A-B64D-91834375107D}" dt="2026-10-23T11:45:20.261" v="2" actId="34807"/>
        <pc:sldMkLst>
          <pc:docMk/>
          <pc:sldMk cId="299470252" sldId="15616"/>
        </pc:sldMkLst>
      </pc:sldChg>
      <pc:sldChg chg="add mod setBg">
        <pc:chgData name="" userId="" providerId="" clId="Web-{81618E40-B03A-458A-B64D-91834375107D}" dt="2026-10-23T11:45:20.261" v="2" actId="34807"/>
        <pc:sldMkLst>
          <pc:docMk/>
          <pc:sldMk cId="3776325952" sldId="15842"/>
        </pc:sldMkLst>
      </pc:sldChg>
    </pc:docChg>
  </pc:docChgLst>
  <pc:docChgLst>
    <pc:chgData clId="Web-{7C8CBF58-93CC-48F6-8D10-D971BE5D9D8A}"/>
    <pc:docChg chg="modSld">
      <pc:chgData name="" userId="" providerId="" clId="Web-{7C8CBF58-93CC-48F6-8D10-D971BE5D9D8A}" dt="2026-10-23T12:09:29.655" v="13" actId="34807"/>
      <pc:docMkLst>
        <pc:docMk/>
      </pc:docMkLst>
      <pc:sldChg chg="modSp">
        <pc:chgData name="" userId="" providerId="" clId="Web-{7C8CBF58-93CC-48F6-8D10-D971BE5D9D8A}" dt="2026-10-23T12:09:29.655" v="13" actId="34807"/>
        <pc:sldMkLst>
          <pc:docMk/>
          <pc:sldMk cId="3933574674" sldId="4246"/>
        </pc:sldMkLst>
        <pc:spChg chg="mod">
          <ac:chgData name="" userId="" providerId="" clId="Web-{7C8CBF58-93CC-48F6-8D10-D971BE5D9D8A}" dt="2026-10-23T12:09:29.655" v="13" actId="34807"/>
          <ac:spMkLst>
            <pc:docMk/>
            <pc:sldMk cId="3933574674" sldId="4246"/>
            <ac:spMk id="2667" creationId="{ABDFCC38-6450-5C59-7B14-24AA480793E3}"/>
          </ac:spMkLst>
        </pc:spChg>
        <pc:spChg chg="mod">
          <ac:chgData name="" userId="" providerId="" clId="Web-{7C8CBF58-93CC-48F6-8D10-D971BE5D9D8A}" dt="2026-10-23T12:09:29.655" v="13" actId="34807"/>
          <ac:spMkLst>
            <pc:docMk/>
            <pc:sldMk cId="3933574674" sldId="4246"/>
            <ac:spMk id="2672" creationId="{D80FB324-E76C-D307-BC13-EC584ADAB0BE}"/>
          </ac:spMkLst>
        </pc:spChg>
      </pc:sldChg>
      <pc:sldChg chg="modSp">
        <pc:chgData name="" userId="" providerId="" clId="Web-{7C8CBF58-93CC-48F6-8D10-D971BE5D9D8A}" dt="2026-10-23T12:09:29.655" v="13" actId="34807"/>
        <pc:sldMkLst>
          <pc:docMk/>
          <pc:sldMk cId="2931206922" sldId="4466"/>
        </pc:sldMkLst>
        <pc:spChg chg="mod">
          <ac:chgData name="" userId="" providerId="" clId="Web-{7C8CBF58-93CC-48F6-8D10-D971BE5D9D8A}" dt="2026-10-23T12:09:29.655" v="13" actId="34807"/>
          <ac:spMkLst>
            <pc:docMk/>
            <pc:sldMk cId="2931206922" sldId="4466"/>
            <ac:spMk id="2702" creationId="{E3300248-F60E-28F4-CFC0-ABFC405A15D4}"/>
          </ac:spMkLst>
        </pc:spChg>
      </pc:sldChg>
      <pc:sldChg chg="addSp modSp modNotesTx">
        <pc:chgData name="" userId="" providerId="" clId="Web-{7C8CBF58-93CC-48F6-8D10-D971BE5D9D8A}" dt="2026-10-23T12:08:17.779" v="12" actId="34807"/>
        <pc:sldMkLst>
          <pc:docMk/>
          <pc:sldMk cId="37000430" sldId="10492"/>
        </pc:sldMkLst>
        <pc:spChg chg="add mod">
          <ac:chgData name="" userId="" providerId="" clId="Web-{7C8CBF58-93CC-48F6-8D10-D971BE5D9D8A}" dt="2026-10-23T12:05:37.400" v="1" actId="34807"/>
          <ac:spMkLst>
            <pc:docMk/>
            <pc:sldMk cId="37000430" sldId="10492"/>
            <ac:spMk id="26328" creationId="{2CD312DA-E631-B122-1DD9-6A0EBE27A3C3}"/>
          </ac:spMkLst>
        </pc:spChg>
        <pc:spChg chg="add mod">
          <ac:chgData name="" userId="" providerId="" clId="Web-{7C8CBF58-93CC-48F6-8D10-D971BE5D9D8A}" dt="2026-10-23T12:05:37.400" v="1" actId="34807"/>
          <ac:spMkLst>
            <pc:docMk/>
            <pc:sldMk cId="37000430" sldId="10492"/>
            <ac:spMk id="26330" creationId="{C9B5CD07-B4EA-EBA7-0DC5-86817FF6C91C}"/>
          </ac:spMkLst>
        </pc:spChg>
        <pc:spChg chg="add mod">
          <ac:chgData name="" userId="" providerId="" clId="Web-{7C8CBF58-93CC-48F6-8D10-D971BE5D9D8A}" dt="2026-10-23T12:05:37.400" v="1" actId="34807"/>
          <ac:spMkLst>
            <pc:docMk/>
            <pc:sldMk cId="37000430" sldId="10492"/>
            <ac:spMk id="26333" creationId="{0412B7D1-60EF-47E1-3006-625B1303CEE6}"/>
          </ac:spMkLst>
        </pc:spChg>
        <pc:spChg chg="add mod">
          <ac:chgData name="" userId="" providerId="" clId="Web-{7C8CBF58-93CC-48F6-8D10-D971BE5D9D8A}" dt="2026-10-23T12:05:37.400" v="1" actId="34807"/>
          <ac:spMkLst>
            <pc:docMk/>
            <pc:sldMk cId="37000430" sldId="10492"/>
            <ac:spMk id="26337" creationId="{18C9B547-0F21-C584-D246-D8189DACA38D}"/>
          </ac:spMkLst>
        </pc:spChg>
        <pc:spChg chg="add mod">
          <ac:chgData name="" userId="" providerId="" clId="Web-{7C8CBF58-93CC-48F6-8D10-D971BE5D9D8A}" dt="2026-10-23T12:05:37.400" v="1" actId="34807"/>
          <ac:spMkLst>
            <pc:docMk/>
            <pc:sldMk cId="37000430" sldId="10492"/>
            <ac:spMk id="26348" creationId="{2A76E144-1568-E292-97CC-88BA2C592C5A}"/>
          </ac:spMkLst>
        </pc:spChg>
        <pc:spChg chg="add mod">
          <ac:chgData name="" userId="" providerId="" clId="Web-{7C8CBF58-93CC-48F6-8D10-D971BE5D9D8A}" dt="2026-10-23T12:05:37.400" v="1" actId="34807"/>
          <ac:spMkLst>
            <pc:docMk/>
            <pc:sldMk cId="37000430" sldId="10492"/>
            <ac:spMk id="26355" creationId="{23671CC1-6AB4-6474-C595-9A73877F5809}"/>
          </ac:spMkLst>
        </pc:spChg>
        <pc:spChg chg="add mod">
          <ac:chgData name="" userId="" providerId="" clId="Web-{7C8CBF58-93CC-48F6-8D10-D971BE5D9D8A}" dt="2026-10-23T12:05:37.400" v="1" actId="34807"/>
          <ac:spMkLst>
            <pc:docMk/>
            <pc:sldMk cId="37000430" sldId="10492"/>
            <ac:spMk id="26363" creationId="{85AE8FDE-EB12-723D-28DE-21ACC111025C}"/>
          </ac:spMkLst>
        </pc:spChg>
        <pc:spChg chg="add mod">
          <ac:chgData name="" userId="" providerId="" clId="Web-{7C8CBF58-93CC-48F6-8D10-D971BE5D9D8A}" dt="2026-10-23T12:05:37.400" v="1" actId="34807"/>
          <ac:spMkLst>
            <pc:docMk/>
            <pc:sldMk cId="37000430" sldId="10492"/>
            <ac:spMk id="26372" creationId="{7600E3D7-42BA-0536-A7F1-4EABC476765C}"/>
          </ac:spMkLst>
        </pc:spChg>
        <pc:spChg chg="add mod">
          <ac:chgData name="" userId="" providerId="" clId="Web-{7C8CBF58-93CC-48F6-8D10-D971BE5D9D8A}" dt="2026-10-23T12:05:37.400" v="1" actId="34807"/>
          <ac:spMkLst>
            <pc:docMk/>
            <pc:sldMk cId="37000430" sldId="10492"/>
            <ac:spMk id="26393" creationId="{70171F36-82B9-28B0-9B86-92234384B1EA}"/>
          </ac:spMkLst>
        </pc:spChg>
        <pc:spChg chg="add mod">
          <ac:chgData name="" userId="" providerId="" clId="Web-{7C8CBF58-93CC-48F6-8D10-D971BE5D9D8A}" dt="2026-10-23T12:05:37.400" v="1" actId="34807"/>
          <ac:spMkLst>
            <pc:docMk/>
            <pc:sldMk cId="37000430" sldId="10492"/>
            <ac:spMk id="26405" creationId="{27F614B1-E5A0-EF31-9F30-8EF91B61C288}"/>
          </ac:spMkLst>
        </pc:spChg>
        <pc:spChg chg="add mod">
          <ac:chgData name="" userId="" providerId="" clId="Web-{7C8CBF58-93CC-48F6-8D10-D971BE5D9D8A}" dt="2026-10-23T12:07:41.919" v="4" actId="34807"/>
          <ac:spMkLst>
            <pc:docMk/>
            <pc:sldMk cId="37000430" sldId="10492"/>
            <ac:spMk id="28145" creationId="{4D0A1245-D332-A1F8-BD5F-6651D09991CA}"/>
          </ac:spMkLst>
        </pc:spChg>
        <pc:spChg chg="add mod">
          <ac:chgData name="" userId="" providerId="" clId="Web-{7C8CBF58-93CC-48F6-8D10-D971BE5D9D8A}" dt="2026-10-23T12:07:41.919" v="4" actId="34807"/>
          <ac:spMkLst>
            <pc:docMk/>
            <pc:sldMk cId="37000430" sldId="10492"/>
            <ac:spMk id="28147" creationId="{BB261724-A10C-89DE-23F0-F6D39DC89F8F}"/>
          </ac:spMkLst>
        </pc:spChg>
        <pc:spChg chg="add mod">
          <ac:chgData name="" userId="" providerId="" clId="Web-{7C8CBF58-93CC-48F6-8D10-D971BE5D9D8A}" dt="2026-10-23T12:07:41.919" v="4" actId="34807"/>
          <ac:spMkLst>
            <pc:docMk/>
            <pc:sldMk cId="37000430" sldId="10492"/>
            <ac:spMk id="28150" creationId="{4B7267B9-F59B-4FFF-4FA7-D48CE8C64591}"/>
          </ac:spMkLst>
        </pc:spChg>
        <pc:spChg chg="add mod">
          <ac:chgData name="" userId="" providerId="" clId="Web-{7C8CBF58-93CC-48F6-8D10-D971BE5D9D8A}" dt="2026-10-23T12:07:41.919" v="4" actId="34807"/>
          <ac:spMkLst>
            <pc:docMk/>
            <pc:sldMk cId="37000430" sldId="10492"/>
            <ac:spMk id="28154" creationId="{A9D76F4B-2356-C4EA-69D2-21D821E3DBC2}"/>
          </ac:spMkLst>
        </pc:spChg>
        <pc:spChg chg="add mod">
          <ac:chgData name="" userId="" providerId="" clId="Web-{7C8CBF58-93CC-48F6-8D10-D971BE5D9D8A}" dt="2026-10-23T12:07:41.919" v="4" actId="34807"/>
          <ac:spMkLst>
            <pc:docMk/>
            <pc:sldMk cId="37000430" sldId="10492"/>
            <ac:spMk id="28159" creationId="{63A9786A-2E2D-6308-FC31-FC7D76152591}"/>
          </ac:spMkLst>
        </pc:spChg>
        <pc:spChg chg="add mod">
          <ac:chgData name="" userId="" providerId="" clId="Web-{7C8CBF58-93CC-48F6-8D10-D971BE5D9D8A}" dt="2026-10-23T12:07:41.919" v="4" actId="34807"/>
          <ac:spMkLst>
            <pc:docMk/>
            <pc:sldMk cId="37000430" sldId="10492"/>
            <ac:spMk id="28165" creationId="{67E5CBB2-3D38-01CE-2D16-62FFCAF77AB0}"/>
          </ac:spMkLst>
        </pc:spChg>
        <pc:spChg chg="add mod">
          <ac:chgData name="" userId="" providerId="" clId="Web-{7C8CBF58-93CC-48F6-8D10-D971BE5D9D8A}" dt="2026-10-23T12:07:41.919" v="4" actId="34807"/>
          <ac:spMkLst>
            <pc:docMk/>
            <pc:sldMk cId="37000430" sldId="10492"/>
            <ac:spMk id="28172" creationId="{D1464F25-4BB7-B1F3-7A3B-8F6832F9155B}"/>
          </ac:spMkLst>
        </pc:spChg>
        <pc:picChg chg="add mod">
          <ac:chgData name="" userId="" providerId="" clId="Web-{7C8CBF58-93CC-48F6-8D10-D971BE5D9D8A}" dt="2026-10-23T12:05:26.369" v="0" actId="34807"/>
          <ac:picMkLst>
            <pc:docMk/>
            <pc:sldMk cId="37000430" sldId="10492"/>
            <ac:picMk id="26326" creationId="{D80FF530-FA60-ABE6-EC0F-31CBCB4C8753}"/>
          </ac:picMkLst>
        </pc:picChg>
      </pc:sldChg>
      <pc:sldChg chg="addSp modSp modNotesTx">
        <pc:chgData name="" userId="" providerId="" clId="Web-{7C8CBF58-93CC-48F6-8D10-D971BE5D9D8A}" dt="2026-10-23T12:08:17.779" v="12" actId="34807"/>
        <pc:sldMkLst>
          <pc:docMk/>
          <pc:sldMk cId="3436143259" sldId="10694"/>
        </pc:sldMkLst>
        <pc:spChg chg="add mod">
          <ac:chgData name="" userId="" providerId="" clId="Web-{7C8CBF58-93CC-48F6-8D10-D971BE5D9D8A}" dt="2026-10-23T12:07:44.997" v="6" actId="34807"/>
          <ac:spMkLst>
            <pc:docMk/>
            <pc:sldMk cId="3436143259" sldId="10694"/>
            <ac:spMk id="29551" creationId="{53DC2F68-50D8-EC15-F927-59A9D8037152}"/>
          </ac:spMkLst>
        </pc:spChg>
        <pc:spChg chg="add mod">
          <ac:chgData name="" userId="" providerId="" clId="Web-{7C8CBF58-93CC-48F6-8D10-D971BE5D9D8A}" dt="2026-10-23T12:07:44.997" v="6" actId="34807"/>
          <ac:spMkLst>
            <pc:docMk/>
            <pc:sldMk cId="3436143259" sldId="10694"/>
            <ac:spMk id="29556" creationId="{FF62757F-219B-B614-3C32-99B1D4A2FF5F}"/>
          </ac:spMkLst>
        </pc:spChg>
        <pc:spChg chg="add mod">
          <ac:chgData name="" userId="" providerId="" clId="Web-{7C8CBF58-93CC-48F6-8D10-D971BE5D9D8A}" dt="2026-10-23T12:07:44.997" v="6" actId="34807"/>
          <ac:spMkLst>
            <pc:docMk/>
            <pc:sldMk cId="3436143259" sldId="10694"/>
            <ac:spMk id="29560" creationId="{B65C9598-E019-A28E-C946-4B231667C2B1}"/>
          </ac:spMkLst>
        </pc:spChg>
        <pc:spChg chg="add mod">
          <ac:chgData name="" userId="" providerId="" clId="Web-{7C8CBF58-93CC-48F6-8D10-D971BE5D9D8A}" dt="2026-10-23T12:07:44.997" v="6" actId="34807"/>
          <ac:spMkLst>
            <pc:docMk/>
            <pc:sldMk cId="3436143259" sldId="10694"/>
            <ac:spMk id="29565" creationId="{235274F3-A666-7D28-9816-E9F9BD0BAFAB}"/>
          </ac:spMkLst>
        </pc:spChg>
        <pc:spChg chg="add mod">
          <ac:chgData name="" userId="" providerId="" clId="Web-{7C8CBF58-93CC-48F6-8D10-D971BE5D9D8A}" dt="2026-10-23T12:07:44.997" v="6" actId="34807"/>
          <ac:spMkLst>
            <pc:docMk/>
            <pc:sldMk cId="3436143259" sldId="10694"/>
            <ac:spMk id="29571" creationId="{EBE43A13-3E29-A2B5-EB39-FEA7D82348D1}"/>
          </ac:spMkLst>
        </pc:spChg>
        <pc:spChg chg="add mod">
          <ac:chgData name="" userId="" providerId="" clId="Web-{7C8CBF58-93CC-48F6-8D10-D971BE5D9D8A}" dt="2026-10-23T12:07:44.997" v="6" actId="34807"/>
          <ac:spMkLst>
            <pc:docMk/>
            <pc:sldMk cId="3436143259" sldId="10694"/>
            <ac:spMk id="29578" creationId="{2FCA5999-43CB-0C56-BC4B-62404D76CFFE}"/>
          </ac:spMkLst>
        </pc:spChg>
        <pc:spChg chg="add mod">
          <ac:chgData name="" userId="" providerId="" clId="Web-{7C8CBF58-93CC-48F6-8D10-D971BE5D9D8A}" dt="2026-10-23T12:07:44.997" v="6" actId="34807"/>
          <ac:spMkLst>
            <pc:docMk/>
            <pc:sldMk cId="3436143259" sldId="10694"/>
            <ac:spMk id="29586" creationId="{DD2BA971-F7DA-409E-48F7-D777739E1669}"/>
          </ac:spMkLst>
        </pc:spChg>
        <pc:spChg chg="add mod">
          <ac:chgData name="" userId="" providerId="" clId="Web-{7C8CBF58-93CC-48F6-8D10-D971BE5D9D8A}" dt="2026-10-23T12:07:44.997" v="6" actId="34807"/>
          <ac:spMkLst>
            <pc:docMk/>
            <pc:sldMk cId="3436143259" sldId="10694"/>
            <ac:spMk id="29605" creationId="{4D3C6450-FD89-7D97-A747-41C82A7067A3}"/>
          </ac:spMkLst>
        </pc:spChg>
        <pc:spChg chg="add mod">
          <ac:chgData name="" userId="" providerId="" clId="Web-{7C8CBF58-93CC-48F6-8D10-D971BE5D9D8A}" dt="2026-10-23T12:07:44.997" v="6" actId="34807"/>
          <ac:spMkLst>
            <pc:docMk/>
            <pc:sldMk cId="3436143259" sldId="10694"/>
            <ac:spMk id="29670" creationId="{7E10A2C5-995F-E5E4-F6FA-A582F4CE9D25}"/>
          </ac:spMkLst>
        </pc:spChg>
        <pc:spChg chg="add mod">
          <ac:chgData name="" userId="" providerId="" clId="Web-{7C8CBF58-93CC-48F6-8D10-D971BE5D9D8A}" dt="2026-10-23T12:07:44.997" v="6" actId="34807"/>
          <ac:spMkLst>
            <pc:docMk/>
            <pc:sldMk cId="3436143259" sldId="10694"/>
            <ac:spMk id="29686" creationId="{75D61055-A514-0E15-5253-92D8986584E3}"/>
          </ac:spMkLst>
        </pc:spChg>
        <pc:picChg chg="add mod">
          <ac:chgData name="" userId="" providerId="" clId="Web-{7C8CBF58-93CC-48F6-8D10-D971BE5D9D8A}" dt="2026-10-23T12:05:26.369" v="0" actId="34807"/>
          <ac:picMkLst>
            <pc:docMk/>
            <pc:sldMk cId="3436143259" sldId="10694"/>
            <ac:picMk id="26327" creationId="{B54030F6-72B5-D2BB-1DE6-1A8AF26BB569}"/>
          </ac:picMkLst>
        </pc:picChg>
        <pc:picChg chg="add mod">
          <ac:chgData name="" userId="" providerId="" clId="Web-{7C8CBF58-93CC-48F6-8D10-D971BE5D9D8A}" dt="2026-10-23T12:07:46.091" v="7" actId="34807"/>
          <ac:picMkLst>
            <pc:docMk/>
            <pc:sldMk cId="3436143259" sldId="10694"/>
            <ac:picMk id="29687" creationId="{D7AFADDD-7FF8-4D4C-CB96-8EB55D809CAC}"/>
          </ac:picMkLst>
        </pc:picChg>
        <pc:picChg chg="add mod">
          <ac:chgData name="" userId="" providerId="" clId="Web-{7C8CBF58-93CC-48F6-8D10-D971BE5D9D8A}" dt="2026-10-23T12:07:46.091" v="7" actId="34807"/>
          <ac:picMkLst>
            <pc:docMk/>
            <pc:sldMk cId="3436143259" sldId="10694"/>
            <ac:picMk id="29688" creationId="{2E103EAB-3D8D-0C1D-3320-BC01528276E2}"/>
          </ac:picMkLst>
        </pc:picChg>
        <pc:picChg chg="add mod">
          <ac:chgData name="" userId="" providerId="" clId="Web-{7C8CBF58-93CC-48F6-8D10-D971BE5D9D8A}" dt="2026-10-23T12:07:46.091" v="7" actId="34807"/>
          <ac:picMkLst>
            <pc:docMk/>
            <pc:sldMk cId="3436143259" sldId="10694"/>
            <ac:picMk id="29689" creationId="{A14F2957-BE03-FE1B-7C77-01F38B5028B7}"/>
          </ac:picMkLst>
        </pc:picChg>
        <pc:picChg chg="add mod">
          <ac:chgData name="" userId="" providerId="" clId="Web-{7C8CBF58-93CC-48F6-8D10-D971BE5D9D8A}" dt="2026-10-23T12:07:46.091" v="7" actId="34807"/>
          <ac:picMkLst>
            <pc:docMk/>
            <pc:sldMk cId="3436143259" sldId="10694"/>
            <ac:picMk id="29690" creationId="{97AF9D7C-E46B-EB7F-910A-15312838D8C6}"/>
          </ac:picMkLst>
        </pc:picChg>
      </pc:sldChg>
      <pc:sldChg chg="addSp modSp modNotesTx">
        <pc:chgData name="" userId="" providerId="" clId="Web-{7C8CBF58-93CC-48F6-8D10-D971BE5D9D8A}" dt="2026-10-23T12:08:17.779" v="12" actId="34807"/>
        <pc:sldMkLst>
          <pc:docMk/>
          <pc:sldMk cId="3193345629" sldId="10897"/>
        </pc:sldMkLst>
        <pc:spChg chg="add mod">
          <ac:chgData name="" userId="" providerId="" clId="Web-{7C8CBF58-93CC-48F6-8D10-D971BE5D9D8A}" dt="2026-10-23T12:07:49.731" v="10" actId="34807"/>
          <ac:spMkLst>
            <pc:docMk/>
            <pc:sldMk cId="3193345629" sldId="10897"/>
            <ac:spMk id="30439" creationId="{E5B29FB5-4527-1639-BBF9-AE2312C43699}"/>
          </ac:spMkLst>
        </pc:spChg>
        <pc:spChg chg="add mod">
          <ac:chgData name="" userId="" providerId="" clId="Web-{7C8CBF58-93CC-48F6-8D10-D971BE5D9D8A}" dt="2026-10-23T12:07:49.731" v="10" actId="34807"/>
          <ac:spMkLst>
            <pc:docMk/>
            <pc:sldMk cId="3193345629" sldId="10897"/>
            <ac:spMk id="30441" creationId="{051ACD18-D817-8EB2-49A8-A9C50CB96261}"/>
          </ac:spMkLst>
        </pc:spChg>
        <pc:spChg chg="add mod">
          <ac:chgData name="" userId="" providerId="" clId="Web-{7C8CBF58-93CC-48F6-8D10-D971BE5D9D8A}" dt="2026-10-23T12:07:49.731" v="10" actId="34807"/>
          <ac:spMkLst>
            <pc:docMk/>
            <pc:sldMk cId="3193345629" sldId="10897"/>
            <ac:spMk id="30448" creationId="{A609FA7D-B934-93D9-7E08-43B7FA8795B7}"/>
          </ac:spMkLst>
        </pc:spChg>
        <pc:spChg chg="add mod">
          <ac:chgData name="" userId="" providerId="" clId="Web-{7C8CBF58-93CC-48F6-8D10-D971BE5D9D8A}" dt="2026-10-23T12:07:49.731" v="10" actId="34807"/>
          <ac:spMkLst>
            <pc:docMk/>
            <pc:sldMk cId="3193345629" sldId="10897"/>
            <ac:spMk id="30474" creationId="{02B92FF5-B5D0-1ACD-074E-43337F723AF2}"/>
          </ac:spMkLst>
        </pc:spChg>
        <pc:spChg chg="add mod">
          <ac:chgData name="" userId="" providerId="" clId="Web-{7C8CBF58-93CC-48F6-8D10-D971BE5D9D8A}" dt="2026-10-23T12:07:49.731" v="10" actId="34807"/>
          <ac:spMkLst>
            <pc:docMk/>
            <pc:sldMk cId="3193345629" sldId="10897"/>
            <ac:spMk id="30543" creationId="{27029D47-36AE-494D-C4DB-F8A0E0402108}"/>
          </ac:spMkLst>
        </pc:spChg>
        <pc:spChg chg="add mod">
          <ac:chgData name="" userId="" providerId="" clId="Web-{7C8CBF58-93CC-48F6-8D10-D971BE5D9D8A}" dt="2026-10-23T12:07:49.731" v="10" actId="34807"/>
          <ac:spMkLst>
            <pc:docMk/>
            <pc:sldMk cId="3193345629" sldId="10897"/>
            <ac:spMk id="30558" creationId="{385F79D5-FAF7-CA37-3970-8707DBB9CF3D}"/>
          </ac:spMkLst>
        </pc:spChg>
        <pc:spChg chg="add mod">
          <ac:chgData name="" userId="" providerId="" clId="Web-{7C8CBF58-93CC-48F6-8D10-D971BE5D9D8A}" dt="2026-10-23T12:07:49.731" v="10" actId="34807"/>
          <ac:spMkLst>
            <pc:docMk/>
            <pc:sldMk cId="3193345629" sldId="10897"/>
            <ac:spMk id="30574" creationId="{EC070ECF-9C02-61EB-B7FD-6CFE1F2AA7E2}"/>
          </ac:spMkLst>
        </pc:spChg>
        <pc:spChg chg="add mod">
          <ac:chgData name="" userId="" providerId="" clId="Web-{7C8CBF58-93CC-48F6-8D10-D971BE5D9D8A}" dt="2026-10-23T12:07:49.731" v="10" actId="34807"/>
          <ac:spMkLst>
            <pc:docMk/>
            <pc:sldMk cId="3193345629" sldId="10897"/>
            <ac:spMk id="30691" creationId="{CF3087D8-B6F7-78B7-2A64-BFC17DA614F5}"/>
          </ac:spMkLst>
        </pc:spChg>
        <pc:spChg chg="add mod">
          <ac:chgData name="" userId="" providerId="" clId="Web-{7C8CBF58-93CC-48F6-8D10-D971BE5D9D8A}" dt="2026-10-23T12:07:49.731" v="10" actId="34807"/>
          <ac:spMkLst>
            <pc:docMk/>
            <pc:sldMk cId="3193345629" sldId="10897"/>
            <ac:spMk id="30738" creationId="{B67F8338-BE21-6A1F-237D-38191237BD3D}"/>
          </ac:spMkLst>
        </pc:spChg>
        <pc:spChg chg="add mod">
          <ac:chgData name="" userId="" providerId="" clId="Web-{7C8CBF58-93CC-48F6-8D10-D971BE5D9D8A}" dt="2026-10-23T12:07:49.731" v="10" actId="34807"/>
          <ac:spMkLst>
            <pc:docMk/>
            <pc:sldMk cId="3193345629" sldId="10897"/>
            <ac:spMk id="30763" creationId="{A3448B98-F37C-FA3F-0B8E-049FD65D1CD2}"/>
          </ac:spMkLst>
        </pc:spChg>
        <pc:picChg chg="add mod">
          <ac:chgData name="" userId="" providerId="" clId="Web-{7C8CBF58-93CC-48F6-8D10-D971BE5D9D8A}" dt="2026-10-23T12:07:50.841" v="11" actId="34807"/>
          <ac:picMkLst>
            <pc:docMk/>
            <pc:sldMk cId="3193345629" sldId="10897"/>
            <ac:picMk id="30764" creationId="{093DFE65-8B16-229B-AC12-E8F468BBD614}"/>
          </ac:picMkLst>
        </pc:picChg>
        <pc:picChg chg="add mod">
          <ac:chgData name="" userId="" providerId="" clId="Web-{7C8CBF58-93CC-48F6-8D10-D971BE5D9D8A}" dt="2026-10-23T12:07:50.841" v="11" actId="34807"/>
          <ac:picMkLst>
            <pc:docMk/>
            <pc:sldMk cId="3193345629" sldId="10897"/>
            <ac:picMk id="30765" creationId="{6CFEE0A4-6843-A4D1-4C09-A4DB4370046C}"/>
          </ac:picMkLst>
        </pc:picChg>
        <pc:picChg chg="add mod">
          <ac:chgData name="" userId="" providerId="" clId="Web-{7C8CBF58-93CC-48F6-8D10-D971BE5D9D8A}" dt="2026-10-23T12:07:50.841" v="11" actId="34807"/>
          <ac:picMkLst>
            <pc:docMk/>
            <pc:sldMk cId="3193345629" sldId="10897"/>
            <ac:picMk id="30766" creationId="{DEB77B7D-BDC4-F9CD-3F4E-A4EFF7603560}"/>
          </ac:picMkLst>
        </pc:picChg>
        <pc:picChg chg="add mod">
          <ac:chgData name="" userId="" providerId="" clId="Web-{7C8CBF58-93CC-48F6-8D10-D971BE5D9D8A}" dt="2026-10-23T12:07:50.841" v="11" actId="34807"/>
          <ac:picMkLst>
            <pc:docMk/>
            <pc:sldMk cId="3193345629" sldId="10897"/>
            <ac:picMk id="30767" creationId="{0D6113FA-93D5-E728-07C6-7940C9AE1ED2}"/>
          </ac:picMkLst>
        </pc:picChg>
        <pc:picChg chg="add mod">
          <ac:chgData name="" userId="" providerId="" clId="Web-{7C8CBF58-93CC-48F6-8D10-D971BE5D9D8A}" dt="2026-10-23T12:07:50.841" v="11" actId="34807"/>
          <ac:picMkLst>
            <pc:docMk/>
            <pc:sldMk cId="3193345629" sldId="10897"/>
            <ac:picMk id="30768" creationId="{90ABDFF2-77CB-AF41-5BA6-987F6E92EBC5}"/>
          </ac:picMkLst>
        </pc:picChg>
        <pc:picChg chg="add mod">
          <ac:chgData name="" userId="" providerId="" clId="Web-{7C8CBF58-93CC-48F6-8D10-D971BE5D9D8A}" dt="2026-10-23T12:07:50.841" v="11" actId="34807"/>
          <ac:picMkLst>
            <pc:docMk/>
            <pc:sldMk cId="3193345629" sldId="10897"/>
            <ac:picMk id="30769" creationId="{7C754C20-F751-9773-1D1B-D9B3C17B5134}"/>
          </ac:picMkLst>
        </pc:picChg>
      </pc:sldChg>
      <pc:sldChg chg="addSp modSp modNotesTx">
        <pc:chgData name="" userId="" providerId="" clId="Web-{7C8CBF58-93CC-48F6-8D10-D971BE5D9D8A}" dt="2026-10-23T12:08:17.779" v="12" actId="34807"/>
        <pc:sldMkLst>
          <pc:docMk/>
          <pc:sldMk cId="3209283780" sldId="11101"/>
        </pc:sldMkLst>
        <pc:spChg chg="add mod">
          <ac:chgData name="" userId="" providerId="" clId="Web-{7C8CBF58-93CC-48F6-8D10-D971BE5D9D8A}" dt="2026-10-23T12:07:47.388" v="8" actId="34807"/>
          <ac:spMkLst>
            <pc:docMk/>
            <pc:sldMk cId="3209283780" sldId="11101"/>
            <ac:spMk id="29696" creationId="{988566E5-3CA3-0B39-8592-A65037B6EE46}"/>
          </ac:spMkLst>
        </pc:spChg>
        <pc:spChg chg="add mod">
          <ac:chgData name="" userId="" providerId="" clId="Web-{7C8CBF58-93CC-48F6-8D10-D971BE5D9D8A}" dt="2026-10-23T12:07:47.388" v="8" actId="34807"/>
          <ac:spMkLst>
            <pc:docMk/>
            <pc:sldMk cId="3209283780" sldId="11101"/>
            <ac:spMk id="29705" creationId="{10F995CB-C166-6AC9-2C94-71A6D23E7896}"/>
          </ac:spMkLst>
        </pc:spChg>
        <pc:spChg chg="add mod">
          <ac:chgData name="" userId="" providerId="" clId="Web-{7C8CBF58-93CC-48F6-8D10-D971BE5D9D8A}" dt="2026-10-23T12:07:47.388" v="8" actId="34807"/>
          <ac:spMkLst>
            <pc:docMk/>
            <pc:sldMk cId="3209283780" sldId="11101"/>
            <ac:spMk id="29745" creationId="{C7889A9E-A11A-4617-C664-E997533DB990}"/>
          </ac:spMkLst>
        </pc:spChg>
        <pc:spChg chg="add mod">
          <ac:chgData name="" userId="" providerId="" clId="Web-{7C8CBF58-93CC-48F6-8D10-D971BE5D9D8A}" dt="2026-10-23T12:07:47.388" v="8" actId="34807"/>
          <ac:spMkLst>
            <pc:docMk/>
            <pc:sldMk cId="3209283780" sldId="11101"/>
            <ac:spMk id="29795" creationId="{8C6C1001-2458-5292-E080-1050FFE48D79}"/>
          </ac:spMkLst>
        </pc:spChg>
        <pc:spChg chg="add mod">
          <ac:chgData name="" userId="" providerId="" clId="Web-{7C8CBF58-93CC-48F6-8D10-D971BE5D9D8A}" dt="2026-10-23T12:07:47.388" v="8" actId="34807"/>
          <ac:spMkLst>
            <pc:docMk/>
            <pc:sldMk cId="3209283780" sldId="11101"/>
            <ac:spMk id="29900" creationId="{1EF2021A-BFF4-7817-C550-F13695911B89}"/>
          </ac:spMkLst>
        </pc:spChg>
        <pc:spChg chg="add mod">
          <ac:chgData name="" userId="" providerId="" clId="Web-{7C8CBF58-93CC-48F6-8D10-D971BE5D9D8A}" dt="2026-10-23T12:07:47.388" v="8" actId="34807"/>
          <ac:spMkLst>
            <pc:docMk/>
            <pc:sldMk cId="3209283780" sldId="11101"/>
            <ac:spMk id="29943" creationId="{A6566EF8-28B5-9C1D-5CE7-8264D9497125}"/>
          </ac:spMkLst>
        </pc:spChg>
        <pc:spChg chg="add mod">
          <ac:chgData name="" userId="" providerId="" clId="Web-{7C8CBF58-93CC-48F6-8D10-D971BE5D9D8A}" dt="2026-10-23T12:07:47.388" v="8" actId="34807"/>
          <ac:spMkLst>
            <pc:docMk/>
            <pc:sldMk cId="3209283780" sldId="11101"/>
            <ac:spMk id="30068" creationId="{8511488C-B45B-5756-F088-35812A92B20B}"/>
          </ac:spMkLst>
        </pc:spChg>
        <pc:spChg chg="add mod">
          <ac:chgData name="" userId="" providerId="" clId="Web-{7C8CBF58-93CC-48F6-8D10-D971BE5D9D8A}" dt="2026-10-23T12:07:47.388" v="8" actId="34807"/>
          <ac:spMkLst>
            <pc:docMk/>
            <pc:sldMk cId="3209283780" sldId="11101"/>
            <ac:spMk id="30186" creationId="{55F5E45F-B8E0-45AD-8296-00AAD49A24D2}"/>
          </ac:spMkLst>
        </pc:spChg>
        <pc:spChg chg="add mod">
          <ac:chgData name="" userId="" providerId="" clId="Web-{7C8CBF58-93CC-48F6-8D10-D971BE5D9D8A}" dt="2026-10-23T12:07:47.388" v="8" actId="34807"/>
          <ac:spMkLst>
            <pc:docMk/>
            <pc:sldMk cId="3209283780" sldId="11101"/>
            <ac:spMk id="30218" creationId="{A503B585-6179-F0F4-8883-17FD46CD707F}"/>
          </ac:spMkLst>
        </pc:spChg>
        <pc:spChg chg="add mod">
          <ac:chgData name="" userId="" providerId="" clId="Web-{7C8CBF58-93CC-48F6-8D10-D971BE5D9D8A}" dt="2026-10-23T12:07:47.388" v="8" actId="34807"/>
          <ac:spMkLst>
            <pc:docMk/>
            <pc:sldMk cId="3209283780" sldId="11101"/>
            <ac:spMk id="30251" creationId="{FC3A9AC5-5873-2560-60C4-91EDD59ACEC1}"/>
          </ac:spMkLst>
        </pc:spChg>
        <pc:picChg chg="add mod">
          <ac:chgData name="" userId="" providerId="" clId="Web-{7C8CBF58-93CC-48F6-8D10-D971BE5D9D8A}" dt="2026-10-23T12:07:48.450" v="9" actId="34807"/>
          <ac:picMkLst>
            <pc:docMk/>
            <pc:sldMk cId="3209283780" sldId="11101"/>
            <ac:picMk id="30432" creationId="{9FAA672E-2BF2-92AF-29D3-29A7D3ABE958}"/>
          </ac:picMkLst>
        </pc:picChg>
        <pc:picChg chg="add mod">
          <ac:chgData name="" userId="" providerId="" clId="Web-{7C8CBF58-93CC-48F6-8D10-D971BE5D9D8A}" dt="2026-10-23T12:07:48.450" v="9" actId="34807"/>
          <ac:picMkLst>
            <pc:docMk/>
            <pc:sldMk cId="3209283780" sldId="11101"/>
            <ac:picMk id="30433" creationId="{8D02E7D6-F0F3-01E5-8B81-D1716609A384}"/>
          </ac:picMkLst>
        </pc:picChg>
        <pc:picChg chg="add mod">
          <ac:chgData name="" userId="" providerId="" clId="Web-{7C8CBF58-93CC-48F6-8D10-D971BE5D9D8A}" dt="2026-10-23T12:07:48.450" v="9" actId="34807"/>
          <ac:picMkLst>
            <pc:docMk/>
            <pc:sldMk cId="3209283780" sldId="11101"/>
            <ac:picMk id="30434" creationId="{CD0D9C64-07E1-488E-1E53-5047D9834724}"/>
          </ac:picMkLst>
        </pc:picChg>
        <pc:picChg chg="add mod">
          <ac:chgData name="" userId="" providerId="" clId="Web-{7C8CBF58-93CC-48F6-8D10-D971BE5D9D8A}" dt="2026-10-23T12:07:48.450" v="9" actId="34807"/>
          <ac:picMkLst>
            <pc:docMk/>
            <pc:sldMk cId="3209283780" sldId="11101"/>
            <ac:picMk id="30435" creationId="{441FAE2D-9DEC-CEB3-7116-D318DE1A21FF}"/>
          </ac:picMkLst>
        </pc:picChg>
        <pc:picChg chg="add mod">
          <ac:chgData name="" userId="" providerId="" clId="Web-{7C8CBF58-93CC-48F6-8D10-D971BE5D9D8A}" dt="2026-10-23T12:07:48.450" v="9" actId="34807"/>
          <ac:picMkLst>
            <pc:docMk/>
            <pc:sldMk cId="3209283780" sldId="11101"/>
            <ac:picMk id="30436" creationId="{6170F896-A23F-1F4B-A663-11CB8FA399C2}"/>
          </ac:picMkLst>
        </pc:picChg>
        <pc:picChg chg="add mod">
          <ac:chgData name="" userId="" providerId="" clId="Web-{7C8CBF58-93CC-48F6-8D10-D971BE5D9D8A}" dt="2026-10-23T12:07:48.450" v="9" actId="34807"/>
          <ac:picMkLst>
            <pc:docMk/>
            <pc:sldMk cId="3209283780" sldId="11101"/>
            <ac:picMk id="30437" creationId="{53BFF59C-C8C9-6B52-B793-B92939D19814}"/>
          </ac:picMkLst>
        </pc:picChg>
        <pc:picChg chg="add mod">
          <ac:chgData name="" userId="" providerId="" clId="Web-{7C8CBF58-93CC-48F6-8D10-D971BE5D9D8A}" dt="2026-10-23T12:07:48.450" v="9" actId="34807"/>
          <ac:picMkLst>
            <pc:docMk/>
            <pc:sldMk cId="3209283780" sldId="11101"/>
            <ac:picMk id="30438" creationId="{294518CA-6C2D-498E-3E0A-2968BC0A73CE}"/>
          </ac:picMkLst>
        </pc:picChg>
      </pc:sldChg>
      <pc:sldChg chg="addSp modSp modNotesTx">
        <pc:chgData name="" userId="" providerId="" clId="Web-{7C8CBF58-93CC-48F6-8D10-D971BE5D9D8A}" dt="2026-10-23T12:08:17.779" v="12" actId="34807"/>
        <pc:sldMkLst>
          <pc:docMk/>
          <pc:sldMk cId="726773401" sldId="11306"/>
        </pc:sldMkLst>
        <pc:spChg chg="add mod">
          <ac:chgData name="" userId="" providerId="" clId="Web-{7C8CBF58-93CC-48F6-8D10-D971BE5D9D8A}" dt="2026-10-23T12:07:43.653" v="5" actId="34807"/>
          <ac:spMkLst>
            <pc:docMk/>
            <pc:sldMk cId="726773401" sldId="11306"/>
            <ac:spMk id="28193" creationId="{46640BFA-DE47-BB32-A397-17EF752BAFEC}"/>
          </ac:spMkLst>
        </pc:spChg>
        <pc:spChg chg="add mod">
          <ac:chgData name="" userId="" providerId="" clId="Web-{7C8CBF58-93CC-48F6-8D10-D971BE5D9D8A}" dt="2026-10-23T12:07:43.653" v="5" actId="34807"/>
          <ac:spMkLst>
            <pc:docMk/>
            <pc:sldMk cId="726773401" sldId="11306"/>
            <ac:spMk id="28250" creationId="{C95567D0-4F03-9487-502B-AF6108463085}"/>
          </ac:spMkLst>
        </pc:spChg>
        <pc:spChg chg="add mod">
          <ac:chgData name="" userId="" providerId="" clId="Web-{7C8CBF58-93CC-48F6-8D10-D971BE5D9D8A}" dt="2026-10-23T12:07:43.653" v="5" actId="34807"/>
          <ac:spMkLst>
            <pc:docMk/>
            <pc:sldMk cId="726773401" sldId="11306"/>
            <ac:spMk id="28263" creationId="{FD785EC6-0097-B623-B7DF-A6D93FFB04FE}"/>
          </ac:spMkLst>
        </pc:spChg>
        <pc:spChg chg="add mod">
          <ac:chgData name="" userId="" providerId="" clId="Web-{7C8CBF58-93CC-48F6-8D10-D971BE5D9D8A}" dt="2026-10-23T12:07:43.653" v="5" actId="34807"/>
          <ac:spMkLst>
            <pc:docMk/>
            <pc:sldMk cId="726773401" sldId="11306"/>
            <ac:spMk id="28343" creationId="{322D2F21-EAF2-180A-6941-39692ED3664C}"/>
          </ac:spMkLst>
        </pc:spChg>
        <pc:spChg chg="add mod">
          <ac:chgData name="" userId="" providerId="" clId="Web-{7C8CBF58-93CC-48F6-8D10-D971BE5D9D8A}" dt="2026-10-23T12:07:43.653" v="5" actId="34807"/>
          <ac:spMkLst>
            <pc:docMk/>
            <pc:sldMk cId="726773401" sldId="11306"/>
            <ac:spMk id="28403" creationId="{A47D69F7-6BD9-AF94-1C73-B95EA9DF2903}"/>
          </ac:spMkLst>
        </pc:spChg>
        <pc:spChg chg="add mod">
          <ac:chgData name="" userId="" providerId="" clId="Web-{7C8CBF58-93CC-48F6-8D10-D971BE5D9D8A}" dt="2026-10-23T12:07:43.653" v="5" actId="34807"/>
          <ac:spMkLst>
            <pc:docMk/>
            <pc:sldMk cId="726773401" sldId="11306"/>
            <ac:spMk id="28578" creationId="{6CDD6B0C-4AE1-1B7D-CFB0-A3DE0650E9B8}"/>
          </ac:spMkLst>
        </pc:spChg>
        <pc:spChg chg="add mod">
          <ac:chgData name="" userId="" providerId="" clId="Web-{7C8CBF58-93CC-48F6-8D10-D971BE5D9D8A}" dt="2026-10-23T12:07:43.653" v="5" actId="34807"/>
          <ac:spMkLst>
            <pc:docMk/>
            <pc:sldMk cId="726773401" sldId="11306"/>
            <ac:spMk id="28992" creationId="{2B97002D-74BF-FF25-B33D-D36E437EE1BD}"/>
          </ac:spMkLst>
        </pc:spChg>
        <pc:spChg chg="add mod">
          <ac:chgData name="" userId="" providerId="" clId="Web-{7C8CBF58-93CC-48F6-8D10-D971BE5D9D8A}" dt="2026-10-23T12:07:43.653" v="5" actId="34807"/>
          <ac:spMkLst>
            <pc:docMk/>
            <pc:sldMk cId="726773401" sldId="11306"/>
            <ac:spMk id="29207" creationId="{4B63950D-1257-63F4-D9FE-F1E5CC619F36}"/>
          </ac:spMkLst>
        </pc:spChg>
        <pc:spChg chg="add mod">
          <ac:chgData name="" userId="" providerId="" clId="Web-{7C8CBF58-93CC-48F6-8D10-D971BE5D9D8A}" dt="2026-10-23T12:07:43.653" v="5" actId="34807"/>
          <ac:spMkLst>
            <pc:docMk/>
            <pc:sldMk cId="726773401" sldId="11306"/>
            <ac:spMk id="29397" creationId="{F02F9596-14C7-71D1-69FB-161E58C80290}"/>
          </ac:spMkLst>
        </pc:spChg>
        <pc:spChg chg="add mod">
          <ac:chgData name="" userId="" providerId="" clId="Web-{7C8CBF58-93CC-48F6-8D10-D971BE5D9D8A}" dt="2026-10-23T12:07:43.653" v="5" actId="34807"/>
          <ac:spMkLst>
            <pc:docMk/>
            <pc:sldMk cId="726773401" sldId="11306"/>
            <ac:spMk id="29550" creationId="{74BA9896-7F6A-49D2-6915-B0574A5B5E3D}"/>
          </ac:spMkLst>
        </pc:spChg>
      </pc:sldChg>
      <pc:sldChg chg="addSp modSp modNotesTx">
        <pc:chgData name="" userId="" providerId="" clId="Web-{7C8CBF58-93CC-48F6-8D10-D971BE5D9D8A}" dt="2026-10-23T12:08:17.779" v="12" actId="34807"/>
        <pc:sldMkLst>
          <pc:docMk/>
          <pc:sldMk cId="2139460247" sldId="11512"/>
        </pc:sldMkLst>
        <pc:spChg chg="add mod">
          <ac:chgData name="" userId="" providerId="" clId="Web-{7C8CBF58-93CC-48F6-8D10-D971BE5D9D8A}" dt="2026-10-23T12:07:39.356" v="2" actId="34807"/>
          <ac:spMkLst>
            <pc:docMk/>
            <pc:sldMk cId="2139460247" sldId="11512"/>
            <ac:spMk id="26552" creationId="{93C611BE-587B-DC8D-922A-FBCB8E1334BB}"/>
          </ac:spMkLst>
        </pc:spChg>
        <pc:spChg chg="add mod">
          <ac:chgData name="" userId="" providerId="" clId="Web-{7C8CBF58-93CC-48F6-8D10-D971BE5D9D8A}" dt="2026-10-23T12:07:39.356" v="2" actId="34807"/>
          <ac:spMkLst>
            <pc:docMk/>
            <pc:sldMk cId="2139460247" sldId="11512"/>
            <ac:spMk id="26585" creationId="{1614845E-CE3E-5079-4344-2F4101F7AFB0}"/>
          </ac:spMkLst>
        </pc:spChg>
        <pc:spChg chg="add mod">
          <ac:chgData name="" userId="" providerId="" clId="Web-{7C8CBF58-93CC-48F6-8D10-D971BE5D9D8A}" dt="2026-10-23T12:07:39.356" v="2" actId="34807"/>
          <ac:spMkLst>
            <pc:docMk/>
            <pc:sldMk cId="2139460247" sldId="11512"/>
            <ac:spMk id="26838" creationId="{42178780-D3F6-2E08-01BF-09B26EC12FE6}"/>
          </ac:spMkLst>
        </pc:spChg>
        <pc:spChg chg="add mod">
          <ac:chgData name="" userId="" providerId="" clId="Web-{7C8CBF58-93CC-48F6-8D10-D971BE5D9D8A}" dt="2026-10-23T12:07:39.356" v="2" actId="34807"/>
          <ac:spMkLst>
            <pc:docMk/>
            <pc:sldMk cId="2139460247" sldId="11512"/>
            <ac:spMk id="27027" creationId="{3C355F20-0860-802A-3BDF-A1D77FE83B42}"/>
          </ac:spMkLst>
        </pc:spChg>
        <pc:spChg chg="add mod">
          <ac:chgData name="" userId="" providerId="" clId="Web-{7C8CBF58-93CC-48F6-8D10-D971BE5D9D8A}" dt="2026-10-23T12:07:39.356" v="2" actId="34807"/>
          <ac:spMkLst>
            <pc:docMk/>
            <pc:sldMk cId="2139460247" sldId="11512"/>
            <ac:spMk id="27135" creationId="{86B4BE70-0449-6F32-63A9-0FFBD2B3853B}"/>
          </ac:spMkLst>
        </pc:spChg>
        <pc:spChg chg="add mod">
          <ac:chgData name="" userId="" providerId="" clId="Web-{7C8CBF58-93CC-48F6-8D10-D971BE5D9D8A}" dt="2026-10-23T12:07:39.356" v="2" actId="34807"/>
          <ac:spMkLst>
            <pc:docMk/>
            <pc:sldMk cId="2139460247" sldId="11512"/>
            <ac:spMk id="27422" creationId="{E65AE2AC-DEA5-BC08-B4B0-595C762EF682}"/>
          </ac:spMkLst>
        </pc:spChg>
        <pc:spChg chg="add mod">
          <ac:chgData name="" userId="" providerId="" clId="Web-{7C8CBF58-93CC-48F6-8D10-D971BE5D9D8A}" dt="2026-10-23T12:07:39.356" v="2" actId="34807"/>
          <ac:spMkLst>
            <pc:docMk/>
            <pc:sldMk cId="2139460247" sldId="11512"/>
            <ac:spMk id="27467" creationId="{2D131DB0-4A14-FE10-D739-1A318698134A}"/>
          </ac:spMkLst>
        </pc:spChg>
        <pc:spChg chg="add mod">
          <ac:chgData name="" userId="" providerId="" clId="Web-{7C8CBF58-93CC-48F6-8D10-D971BE5D9D8A}" dt="2026-10-23T12:07:39.356" v="2" actId="34807"/>
          <ac:spMkLst>
            <pc:docMk/>
            <pc:sldMk cId="2139460247" sldId="11512"/>
            <ac:spMk id="27810" creationId="{0DAFAE35-AD87-222D-11A7-C35A5856352E}"/>
          </ac:spMkLst>
        </pc:spChg>
        <pc:spChg chg="add mod">
          <ac:chgData name="" userId="" providerId="" clId="Web-{7C8CBF58-93CC-48F6-8D10-D971BE5D9D8A}" dt="2026-10-23T12:07:39.356" v="2" actId="34807"/>
          <ac:spMkLst>
            <pc:docMk/>
            <pc:sldMk cId="2139460247" sldId="11512"/>
            <ac:spMk id="27863" creationId="{E1DCB621-1F82-FCC7-8107-5FA20A272388}"/>
          </ac:spMkLst>
        </pc:spChg>
        <pc:spChg chg="add mod">
          <ac:chgData name="" userId="" providerId="" clId="Web-{7C8CBF58-93CC-48F6-8D10-D971BE5D9D8A}" dt="2026-10-23T12:07:39.356" v="2" actId="34807"/>
          <ac:spMkLst>
            <pc:docMk/>
            <pc:sldMk cId="2139460247" sldId="11512"/>
            <ac:spMk id="27972" creationId="{28D69BB6-42ED-197C-58AC-A397578F13B3}"/>
          </ac:spMkLst>
        </pc:spChg>
        <pc:picChg chg="add mod">
          <ac:chgData name="" userId="" providerId="" clId="Web-{7C8CBF58-93CC-48F6-8D10-D971BE5D9D8A}" dt="2026-10-23T12:07:40.497" v="3" actId="34807"/>
          <ac:picMkLst>
            <pc:docMk/>
            <pc:sldMk cId="2139460247" sldId="11512"/>
            <ac:picMk id="28144" creationId="{63B9F110-3508-A04F-2708-4F5272C994E0}"/>
          </ac:picMkLst>
        </pc:picChg>
      </pc:sldChg>
    </pc:docChg>
  </pc:docChgLst>
  <pc:docChgLst>
    <pc:chgData clId="Web-{BDFB45A7-0074-4FE7-9366-070F382F8961}"/>
    <pc:docChg chg="modSld">
      <pc:chgData name="" userId="" providerId="" clId="Web-{BDFB45A7-0074-4FE7-9366-070F382F8961}" dt="2026-10-23T13:09:16.546" v="28" actId="34807"/>
      <pc:docMkLst>
        <pc:docMk/>
      </pc:docMkLst>
      <pc:sldChg chg="modSp modNotesTx">
        <pc:chgData name="" userId="" providerId="" clId="Web-{BDFB45A7-0074-4FE7-9366-070F382F8961}" dt="2026-10-23T13:01:36.799" v="3" actId="34807"/>
        <pc:sldMkLst>
          <pc:docMk/>
          <pc:sldMk cId="18801219" sldId="4909"/>
        </pc:sldMkLst>
        <pc:spChg chg="mod">
          <ac:chgData name="" userId="" providerId="" clId="Web-{BDFB45A7-0074-4FE7-9366-070F382F8961}" dt="2026-10-23T13:01:16.908" v="0" actId="34807"/>
          <ac:spMkLst>
            <pc:docMk/>
            <pc:sldMk cId="18801219" sldId="4909"/>
            <ac:spMk id="22540" creationId="{F1249BA4-DF0D-7B43-6E9D-DC013D517344}"/>
          </ac:spMkLst>
        </pc:spChg>
      </pc:sldChg>
      <pc:sldChg chg="addSp delSp modSp modNotesTx">
        <pc:chgData name="" userId="" providerId="" clId="Web-{BDFB45A7-0074-4FE7-9366-070F382F8961}" dt="2026-10-23T13:01:36.799" v="3" actId="34807"/>
        <pc:sldMkLst>
          <pc:docMk/>
          <pc:sldMk cId="1994120710" sldId="5132"/>
        </pc:sldMkLst>
        <pc:spChg chg="mod">
          <ac:chgData name="" userId="" providerId="" clId="Web-{BDFB45A7-0074-4FE7-9366-070F382F8961}" dt="2026-10-23T13:01:16.908" v="0" actId="34807"/>
          <ac:spMkLst>
            <pc:docMk/>
            <pc:sldMk cId="1994120710" sldId="5132"/>
            <ac:spMk id="22546" creationId="{DF755256-A8D0-F73B-4478-5D98A71300C6}"/>
          </ac:spMkLst>
        </pc:spChg>
        <pc:spChg chg="del">
          <ac:chgData name="" userId="" providerId="" clId="Web-{BDFB45A7-0074-4FE7-9366-070F382F8961}" dt="2026-10-23T13:01:30.643" v="2" actId="34807"/>
          <ac:spMkLst>
            <pc:docMk/>
            <pc:sldMk cId="1994120710" sldId="5132"/>
            <ac:spMk id="22551" creationId="{27AA305F-4B63-2059-26E5-6E28B0DDBE38}"/>
          </ac:spMkLst>
        </pc:spChg>
        <pc:spChg chg="add mod">
          <ac:chgData name="" userId="" providerId="" clId="Web-{BDFB45A7-0074-4FE7-9366-070F382F8961}" dt="2026-10-23T13:01:28.611" v="1" actId="34807"/>
          <ac:spMkLst>
            <pc:docMk/>
            <pc:sldMk cId="1994120710" sldId="5132"/>
            <ac:spMk id="59994" creationId="{468078B3-67A6-DD1B-98A3-FBED7D6622AB}"/>
          </ac:spMkLst>
        </pc:spChg>
      </pc:sldChg>
      <pc:sldChg chg="modNotesTx">
        <pc:chgData name="" userId="" providerId="" clId="Web-{BDFB45A7-0074-4FE7-9366-070F382F8961}" dt="2026-10-23T13:01:36.799" v="3" actId="34807"/>
        <pc:sldMkLst>
          <pc:docMk/>
          <pc:sldMk cId="2251772608" sldId="5807"/>
        </pc:sldMkLst>
      </pc:sldChg>
      <pc:sldChg chg="addSp delSp modSp modNotesTx">
        <pc:chgData name="" userId="" providerId="" clId="Web-{BDFB45A7-0074-4FE7-9366-070F382F8961}" dt="2026-10-23T13:01:36.799" v="3" actId="34807"/>
        <pc:sldMkLst>
          <pc:docMk/>
          <pc:sldMk cId="811820232" sldId="6491"/>
        </pc:sldMkLst>
        <pc:spChg chg="del">
          <ac:chgData name="" userId="" providerId="" clId="Web-{BDFB45A7-0074-4FE7-9366-070F382F8961}" dt="2026-10-23T13:01:30.643" v="2" actId="34807"/>
          <ac:spMkLst>
            <pc:docMk/>
            <pc:sldMk cId="811820232" sldId="6491"/>
            <ac:spMk id="22101" creationId="{C0B4FE84-9662-516A-464E-3CF74615D1B7}"/>
          </ac:spMkLst>
        </pc:spChg>
        <pc:spChg chg="del">
          <ac:chgData name="" userId="" providerId="" clId="Web-{BDFB45A7-0074-4FE7-9366-070F382F8961}" dt="2026-10-23T13:01:30.643" v="2" actId="34807"/>
          <ac:spMkLst>
            <pc:docMk/>
            <pc:sldMk cId="811820232" sldId="6491"/>
            <ac:spMk id="22564" creationId="{9F972788-5FA6-D335-4647-30A9706E40F6}"/>
          </ac:spMkLst>
        </pc:spChg>
        <pc:spChg chg="add mod">
          <ac:chgData name="" userId="" providerId="" clId="Web-{BDFB45A7-0074-4FE7-9366-070F382F8961}" dt="2026-10-23T13:01:28.611" v="1" actId="34807"/>
          <ac:spMkLst>
            <pc:docMk/>
            <pc:sldMk cId="811820232" sldId="6491"/>
            <ac:spMk id="59959" creationId="{56D9A094-965D-B609-CAD2-5CC3E8EC2DBF}"/>
          </ac:spMkLst>
        </pc:spChg>
        <pc:spChg chg="add mod">
          <ac:chgData name="" userId="" providerId="" clId="Web-{BDFB45A7-0074-4FE7-9366-070F382F8961}" dt="2026-10-23T13:01:28.611" v="1" actId="34807"/>
          <ac:spMkLst>
            <pc:docMk/>
            <pc:sldMk cId="811820232" sldId="6491"/>
            <ac:spMk id="59961" creationId="{48445B65-9CCF-9498-7B80-3D7792851785}"/>
          </ac:spMkLst>
        </pc:spChg>
      </pc:sldChg>
      <pc:sldChg chg="addSp delSp modSp modNotesTx">
        <pc:chgData name="" userId="" providerId="" clId="Web-{BDFB45A7-0074-4FE7-9366-070F382F8961}" dt="2026-10-23T13:07:25.168" v="6" actId="34807"/>
        <pc:sldMkLst>
          <pc:docMk/>
          <pc:sldMk cId="1237582900" sldId="6721"/>
        </pc:sldMkLst>
        <pc:spChg chg="mod">
          <ac:chgData name="" userId="" providerId="" clId="Web-{BDFB45A7-0074-4FE7-9366-070F382F8961}" dt="2026-10-23T13:01:16.908" v="0" actId="34807"/>
          <ac:spMkLst>
            <pc:docMk/>
            <pc:sldMk cId="1237582900" sldId="6721"/>
            <ac:spMk id="22102" creationId="{5EE3545D-B285-31BC-1B04-6012EB0A8985}"/>
          </ac:spMkLst>
        </pc:spChg>
        <pc:spChg chg="mod">
          <ac:chgData name="" userId="" providerId="" clId="Web-{BDFB45A7-0074-4FE7-9366-070F382F8961}" dt="2026-10-23T13:01:16.908" v="0" actId="34807"/>
          <ac:spMkLst>
            <pc:docMk/>
            <pc:sldMk cId="1237582900" sldId="6721"/>
            <ac:spMk id="22104" creationId="{14846651-7D78-6E39-B9AA-6012E7FF397B}"/>
          </ac:spMkLst>
        </pc:spChg>
        <pc:spChg chg="del">
          <ac:chgData name="" userId="" providerId="" clId="Web-{BDFB45A7-0074-4FE7-9366-070F382F8961}" dt="2026-10-23T13:01:30.643" v="2" actId="34807"/>
          <ac:spMkLst>
            <pc:docMk/>
            <pc:sldMk cId="1237582900" sldId="6721"/>
            <ac:spMk id="22122" creationId="{B8B746D2-49DB-AC1F-E31F-EC54BADCEBBD}"/>
          </ac:spMkLst>
        </pc:spChg>
        <pc:spChg chg="mod">
          <ac:chgData name="" userId="" providerId="" clId="Web-{BDFB45A7-0074-4FE7-9366-070F382F8961}" dt="2026-10-23T13:01:16.908" v="0" actId="34807"/>
          <ac:spMkLst>
            <pc:docMk/>
            <pc:sldMk cId="1237582900" sldId="6721"/>
            <ac:spMk id="22129" creationId="{C3D8D303-64A3-489E-A8C1-62827AF3DDB8}"/>
          </ac:spMkLst>
        </pc:spChg>
        <pc:spChg chg="del">
          <ac:chgData name="" userId="" providerId="" clId="Web-{BDFB45A7-0074-4FE7-9366-070F382F8961}" dt="2026-10-23T13:01:30.643" v="2" actId="34807"/>
          <ac:spMkLst>
            <pc:docMk/>
            <pc:sldMk cId="1237582900" sldId="6721"/>
            <ac:spMk id="22137" creationId="{35FA112F-A1DD-C1F4-4920-D1F5DEEFCCD4}"/>
          </ac:spMkLst>
        </pc:spChg>
        <pc:spChg chg="mod">
          <ac:chgData name="" userId="" providerId="" clId="Web-{BDFB45A7-0074-4FE7-9366-070F382F8961}" dt="2026-10-23T13:01:16.908" v="0" actId="34807"/>
          <ac:spMkLst>
            <pc:docMk/>
            <pc:sldMk cId="1237582900" sldId="6721"/>
            <ac:spMk id="22167" creationId="{CB9A6EB6-8B36-45F5-32BF-1D6703C3DC0F}"/>
          </ac:spMkLst>
        </pc:spChg>
        <pc:spChg chg="mod">
          <ac:chgData name="" userId="" providerId="" clId="Web-{BDFB45A7-0074-4FE7-9366-070F382F8961}" dt="2026-10-23T13:01:16.908" v="0" actId="34807"/>
          <ac:spMkLst>
            <pc:docMk/>
            <pc:sldMk cId="1237582900" sldId="6721"/>
            <ac:spMk id="22179" creationId="{3EB721D3-162A-F734-0EB7-345573EFD45A}"/>
          </ac:spMkLst>
        </pc:spChg>
        <pc:spChg chg="add del mod">
          <ac:chgData name="" userId="" providerId="" clId="Web-{BDFB45A7-0074-4FE7-9366-070F382F8961}" dt="2026-10-23T13:07:25.168" v="6" actId="34807"/>
          <ac:spMkLst>
            <pc:docMk/>
            <pc:sldMk cId="1237582900" sldId="6721"/>
            <ac:spMk id="59964" creationId="{FCB90D42-0487-FA6C-0061-A55EC6D9334C}"/>
          </ac:spMkLst>
        </pc:spChg>
        <pc:spChg chg="add mod">
          <ac:chgData name="" userId="" providerId="" clId="Web-{BDFB45A7-0074-4FE7-9366-070F382F8961}" dt="2026-10-23T13:01:28.611" v="1" actId="34807"/>
          <ac:spMkLst>
            <pc:docMk/>
            <pc:sldMk cId="1237582900" sldId="6721"/>
            <ac:spMk id="59968" creationId="{3847F507-9B73-ABEE-25C8-0AD8231AC291}"/>
          </ac:spMkLst>
        </pc:spChg>
        <pc:spChg chg="add mod">
          <ac:chgData name="" userId="" providerId="" clId="Web-{BDFB45A7-0074-4FE7-9366-070F382F8961}" dt="2026-10-23T13:07:23.903" v="5" actId="34807"/>
          <ac:spMkLst>
            <pc:docMk/>
            <pc:sldMk cId="1237582900" sldId="6721"/>
            <ac:spMk id="59995" creationId="{32B20C45-8AD7-CC8C-7331-80BE911FC2E5}"/>
          </ac:spMkLst>
        </pc:spChg>
      </pc:sldChg>
      <pc:sldChg chg="addSp delSp modSp">
        <pc:chgData name="" userId="" providerId="" clId="Web-{BDFB45A7-0074-4FE7-9366-070F382F8961}" dt="2026-10-23T13:01:30.643" v="2" actId="34807"/>
        <pc:sldMkLst>
          <pc:docMk/>
          <pc:sldMk cId="3413220349" sldId="6952"/>
        </pc:sldMkLst>
        <pc:spChg chg="del">
          <ac:chgData name="" userId="" providerId="" clId="Web-{BDFB45A7-0074-4FE7-9366-070F382F8961}" dt="2026-10-23T13:01:30.643" v="2" actId="34807"/>
          <ac:spMkLst>
            <pc:docMk/>
            <pc:sldMk cId="3413220349" sldId="6952"/>
            <ac:spMk id="22369" creationId="{E4C18C6B-F52E-B3E4-F3EF-BA7384186641}"/>
          </ac:spMkLst>
        </pc:spChg>
        <pc:spChg chg="add mod">
          <ac:chgData name="" userId="" providerId="" clId="Web-{BDFB45A7-0074-4FE7-9366-070F382F8961}" dt="2026-10-23T13:01:28.611" v="1" actId="34807"/>
          <ac:spMkLst>
            <pc:docMk/>
            <pc:sldMk cId="3413220349" sldId="6952"/>
            <ac:spMk id="59973" creationId="{CF4A1B15-D393-1008-DD57-D533D6374231}"/>
          </ac:spMkLst>
        </pc:spChg>
      </pc:sldChg>
      <pc:sldChg chg="modSp modNotesTx">
        <pc:chgData name="" userId="" providerId="" clId="Web-{BDFB45A7-0074-4FE7-9366-070F382F8961}" dt="2026-10-23T13:07:25.168" v="6" actId="34807"/>
        <pc:sldMkLst>
          <pc:docMk/>
          <pc:sldMk cId="2289242127" sldId="7651"/>
        </pc:sldMkLst>
        <pc:spChg chg="mod">
          <ac:chgData name="" userId="" providerId="" clId="Web-{BDFB45A7-0074-4FE7-9366-070F382F8961}" dt="2026-10-23T13:01:16.908" v="0" actId="34807"/>
          <ac:spMkLst>
            <pc:docMk/>
            <pc:sldMk cId="2289242127" sldId="7651"/>
            <ac:spMk id="24463" creationId="{813507E7-85A6-373B-A03C-FBE0ED48CE85}"/>
          </ac:spMkLst>
        </pc:spChg>
        <pc:spChg chg="mod">
          <ac:chgData name="" userId="" providerId="" clId="Web-{BDFB45A7-0074-4FE7-9366-070F382F8961}" dt="2026-10-23T13:01:16.908" v="0" actId="34807"/>
          <ac:spMkLst>
            <pc:docMk/>
            <pc:sldMk cId="2289242127" sldId="7651"/>
            <ac:spMk id="24515" creationId="{B7C3F927-B1FA-68A3-B91D-E94BC96916D3}"/>
          </ac:spMkLst>
        </pc:spChg>
        <pc:spChg chg="mod">
          <ac:chgData name="" userId="" providerId="" clId="Web-{BDFB45A7-0074-4FE7-9366-070F382F8961}" dt="2026-10-23T13:01:16.908" v="0" actId="34807"/>
          <ac:spMkLst>
            <pc:docMk/>
            <pc:sldMk cId="2289242127" sldId="7651"/>
            <ac:spMk id="24526" creationId="{E00231A1-2B5D-FF0B-7C24-8443ACC0B961}"/>
          </ac:spMkLst>
        </pc:spChg>
        <pc:spChg chg="mod">
          <ac:chgData name="" userId="" providerId="" clId="Web-{BDFB45A7-0074-4FE7-9366-070F382F8961}" dt="2026-10-23T13:01:16.908" v="0" actId="34807"/>
          <ac:spMkLst>
            <pc:docMk/>
            <pc:sldMk cId="2289242127" sldId="7651"/>
            <ac:spMk id="24538" creationId="{99B786CE-0AAF-BEE5-46D6-00566AF9FFC8}"/>
          </ac:spMkLst>
        </pc:spChg>
        <pc:spChg chg="mod">
          <ac:chgData name="" userId="" providerId="" clId="Web-{BDFB45A7-0074-4FE7-9366-070F382F8961}" dt="2026-10-23T13:01:16.908" v="0" actId="34807"/>
          <ac:spMkLst>
            <pc:docMk/>
            <pc:sldMk cId="2289242127" sldId="7651"/>
            <ac:spMk id="24551" creationId="{97D8A724-DAFF-81F1-0FF2-66F23CA043B0}"/>
          </ac:spMkLst>
        </pc:spChg>
        <pc:spChg chg="mod">
          <ac:chgData name="" userId="" providerId="" clId="Web-{BDFB45A7-0074-4FE7-9366-070F382F8961}" dt="2026-10-23T13:01:16.908" v="0" actId="34807"/>
          <ac:spMkLst>
            <pc:docMk/>
            <pc:sldMk cId="2289242127" sldId="7651"/>
            <ac:spMk id="24565" creationId="{05BF591F-5EFB-45FB-2CEB-A281DC4ECF62}"/>
          </ac:spMkLst>
        </pc:spChg>
        <pc:spChg chg="mod">
          <ac:chgData name="" userId="" providerId="" clId="Web-{BDFB45A7-0074-4FE7-9366-070F382F8961}" dt="2026-10-23T13:01:16.908" v="0" actId="34807"/>
          <ac:spMkLst>
            <pc:docMk/>
            <pc:sldMk cId="2289242127" sldId="7651"/>
            <ac:spMk id="24580" creationId="{0BEAB4EC-A172-34F9-9AB5-B0181B1522D8}"/>
          </ac:spMkLst>
        </pc:spChg>
        <pc:spChg chg="mod">
          <ac:chgData name="" userId="" providerId="" clId="Web-{BDFB45A7-0074-4FE7-9366-070F382F8961}" dt="2026-10-23T13:01:16.908" v="0" actId="34807"/>
          <ac:spMkLst>
            <pc:docMk/>
            <pc:sldMk cId="2289242127" sldId="7651"/>
            <ac:spMk id="24613" creationId="{FDCE4C2C-1B63-41BD-88C8-C1826C877D0E}"/>
          </ac:spMkLst>
        </pc:spChg>
        <pc:spChg chg="mod">
          <ac:chgData name="" userId="" providerId="" clId="Web-{BDFB45A7-0074-4FE7-9366-070F382F8961}" dt="2026-10-23T13:01:16.908" v="0" actId="34807"/>
          <ac:spMkLst>
            <pc:docMk/>
            <pc:sldMk cId="2289242127" sldId="7651"/>
            <ac:spMk id="24631" creationId="{3D71E01A-0DA5-50AC-5C25-4B1440BAE354}"/>
          </ac:spMkLst>
        </pc:spChg>
        <pc:spChg chg="mod">
          <ac:chgData name="" userId="" providerId="" clId="Web-{BDFB45A7-0074-4FE7-9366-070F382F8961}" dt="2026-10-23T13:01:16.908" v="0" actId="34807"/>
          <ac:spMkLst>
            <pc:docMk/>
            <pc:sldMk cId="2289242127" sldId="7651"/>
            <ac:spMk id="24650" creationId="{B10C4E40-265D-12A8-FD2A-A11182BBE821}"/>
          </ac:spMkLst>
        </pc:spChg>
        <pc:spChg chg="mod">
          <ac:chgData name="" userId="" providerId="" clId="Web-{BDFB45A7-0074-4FE7-9366-070F382F8961}" dt="2026-10-23T13:07:25.168" v="6" actId="34807"/>
          <ac:spMkLst>
            <pc:docMk/>
            <pc:sldMk cId="2289242127" sldId="7651"/>
            <ac:spMk id="24713" creationId="{7DE0643D-F078-1B68-9853-B7F8D4F31FF1}"/>
          </ac:spMkLst>
        </pc:spChg>
        <pc:spChg chg="mod">
          <ac:chgData name="" userId="" providerId="" clId="Web-{BDFB45A7-0074-4FE7-9366-070F382F8961}" dt="2026-10-23T13:07:25.168" v="6" actId="34807"/>
          <ac:spMkLst>
            <pc:docMk/>
            <pc:sldMk cId="2289242127" sldId="7651"/>
            <ac:spMk id="24736" creationId="{A10FD64A-2586-6021-1225-50F46302DAD8}"/>
          </ac:spMkLst>
        </pc:spChg>
      </pc:sldChg>
      <pc:sldChg chg="modNotesTx">
        <pc:chgData name="" userId="" providerId="" clId="Web-{BDFB45A7-0074-4FE7-9366-070F382F8961}" dt="2026-10-23T13:01:36.799" v="3" actId="34807"/>
        <pc:sldMkLst>
          <pc:docMk/>
          <pc:sldMk cId="323294915" sldId="7886"/>
        </pc:sldMkLst>
      </pc:sldChg>
      <pc:sldChg chg="modSp modNotesTx">
        <pc:chgData name="" userId="" providerId="" clId="Web-{BDFB45A7-0074-4FE7-9366-070F382F8961}" dt="2026-10-23T13:01:36.799" v="3" actId="34807"/>
        <pc:sldMkLst>
          <pc:docMk/>
          <pc:sldMk cId="2111836025" sldId="8359"/>
        </pc:sldMkLst>
        <pc:spChg chg="mod">
          <ac:chgData name="" userId="" providerId="" clId="Web-{BDFB45A7-0074-4FE7-9366-070F382F8961}" dt="2026-10-23T13:01:16.908" v="0" actId="34807"/>
          <ac:spMkLst>
            <pc:docMk/>
            <pc:sldMk cId="2111836025" sldId="8359"/>
            <ac:spMk id="17465" creationId="{6E75A322-9654-337A-3FD6-F78158C1E7D1}"/>
          </ac:spMkLst>
        </pc:spChg>
        <pc:spChg chg="mod">
          <ac:chgData name="" userId="" providerId="" clId="Web-{BDFB45A7-0074-4FE7-9366-070F382F8961}" dt="2026-10-23T13:01:16.908" v="0" actId="34807"/>
          <ac:spMkLst>
            <pc:docMk/>
            <pc:sldMk cId="2111836025" sldId="8359"/>
            <ac:spMk id="17467" creationId="{C4893E5F-6F6B-4772-649C-44A5F6FB1E51}"/>
          </ac:spMkLst>
        </pc:spChg>
        <pc:spChg chg="mod">
          <ac:chgData name="" userId="" providerId="" clId="Web-{BDFB45A7-0074-4FE7-9366-070F382F8961}" dt="2026-10-23T13:01:16.908" v="0" actId="34807"/>
          <ac:spMkLst>
            <pc:docMk/>
            <pc:sldMk cId="2111836025" sldId="8359"/>
            <ac:spMk id="17470" creationId="{720423DE-EBD1-A453-5AE7-87CDAEDD7AB3}"/>
          </ac:spMkLst>
        </pc:spChg>
      </pc:sldChg>
      <pc:sldChg chg="modNotesTx">
        <pc:chgData name="" userId="" providerId="" clId="Web-{BDFB45A7-0074-4FE7-9366-070F382F8961}" dt="2026-10-23T13:01:36.799" v="3" actId="34807"/>
        <pc:sldMkLst>
          <pc:docMk/>
          <pc:sldMk cId="1389944548" sldId="8597"/>
        </pc:sldMkLst>
      </pc:sldChg>
      <pc:sldChg chg="modSp modNotesTx">
        <pc:chgData name="" userId="" providerId="" clId="Web-{BDFB45A7-0074-4FE7-9366-070F382F8961}" dt="2026-10-23T13:01:36.799" v="3" actId="34807"/>
        <pc:sldMkLst>
          <pc:docMk/>
          <pc:sldMk cId="441665647" sldId="8836"/>
        </pc:sldMkLst>
        <pc:spChg chg="mod">
          <ac:chgData name="" userId="" providerId="" clId="Web-{BDFB45A7-0074-4FE7-9366-070F382F8961}" dt="2026-10-23T13:01:16.908" v="0" actId="34807"/>
          <ac:spMkLst>
            <pc:docMk/>
            <pc:sldMk cId="441665647" sldId="8836"/>
            <ac:spMk id="18229" creationId="{919889CC-97E7-648B-E08C-42223A133D5C}"/>
          </ac:spMkLst>
        </pc:spChg>
        <pc:spChg chg="mod">
          <ac:chgData name="" userId="" providerId="" clId="Web-{BDFB45A7-0074-4FE7-9366-070F382F8961}" dt="2026-10-23T13:01:16.908" v="0" actId="34807"/>
          <ac:spMkLst>
            <pc:docMk/>
            <pc:sldMk cId="441665647" sldId="8836"/>
            <ac:spMk id="18231" creationId="{9F45D86F-1B65-CA58-1644-CF45EADC99D2}"/>
          </ac:spMkLst>
        </pc:spChg>
        <pc:spChg chg="mod">
          <ac:chgData name="" userId="" providerId="" clId="Web-{BDFB45A7-0074-4FE7-9366-070F382F8961}" dt="2026-10-23T13:01:16.908" v="0" actId="34807"/>
          <ac:spMkLst>
            <pc:docMk/>
            <pc:sldMk cId="441665647" sldId="8836"/>
            <ac:spMk id="18234" creationId="{9D12C0F8-7ADB-4C55-EFF1-93C163F9D0F7}"/>
          </ac:spMkLst>
        </pc:spChg>
      </pc:sldChg>
      <pc:sldChg chg="modNotesTx">
        <pc:chgData name="" userId="" providerId="" clId="Web-{BDFB45A7-0074-4FE7-9366-070F382F8961}" dt="2026-10-23T13:01:36.799" v="3" actId="34807"/>
        <pc:sldMkLst>
          <pc:docMk/>
          <pc:sldMk cId="846757930" sldId="9076"/>
        </pc:sldMkLst>
      </pc:sldChg>
      <pc:sldChg chg="modNotesTx">
        <pc:chgData name="" userId="" providerId="" clId="Web-{BDFB45A7-0074-4FE7-9366-070F382F8961}" dt="2026-10-23T13:01:36.799" v="3" actId="34807"/>
        <pc:sldMkLst>
          <pc:docMk/>
          <pc:sldMk cId="3232808632" sldId="9559"/>
        </pc:sldMkLst>
      </pc:sldChg>
      <pc:sldChg chg="addSp delSp modSp modNotesTx">
        <pc:chgData name="" userId="" providerId="" clId="Web-{BDFB45A7-0074-4FE7-9366-070F382F8961}" dt="2026-10-23T13:07:25.168" v="6" actId="34807"/>
        <pc:sldMkLst>
          <pc:docMk/>
          <pc:sldMk cId="3812960141" sldId="9802"/>
        </pc:sldMkLst>
        <pc:spChg chg="mod">
          <ac:chgData name="" userId="" providerId="" clId="Web-{BDFB45A7-0074-4FE7-9366-070F382F8961}" dt="2026-10-23T13:01:16.908" v="0" actId="34807"/>
          <ac:spMkLst>
            <pc:docMk/>
            <pc:sldMk cId="3812960141" sldId="9802"/>
            <ac:spMk id="21697" creationId="{E7E6E06E-20CE-9BBE-043F-820B0114F85A}"/>
          </ac:spMkLst>
        </pc:spChg>
        <pc:spChg chg="mod">
          <ac:chgData name="" userId="" providerId="" clId="Web-{BDFB45A7-0074-4FE7-9366-070F382F8961}" dt="2026-10-23T13:01:16.908" v="0" actId="34807"/>
          <ac:spMkLst>
            <pc:docMk/>
            <pc:sldMk cId="3812960141" sldId="9802"/>
            <ac:spMk id="21702" creationId="{00CA75E1-9763-3308-6D53-298FBEE48945}"/>
          </ac:spMkLst>
        </pc:spChg>
        <pc:spChg chg="del">
          <ac:chgData name="" userId="" providerId="" clId="Web-{BDFB45A7-0074-4FE7-9366-070F382F8961}" dt="2026-10-23T13:01:30.643" v="2" actId="34807"/>
          <ac:spMkLst>
            <pc:docMk/>
            <pc:sldMk cId="3812960141" sldId="9802"/>
            <ac:spMk id="21715" creationId="{93961216-6D06-09F4-26B5-FC12C84EECA1}"/>
          </ac:spMkLst>
        </pc:spChg>
        <pc:spChg chg="mod">
          <ac:chgData name="" userId="" providerId="" clId="Web-{BDFB45A7-0074-4FE7-9366-070F382F8961}" dt="2026-10-23T13:01:16.908" v="0" actId="34807"/>
          <ac:spMkLst>
            <pc:docMk/>
            <pc:sldMk cId="3812960141" sldId="9802"/>
            <ac:spMk id="21732" creationId="{F37C0465-9E33-3FE4-49E2-8C821852B5E9}"/>
          </ac:spMkLst>
        </pc:spChg>
        <pc:spChg chg="del">
          <ac:chgData name="" userId="" providerId="" clId="Web-{BDFB45A7-0074-4FE7-9366-070F382F8961}" dt="2026-10-23T13:01:30.643" v="2" actId="34807"/>
          <ac:spMkLst>
            <pc:docMk/>
            <pc:sldMk cId="3812960141" sldId="9802"/>
            <ac:spMk id="21753" creationId="{E5B7CF4D-D603-2E30-AEFF-25C39EF92B17}"/>
          </ac:spMkLst>
        </pc:spChg>
        <pc:spChg chg="mod">
          <ac:chgData name="" userId="" providerId="" clId="Web-{BDFB45A7-0074-4FE7-9366-070F382F8961}" dt="2026-10-23T13:01:16.908" v="0" actId="34807"/>
          <ac:spMkLst>
            <pc:docMk/>
            <pc:sldMk cId="3812960141" sldId="9802"/>
            <ac:spMk id="21765" creationId="{9D8B1AAE-1C68-5AAB-DF30-4ED8579F866D}"/>
          </ac:spMkLst>
        </pc:spChg>
        <pc:spChg chg="mod">
          <ac:chgData name="" userId="" providerId="" clId="Web-{BDFB45A7-0074-4FE7-9366-070F382F8961}" dt="2026-10-23T13:01:16.908" v="0" actId="34807"/>
          <ac:spMkLst>
            <pc:docMk/>
            <pc:sldMk cId="3812960141" sldId="9802"/>
            <ac:spMk id="21792" creationId="{F127769D-63BA-57B7-DFE3-C4CE0E4D7532}"/>
          </ac:spMkLst>
        </pc:spChg>
        <pc:spChg chg="mod">
          <ac:chgData name="" userId="" providerId="" clId="Web-{BDFB45A7-0074-4FE7-9366-070F382F8961}" dt="2026-10-23T13:01:16.908" v="0" actId="34807"/>
          <ac:spMkLst>
            <pc:docMk/>
            <pc:sldMk cId="3812960141" sldId="9802"/>
            <ac:spMk id="21823" creationId="{08EC2677-6F36-F68D-1F7A-05381C125C1B}"/>
          </ac:spMkLst>
        </pc:spChg>
        <pc:spChg chg="mod">
          <ac:chgData name="" userId="" providerId="" clId="Web-{BDFB45A7-0074-4FE7-9366-070F382F8961}" dt="2026-10-23T13:01:16.908" v="0" actId="34807"/>
          <ac:spMkLst>
            <pc:docMk/>
            <pc:sldMk cId="3812960141" sldId="9802"/>
            <ac:spMk id="21840" creationId="{78A760AB-53DC-93EB-2162-0DEA02DCD8B8}"/>
          </ac:spMkLst>
        </pc:spChg>
        <pc:spChg chg="mod">
          <ac:chgData name="" userId="" providerId="" clId="Web-{BDFB45A7-0074-4FE7-9366-070F382F8961}" dt="2026-10-23T13:01:16.908" v="0" actId="34807"/>
          <ac:spMkLst>
            <pc:docMk/>
            <pc:sldMk cId="3812960141" sldId="9802"/>
            <ac:spMk id="21858" creationId="{B309E6E4-A01A-A1B4-3CB1-3FCCCA011A5E}"/>
          </ac:spMkLst>
        </pc:spChg>
        <pc:spChg chg="mod">
          <ac:chgData name="" userId="" providerId="" clId="Web-{BDFB45A7-0074-4FE7-9366-070F382F8961}" dt="2026-10-23T13:01:16.908" v="0" actId="34807"/>
          <ac:spMkLst>
            <pc:docMk/>
            <pc:sldMk cId="3812960141" sldId="9802"/>
            <ac:spMk id="21897" creationId="{B95AFF75-D9A2-8336-A8E6-5C1EC4789406}"/>
          </ac:spMkLst>
        </pc:spChg>
        <pc:spChg chg="mod">
          <ac:chgData name="" userId="" providerId="" clId="Web-{BDFB45A7-0074-4FE7-9366-070F382F8961}" dt="2026-10-23T13:01:16.908" v="0" actId="34807"/>
          <ac:spMkLst>
            <pc:docMk/>
            <pc:sldMk cId="3812960141" sldId="9802"/>
            <ac:spMk id="21918" creationId="{CF9E4629-9F42-F459-4AFE-A0EC1EF64776}"/>
          </ac:spMkLst>
        </pc:spChg>
        <pc:spChg chg="add mod">
          <ac:chgData name="" userId="" providerId="" clId="Web-{BDFB45A7-0074-4FE7-9366-070F382F8961}" dt="2026-10-23T13:01:28.611" v="1" actId="34807"/>
          <ac:spMkLst>
            <pc:docMk/>
            <pc:sldMk cId="3812960141" sldId="9802"/>
            <ac:spMk id="59979" creationId="{A528A0A1-153B-4704-9065-2DC470A405B7}"/>
          </ac:spMkLst>
        </pc:spChg>
        <pc:spChg chg="add del mod">
          <ac:chgData name="" userId="" providerId="" clId="Web-{BDFB45A7-0074-4FE7-9366-070F382F8961}" dt="2026-10-23T13:07:25.168" v="6" actId="34807"/>
          <ac:spMkLst>
            <pc:docMk/>
            <pc:sldMk cId="3812960141" sldId="9802"/>
            <ac:spMk id="59986" creationId="{88FB03A4-C626-BC34-036D-B7DAC0E590F1}"/>
          </ac:spMkLst>
        </pc:spChg>
        <pc:spChg chg="add mod">
          <ac:chgData name="" userId="" providerId="" clId="Web-{BDFB45A7-0074-4FE7-9366-070F382F8961}" dt="2026-10-23T13:07:23.903" v="5" actId="34807"/>
          <ac:spMkLst>
            <pc:docMk/>
            <pc:sldMk cId="3812960141" sldId="9802"/>
            <ac:spMk id="59997" creationId="{2F249FA7-FE93-7165-5D24-680363451B6B}"/>
          </ac:spMkLst>
        </pc:spChg>
      </pc:sldChg>
      <pc:sldChg chg="modNotesTx">
        <pc:chgData name="" userId="" providerId="" clId="Web-{BDFB45A7-0074-4FE7-9366-070F382F8961}" dt="2026-10-23T13:01:36.799" v="3" actId="34807"/>
        <pc:sldMkLst>
          <pc:docMk/>
          <pc:sldMk cId="393294588" sldId="10291"/>
        </pc:sldMkLst>
      </pc:sldChg>
      <pc:sldChg chg="modSp">
        <pc:chgData name="" userId="" providerId="" clId="Web-{BDFB45A7-0074-4FE7-9366-070F382F8961}" dt="2026-10-23T13:01:58.112" v="4" actId="34807"/>
        <pc:sldMkLst>
          <pc:docMk/>
          <pc:sldMk cId="3781609771" sldId="11719"/>
        </pc:sldMkLst>
        <pc:picChg chg="mod modCrop">
          <ac:chgData name="" userId="" providerId="" clId="Web-{BDFB45A7-0074-4FE7-9366-070F382F8961}" dt="2026-10-23T13:01:58.112" v="4" actId="34807"/>
          <ac:picMkLst>
            <pc:docMk/>
            <pc:sldMk cId="3781609771" sldId="11719"/>
            <ac:picMk id="33466" creationId="{FCC31DCE-56D6-64E7-3654-5D53B5CCCDEB}"/>
          </ac:picMkLst>
        </pc:picChg>
      </pc:sldChg>
      <pc:sldChg chg="addSp modSp modNotesTx">
        <pc:chgData name="" userId="" providerId="" clId="Web-{BDFB45A7-0074-4FE7-9366-070F382F8961}" dt="2026-10-23T13:08:44.811" v="18" actId="34807"/>
        <pc:sldMkLst>
          <pc:docMk/>
          <pc:sldMk cId="2978975748" sldId="13844"/>
        </pc:sldMkLst>
        <pc:spChg chg="add mod">
          <ac:chgData name="" userId="" providerId="" clId="Web-{BDFB45A7-0074-4FE7-9366-070F382F8961}" dt="2026-10-23T13:08:41.936" v="15" actId="34807"/>
          <ac:spMkLst>
            <pc:docMk/>
            <pc:sldMk cId="2978975748" sldId="13844"/>
            <ac:spMk id="62894" creationId="{A8D84EA3-B792-38B6-60DB-D070BEF3A89A}"/>
          </ac:spMkLst>
        </pc:spChg>
        <pc:spChg chg="add mod">
          <ac:chgData name="" userId="" providerId="" clId="Web-{BDFB45A7-0074-4FE7-9366-070F382F8961}" dt="2026-10-23T13:08:41.936" v="15" actId="34807"/>
          <ac:spMkLst>
            <pc:docMk/>
            <pc:sldMk cId="2978975748" sldId="13844"/>
            <ac:spMk id="62903" creationId="{B8498612-2FB2-CB09-1A7C-1C3F851D73C6}"/>
          </ac:spMkLst>
        </pc:spChg>
        <pc:spChg chg="add mod">
          <ac:chgData name="" userId="" providerId="" clId="Web-{BDFB45A7-0074-4FE7-9366-070F382F8961}" dt="2026-10-23T13:08:41.936" v="15" actId="34807"/>
          <ac:spMkLst>
            <pc:docMk/>
            <pc:sldMk cId="2978975748" sldId="13844"/>
            <ac:spMk id="62908" creationId="{34846577-812A-48E1-B9AB-4D109301C358}"/>
          </ac:spMkLst>
        </pc:spChg>
        <pc:spChg chg="add mod">
          <ac:chgData name="" userId="" providerId="" clId="Web-{BDFB45A7-0074-4FE7-9366-070F382F8961}" dt="2026-10-23T13:08:41.936" v="15" actId="34807"/>
          <ac:spMkLst>
            <pc:docMk/>
            <pc:sldMk cId="2978975748" sldId="13844"/>
            <ac:spMk id="62921" creationId="{159B69BE-2DEB-CD6A-072D-03E7946DDD66}"/>
          </ac:spMkLst>
        </pc:spChg>
        <pc:spChg chg="add mod">
          <ac:chgData name="" userId="" providerId="" clId="Web-{BDFB45A7-0074-4FE7-9366-070F382F8961}" dt="2026-10-23T13:08:41.936" v="15" actId="34807"/>
          <ac:spMkLst>
            <pc:docMk/>
            <pc:sldMk cId="2978975748" sldId="13844"/>
            <ac:spMk id="62929" creationId="{7F2557C3-E173-8BFE-C4B5-737443254797}"/>
          </ac:spMkLst>
        </pc:spChg>
        <pc:spChg chg="add mod">
          <ac:chgData name="" userId="" providerId="" clId="Web-{BDFB45A7-0074-4FE7-9366-070F382F8961}" dt="2026-10-23T13:08:41.936" v="15" actId="34807"/>
          <ac:spMkLst>
            <pc:docMk/>
            <pc:sldMk cId="2978975748" sldId="13844"/>
            <ac:spMk id="62938" creationId="{3F6B8155-B5DF-89F4-2D96-AFC9773D8277}"/>
          </ac:spMkLst>
        </pc:spChg>
        <pc:spChg chg="add mod">
          <ac:chgData name="" userId="" providerId="" clId="Web-{BDFB45A7-0074-4FE7-9366-070F382F8961}" dt="2026-10-23T13:08:41.936" v="15" actId="34807"/>
          <ac:spMkLst>
            <pc:docMk/>
            <pc:sldMk cId="2978975748" sldId="13844"/>
            <ac:spMk id="62948" creationId="{33D0D212-8547-EB57-F421-5A8E54995301}"/>
          </ac:spMkLst>
        </pc:spChg>
        <pc:spChg chg="add mod">
          <ac:chgData name="" userId="" providerId="" clId="Web-{BDFB45A7-0074-4FE7-9366-070F382F8961}" dt="2026-10-23T13:08:41.936" v="15" actId="34807"/>
          <ac:spMkLst>
            <pc:docMk/>
            <pc:sldMk cId="2978975748" sldId="13844"/>
            <ac:spMk id="63013" creationId="{00EC1EA4-0706-A1BF-3866-B4C17390880C}"/>
          </ac:spMkLst>
        </pc:spChg>
        <pc:spChg chg="add mod">
          <ac:chgData name="" userId="" providerId="" clId="Web-{BDFB45A7-0074-4FE7-9366-070F382F8961}" dt="2026-10-23T13:08:41.936" v="15" actId="34807"/>
          <ac:spMkLst>
            <pc:docMk/>
            <pc:sldMk cId="2978975748" sldId="13844"/>
            <ac:spMk id="63029" creationId="{86F113AE-796B-CD36-E30B-F59DE88CFC64}"/>
          </ac:spMkLst>
        </pc:spChg>
        <pc:spChg chg="add mod">
          <ac:chgData name="" userId="" providerId="" clId="Web-{BDFB45A7-0074-4FE7-9366-070F382F8961}" dt="2026-10-23T13:08:41.936" v="15" actId="34807"/>
          <ac:spMkLst>
            <pc:docMk/>
            <pc:sldMk cId="2978975748" sldId="13844"/>
            <ac:spMk id="63124" creationId="{E52E4401-450D-13F1-275C-35AA4B734A61}"/>
          </ac:spMkLst>
        </pc:spChg>
        <pc:spChg chg="mod">
          <ac:chgData name="" userId="" providerId="" clId="Web-{BDFB45A7-0074-4FE7-9366-070F382F8961}" dt="2026-10-23T13:08:44.811" v="18" actId="34807"/>
          <ac:spMkLst>
            <pc:docMk/>
            <pc:sldMk cId="2978975748" sldId="13844"/>
            <ac:spMk id="63146" creationId="{67036FF6-C996-8318-A8F0-F3BFF267B9AC}"/>
          </ac:spMkLst>
        </pc:spChg>
        <pc:picChg chg="add mod">
          <ac:chgData name="" userId="" providerId="" clId="Web-{BDFB45A7-0074-4FE7-9366-070F382F8961}" dt="2026-10-23T13:08:42.858" v="16" actId="34807"/>
          <ac:picMkLst>
            <pc:docMk/>
            <pc:sldMk cId="2978975748" sldId="13844"/>
            <ac:picMk id="63194" creationId="{45F032E3-92AF-3426-29B3-80751C95F16E}"/>
          </ac:picMkLst>
        </pc:picChg>
        <pc:picChg chg="add mod">
          <ac:chgData name="" userId="" providerId="" clId="Web-{BDFB45A7-0074-4FE7-9366-070F382F8961}" dt="2026-10-23T13:08:44.811" v="18" actId="34807"/>
          <ac:picMkLst>
            <pc:docMk/>
            <pc:sldMk cId="2978975748" sldId="13844"/>
            <ac:picMk id="63195" creationId="{FF2D3EAE-F1EF-3D41-1F52-25D062E18864}"/>
          </ac:picMkLst>
        </pc:picChg>
        <pc:picChg chg="add mod">
          <ac:chgData name="" userId="" providerId="" clId="Web-{BDFB45A7-0074-4FE7-9366-070F382F8961}" dt="2026-10-23T13:08:44.811" v="18" actId="34807"/>
          <ac:picMkLst>
            <pc:docMk/>
            <pc:sldMk cId="2978975748" sldId="13844"/>
            <ac:picMk id="63196" creationId="{7C1D5522-E5B5-6552-CCEB-9E760B30D5E9}"/>
          </ac:picMkLst>
        </pc:picChg>
        <pc:picChg chg="add mod">
          <ac:chgData name="" userId="" providerId="" clId="Web-{BDFB45A7-0074-4FE7-9366-070F382F8961}" dt="2026-10-23T13:08:42.858" v="16" actId="34807"/>
          <ac:picMkLst>
            <pc:docMk/>
            <pc:sldMk cId="2978975748" sldId="13844"/>
            <ac:picMk id="63197" creationId="{09824FCE-0A9D-EAA0-C0EB-E366E8735D15}"/>
          </ac:picMkLst>
        </pc:picChg>
      </pc:sldChg>
      <pc:sldChg chg="addSp modSp modNotesTx">
        <pc:chgData name="" userId="" providerId="" clId="Web-{BDFB45A7-0074-4FE7-9366-070F382F8961}" dt="2026-10-23T13:09:16.546" v="28" actId="34807"/>
        <pc:sldMkLst>
          <pc:docMk/>
          <pc:sldMk cId="1448202493" sldId="14062"/>
        </pc:sldMkLst>
        <pc:spChg chg="add mod">
          <ac:chgData name="" userId="" providerId="" clId="Web-{BDFB45A7-0074-4FE7-9366-070F382F8961}" dt="2026-10-23T13:08:29.123" v="11" actId="34807"/>
          <ac:spMkLst>
            <pc:docMk/>
            <pc:sldMk cId="1448202493" sldId="14062"/>
            <ac:spMk id="61924" creationId="{505F1140-6C30-2726-CC36-1A9EE54DFCD9}"/>
          </ac:spMkLst>
        </pc:spChg>
        <pc:spChg chg="add mod">
          <ac:chgData name="" userId="" providerId="" clId="Web-{BDFB45A7-0074-4FE7-9366-070F382F8961}" dt="2026-10-23T13:08:29.123" v="11" actId="34807"/>
          <ac:spMkLst>
            <pc:docMk/>
            <pc:sldMk cId="1448202493" sldId="14062"/>
            <ac:spMk id="61941" creationId="{D477153D-8E77-3194-185A-B5CF4F63B414}"/>
          </ac:spMkLst>
        </pc:spChg>
        <pc:spChg chg="add mod">
          <ac:chgData name="" userId="" providerId="" clId="Web-{BDFB45A7-0074-4FE7-9366-070F382F8961}" dt="2026-10-23T13:08:29.123" v="11" actId="34807"/>
          <ac:spMkLst>
            <pc:docMk/>
            <pc:sldMk cId="1448202493" sldId="14062"/>
            <ac:spMk id="62001" creationId="{0C51FB22-3017-A46C-41A6-D6FD20B490DB}"/>
          </ac:spMkLst>
        </pc:spChg>
        <pc:spChg chg="add mod">
          <ac:chgData name="" userId="" providerId="" clId="Web-{BDFB45A7-0074-4FE7-9366-070F382F8961}" dt="2026-10-23T13:08:29.123" v="11" actId="34807"/>
          <ac:spMkLst>
            <pc:docMk/>
            <pc:sldMk cId="1448202493" sldId="14062"/>
            <ac:spMk id="62106" creationId="{4707EE3A-BCB9-1303-BB38-FC9AB27D55C7}"/>
          </ac:spMkLst>
        </pc:spChg>
        <pc:spChg chg="add mod">
          <ac:chgData name="" userId="" providerId="" clId="Web-{BDFB45A7-0074-4FE7-9366-070F382F8961}" dt="2026-10-23T13:08:29.123" v="11" actId="34807"/>
          <ac:spMkLst>
            <pc:docMk/>
            <pc:sldMk cId="1448202493" sldId="14062"/>
            <ac:spMk id="62127" creationId="{F4AF7776-16D8-7ADE-BE6E-3B0CA02A7D39}"/>
          </ac:spMkLst>
        </pc:spChg>
        <pc:spChg chg="mod">
          <ac:chgData name="" userId="" providerId="" clId="Web-{BDFB45A7-0074-4FE7-9366-070F382F8961}" dt="2026-10-23T13:08:32.467" v="14" actId="34807"/>
          <ac:spMkLst>
            <pc:docMk/>
            <pc:sldMk cId="1448202493" sldId="14062"/>
            <ac:spMk id="62172" creationId="{934484B4-4247-E92D-5355-7D1A8A6DED11}"/>
          </ac:spMkLst>
        </pc:spChg>
        <pc:spChg chg="add mod">
          <ac:chgData name="" userId="" providerId="" clId="Web-{BDFB45A7-0074-4FE7-9366-070F382F8961}" dt="2026-10-23T13:08:29.123" v="11" actId="34807"/>
          <ac:spMkLst>
            <pc:docMk/>
            <pc:sldMk cId="1448202493" sldId="14062"/>
            <ac:spMk id="62196" creationId="{74D31010-12DD-BD48-6BF5-B6D3BC370095}"/>
          </ac:spMkLst>
        </pc:spChg>
        <pc:spChg chg="mod">
          <ac:chgData name="" userId="" providerId="" clId="Web-{BDFB45A7-0074-4FE7-9366-070F382F8961}" dt="2026-10-23T13:08:32.467" v="14" actId="34807"/>
          <ac:spMkLst>
            <pc:docMk/>
            <pc:sldMk cId="1448202493" sldId="14062"/>
            <ac:spMk id="62221" creationId="{6B4DB258-F6E6-03F2-5B34-82D7C72002A5}"/>
          </ac:spMkLst>
        </pc:spChg>
        <pc:spChg chg="mod">
          <ac:chgData name="" userId="" providerId="" clId="Web-{BDFB45A7-0074-4FE7-9366-070F382F8961}" dt="2026-10-23T13:08:32.467" v="14" actId="34807"/>
          <ac:spMkLst>
            <pc:docMk/>
            <pc:sldMk cId="1448202493" sldId="14062"/>
            <ac:spMk id="62392" creationId="{9D13CB4F-1DEA-AF29-41C7-C5E24BDEA136}"/>
          </ac:spMkLst>
        </pc:spChg>
        <pc:spChg chg="add mod">
          <ac:chgData name="" userId="" providerId="" clId="Web-{BDFB45A7-0074-4FE7-9366-070F382F8961}" dt="2026-10-23T13:08:29.123" v="11" actId="34807"/>
          <ac:spMkLst>
            <pc:docMk/>
            <pc:sldMk cId="1448202493" sldId="14062"/>
            <ac:spMk id="62491" creationId="{F90A56A0-E5CB-E07C-B362-4D22BE771967}"/>
          </ac:spMkLst>
        </pc:spChg>
        <pc:spChg chg="add mod">
          <ac:chgData name="" userId="" providerId="" clId="Web-{BDFB45A7-0074-4FE7-9366-070F382F8961}" dt="2026-10-23T13:08:29.123" v="11" actId="34807"/>
          <ac:spMkLst>
            <pc:docMk/>
            <pc:sldMk cId="1448202493" sldId="14062"/>
            <ac:spMk id="62526" creationId="{089B2FE7-E7FB-7718-4B60-C7DF12234FF1}"/>
          </ac:spMkLst>
        </pc:spChg>
        <pc:spChg chg="add mod">
          <ac:chgData name="" userId="" providerId="" clId="Web-{BDFB45A7-0074-4FE7-9366-070F382F8961}" dt="2026-10-23T13:08:29.123" v="11" actId="34807"/>
          <ac:spMkLst>
            <pc:docMk/>
            <pc:sldMk cId="1448202493" sldId="14062"/>
            <ac:spMk id="62562" creationId="{02FD5F36-D902-1123-31B0-19F36E1EB203}"/>
          </ac:spMkLst>
        </pc:spChg>
        <pc:spChg chg="add mod">
          <ac:chgData name="" userId="" providerId="" clId="Web-{BDFB45A7-0074-4FE7-9366-070F382F8961}" dt="2026-10-23T13:08:29.123" v="11" actId="34807"/>
          <ac:spMkLst>
            <pc:docMk/>
            <pc:sldMk cId="1448202493" sldId="14062"/>
            <ac:spMk id="62676" creationId="{4CCF981E-1AF5-B56C-AFAA-8DAC433FFD26}"/>
          </ac:spMkLst>
        </pc:spChg>
        <pc:spChg chg="mod">
          <ac:chgData name="" userId="" providerId="" clId="Web-{BDFB45A7-0074-4FE7-9366-070F382F8961}" dt="2026-10-23T13:08:32.467" v="14" actId="34807"/>
          <ac:spMkLst>
            <pc:docMk/>
            <pc:sldMk cId="1448202493" sldId="14062"/>
            <ac:spMk id="62716" creationId="{3A445FF5-2F0B-9721-4BF3-54AC527E6A5B}"/>
          </ac:spMkLst>
        </pc:spChg>
        <pc:picChg chg="add mod">
          <ac:chgData name="" userId="" providerId="" clId="Web-{BDFB45A7-0074-4FE7-9366-070F382F8961}" dt="2026-10-23T13:08:30.186" v="12" actId="34807"/>
          <ac:picMkLst>
            <pc:docMk/>
            <pc:sldMk cId="1448202493" sldId="14062"/>
            <ac:picMk id="62887" creationId="{10FCC486-9412-8053-990B-D0B304258232}"/>
          </ac:picMkLst>
        </pc:picChg>
        <pc:picChg chg="add mod">
          <ac:chgData name="" userId="" providerId="" clId="Web-{BDFB45A7-0074-4FE7-9366-070F382F8961}" dt="2026-10-23T13:08:30.186" v="12" actId="34807"/>
          <ac:picMkLst>
            <pc:docMk/>
            <pc:sldMk cId="1448202493" sldId="14062"/>
            <ac:picMk id="62888" creationId="{DC3976B2-03E2-A168-6E0C-FCB258AAB6E7}"/>
          </ac:picMkLst>
        </pc:picChg>
        <pc:picChg chg="add mod">
          <ac:chgData name="" userId="" providerId="" clId="Web-{BDFB45A7-0074-4FE7-9366-070F382F8961}" dt="2026-10-23T13:09:16.546" v="28" actId="34807"/>
          <ac:picMkLst>
            <pc:docMk/>
            <pc:sldMk cId="1448202493" sldId="14062"/>
            <ac:picMk id="62889" creationId="{E98A204D-E8E5-74FE-0026-3D4F801B7B9F}"/>
          </ac:picMkLst>
        </pc:picChg>
        <pc:picChg chg="add mod">
          <ac:chgData name="" userId="" providerId="" clId="Web-{BDFB45A7-0074-4FE7-9366-070F382F8961}" dt="2026-10-23T13:09:16.546" v="28" actId="34807"/>
          <ac:picMkLst>
            <pc:docMk/>
            <pc:sldMk cId="1448202493" sldId="14062"/>
            <ac:picMk id="62890" creationId="{BBBBBB76-24D1-9545-FA39-CCDD45AAF11D}"/>
          </ac:picMkLst>
        </pc:picChg>
        <pc:picChg chg="add mod">
          <ac:chgData name="" userId="" providerId="" clId="Web-{BDFB45A7-0074-4FE7-9366-070F382F8961}" dt="2026-10-23T13:09:16.546" v="28" actId="34807"/>
          <ac:picMkLst>
            <pc:docMk/>
            <pc:sldMk cId="1448202493" sldId="14062"/>
            <ac:picMk id="62891" creationId="{BC3B752F-A14A-E08E-D6D2-107CD74C5D34}"/>
          </ac:picMkLst>
        </pc:picChg>
        <pc:picChg chg="add mod">
          <ac:chgData name="" userId="" providerId="" clId="Web-{BDFB45A7-0074-4FE7-9366-070F382F8961}" dt="2026-10-23T13:08:30.186" v="12" actId="34807"/>
          <ac:picMkLst>
            <pc:docMk/>
            <pc:sldMk cId="1448202493" sldId="14062"/>
            <ac:picMk id="62892" creationId="{F7A1D1DB-BD53-EA48-B3D7-465B544FBDAA}"/>
          </ac:picMkLst>
        </pc:picChg>
        <pc:picChg chg="add mod">
          <ac:chgData name="" userId="" providerId="" clId="Web-{BDFB45A7-0074-4FE7-9366-070F382F8961}" dt="2026-10-23T13:08:30.186" v="12" actId="34807"/>
          <ac:picMkLst>
            <pc:docMk/>
            <pc:sldMk cId="1448202493" sldId="14062"/>
            <ac:picMk id="62893" creationId="{6963078B-5B67-350D-623E-306149E65FF6}"/>
          </ac:picMkLst>
        </pc:picChg>
      </pc:sldChg>
      <pc:sldChg chg="addSp modSp modNotesTx">
        <pc:chgData name="" userId="" providerId="" clId="Web-{BDFB45A7-0074-4FE7-9366-070F382F8961}" dt="2026-10-23T13:09:16.546" v="28" actId="34807"/>
        <pc:sldMkLst>
          <pc:docMk/>
          <pc:sldMk cId="302110903" sldId="14281"/>
        </pc:sldMkLst>
        <pc:spChg chg="add mod">
          <ac:chgData name="" userId="" providerId="" clId="Web-{BDFB45A7-0074-4FE7-9366-070F382F8961}" dt="2026-10-23T13:08:15.310" v="7" actId="34807"/>
          <ac:spMkLst>
            <pc:docMk/>
            <pc:sldMk cId="302110903" sldId="14281"/>
            <ac:spMk id="60007" creationId="{E213B07F-AA37-97F4-D139-9CE2518D720E}"/>
          </ac:spMkLst>
        </pc:spChg>
        <pc:spChg chg="add mod">
          <ac:chgData name="" userId="" providerId="" clId="Web-{BDFB45A7-0074-4FE7-9366-070F382F8961}" dt="2026-10-23T13:08:15.310" v="7" actId="34807"/>
          <ac:spMkLst>
            <pc:docMk/>
            <pc:sldMk cId="302110903" sldId="14281"/>
            <ac:spMk id="60042" creationId="{12E47F94-83E1-11C8-F506-D92CDAD6CFD7}"/>
          </ac:spMkLst>
        </pc:spChg>
        <pc:spChg chg="add mod">
          <ac:chgData name="" userId="" providerId="" clId="Web-{BDFB45A7-0074-4FE7-9366-070F382F8961}" dt="2026-10-23T13:08:15.310" v="7" actId="34807"/>
          <ac:spMkLst>
            <pc:docMk/>
            <pc:sldMk cId="302110903" sldId="14281"/>
            <ac:spMk id="60052" creationId="{C49ED646-6C63-3BCE-0D4D-3FEB3F070EF8}"/>
          </ac:spMkLst>
        </pc:spChg>
        <pc:spChg chg="add mod">
          <ac:chgData name="" userId="" providerId="" clId="Web-{BDFB45A7-0074-4FE7-9366-070F382F8961}" dt="2026-10-23T13:08:15.310" v="7" actId="34807"/>
          <ac:spMkLst>
            <pc:docMk/>
            <pc:sldMk cId="302110903" sldId="14281"/>
            <ac:spMk id="60168" creationId="{30289E4C-A64B-05B3-E1FC-A3674ED2AF60}"/>
          </ac:spMkLst>
        </pc:spChg>
        <pc:spChg chg="add mod">
          <ac:chgData name="" userId="" providerId="" clId="Web-{BDFB45A7-0074-4FE7-9366-070F382F8961}" dt="2026-10-23T13:08:19.295" v="10" actId="34807"/>
          <ac:spMkLst>
            <pc:docMk/>
            <pc:sldMk cId="302110903" sldId="14281"/>
            <ac:spMk id="60403" creationId="{9ED2A352-5AAF-BEE9-548B-A208D60C9F05}"/>
          </ac:spMkLst>
        </pc:spChg>
        <pc:spChg chg="mod">
          <ac:chgData name="" userId="" providerId="" clId="Web-{BDFB45A7-0074-4FE7-9366-070F382F8961}" dt="2026-10-23T13:08:19.295" v="10" actId="34807"/>
          <ac:spMkLst>
            <pc:docMk/>
            <pc:sldMk cId="302110903" sldId="14281"/>
            <ac:spMk id="60462" creationId="{7383F711-15AC-2C48-D1BC-434CB0224B67}"/>
          </ac:spMkLst>
        </pc:spChg>
        <pc:spChg chg="add mod">
          <ac:chgData name="" userId="" providerId="" clId="Web-{BDFB45A7-0074-4FE7-9366-070F382F8961}" dt="2026-10-23T13:08:15.310" v="7" actId="34807"/>
          <ac:spMkLst>
            <pc:docMk/>
            <pc:sldMk cId="302110903" sldId="14281"/>
            <ac:spMk id="60493" creationId="{A1F8495C-FB22-3FFC-56D0-956FB0B28711}"/>
          </ac:spMkLst>
        </pc:spChg>
        <pc:spChg chg="add mod">
          <ac:chgData name="" userId="" providerId="" clId="Web-{BDFB45A7-0074-4FE7-9366-070F382F8961}" dt="2026-10-23T13:08:19.295" v="10" actId="34807"/>
          <ac:spMkLst>
            <pc:docMk/>
            <pc:sldMk cId="302110903" sldId="14281"/>
            <ac:spMk id="60663" creationId="{9EA99202-EA77-EC46-2FEF-69AF7C97DA36}"/>
          </ac:spMkLst>
        </pc:spChg>
        <pc:spChg chg="add mod">
          <ac:chgData name="" userId="" providerId="" clId="Web-{BDFB45A7-0074-4FE7-9366-070F382F8961}" dt="2026-10-23T13:08:15.310" v="7" actId="34807"/>
          <ac:spMkLst>
            <pc:docMk/>
            <pc:sldMk cId="302110903" sldId="14281"/>
            <ac:spMk id="61032" creationId="{7DFC4A0C-0E0A-60AE-E59F-710D0483C8F3}"/>
          </ac:spMkLst>
        </pc:spChg>
        <pc:spChg chg="mod">
          <ac:chgData name="" userId="" providerId="" clId="Web-{BDFB45A7-0074-4FE7-9366-070F382F8961}" dt="2026-10-23T13:08:19.295" v="10" actId="34807"/>
          <ac:spMkLst>
            <pc:docMk/>
            <pc:sldMk cId="302110903" sldId="14281"/>
            <ac:spMk id="61125" creationId="{7E1C37BF-2D8F-1473-7887-0082A6B9FFC2}"/>
          </ac:spMkLst>
        </pc:spChg>
        <pc:spChg chg="mod">
          <ac:chgData name="" userId="" providerId="" clId="Web-{BDFB45A7-0074-4FE7-9366-070F382F8961}" dt="2026-10-23T13:08:19.295" v="10" actId="34807"/>
          <ac:spMkLst>
            <pc:docMk/>
            <pc:sldMk cId="302110903" sldId="14281"/>
            <ac:spMk id="61375" creationId="{42DBEA76-3D0D-4757-2D39-E0E03C9BD298}"/>
          </ac:spMkLst>
        </pc:spChg>
        <pc:spChg chg="mod">
          <ac:chgData name="" userId="" providerId="" clId="Web-{BDFB45A7-0074-4FE7-9366-070F382F8961}" dt="2026-10-23T13:08:19.295" v="10" actId="34807"/>
          <ac:spMkLst>
            <pc:docMk/>
            <pc:sldMk cId="302110903" sldId="14281"/>
            <ac:spMk id="61428" creationId="{D9B217E0-5F88-D15E-2EC5-57362F0BA834}"/>
          </ac:spMkLst>
        </pc:spChg>
        <pc:spChg chg="add mod">
          <ac:chgData name="" userId="" providerId="" clId="Web-{BDFB45A7-0074-4FE7-9366-070F382F8961}" dt="2026-10-23T13:08:19.295" v="10" actId="34807"/>
          <ac:spMkLst>
            <pc:docMk/>
            <pc:sldMk cId="302110903" sldId="14281"/>
            <ac:spMk id="61537" creationId="{59D463DD-D6E0-6EDA-593D-A9837C6CEA50}"/>
          </ac:spMkLst>
        </pc:spChg>
        <pc:spChg chg="mod">
          <ac:chgData name="" userId="" providerId="" clId="Web-{BDFB45A7-0074-4FE7-9366-070F382F8961}" dt="2026-10-23T13:08:19.295" v="10" actId="34807"/>
          <ac:spMkLst>
            <pc:docMk/>
            <pc:sldMk cId="302110903" sldId="14281"/>
            <ac:spMk id="61593" creationId="{11250B27-22E5-D945-0312-2D91A17B74FC}"/>
          </ac:spMkLst>
        </pc:spChg>
        <pc:spChg chg="mod">
          <ac:chgData name="" userId="" providerId="" clId="Web-{BDFB45A7-0074-4FE7-9366-070F382F8961}" dt="2026-10-23T13:08:19.295" v="10" actId="34807"/>
          <ac:spMkLst>
            <pc:docMk/>
            <pc:sldMk cId="302110903" sldId="14281"/>
            <ac:spMk id="61650" creationId="{78B6DD7C-5E09-5E7B-5A4B-8A2B40211EDE}"/>
          </ac:spMkLst>
        </pc:spChg>
        <pc:spChg chg="mod">
          <ac:chgData name="" userId="" providerId="" clId="Web-{BDFB45A7-0074-4FE7-9366-070F382F8961}" dt="2026-10-23T13:08:19.295" v="10" actId="34807"/>
          <ac:spMkLst>
            <pc:docMk/>
            <pc:sldMk cId="302110903" sldId="14281"/>
            <ac:spMk id="61708" creationId="{FCC78D01-1C99-2547-CC14-A1C9E29293FC}"/>
          </ac:spMkLst>
        </pc:spChg>
        <pc:spChg chg="add mod">
          <ac:chgData name="" userId="" providerId="" clId="Web-{BDFB45A7-0074-4FE7-9366-070F382F8961}" dt="2026-10-23T13:08:15.310" v="7" actId="34807"/>
          <ac:spMkLst>
            <pc:docMk/>
            <pc:sldMk cId="302110903" sldId="14281"/>
            <ac:spMk id="61767" creationId="{4B5F20AD-8879-5A17-40CB-60831AAB064F}"/>
          </ac:spMkLst>
        </pc:spChg>
        <pc:picChg chg="add mod">
          <ac:chgData name="" userId="" providerId="" clId="Web-{BDFB45A7-0074-4FE7-9366-070F382F8961}" dt="2026-10-23T13:08:16.685" v="8" actId="34807"/>
          <ac:picMkLst>
            <pc:docMk/>
            <pc:sldMk cId="302110903" sldId="14281"/>
            <ac:picMk id="61889" creationId="{ACDC6F6C-73EF-D81D-D4FB-DEC21BC8C187}"/>
          </ac:picMkLst>
        </pc:picChg>
        <pc:picChg chg="add mod">
          <ac:chgData name="" userId="" providerId="" clId="Web-{BDFB45A7-0074-4FE7-9366-070F382F8961}" dt="2026-10-23T13:08:16.685" v="8" actId="34807"/>
          <ac:picMkLst>
            <pc:docMk/>
            <pc:sldMk cId="302110903" sldId="14281"/>
            <ac:picMk id="61890" creationId="{5866B6B2-100A-ABF9-85C9-56DBD684414D}"/>
          </ac:picMkLst>
        </pc:picChg>
        <pc:picChg chg="add mod">
          <ac:chgData name="" userId="" providerId="" clId="Web-{BDFB45A7-0074-4FE7-9366-070F382F8961}" dt="2026-10-23T13:09:16.546" v="28" actId="34807"/>
          <ac:picMkLst>
            <pc:docMk/>
            <pc:sldMk cId="302110903" sldId="14281"/>
            <ac:picMk id="61891" creationId="{01B9D326-10D5-70DB-C141-D61AEC4F58A6}"/>
          </ac:picMkLst>
        </pc:picChg>
        <pc:picChg chg="add mod">
          <ac:chgData name="" userId="" providerId="" clId="Web-{BDFB45A7-0074-4FE7-9366-070F382F8961}" dt="2026-10-23T13:09:16.546" v="28" actId="34807"/>
          <ac:picMkLst>
            <pc:docMk/>
            <pc:sldMk cId="302110903" sldId="14281"/>
            <ac:picMk id="61892" creationId="{38888568-CCEE-E783-E827-40D6420097E7}"/>
          </ac:picMkLst>
        </pc:picChg>
        <pc:picChg chg="add mod">
          <ac:chgData name="" userId="" providerId="" clId="Web-{BDFB45A7-0074-4FE7-9366-070F382F8961}" dt="2026-10-23T13:09:16.546" v="28" actId="34807"/>
          <ac:picMkLst>
            <pc:docMk/>
            <pc:sldMk cId="302110903" sldId="14281"/>
            <ac:picMk id="61893" creationId="{60BEEC10-5DEE-219C-20E7-EB16BA06930F}"/>
          </ac:picMkLst>
        </pc:picChg>
        <pc:picChg chg="add mod">
          <ac:chgData name="" userId="" providerId="" clId="Web-{BDFB45A7-0074-4FE7-9366-070F382F8961}" dt="2026-10-23T13:08:16.685" v="8" actId="34807"/>
          <ac:picMkLst>
            <pc:docMk/>
            <pc:sldMk cId="302110903" sldId="14281"/>
            <ac:picMk id="61894" creationId="{68D557D9-A978-40DC-EF86-A0478FFD22A3}"/>
          </ac:picMkLst>
        </pc:picChg>
        <pc:picChg chg="add mod">
          <ac:chgData name="" userId="" providerId="" clId="Web-{BDFB45A7-0074-4FE7-9366-070F382F8961}" dt="2026-10-23T13:08:16.685" v="8" actId="34807"/>
          <ac:picMkLst>
            <pc:docMk/>
            <pc:sldMk cId="302110903" sldId="14281"/>
            <ac:picMk id="61895" creationId="{867C735F-E8DA-BB86-0ADF-880DFD022350}"/>
          </ac:picMkLst>
        </pc:picChg>
        <pc:picChg chg="add mod">
          <ac:chgData name="" userId="" providerId="" clId="Web-{BDFB45A7-0074-4FE7-9366-070F382F8961}" dt="2026-10-23T13:08:16.685" v="8" actId="34807"/>
          <ac:picMkLst>
            <pc:docMk/>
            <pc:sldMk cId="302110903" sldId="14281"/>
            <ac:picMk id="61896" creationId="{00726641-37D9-F8F6-640E-F0B02D348AD5}"/>
          </ac:picMkLst>
        </pc:picChg>
      </pc:sldChg>
      <pc:sldChg chg="addSp modSp modNotesTx">
        <pc:chgData name="" userId="" providerId="" clId="Web-{BDFB45A7-0074-4FE7-9366-070F382F8961}" dt="2026-10-23T13:09:03.312" v="23" actId="34807"/>
        <pc:sldMkLst>
          <pc:docMk/>
          <pc:sldMk cId="3855353037" sldId="14501"/>
        </pc:sldMkLst>
        <pc:spChg chg="add mod">
          <ac:chgData name="" userId="" providerId="" clId="Web-{BDFB45A7-0074-4FE7-9366-070F382F8961}" dt="2026-10-23T13:09:00.780" v="21" actId="34807"/>
          <ac:spMkLst>
            <pc:docMk/>
            <pc:sldMk cId="3855353037" sldId="14501"/>
            <ac:spMk id="63201" creationId="{C29611E2-D866-E597-6285-9A53ADBAD6DC}"/>
          </ac:spMkLst>
        </pc:spChg>
        <pc:spChg chg="add mod">
          <ac:chgData name="" userId="" providerId="" clId="Web-{BDFB45A7-0074-4FE7-9366-070F382F8961}" dt="2026-10-23T13:09:00.780" v="21" actId="34807"/>
          <ac:spMkLst>
            <pc:docMk/>
            <pc:sldMk cId="3855353037" sldId="14501"/>
            <ac:spMk id="63204" creationId="{02104AF6-D09C-E208-B41D-C793B395DD29}"/>
          </ac:spMkLst>
        </pc:spChg>
        <pc:spChg chg="add mod">
          <ac:chgData name="" userId="" providerId="" clId="Web-{BDFB45A7-0074-4FE7-9366-070F382F8961}" dt="2026-10-23T13:09:00.780" v="21" actId="34807"/>
          <ac:spMkLst>
            <pc:docMk/>
            <pc:sldMk cId="3855353037" sldId="14501"/>
            <ac:spMk id="63226" creationId="{8AAF52C2-B02B-F4AB-C740-E0BF9F78A318}"/>
          </ac:spMkLst>
        </pc:spChg>
        <pc:spChg chg="add mod">
          <ac:chgData name="" userId="" providerId="" clId="Web-{BDFB45A7-0074-4FE7-9366-070F382F8961}" dt="2026-10-23T13:09:00.780" v="21" actId="34807"/>
          <ac:spMkLst>
            <pc:docMk/>
            <pc:sldMk cId="3855353037" sldId="14501"/>
            <ac:spMk id="63264" creationId="{E64D5AE7-A5F7-7F42-9D54-40BA2D58006B}"/>
          </ac:spMkLst>
        </pc:spChg>
        <pc:spChg chg="add mod">
          <ac:chgData name="" userId="" providerId="" clId="Web-{BDFB45A7-0074-4FE7-9366-070F382F8961}" dt="2026-10-23T13:09:00.780" v="21" actId="34807"/>
          <ac:spMkLst>
            <pc:docMk/>
            <pc:sldMk cId="3855353037" sldId="14501"/>
            <ac:spMk id="63276" creationId="{0DB84D46-5C5C-BD83-5871-BB9021BD5B61}"/>
          </ac:spMkLst>
        </pc:spChg>
        <pc:spChg chg="add mod">
          <ac:chgData name="" userId="" providerId="" clId="Web-{BDFB45A7-0074-4FE7-9366-070F382F8961}" dt="2026-10-23T13:09:00.780" v="21" actId="34807"/>
          <ac:spMkLst>
            <pc:docMk/>
            <pc:sldMk cId="3855353037" sldId="14501"/>
            <ac:spMk id="63289" creationId="{F6D1CB88-97F9-46D0-97E8-57A2DE1317BF}"/>
          </ac:spMkLst>
        </pc:spChg>
        <pc:spChg chg="add mod">
          <ac:chgData name="" userId="" providerId="" clId="Web-{BDFB45A7-0074-4FE7-9366-070F382F8961}" dt="2026-10-23T13:09:00.780" v="21" actId="34807"/>
          <ac:spMkLst>
            <pc:docMk/>
            <pc:sldMk cId="3855353037" sldId="14501"/>
            <ac:spMk id="63451" creationId="{5F985032-1078-0345-11A3-09829939EA91}"/>
          </ac:spMkLst>
        </pc:spChg>
        <pc:spChg chg="add mod">
          <ac:chgData name="" userId="" providerId="" clId="Web-{BDFB45A7-0074-4FE7-9366-070F382F8961}" dt="2026-10-23T13:09:00.780" v="21" actId="34807"/>
          <ac:spMkLst>
            <pc:docMk/>
            <pc:sldMk cId="3855353037" sldId="14501"/>
            <ac:spMk id="63498" creationId="{3465733E-8E58-D4CD-78AD-CA29B561A18E}"/>
          </ac:spMkLst>
        </pc:spChg>
        <pc:spChg chg="add mod">
          <ac:chgData name="" userId="" providerId="" clId="Web-{BDFB45A7-0074-4FE7-9366-070F382F8961}" dt="2026-10-23T13:09:00.780" v="21" actId="34807"/>
          <ac:spMkLst>
            <pc:docMk/>
            <pc:sldMk cId="3855353037" sldId="14501"/>
            <ac:spMk id="63663" creationId="{AC85799B-B7C1-E0BB-81A2-F5A66241FEC9}"/>
          </ac:spMkLst>
        </pc:spChg>
        <pc:spChg chg="add mod">
          <ac:chgData name="" userId="" providerId="" clId="Web-{BDFB45A7-0074-4FE7-9366-070F382F8961}" dt="2026-10-23T13:09:00.780" v="21" actId="34807"/>
          <ac:spMkLst>
            <pc:docMk/>
            <pc:sldMk cId="3855353037" sldId="14501"/>
            <ac:spMk id="63694" creationId="{904903ED-06DA-941F-4A86-92350C97387B}"/>
          </ac:spMkLst>
        </pc:spChg>
        <pc:picChg chg="add mod">
          <ac:chgData name="" userId="" providerId="" clId="Web-{BDFB45A7-0074-4FE7-9366-070F382F8961}" dt="2026-10-23T13:08:52.546" v="19" actId="34807"/>
          <ac:picMkLst>
            <pc:docMk/>
            <pc:sldMk cId="3855353037" sldId="14501"/>
            <ac:picMk id="63198" creationId="{297042CC-5707-1312-3472-7A463B54EFC5}"/>
          </ac:picMkLst>
        </pc:picChg>
        <pc:picChg chg="add mod">
          <ac:chgData name="" userId="" providerId="" clId="Web-{BDFB45A7-0074-4FE7-9366-070F382F8961}" dt="2026-10-23T13:09:02.124" v="22" actId="34807"/>
          <ac:picMkLst>
            <pc:docMk/>
            <pc:sldMk cId="3855353037" sldId="14501"/>
            <ac:picMk id="63865" creationId="{C3DD2DA9-CEC3-16DA-E406-C05421D05608}"/>
          </ac:picMkLst>
        </pc:picChg>
        <pc:picChg chg="add mod">
          <ac:chgData name="" userId="" providerId="" clId="Web-{BDFB45A7-0074-4FE7-9366-070F382F8961}" dt="2026-10-23T13:09:02.124" v="22" actId="34807"/>
          <ac:picMkLst>
            <pc:docMk/>
            <pc:sldMk cId="3855353037" sldId="14501"/>
            <ac:picMk id="63866" creationId="{3607642C-9E0F-751E-431F-DDF7CF4F17CA}"/>
          </ac:picMkLst>
        </pc:picChg>
        <pc:picChg chg="add mod">
          <ac:chgData name="" userId="" providerId="" clId="Web-{BDFB45A7-0074-4FE7-9366-070F382F8961}" dt="2026-10-23T13:09:02.124" v="22" actId="34807"/>
          <ac:picMkLst>
            <pc:docMk/>
            <pc:sldMk cId="3855353037" sldId="14501"/>
            <ac:picMk id="63867" creationId="{ACE49770-856A-B52B-5CFD-D300B2D7BBEF}"/>
          </ac:picMkLst>
        </pc:picChg>
        <pc:picChg chg="add mod">
          <ac:chgData name="" userId="" providerId="" clId="Web-{BDFB45A7-0074-4FE7-9366-070F382F8961}" dt="2026-10-23T13:09:02.124" v="22" actId="34807"/>
          <ac:picMkLst>
            <pc:docMk/>
            <pc:sldMk cId="3855353037" sldId="14501"/>
            <ac:picMk id="63868" creationId="{F1EFA010-2603-6820-10EF-58B0A03456AA}"/>
          </ac:picMkLst>
        </pc:picChg>
        <pc:picChg chg="add mod">
          <ac:chgData name="" userId="" providerId="" clId="Web-{BDFB45A7-0074-4FE7-9366-070F382F8961}" dt="2026-10-23T13:09:02.124" v="22" actId="34807"/>
          <ac:picMkLst>
            <pc:docMk/>
            <pc:sldMk cId="3855353037" sldId="14501"/>
            <ac:picMk id="63869" creationId="{CEB89615-04E9-7F0D-6E81-9886AABAFB8B}"/>
          </ac:picMkLst>
        </pc:picChg>
        <pc:picChg chg="add mod">
          <ac:chgData name="" userId="" providerId="" clId="Web-{BDFB45A7-0074-4FE7-9366-070F382F8961}" dt="2026-10-23T13:09:02.124" v="22" actId="34807"/>
          <ac:picMkLst>
            <pc:docMk/>
            <pc:sldMk cId="3855353037" sldId="14501"/>
            <ac:picMk id="63870" creationId="{703399D0-7E8E-619D-E5D8-63986A330A34}"/>
          </ac:picMkLst>
        </pc:picChg>
        <pc:picChg chg="add mod">
          <ac:chgData name="" userId="" providerId="" clId="Web-{BDFB45A7-0074-4FE7-9366-070F382F8961}" dt="2026-10-23T13:09:02.124" v="22" actId="34807"/>
          <ac:picMkLst>
            <pc:docMk/>
            <pc:sldMk cId="3855353037" sldId="14501"/>
            <ac:picMk id="63871" creationId="{A3F884A9-A804-1D71-1F55-C316A4138046}"/>
          </ac:picMkLst>
        </pc:picChg>
      </pc:sldChg>
      <pc:sldChg chg="addSp modSp modNotesTx">
        <pc:chgData name="" userId="" providerId="" clId="Web-{BDFB45A7-0074-4FE7-9366-070F382F8961}" dt="2026-10-23T13:09:16.546" v="28" actId="34807"/>
        <pc:sldMkLst>
          <pc:docMk/>
          <pc:sldMk cId="75272732" sldId="14722"/>
        </pc:sldMkLst>
        <pc:spChg chg="add mod">
          <ac:chgData name="" userId="" providerId="" clId="Web-{BDFB45A7-0074-4FE7-9366-070F382F8961}" dt="2026-10-23T13:09:13.469" v="25" actId="34807"/>
          <ac:spMkLst>
            <pc:docMk/>
            <pc:sldMk cId="75272732" sldId="14722"/>
            <ac:spMk id="63874" creationId="{46D35F5E-35CB-007A-4E88-81D952617DF7}"/>
          </ac:spMkLst>
        </pc:spChg>
        <pc:spChg chg="add mod">
          <ac:chgData name="" userId="" providerId="" clId="Web-{BDFB45A7-0074-4FE7-9366-070F382F8961}" dt="2026-10-23T13:09:13.469" v="25" actId="34807"/>
          <ac:spMkLst>
            <pc:docMk/>
            <pc:sldMk cId="75272732" sldId="14722"/>
            <ac:spMk id="63877" creationId="{7E28B9A2-F135-0DBB-9206-2F5EFF71E1D3}"/>
          </ac:spMkLst>
        </pc:spChg>
        <pc:spChg chg="add mod">
          <ac:chgData name="" userId="" providerId="" clId="Web-{BDFB45A7-0074-4FE7-9366-070F382F8961}" dt="2026-10-23T13:09:13.469" v="25" actId="34807"/>
          <ac:spMkLst>
            <pc:docMk/>
            <pc:sldMk cId="75272732" sldId="14722"/>
            <ac:spMk id="63881" creationId="{AFE2FA15-0D68-491F-B994-C9A8A47A70F1}"/>
          </ac:spMkLst>
        </pc:spChg>
        <pc:spChg chg="add mod">
          <ac:chgData name="" userId="" providerId="" clId="Web-{BDFB45A7-0074-4FE7-9366-070F382F8961}" dt="2026-10-23T13:09:13.469" v="25" actId="34807"/>
          <ac:spMkLst>
            <pc:docMk/>
            <pc:sldMk cId="75272732" sldId="14722"/>
            <ac:spMk id="63892" creationId="{3C1D9BD1-4877-1531-0319-BD76FDAD52E0}"/>
          </ac:spMkLst>
        </pc:spChg>
        <pc:spChg chg="add mod">
          <ac:chgData name="" userId="" providerId="" clId="Web-{BDFB45A7-0074-4FE7-9366-070F382F8961}" dt="2026-10-23T13:09:13.469" v="25" actId="34807"/>
          <ac:spMkLst>
            <pc:docMk/>
            <pc:sldMk cId="75272732" sldId="14722"/>
            <ac:spMk id="63907" creationId="{C090F249-743A-C908-7B95-25F37D949529}"/>
          </ac:spMkLst>
        </pc:spChg>
        <pc:spChg chg="add mod">
          <ac:chgData name="" userId="" providerId="" clId="Web-{BDFB45A7-0074-4FE7-9366-070F382F8961}" dt="2026-10-23T13:09:13.469" v="25" actId="34807"/>
          <ac:spMkLst>
            <pc:docMk/>
            <pc:sldMk cId="75272732" sldId="14722"/>
            <ac:spMk id="63962" creationId="{63DEA41B-BDC0-CB45-7846-523C09A87897}"/>
          </ac:spMkLst>
        </pc:spChg>
        <pc:spChg chg="add mod">
          <ac:chgData name="" userId="" providerId="" clId="Web-{BDFB45A7-0074-4FE7-9366-070F382F8961}" dt="2026-10-23T13:09:16.546" v="28" actId="34807"/>
          <ac:spMkLst>
            <pc:docMk/>
            <pc:sldMk cId="75272732" sldId="14722"/>
            <ac:spMk id="64007" creationId="{851A200E-85BF-E80D-0261-377F5A40B44A}"/>
          </ac:spMkLst>
        </pc:spChg>
        <pc:spChg chg="add mod">
          <ac:chgData name="" userId="" providerId="" clId="Web-{BDFB45A7-0074-4FE7-9366-070F382F8961}" dt="2026-10-23T13:09:13.469" v="25" actId="34807"/>
          <ac:spMkLst>
            <pc:docMk/>
            <pc:sldMk cId="75272732" sldId="14722"/>
            <ac:spMk id="64024" creationId="{223D8F8A-3A5A-CFFA-11BD-E356B94FEADE}"/>
          </ac:spMkLst>
        </pc:spChg>
        <pc:spChg chg="add mod">
          <ac:chgData name="" userId="" providerId="" clId="Web-{BDFB45A7-0074-4FE7-9366-070F382F8961}" dt="2026-10-23T13:09:16.546" v="28" actId="34807"/>
          <ac:spMkLst>
            <pc:docMk/>
            <pc:sldMk cId="75272732" sldId="14722"/>
            <ac:spMk id="64042" creationId="{C916814D-3692-F18E-283A-D99D08E98601}"/>
          </ac:spMkLst>
        </pc:spChg>
        <pc:spChg chg="add mod">
          <ac:chgData name="" userId="" providerId="" clId="Web-{BDFB45A7-0074-4FE7-9366-070F382F8961}" dt="2026-10-23T13:09:13.469" v="25" actId="34807"/>
          <ac:spMkLst>
            <pc:docMk/>
            <pc:sldMk cId="75272732" sldId="14722"/>
            <ac:spMk id="64061" creationId="{7ABF3678-0AEA-3597-C59C-6BD804AA0526}"/>
          </ac:spMkLst>
        </pc:spChg>
        <pc:picChg chg="add mod">
          <ac:chgData name="" userId="" providerId="" clId="Web-{BDFB45A7-0074-4FE7-9366-070F382F8961}" dt="2026-10-23T13:09:14.500" v="26" actId="34807"/>
          <ac:picMkLst>
            <pc:docMk/>
            <pc:sldMk cId="75272732" sldId="14722"/>
            <ac:picMk id="64062" creationId="{1D31D405-F19C-D9C6-A8EE-307F1EAE6A9C}"/>
          </ac:picMkLst>
        </pc:picChg>
        <pc:picChg chg="add mod">
          <ac:chgData name="" userId="" providerId="" clId="Web-{BDFB45A7-0074-4FE7-9366-070F382F8961}" dt="2026-10-23T13:09:16.546" v="28" actId="34807"/>
          <ac:picMkLst>
            <pc:docMk/>
            <pc:sldMk cId="75272732" sldId="14722"/>
            <ac:picMk id="64063" creationId="{257FFCB3-B763-32E5-460D-48C4EF54D4CC}"/>
          </ac:picMkLst>
        </pc:picChg>
        <pc:picChg chg="add mod">
          <ac:chgData name="" userId="" providerId="" clId="Web-{BDFB45A7-0074-4FE7-9366-070F382F8961}" dt="2026-10-23T13:09:14.500" v="26" actId="34807"/>
          <ac:picMkLst>
            <pc:docMk/>
            <pc:sldMk cId="75272732" sldId="14722"/>
            <ac:picMk id="64064" creationId="{C6B3723C-7B53-660F-5682-3B77C1A35E2A}"/>
          </ac:picMkLst>
        </pc:picChg>
      </pc:sldChg>
    </pc:docChg>
  </pc:docChgLst>
  <pc:docChgLst>
    <pc:chgData clId="Web-{6E8403B9-C474-4B99-9353-4E0EB3CC5CF0}"/>
    <pc:docChg chg="modSld">
      <pc:chgData name="" userId="" providerId="" clId="Web-{6E8403B9-C474-4B99-9353-4E0EB3CC5CF0}" dt="2026-10-23T10:01:40.647" v="80" actId="34807"/>
      <pc:docMkLst>
        <pc:docMk/>
      </pc:docMkLst>
      <pc:sldChg chg="addSp modSp">
        <pc:chgData name="" userId="" providerId="" clId="Web-{6E8403B9-C474-4B99-9353-4E0EB3CC5CF0}" dt="2026-10-23T09:44:11.464" v="5" actId="34807"/>
        <pc:sldMkLst>
          <pc:docMk/>
          <pc:sldMk cId="75817233" sldId="2522"/>
        </pc:sldMkLst>
        <pc:spChg chg="add mod">
          <ac:chgData name="" userId="" providerId="" clId="Web-{6E8403B9-C474-4B99-9353-4E0EB3CC5CF0}" dt="2026-10-23T09:44:10.745" v="4" actId="34807"/>
          <ac:spMkLst>
            <pc:docMk/>
            <pc:sldMk cId="75817233" sldId="2522"/>
            <ac:spMk id="16749" creationId="{990F92CA-AD4D-78E1-E43B-FFF73F92B95C}"/>
          </ac:spMkLst>
        </pc:spChg>
        <pc:spChg chg="add mod">
          <ac:chgData name="" userId="" providerId="" clId="Web-{6E8403B9-C474-4B99-9353-4E0EB3CC5CF0}" dt="2026-10-23T09:44:10.745" v="4" actId="34807"/>
          <ac:spMkLst>
            <pc:docMk/>
            <pc:sldMk cId="75817233" sldId="2522"/>
            <ac:spMk id="16751" creationId="{FFDCC9FA-A689-BE64-3800-A3AC5394437A}"/>
          </ac:spMkLst>
        </pc:spChg>
        <pc:spChg chg="add mod">
          <ac:chgData name="" userId="" providerId="" clId="Web-{6E8403B9-C474-4B99-9353-4E0EB3CC5CF0}" dt="2026-10-23T09:44:10.745" v="4" actId="34807"/>
          <ac:spMkLst>
            <pc:docMk/>
            <pc:sldMk cId="75817233" sldId="2522"/>
            <ac:spMk id="16754" creationId="{4B08D6CD-6BD5-02AD-AA60-6304E13AF5D3}"/>
          </ac:spMkLst>
        </pc:spChg>
        <pc:spChg chg="add mod">
          <ac:chgData name="" userId="" providerId="" clId="Web-{6E8403B9-C474-4B99-9353-4E0EB3CC5CF0}" dt="2026-10-23T09:44:10.745" v="4" actId="34807"/>
          <ac:spMkLst>
            <pc:docMk/>
            <pc:sldMk cId="75817233" sldId="2522"/>
            <ac:spMk id="16769" creationId="{630A2118-C2C2-841D-A5FD-CD5708735333}"/>
          </ac:spMkLst>
        </pc:spChg>
        <pc:spChg chg="add mod">
          <ac:chgData name="" userId="" providerId="" clId="Web-{6E8403B9-C474-4B99-9353-4E0EB3CC5CF0}" dt="2026-10-23T09:44:10.745" v="4" actId="34807"/>
          <ac:spMkLst>
            <pc:docMk/>
            <pc:sldMk cId="75817233" sldId="2522"/>
            <ac:spMk id="16793" creationId="{A0D0CAF5-1204-DAF9-A871-47F638EFC0E1}"/>
          </ac:spMkLst>
        </pc:spChg>
        <pc:spChg chg="add mod">
          <ac:chgData name="" userId="" providerId="" clId="Web-{6E8403B9-C474-4B99-9353-4E0EB3CC5CF0}" dt="2026-10-23T09:44:10.745" v="4" actId="34807"/>
          <ac:spMkLst>
            <pc:docMk/>
            <pc:sldMk cId="75817233" sldId="2522"/>
            <ac:spMk id="16803" creationId="{126B3877-8AE6-C1A3-86A3-EB54E2EBDC0D}"/>
          </ac:spMkLst>
        </pc:spChg>
        <pc:spChg chg="add mod">
          <ac:chgData name="" userId="" providerId="" clId="Web-{6E8403B9-C474-4B99-9353-4E0EB3CC5CF0}" dt="2026-10-23T09:44:10.745" v="4" actId="34807"/>
          <ac:spMkLst>
            <pc:docMk/>
            <pc:sldMk cId="75817233" sldId="2522"/>
            <ac:spMk id="16826" creationId="{1E5DE0D6-7EC8-92F9-53C0-4776A37B7E72}"/>
          </ac:spMkLst>
        </pc:spChg>
        <pc:spChg chg="mod">
          <ac:chgData name="" userId="" providerId="" clId="Web-{6E8403B9-C474-4B99-9353-4E0EB3CC5CF0}" dt="2026-10-23T09:44:11.464" v="5" actId="34807"/>
          <ac:spMkLst>
            <pc:docMk/>
            <pc:sldMk cId="75817233" sldId="2522"/>
            <ac:spMk id="16839" creationId="{9FB712DC-7281-B243-1346-A8DECDD5DEBC}"/>
          </ac:spMkLst>
        </pc:spChg>
        <pc:spChg chg="add mod">
          <ac:chgData name="" userId="" providerId="" clId="Web-{6E8403B9-C474-4B99-9353-4E0EB3CC5CF0}" dt="2026-10-23T09:44:10.745" v="4" actId="34807"/>
          <ac:spMkLst>
            <pc:docMk/>
            <pc:sldMk cId="75817233" sldId="2522"/>
            <ac:spMk id="16853" creationId="{CC4E4E0B-5CEB-0ECF-C6DA-C59B603AA33D}"/>
          </ac:spMkLst>
        </pc:spChg>
        <pc:spChg chg="add mod">
          <ac:chgData name="" userId="" providerId="" clId="Web-{6E8403B9-C474-4B99-9353-4E0EB3CC5CF0}" dt="2026-10-23T09:44:10.745" v="4" actId="34807"/>
          <ac:spMkLst>
            <pc:docMk/>
            <pc:sldMk cId="75817233" sldId="2522"/>
            <ac:spMk id="16884" creationId="{EB4F0D0F-76D7-7FBF-1BE8-5C988588FF43}"/>
          </ac:spMkLst>
        </pc:spChg>
        <pc:spChg chg="add mod">
          <ac:chgData name="" userId="" providerId="" clId="Web-{6E8403B9-C474-4B99-9353-4E0EB3CC5CF0}" dt="2026-10-23T09:44:11.464" v="5" actId="34807"/>
          <ac:spMkLst>
            <pc:docMk/>
            <pc:sldMk cId="75817233" sldId="2522"/>
            <ac:spMk id="16901" creationId="{D51DBE30-E8AD-7FEB-19DA-6B0CE346BE49}"/>
          </ac:spMkLst>
        </pc:spChg>
      </pc:sldChg>
      <pc:sldChg chg="addSp modSp">
        <pc:chgData name="" userId="" providerId="" clId="Web-{6E8403B9-C474-4B99-9353-4E0EB3CC5CF0}" dt="2026-10-23T09:47:13.701" v="12" actId="34807"/>
        <pc:sldMkLst>
          <pc:docMk/>
          <pc:sldMk cId="3364259121" sldId="2734"/>
        </pc:sldMkLst>
        <pc:spChg chg="add mod">
          <ac:chgData name="" userId="" providerId="" clId="Web-{6E8403B9-C474-4B99-9353-4E0EB3CC5CF0}" dt="2026-10-23T09:47:12.263" v="10" actId="34807"/>
          <ac:spMkLst>
            <pc:docMk/>
            <pc:sldMk cId="3364259121" sldId="2734"/>
            <ac:spMk id="17373" creationId="{A6617F1B-C81B-2814-2C3B-8D29A8A8B9A0}"/>
          </ac:spMkLst>
        </pc:spChg>
        <pc:spChg chg="add mod">
          <ac:chgData name="" userId="" providerId="" clId="Web-{6E8403B9-C474-4B99-9353-4E0EB3CC5CF0}" dt="2026-10-23T09:47:12.263" v="10" actId="34807"/>
          <ac:spMkLst>
            <pc:docMk/>
            <pc:sldMk cId="3364259121" sldId="2734"/>
            <ac:spMk id="17375" creationId="{C13DA459-A980-25C1-4403-01FC830C4511}"/>
          </ac:spMkLst>
        </pc:spChg>
        <pc:spChg chg="add mod">
          <ac:chgData name="" userId="" providerId="" clId="Web-{6E8403B9-C474-4B99-9353-4E0EB3CC5CF0}" dt="2026-10-23T09:47:13.701" v="12" actId="34807"/>
          <ac:spMkLst>
            <pc:docMk/>
            <pc:sldMk cId="3364259121" sldId="2734"/>
            <ac:spMk id="17378" creationId="{9720273F-2DD5-75BD-EB8A-A2DC2C704828}"/>
          </ac:spMkLst>
        </pc:spChg>
        <pc:spChg chg="add mod">
          <ac:chgData name="" userId="" providerId="" clId="Web-{6E8403B9-C474-4B99-9353-4E0EB3CC5CF0}" dt="2026-10-23T09:47:12.263" v="10" actId="34807"/>
          <ac:spMkLst>
            <pc:docMk/>
            <pc:sldMk cId="3364259121" sldId="2734"/>
            <ac:spMk id="17382" creationId="{67C354C5-B402-87B1-0B39-A6B3035F0B23}"/>
          </ac:spMkLst>
        </pc:spChg>
        <pc:spChg chg="add mod">
          <ac:chgData name="" userId="" providerId="" clId="Web-{6E8403B9-C474-4B99-9353-4E0EB3CC5CF0}" dt="2026-10-23T09:47:12.263" v="10" actId="34807"/>
          <ac:spMkLst>
            <pc:docMk/>
            <pc:sldMk cId="3364259121" sldId="2734"/>
            <ac:spMk id="17387" creationId="{DFBED5C3-E0D2-87EA-875A-08075F5B20E0}"/>
          </ac:spMkLst>
        </pc:spChg>
        <pc:spChg chg="add mod">
          <ac:chgData name="" userId="" providerId="" clId="Web-{6E8403B9-C474-4B99-9353-4E0EB3CC5CF0}" dt="2026-10-23T09:47:12.263" v="10" actId="34807"/>
          <ac:spMkLst>
            <pc:docMk/>
            <pc:sldMk cId="3364259121" sldId="2734"/>
            <ac:spMk id="17393" creationId="{902E6927-66FA-1334-D11F-7ABEEF4550F4}"/>
          </ac:spMkLst>
        </pc:spChg>
        <pc:spChg chg="add mod">
          <ac:chgData name="" userId="" providerId="" clId="Web-{6E8403B9-C474-4B99-9353-4E0EB3CC5CF0}" dt="2026-10-23T09:47:12.263" v="10" actId="34807"/>
          <ac:spMkLst>
            <pc:docMk/>
            <pc:sldMk cId="3364259121" sldId="2734"/>
            <ac:spMk id="17400" creationId="{7EB5A36B-9E62-FC1A-74E1-BE2F3C842A92}"/>
          </ac:spMkLst>
        </pc:spChg>
        <pc:spChg chg="mod">
          <ac:chgData name="" userId="" providerId="" clId="Web-{6E8403B9-C474-4B99-9353-4E0EB3CC5CF0}" dt="2026-10-23T09:47:13.701" v="12" actId="34807"/>
          <ac:spMkLst>
            <pc:docMk/>
            <pc:sldMk cId="3364259121" sldId="2734"/>
            <ac:spMk id="17408" creationId="{A936FC66-0B5B-3C4D-D5E9-5C913582AE7C}"/>
          </ac:spMkLst>
        </pc:spChg>
        <pc:spChg chg="add mod">
          <ac:chgData name="" userId="" providerId="" clId="Web-{6E8403B9-C474-4B99-9353-4E0EB3CC5CF0}" dt="2026-10-23T09:47:12.263" v="10" actId="34807"/>
          <ac:spMkLst>
            <pc:docMk/>
            <pc:sldMk cId="3364259121" sldId="2734"/>
            <ac:spMk id="17417" creationId="{D556E4D6-AAF7-D2B5-5951-1EF3C649262F}"/>
          </ac:spMkLst>
        </pc:spChg>
        <pc:spChg chg="add mod">
          <ac:chgData name="" userId="" providerId="" clId="Web-{6E8403B9-C474-4B99-9353-4E0EB3CC5CF0}" dt="2026-10-23T09:47:12.263" v="10" actId="34807"/>
          <ac:spMkLst>
            <pc:docMk/>
            <pc:sldMk cId="3364259121" sldId="2734"/>
            <ac:spMk id="17438" creationId="{BED0069B-EE32-2ADD-C629-8EBE1BBC5E15}"/>
          </ac:spMkLst>
        </pc:spChg>
        <pc:spChg chg="add mod">
          <ac:chgData name="" userId="" providerId="" clId="Web-{6E8403B9-C474-4B99-9353-4E0EB3CC5CF0}" dt="2026-10-23T09:47:12.263" v="10" actId="34807"/>
          <ac:spMkLst>
            <pc:docMk/>
            <pc:sldMk cId="3364259121" sldId="2734"/>
            <ac:spMk id="17463" creationId="{F8913B7B-2EDC-B719-9A94-8FE5D0EE73EC}"/>
          </ac:spMkLst>
        </pc:spChg>
        <pc:picChg chg="add mod">
          <ac:chgData name="" userId="" providerId="" clId="Web-{6E8403B9-C474-4B99-9353-4E0EB3CC5CF0}" dt="2026-10-23T09:47:13.076" v="11" actId="34807"/>
          <ac:picMkLst>
            <pc:docMk/>
            <pc:sldMk cId="3364259121" sldId="2734"/>
            <ac:picMk id="17464" creationId="{32921782-5035-1965-0786-83734D33BE35}"/>
          </ac:picMkLst>
        </pc:picChg>
      </pc:sldChg>
      <pc:sldChg chg="addSp modSp">
        <pc:chgData name="" userId="" providerId="" clId="Web-{6E8403B9-C474-4B99-9353-4E0EB3CC5CF0}" dt="2026-10-23T09:48:18.233" v="18" actId="34807"/>
        <pc:sldMkLst>
          <pc:docMk/>
          <pc:sldMk cId="2014497201" sldId="2947"/>
        </pc:sldMkLst>
        <pc:spChg chg="add mod">
          <ac:chgData name="" userId="" providerId="" clId="Web-{6E8403B9-C474-4B99-9353-4E0EB3CC5CF0}" dt="2026-10-23T09:48:17.530" v="17" actId="34807"/>
          <ac:spMkLst>
            <pc:docMk/>
            <pc:sldMk cId="2014497201" sldId="2947"/>
            <ac:spMk id="17803" creationId="{F001A08A-4268-F7B4-FAF5-B7024145CE90}"/>
          </ac:spMkLst>
        </pc:spChg>
        <pc:spChg chg="mod">
          <ac:chgData name="" userId="" providerId="" clId="Web-{6E8403B9-C474-4B99-9353-4E0EB3CC5CF0}" dt="2026-10-23T09:48:18.233" v="18" actId="34807"/>
          <ac:spMkLst>
            <pc:docMk/>
            <pc:sldMk cId="2014497201" sldId="2947"/>
            <ac:spMk id="17805" creationId="{9801E313-1048-D175-5884-813AC12773C4}"/>
          </ac:spMkLst>
        </pc:spChg>
        <pc:spChg chg="add mod">
          <ac:chgData name="" userId="" providerId="" clId="Web-{6E8403B9-C474-4B99-9353-4E0EB3CC5CF0}" dt="2026-10-23T09:48:17.530" v="17" actId="34807"/>
          <ac:spMkLst>
            <pc:docMk/>
            <pc:sldMk cId="2014497201" sldId="2947"/>
            <ac:spMk id="17812" creationId="{0A5E4581-BFA8-B9D2-A616-7CD58C6D7C5E}"/>
          </ac:spMkLst>
        </pc:spChg>
        <pc:spChg chg="add mod">
          <ac:chgData name="" userId="" providerId="" clId="Web-{6E8403B9-C474-4B99-9353-4E0EB3CC5CF0}" dt="2026-10-23T09:48:18.233" v="18" actId="34807"/>
          <ac:spMkLst>
            <pc:docMk/>
            <pc:sldMk cId="2014497201" sldId="2947"/>
            <ac:spMk id="17823" creationId="{49F81668-5A6F-51E3-7D95-64C7C1A5A05A}"/>
          </ac:spMkLst>
        </pc:spChg>
        <pc:spChg chg="add mod">
          <ac:chgData name="" userId="" providerId="" clId="Web-{6E8403B9-C474-4B99-9353-4E0EB3CC5CF0}" dt="2026-10-23T09:48:17.530" v="17" actId="34807"/>
          <ac:spMkLst>
            <pc:docMk/>
            <pc:sldMk cId="2014497201" sldId="2947"/>
            <ac:spMk id="17830" creationId="{8750D6C3-DEA3-7AAA-B4C5-D94CBFD5C10A}"/>
          </ac:spMkLst>
        </pc:spChg>
        <pc:spChg chg="add mod">
          <ac:chgData name="" userId="" providerId="" clId="Web-{6E8403B9-C474-4B99-9353-4E0EB3CC5CF0}" dt="2026-10-23T09:48:18.233" v="18" actId="34807"/>
          <ac:spMkLst>
            <pc:docMk/>
            <pc:sldMk cId="2014497201" sldId="2947"/>
            <ac:spMk id="17847" creationId="{913BEABA-3DE1-0004-32AB-D13F0733300F}"/>
          </ac:spMkLst>
        </pc:spChg>
        <pc:spChg chg="add mod">
          <ac:chgData name="" userId="" providerId="" clId="Web-{6E8403B9-C474-4B99-9353-4E0EB3CC5CF0}" dt="2026-10-23T09:48:17.530" v="17" actId="34807"/>
          <ac:spMkLst>
            <pc:docMk/>
            <pc:sldMk cId="2014497201" sldId="2947"/>
            <ac:spMk id="17880" creationId="{1EB4B01F-B3B2-57F7-09B7-3B16B75387A6}"/>
          </ac:spMkLst>
        </pc:spChg>
        <pc:spChg chg="mod">
          <ac:chgData name="" userId="" providerId="" clId="Web-{6E8403B9-C474-4B99-9353-4E0EB3CC5CF0}" dt="2026-10-23T09:48:18.233" v="18" actId="34807"/>
          <ac:spMkLst>
            <pc:docMk/>
            <pc:sldMk cId="2014497201" sldId="2947"/>
            <ac:spMk id="17893" creationId="{0C847069-6499-5992-6836-EA81AB1E26E1}"/>
          </ac:spMkLst>
        </pc:spChg>
        <pc:spChg chg="add mod">
          <ac:chgData name="" userId="" providerId="" clId="Web-{6E8403B9-C474-4B99-9353-4E0EB3CC5CF0}" dt="2026-10-23T09:48:17.530" v="17" actId="34807"/>
          <ac:spMkLst>
            <pc:docMk/>
            <pc:sldMk cId="2014497201" sldId="2947"/>
            <ac:spMk id="17922" creationId="{3DCDE29C-50FD-3580-763B-E68E7E069E57}"/>
          </ac:spMkLst>
        </pc:spChg>
        <pc:spChg chg="mod">
          <ac:chgData name="" userId="" providerId="" clId="Web-{6E8403B9-C474-4B99-9353-4E0EB3CC5CF0}" dt="2026-10-23T09:48:18.233" v="18" actId="34807"/>
          <ac:spMkLst>
            <pc:docMk/>
            <pc:sldMk cId="2014497201" sldId="2947"/>
            <ac:spMk id="17938" creationId="{5979D694-FBF8-3C25-D7EE-7B7545CADF4B}"/>
          </ac:spMkLst>
        </pc:spChg>
        <pc:spChg chg="add mod">
          <ac:chgData name="" userId="" providerId="" clId="Web-{6E8403B9-C474-4B99-9353-4E0EB3CC5CF0}" dt="2026-10-23T09:48:17.530" v="17" actId="34807"/>
          <ac:spMkLst>
            <pc:docMk/>
            <pc:sldMk cId="2014497201" sldId="2947"/>
            <ac:spMk id="17955" creationId="{4455C911-F5CC-2264-B139-934460BFF2E6}"/>
          </ac:spMkLst>
        </pc:spChg>
        <pc:spChg chg="add mod">
          <ac:chgData name="" userId="" providerId="" clId="Web-{6E8403B9-C474-4B99-9353-4E0EB3CC5CF0}" dt="2026-10-23T09:48:17.530" v="17" actId="34807"/>
          <ac:spMkLst>
            <pc:docMk/>
            <pc:sldMk cId="2014497201" sldId="2947"/>
            <ac:spMk id="17992" creationId="{F4D5D292-2EF9-5BB0-2593-3ED25165016F}"/>
          </ac:spMkLst>
        </pc:spChg>
        <pc:spChg chg="mod">
          <ac:chgData name="" userId="" providerId="" clId="Web-{6E8403B9-C474-4B99-9353-4E0EB3CC5CF0}" dt="2026-10-23T09:48:18.233" v="18" actId="34807"/>
          <ac:spMkLst>
            <pc:docMk/>
            <pc:sldMk cId="2014497201" sldId="2947"/>
            <ac:spMk id="18012" creationId="{C8C91344-1AE7-02A4-7DF8-C0BE4F06126E}"/>
          </ac:spMkLst>
        </pc:spChg>
        <pc:spChg chg="add mod">
          <ac:chgData name="" userId="" providerId="" clId="Web-{6E8403B9-C474-4B99-9353-4E0EB3CC5CF0}" dt="2026-10-23T09:48:17.530" v="17" actId="34807"/>
          <ac:spMkLst>
            <pc:docMk/>
            <pc:sldMk cId="2014497201" sldId="2947"/>
            <ac:spMk id="18033" creationId="{A78946A7-2582-3AA4-0345-CB6EE56EB262}"/>
          </ac:spMkLst>
        </pc:spChg>
      </pc:sldChg>
      <pc:sldChg chg="addSp modSp">
        <pc:chgData name="" userId="" providerId="" clId="Web-{6E8403B9-C474-4B99-9353-4E0EB3CC5CF0}" dt="2026-10-23T09:49:33.812" v="20" actId="34807"/>
        <pc:sldMkLst>
          <pc:docMk/>
          <pc:sldMk cId="2602463977" sldId="3161"/>
        </pc:sldMkLst>
        <pc:spChg chg="add mod">
          <ac:chgData name="" userId="" providerId="" clId="Web-{6E8403B9-C474-4B99-9353-4E0EB3CC5CF0}" dt="2026-10-23T09:49:33.812" v="20" actId="34807"/>
          <ac:spMkLst>
            <pc:docMk/>
            <pc:sldMk cId="2602463977" sldId="3161"/>
            <ac:spMk id="18034" creationId="{B06E4733-149E-7449-7704-7B314EB2F54F}"/>
          </ac:spMkLst>
        </pc:spChg>
        <pc:spChg chg="add mod">
          <ac:chgData name="" userId="" providerId="" clId="Web-{6E8403B9-C474-4B99-9353-4E0EB3CC5CF0}" dt="2026-10-23T09:49:33.125" v="19" actId="34807"/>
          <ac:spMkLst>
            <pc:docMk/>
            <pc:sldMk cId="2602463977" sldId="3161"/>
            <ac:spMk id="18036" creationId="{08144A05-BD12-0C01-61B7-544B8B113A05}"/>
          </ac:spMkLst>
        </pc:spChg>
        <pc:spChg chg="mod">
          <ac:chgData name="" userId="" providerId="" clId="Web-{6E8403B9-C474-4B99-9353-4E0EB3CC5CF0}" dt="2026-10-23T09:49:33.812" v="20" actId="34807"/>
          <ac:spMkLst>
            <pc:docMk/>
            <pc:sldMk cId="2602463977" sldId="3161"/>
            <ac:spMk id="18043" creationId="{5665A472-863E-539B-A311-54BFED40058C}"/>
          </ac:spMkLst>
        </pc:spChg>
        <pc:spChg chg="add mod">
          <ac:chgData name="" userId="" providerId="" clId="Web-{6E8403B9-C474-4B99-9353-4E0EB3CC5CF0}" dt="2026-10-23T09:49:33.125" v="19" actId="34807"/>
          <ac:spMkLst>
            <pc:docMk/>
            <pc:sldMk cId="2602463977" sldId="3161"/>
            <ac:spMk id="18054" creationId="{3574D07D-B6E7-09EE-AAD2-F18A10389939}"/>
          </ac:spMkLst>
        </pc:spChg>
        <pc:spChg chg="add mod">
          <ac:chgData name="" userId="" providerId="" clId="Web-{6E8403B9-C474-4B99-9353-4E0EB3CC5CF0}" dt="2026-10-23T09:49:33.125" v="19" actId="34807"/>
          <ac:spMkLst>
            <pc:docMk/>
            <pc:sldMk cId="2602463977" sldId="3161"/>
            <ac:spMk id="18061" creationId="{20A61287-A499-881A-32D8-889CCAF3BBB8}"/>
          </ac:spMkLst>
        </pc:spChg>
        <pc:spChg chg="add mod">
          <ac:chgData name="" userId="" providerId="" clId="Web-{6E8403B9-C474-4B99-9353-4E0EB3CC5CF0}" dt="2026-10-23T09:49:33.125" v="19" actId="34807"/>
          <ac:spMkLst>
            <pc:docMk/>
            <pc:sldMk cId="2602463977" sldId="3161"/>
            <ac:spMk id="18069" creationId="{57DA7CB3-DAEC-57FE-EB2D-F27BE1F24D9D}"/>
          </ac:spMkLst>
        </pc:spChg>
        <pc:spChg chg="add mod">
          <ac:chgData name="" userId="" providerId="" clId="Web-{6E8403B9-C474-4B99-9353-4E0EB3CC5CF0}" dt="2026-10-23T09:49:33.125" v="19" actId="34807"/>
          <ac:spMkLst>
            <pc:docMk/>
            <pc:sldMk cId="2602463977" sldId="3161"/>
            <ac:spMk id="18078" creationId="{4C0FDE2A-B0EF-DDA9-05AE-5D33530C1388}"/>
          </ac:spMkLst>
        </pc:spChg>
        <pc:spChg chg="add mod">
          <ac:chgData name="" userId="" providerId="" clId="Web-{6E8403B9-C474-4B99-9353-4E0EB3CC5CF0}" dt="2026-10-23T09:49:33.125" v="19" actId="34807"/>
          <ac:spMkLst>
            <pc:docMk/>
            <pc:sldMk cId="2602463977" sldId="3161"/>
            <ac:spMk id="18088" creationId="{15E5B541-7E2D-B9A2-130D-E63CD877464C}"/>
          </ac:spMkLst>
        </pc:spChg>
        <pc:spChg chg="add mod">
          <ac:chgData name="" userId="" providerId="" clId="Web-{6E8403B9-C474-4B99-9353-4E0EB3CC5CF0}" dt="2026-10-23T09:49:33.125" v="19" actId="34807"/>
          <ac:spMkLst>
            <pc:docMk/>
            <pc:sldMk cId="2602463977" sldId="3161"/>
            <ac:spMk id="18099" creationId="{3B045C90-D5B8-4E71-19FA-5C3CFD2000F6}"/>
          </ac:spMkLst>
        </pc:spChg>
        <pc:spChg chg="add mod">
          <ac:chgData name="" userId="" providerId="" clId="Web-{6E8403B9-C474-4B99-9353-4E0EB3CC5CF0}" dt="2026-10-23T09:49:33.812" v="20" actId="34807"/>
          <ac:spMkLst>
            <pc:docMk/>
            <pc:sldMk cId="2602463977" sldId="3161"/>
            <ac:spMk id="18138" creationId="{383B22D8-9D96-8AF0-AC7C-85DEA2A29216}"/>
          </ac:spMkLst>
        </pc:spChg>
        <pc:spChg chg="add mod">
          <ac:chgData name="" userId="" providerId="" clId="Web-{6E8403B9-C474-4B99-9353-4E0EB3CC5CF0}" dt="2026-10-23T09:49:33.125" v="19" actId="34807"/>
          <ac:spMkLst>
            <pc:docMk/>
            <pc:sldMk cId="2602463977" sldId="3161"/>
            <ac:spMk id="18153" creationId="{80010AB0-2A13-BD7E-16EC-A11F0FC8CBB0}"/>
          </ac:spMkLst>
        </pc:spChg>
      </pc:sldChg>
      <pc:sldChg chg="addSp modSp">
        <pc:chgData name="" userId="" providerId="" clId="Web-{6E8403B9-C474-4B99-9353-4E0EB3CC5CF0}" dt="2026-10-23T09:51:04.798" v="27" actId="34807"/>
        <pc:sldMkLst>
          <pc:docMk/>
          <pc:sldMk cId="3469149878" sldId="3376"/>
        </pc:sldMkLst>
        <pc:spChg chg="add mod">
          <ac:chgData name="" userId="" providerId="" clId="Web-{6E8403B9-C474-4B99-9353-4E0EB3CC5CF0}" dt="2026-10-23T09:51:04.064" v="26" actId="34807"/>
          <ac:spMkLst>
            <pc:docMk/>
            <pc:sldMk cId="3469149878" sldId="3376"/>
            <ac:spMk id="18907" creationId="{FC076EF4-A5D3-F0C6-CA53-1DBC14B6E1E3}"/>
          </ac:spMkLst>
        </pc:spChg>
        <pc:spChg chg="mod">
          <ac:chgData name="" userId="" providerId="" clId="Web-{6E8403B9-C474-4B99-9353-4E0EB3CC5CF0}" dt="2026-10-23T09:51:04.798" v="27" actId="34807"/>
          <ac:spMkLst>
            <pc:docMk/>
            <pc:sldMk cId="3469149878" sldId="3376"/>
            <ac:spMk id="18912" creationId="{3AD65923-1AD3-4D8A-4EA1-F2C098458148}"/>
          </ac:spMkLst>
        </pc:spChg>
        <pc:spChg chg="add mod">
          <ac:chgData name="" userId="" providerId="" clId="Web-{6E8403B9-C474-4B99-9353-4E0EB3CC5CF0}" dt="2026-10-23T09:51:04.798" v="27" actId="34807"/>
          <ac:spMkLst>
            <pc:docMk/>
            <pc:sldMk cId="3469149878" sldId="3376"/>
            <ac:spMk id="18916" creationId="{7FC5D0B9-92A6-5642-C2EF-CFF586D68651}"/>
          </ac:spMkLst>
        </pc:spChg>
        <pc:spChg chg="add mod">
          <ac:chgData name="" userId="" providerId="" clId="Web-{6E8403B9-C474-4B99-9353-4E0EB3CC5CF0}" dt="2026-10-23T09:51:04.064" v="26" actId="34807"/>
          <ac:spMkLst>
            <pc:docMk/>
            <pc:sldMk cId="3469149878" sldId="3376"/>
            <ac:spMk id="18921" creationId="{DE9C08F2-8C9C-679A-807A-933F6E32EFCB}"/>
          </ac:spMkLst>
        </pc:spChg>
        <pc:spChg chg="add mod">
          <ac:chgData name="" userId="" providerId="" clId="Web-{6E8403B9-C474-4B99-9353-4E0EB3CC5CF0}" dt="2026-10-23T09:51:04.798" v="27" actId="34807"/>
          <ac:spMkLst>
            <pc:docMk/>
            <pc:sldMk cId="3469149878" sldId="3376"/>
            <ac:spMk id="18927" creationId="{EC03149F-0E82-2893-91B4-31182911D3AD}"/>
          </ac:spMkLst>
        </pc:spChg>
        <pc:spChg chg="mod">
          <ac:chgData name="" userId="" providerId="" clId="Web-{6E8403B9-C474-4B99-9353-4E0EB3CC5CF0}" dt="2026-10-23T09:51:04.798" v="27" actId="34807"/>
          <ac:spMkLst>
            <pc:docMk/>
            <pc:sldMk cId="3469149878" sldId="3376"/>
            <ac:spMk id="18934" creationId="{65E46ADA-72B5-EA7D-FB9C-651DE4AC728E}"/>
          </ac:spMkLst>
        </pc:spChg>
        <pc:spChg chg="add mod">
          <ac:chgData name="" userId="" providerId="" clId="Web-{6E8403B9-C474-4B99-9353-4E0EB3CC5CF0}" dt="2026-10-23T09:51:04.798" v="27" actId="34807"/>
          <ac:spMkLst>
            <pc:docMk/>
            <pc:sldMk cId="3469149878" sldId="3376"/>
            <ac:spMk id="18961" creationId="{4D6BBCC9-1762-88CD-AA88-B46022B8AAF1}"/>
          </ac:spMkLst>
        </pc:spChg>
        <pc:spChg chg="add mod">
          <ac:chgData name="" userId="" providerId="" clId="Web-{6E8403B9-C474-4B99-9353-4E0EB3CC5CF0}" dt="2026-10-23T09:51:04.064" v="26" actId="34807"/>
          <ac:spMkLst>
            <pc:docMk/>
            <pc:sldMk cId="3469149878" sldId="3376"/>
            <ac:spMk id="18972" creationId="{66ADD242-3151-4828-6709-6C4032729589}"/>
          </ac:spMkLst>
        </pc:spChg>
        <pc:spChg chg="add mod">
          <ac:chgData name="" userId="" providerId="" clId="Web-{6E8403B9-C474-4B99-9353-4E0EB3CC5CF0}" dt="2026-10-23T09:51:04.064" v="26" actId="34807"/>
          <ac:spMkLst>
            <pc:docMk/>
            <pc:sldMk cId="3469149878" sldId="3376"/>
            <ac:spMk id="18984" creationId="{322B204E-E1EF-2D55-64A7-E8263E481248}"/>
          </ac:spMkLst>
        </pc:spChg>
        <pc:spChg chg="mod">
          <ac:chgData name="" userId="" providerId="" clId="Web-{6E8403B9-C474-4B99-9353-4E0EB3CC5CF0}" dt="2026-10-23T09:51:04.798" v="27" actId="34807"/>
          <ac:spMkLst>
            <pc:docMk/>
            <pc:sldMk cId="3469149878" sldId="3376"/>
            <ac:spMk id="18997" creationId="{9E3ADB4F-88BA-578C-A907-33C1051AE35D}"/>
          </ac:spMkLst>
        </pc:spChg>
        <pc:spChg chg="add mod">
          <ac:chgData name="" userId="" providerId="" clId="Web-{6E8403B9-C474-4B99-9353-4E0EB3CC5CF0}" dt="2026-10-23T09:51:04.798" v="27" actId="34807"/>
          <ac:spMkLst>
            <pc:docMk/>
            <pc:sldMk cId="3469149878" sldId="3376"/>
            <ac:spMk id="19011" creationId="{82808F14-C084-8D2F-1D34-B0F56D761E99}"/>
          </ac:spMkLst>
        </pc:spChg>
        <pc:spChg chg="add mod">
          <ac:chgData name="" userId="" providerId="" clId="Web-{6E8403B9-C474-4B99-9353-4E0EB3CC5CF0}" dt="2026-10-23T09:51:04.798" v="27" actId="34807"/>
          <ac:spMkLst>
            <pc:docMk/>
            <pc:sldMk cId="3469149878" sldId="3376"/>
            <ac:spMk id="19042" creationId="{0818E01E-8B3D-14AE-7CC0-29B802FC1B2F}"/>
          </ac:spMkLst>
        </pc:spChg>
        <pc:spChg chg="add mod">
          <ac:chgData name="" userId="" providerId="" clId="Web-{6E8403B9-C474-4B99-9353-4E0EB3CC5CF0}" dt="2026-10-23T09:51:04.798" v="27" actId="34807"/>
          <ac:spMkLst>
            <pc:docMk/>
            <pc:sldMk cId="3469149878" sldId="3376"/>
            <ac:spMk id="19059" creationId="{E85F9BEA-66C5-7963-6041-60E35B060E3E}"/>
          </ac:spMkLst>
        </pc:spChg>
      </pc:sldChg>
      <pc:sldChg chg="addSp modSp">
        <pc:chgData name="" userId="" providerId="" clId="Web-{6E8403B9-C474-4B99-9353-4E0EB3CC5CF0}" dt="2026-10-23T09:52:25.255" v="36" actId="34807"/>
        <pc:sldMkLst>
          <pc:docMk/>
          <pc:sldMk cId="414339401" sldId="3592"/>
        </pc:sldMkLst>
        <pc:spChg chg="add mod">
          <ac:chgData name="" userId="" providerId="" clId="Web-{6E8403B9-C474-4B99-9353-4E0EB3CC5CF0}" dt="2026-10-23T09:52:25.255" v="36" actId="34807"/>
          <ac:spMkLst>
            <pc:docMk/>
            <pc:sldMk cId="414339401" sldId="3592"/>
            <ac:spMk id="20671" creationId="{6FD30530-B51B-486D-ACF0-48C7D55337C4}"/>
          </ac:spMkLst>
        </pc:spChg>
        <pc:spChg chg="add mod">
          <ac:chgData name="" userId="" providerId="" clId="Web-{6E8403B9-C474-4B99-9353-4E0EB3CC5CF0}" dt="2026-10-23T09:52:24.505" v="35" actId="34807"/>
          <ac:spMkLst>
            <pc:docMk/>
            <pc:sldMk cId="414339401" sldId="3592"/>
            <ac:spMk id="20680" creationId="{3A0A39F5-B774-95AB-324D-71292643553B}"/>
          </ac:spMkLst>
        </pc:spChg>
        <pc:spChg chg="add mod">
          <ac:chgData name="" userId="" providerId="" clId="Web-{6E8403B9-C474-4B99-9353-4E0EB3CC5CF0}" dt="2026-10-23T09:52:24.505" v="35" actId="34807"/>
          <ac:spMkLst>
            <pc:docMk/>
            <pc:sldMk cId="414339401" sldId="3592"/>
            <ac:spMk id="20686" creationId="{0EFDD053-4BDF-FABF-5DDA-9C3B0E2D40AE}"/>
          </ac:spMkLst>
        </pc:spChg>
        <pc:spChg chg="add mod">
          <ac:chgData name="" userId="" providerId="" clId="Web-{6E8403B9-C474-4B99-9353-4E0EB3CC5CF0}" dt="2026-10-23T09:52:25.255" v="36" actId="34807"/>
          <ac:spMkLst>
            <pc:docMk/>
            <pc:sldMk cId="414339401" sldId="3592"/>
            <ac:spMk id="20693" creationId="{81FEF7EB-A28F-B1C5-4AEC-F950ABE758A8}"/>
          </ac:spMkLst>
        </pc:spChg>
        <pc:spChg chg="add mod">
          <ac:chgData name="" userId="" providerId="" clId="Web-{6E8403B9-C474-4B99-9353-4E0EB3CC5CF0}" dt="2026-10-23T09:52:24.505" v="35" actId="34807"/>
          <ac:spMkLst>
            <pc:docMk/>
            <pc:sldMk cId="414339401" sldId="3592"/>
            <ac:spMk id="20701" creationId="{45FCC90C-6204-B588-CD2B-2118DECBCDCF}"/>
          </ac:spMkLst>
        </pc:spChg>
        <pc:spChg chg="add mod">
          <ac:chgData name="" userId="" providerId="" clId="Web-{6E8403B9-C474-4B99-9353-4E0EB3CC5CF0}" dt="2026-10-23T09:52:24.505" v="35" actId="34807"/>
          <ac:spMkLst>
            <pc:docMk/>
            <pc:sldMk cId="414339401" sldId="3592"/>
            <ac:spMk id="20720" creationId="{A08A20A9-68EF-E178-CEB4-47513AA0980B}"/>
          </ac:spMkLst>
        </pc:spChg>
        <pc:spChg chg="add mod">
          <ac:chgData name="" userId="" providerId="" clId="Web-{6E8403B9-C474-4B99-9353-4E0EB3CC5CF0}" dt="2026-10-23T09:52:25.255" v="36" actId="34807"/>
          <ac:spMkLst>
            <pc:docMk/>
            <pc:sldMk cId="414339401" sldId="3592"/>
            <ac:spMk id="20731" creationId="{24F2FD4A-3931-C551-0879-EDA403229BB6}"/>
          </ac:spMkLst>
        </pc:spChg>
        <pc:spChg chg="add mod">
          <ac:chgData name="" userId="" providerId="" clId="Web-{6E8403B9-C474-4B99-9353-4E0EB3CC5CF0}" dt="2026-10-23T09:52:24.505" v="35" actId="34807"/>
          <ac:spMkLst>
            <pc:docMk/>
            <pc:sldMk cId="414339401" sldId="3592"/>
            <ac:spMk id="20743" creationId="{D0CFC4C4-BAFA-7358-80A1-F0B56A3D6E7B}"/>
          </ac:spMkLst>
        </pc:spChg>
        <pc:spChg chg="mod">
          <ac:chgData name="" userId="" providerId="" clId="Web-{6E8403B9-C474-4B99-9353-4E0EB3CC5CF0}" dt="2026-10-23T09:52:25.255" v="36" actId="34807"/>
          <ac:spMkLst>
            <pc:docMk/>
            <pc:sldMk cId="414339401" sldId="3592"/>
            <ac:spMk id="20770" creationId="{923D548E-36C2-A4A1-1C1B-6B5A4C78E642}"/>
          </ac:spMkLst>
        </pc:spChg>
        <pc:spChg chg="add mod">
          <ac:chgData name="" userId="" providerId="" clId="Web-{6E8403B9-C474-4B99-9353-4E0EB3CC5CF0}" dt="2026-10-23T09:52:24.505" v="35" actId="34807"/>
          <ac:spMkLst>
            <pc:docMk/>
            <pc:sldMk cId="414339401" sldId="3592"/>
            <ac:spMk id="20785" creationId="{459C9EB9-A169-96D4-0377-E7ED48A68ABD}"/>
          </ac:spMkLst>
        </pc:spChg>
        <pc:spChg chg="mod">
          <ac:chgData name="" userId="" providerId="" clId="Web-{6E8403B9-C474-4B99-9353-4E0EB3CC5CF0}" dt="2026-10-23T09:52:25.255" v="36" actId="34807"/>
          <ac:spMkLst>
            <pc:docMk/>
            <pc:sldMk cId="414339401" sldId="3592"/>
            <ac:spMk id="20801" creationId="{0AFE4F5C-35DC-8C74-E28E-F25429558376}"/>
          </ac:spMkLst>
        </pc:spChg>
        <pc:spChg chg="mod">
          <ac:chgData name="" userId="" providerId="" clId="Web-{6E8403B9-C474-4B99-9353-4E0EB3CC5CF0}" dt="2026-10-23T09:52:25.255" v="36" actId="34807"/>
          <ac:spMkLst>
            <pc:docMk/>
            <pc:sldMk cId="414339401" sldId="3592"/>
            <ac:spMk id="20836" creationId="{DFD40209-BFAC-181D-1705-8370C1081392}"/>
          </ac:spMkLst>
        </pc:spChg>
        <pc:spChg chg="mod">
          <ac:chgData name="" userId="" providerId="" clId="Web-{6E8403B9-C474-4B99-9353-4E0EB3CC5CF0}" dt="2026-10-23T09:52:25.255" v="36" actId="34807"/>
          <ac:spMkLst>
            <pc:docMk/>
            <pc:sldMk cId="414339401" sldId="3592"/>
            <ac:spMk id="20875" creationId="{1C7D3170-9F71-9EAA-56CC-63DE1141AFCE}"/>
          </ac:spMkLst>
        </pc:spChg>
        <pc:spChg chg="add mod">
          <ac:chgData name="" userId="" providerId="" clId="Web-{6E8403B9-C474-4B99-9353-4E0EB3CC5CF0}" dt="2026-10-23T09:52:25.255" v="36" actId="34807"/>
          <ac:spMkLst>
            <pc:docMk/>
            <pc:sldMk cId="414339401" sldId="3592"/>
            <ac:spMk id="20896" creationId="{F50DB61D-707F-FFAB-70F4-8D588F4AA10B}"/>
          </ac:spMkLst>
        </pc:spChg>
        <pc:spChg chg="mod">
          <ac:chgData name="" userId="" providerId="" clId="Web-{6E8403B9-C474-4B99-9353-4E0EB3CC5CF0}" dt="2026-10-23T09:52:25.255" v="36" actId="34807"/>
          <ac:spMkLst>
            <pc:docMk/>
            <pc:sldMk cId="414339401" sldId="3592"/>
            <ac:spMk id="20965" creationId="{13510964-3C7B-F349-0E05-4221E817A53B}"/>
          </ac:spMkLst>
        </pc:spChg>
      </pc:sldChg>
      <pc:sldChg chg="addSp modSp">
        <pc:chgData name="" userId="" providerId="" clId="Web-{6E8403B9-C474-4B99-9353-4E0EB3CC5CF0}" dt="2026-10-23T09:53:20.977" v="37" actId="34807"/>
        <pc:sldMkLst>
          <pc:docMk/>
          <pc:sldMk cId="1244041262" sldId="3809"/>
        </pc:sldMkLst>
        <pc:spChg chg="add mod">
          <ac:chgData name="" userId="" providerId="" clId="Web-{6E8403B9-C474-4B99-9353-4E0EB3CC5CF0}" dt="2026-10-23T09:53:20.977" v="37" actId="34807"/>
          <ac:spMkLst>
            <pc:docMk/>
            <pc:sldMk cId="1244041262" sldId="3809"/>
            <ac:spMk id="20966" creationId="{A928A790-10E6-43F9-B8B7-5D45481E1D9A}"/>
          </ac:spMkLst>
        </pc:spChg>
        <pc:spChg chg="add mod">
          <ac:chgData name="" userId="" providerId="" clId="Web-{6E8403B9-C474-4B99-9353-4E0EB3CC5CF0}" dt="2026-10-23T09:53:20.977" v="37" actId="34807"/>
          <ac:spMkLst>
            <pc:docMk/>
            <pc:sldMk cId="1244041262" sldId="3809"/>
            <ac:spMk id="20968" creationId="{5A28494C-149D-D34E-17BD-0C0E20C7E8C0}"/>
          </ac:spMkLst>
        </pc:spChg>
      </pc:sldChg>
      <pc:sldChg chg="addSp modSp">
        <pc:chgData name="" userId="" providerId="" clId="Web-{6E8403B9-C474-4B99-9353-4E0EB3CC5CF0}" dt="2026-10-23T09:53:22.102" v="38" actId="34807"/>
        <pc:sldMkLst>
          <pc:docMk/>
          <pc:sldMk cId="3761642860" sldId="4027"/>
        </pc:sldMkLst>
        <pc:spChg chg="add mod">
          <ac:chgData name="" userId="" providerId="" clId="Web-{6E8403B9-C474-4B99-9353-4E0EB3CC5CF0}" dt="2026-10-23T09:53:20.977" v="37" actId="34807"/>
          <ac:spMkLst>
            <pc:docMk/>
            <pc:sldMk cId="3761642860" sldId="4027"/>
            <ac:spMk id="20975" creationId="{143C841B-3344-721A-7FE2-874158B23689}"/>
          </ac:spMkLst>
        </pc:spChg>
        <pc:spChg chg="add mod">
          <ac:chgData name="" userId="" providerId="" clId="Web-{6E8403B9-C474-4B99-9353-4E0EB3CC5CF0}" dt="2026-10-23T09:53:20.977" v="37" actId="34807"/>
          <ac:spMkLst>
            <pc:docMk/>
            <pc:sldMk cId="3761642860" sldId="4027"/>
            <ac:spMk id="20980" creationId="{42A29B48-44E5-BDA3-EEDD-5366AE1EC0C0}"/>
          </ac:spMkLst>
        </pc:spChg>
        <pc:spChg chg="add mod">
          <ac:chgData name="" userId="" providerId="" clId="Web-{6E8403B9-C474-4B99-9353-4E0EB3CC5CF0}" dt="2026-10-23T09:53:20.977" v="37" actId="34807"/>
          <ac:spMkLst>
            <pc:docMk/>
            <pc:sldMk cId="3761642860" sldId="4027"/>
            <ac:spMk id="20986" creationId="{5A2A7CC7-9AE6-6E6C-8806-51E82321FA41}"/>
          </ac:spMkLst>
        </pc:spChg>
        <pc:spChg chg="mod">
          <ac:chgData name="" userId="" providerId="" clId="Web-{6E8403B9-C474-4B99-9353-4E0EB3CC5CF0}" dt="2026-10-23T09:53:22.102" v="38" actId="34807"/>
          <ac:spMkLst>
            <pc:docMk/>
            <pc:sldMk cId="3761642860" sldId="4027"/>
            <ac:spMk id="21001" creationId="{7B6D216C-F948-9AD3-7271-0F4CB561FE6B}"/>
          </ac:spMkLst>
        </pc:spChg>
        <pc:spChg chg="mod">
          <ac:chgData name="" userId="" providerId="" clId="Web-{6E8403B9-C474-4B99-9353-4E0EB3CC5CF0}" dt="2026-10-23T09:53:22.102" v="38" actId="34807"/>
          <ac:spMkLst>
            <pc:docMk/>
            <pc:sldMk cId="3761642860" sldId="4027"/>
            <ac:spMk id="21043" creationId="{315AEF98-9DF3-8E6E-D8ED-92B833460F08}"/>
          </ac:spMkLst>
        </pc:spChg>
        <pc:spChg chg="mod">
          <ac:chgData name="" userId="" providerId="" clId="Web-{6E8403B9-C474-4B99-9353-4E0EB3CC5CF0}" dt="2026-10-23T09:53:22.102" v="38" actId="34807"/>
          <ac:spMkLst>
            <pc:docMk/>
            <pc:sldMk cId="3761642860" sldId="4027"/>
            <ac:spMk id="21056" creationId="{438024D9-5FB5-FAD6-9C0E-2FEC8A7D4F44}"/>
          </ac:spMkLst>
        </pc:spChg>
        <pc:spChg chg="add mod">
          <ac:chgData name="" userId="" providerId="" clId="Web-{6E8403B9-C474-4B99-9353-4E0EB3CC5CF0}" dt="2026-10-23T09:53:20.977" v="37" actId="34807"/>
          <ac:spMkLst>
            <pc:docMk/>
            <pc:sldMk cId="3761642860" sldId="4027"/>
            <ac:spMk id="21085" creationId="{D45A2A06-5BD7-5C28-66E1-CB324B32F396}"/>
          </ac:spMkLst>
        </pc:spChg>
        <pc:spChg chg="add mod">
          <ac:chgData name="" userId="" providerId="" clId="Web-{6E8403B9-C474-4B99-9353-4E0EB3CC5CF0}" dt="2026-10-23T09:53:20.977" v="37" actId="34807"/>
          <ac:spMkLst>
            <pc:docMk/>
            <pc:sldMk cId="3761642860" sldId="4027"/>
            <ac:spMk id="21101" creationId="{EAA47BB5-81F4-A599-C746-02DF3D607D4C}"/>
          </ac:spMkLst>
        </pc:spChg>
        <pc:spChg chg="add mod">
          <ac:chgData name="" userId="" providerId="" clId="Web-{6E8403B9-C474-4B99-9353-4E0EB3CC5CF0}" dt="2026-10-23T09:53:22.102" v="38" actId="34807"/>
          <ac:spMkLst>
            <pc:docMk/>
            <pc:sldMk cId="3761642860" sldId="4027"/>
            <ac:spMk id="21136" creationId="{1E10E3BB-934C-CC49-035C-60237243FBD6}"/>
          </ac:spMkLst>
        </pc:spChg>
        <pc:spChg chg="mod">
          <ac:chgData name="" userId="" providerId="" clId="Web-{6E8403B9-C474-4B99-9353-4E0EB3CC5CF0}" dt="2026-10-23T09:53:22.102" v="38" actId="34807"/>
          <ac:spMkLst>
            <pc:docMk/>
            <pc:sldMk cId="3761642860" sldId="4027"/>
            <ac:spMk id="21155" creationId="{3882D2FD-63F0-C6AF-2521-4337E1A604D3}"/>
          </ac:spMkLst>
        </pc:spChg>
        <pc:spChg chg="add mod">
          <ac:chgData name="" userId="" providerId="" clId="Web-{6E8403B9-C474-4B99-9353-4E0EB3CC5CF0}" dt="2026-10-23T09:53:20.977" v="37" actId="34807"/>
          <ac:spMkLst>
            <pc:docMk/>
            <pc:sldMk cId="3761642860" sldId="4027"/>
            <ac:spMk id="21218" creationId="{A76FF755-71B5-1BEF-7F37-3C9FA860ECD7}"/>
          </ac:spMkLst>
        </pc:spChg>
        <pc:spChg chg="add mod">
          <ac:chgData name="" userId="" providerId="" clId="Web-{6E8403B9-C474-4B99-9353-4E0EB3CC5CF0}" dt="2026-10-23T09:53:20.977" v="37" actId="34807"/>
          <ac:spMkLst>
            <pc:docMk/>
            <pc:sldMk cId="3761642860" sldId="4027"/>
            <ac:spMk id="21241" creationId="{A4A0BD5A-A7E2-32D4-1F95-ACD5EAEC10C6}"/>
          </ac:spMkLst>
        </pc:spChg>
        <pc:spChg chg="mod">
          <ac:chgData name="" userId="" providerId="" clId="Web-{6E8403B9-C474-4B99-9353-4E0EB3CC5CF0}" dt="2026-10-23T09:53:22.102" v="38" actId="34807"/>
          <ac:spMkLst>
            <pc:docMk/>
            <pc:sldMk cId="3761642860" sldId="4027"/>
            <ac:spMk id="21265" creationId="{04D8132E-726B-C7B0-2F8D-9234B67A3F29}"/>
          </ac:spMkLst>
        </pc:spChg>
        <pc:spChg chg="mod">
          <ac:chgData name="" userId="" providerId="" clId="Web-{6E8403B9-C474-4B99-9353-4E0EB3CC5CF0}" dt="2026-10-23T09:53:22.102" v="38" actId="34807"/>
          <ac:spMkLst>
            <pc:docMk/>
            <pc:sldMk cId="3761642860" sldId="4027"/>
            <ac:spMk id="21290" creationId="{10CECC5B-75B7-01AA-F736-5BD6CA1D2993}"/>
          </ac:spMkLst>
        </pc:spChg>
        <pc:spChg chg="add mod">
          <ac:chgData name="" userId="" providerId="" clId="Web-{6E8403B9-C474-4B99-9353-4E0EB3CC5CF0}" dt="2026-10-23T09:53:20.977" v="37" actId="34807"/>
          <ac:spMkLst>
            <pc:docMk/>
            <pc:sldMk cId="3761642860" sldId="4027"/>
            <ac:spMk id="21430" creationId="{6D672114-6EA8-9EF0-DE3D-711E03756CC1}"/>
          </ac:spMkLst>
        </pc:spChg>
        <pc:spChg chg="mod">
          <ac:chgData name="" userId="" providerId="" clId="Web-{6E8403B9-C474-4B99-9353-4E0EB3CC5CF0}" dt="2026-10-23T09:53:22.102" v="38" actId="34807"/>
          <ac:spMkLst>
            <pc:docMk/>
            <pc:sldMk cId="3761642860" sldId="4027"/>
            <ac:spMk id="21461" creationId="{1C42ED58-D940-DE9D-9BB2-AE1C4E4D10A3}"/>
          </ac:spMkLst>
        </pc:spChg>
        <pc:spChg chg="mod">
          <ac:chgData name="" userId="" providerId="" clId="Web-{6E8403B9-C474-4B99-9353-4E0EB3CC5CF0}" dt="2026-10-23T09:53:22.102" v="38" actId="34807"/>
          <ac:spMkLst>
            <pc:docMk/>
            <pc:sldMk cId="3761642860" sldId="4027"/>
            <ac:spMk id="21493" creationId="{9F85D5D1-05D4-9248-D001-AF353D876FFA}"/>
          </ac:spMkLst>
        </pc:spChg>
        <pc:spChg chg="add mod">
          <ac:chgData name="" userId="" providerId="" clId="Web-{6E8403B9-C474-4B99-9353-4E0EB3CC5CF0}" dt="2026-10-23T09:53:20.977" v="37" actId="34807"/>
          <ac:spMkLst>
            <pc:docMk/>
            <pc:sldMk cId="3761642860" sldId="4027"/>
            <ac:spMk id="21560" creationId="{C92C8888-DC6F-EBED-C655-FBDA92F20525}"/>
          </ac:spMkLst>
        </pc:spChg>
        <pc:spChg chg="mod">
          <ac:chgData name="" userId="" providerId="" clId="Web-{6E8403B9-C474-4B99-9353-4E0EB3CC5CF0}" dt="2026-10-23T09:53:22.102" v="38" actId="34807"/>
          <ac:spMkLst>
            <pc:docMk/>
            <pc:sldMk cId="3761642860" sldId="4027"/>
            <ac:spMk id="21595" creationId="{646B282A-7364-D81A-3A22-12DCCDFE303B}"/>
          </ac:spMkLst>
        </pc:spChg>
      </pc:sldChg>
      <pc:sldChg chg="addSp delSp modSp">
        <pc:chgData name="" userId="" providerId="" clId="Web-{6E8403B9-C474-4B99-9353-4E0EB3CC5CF0}" dt="2026-10-23T10:00:09.786" v="53" actId="34807"/>
        <pc:sldMkLst>
          <pc:docMk/>
          <pc:sldMk cId="3933574674" sldId="4246"/>
        </pc:sldMkLst>
        <pc:spChg chg="add mod">
          <ac:chgData name="" userId="" providerId="" clId="Web-{6E8403B9-C474-4B99-9353-4E0EB3CC5CF0}" dt="2026-10-23T09:45:23.605" v="9" actId="34807"/>
          <ac:spMkLst>
            <pc:docMk/>
            <pc:sldMk cId="3933574674" sldId="4246"/>
            <ac:spMk id="17075" creationId="{7413231B-0D1A-84DA-910F-5580CAFB766D}"/>
          </ac:spMkLst>
        </pc:spChg>
        <pc:spChg chg="mod">
          <ac:chgData name="" userId="" providerId="" clId="Web-{6E8403B9-C474-4B99-9353-4E0EB3CC5CF0}" dt="2026-10-23T09:45:23.605" v="9" actId="34807"/>
          <ac:spMkLst>
            <pc:docMk/>
            <pc:sldMk cId="3933574674" sldId="4246"/>
            <ac:spMk id="17078" creationId="{530EBFA5-53BB-57A2-80C0-2295AE98DF29}"/>
          </ac:spMkLst>
        </pc:spChg>
        <pc:spChg chg="add mod">
          <ac:chgData name="" userId="" providerId="" clId="Web-{6E8403B9-C474-4B99-9353-4E0EB3CC5CF0}" dt="2026-10-23T09:45:22.652" v="7" actId="34807"/>
          <ac:spMkLst>
            <pc:docMk/>
            <pc:sldMk cId="3933574674" sldId="4246"/>
            <ac:spMk id="17093" creationId="{1EAFD8D7-485F-A66A-0DD6-BB451D7CF5E8}"/>
          </ac:spMkLst>
        </pc:spChg>
        <pc:spChg chg="mod">
          <ac:chgData name="" userId="" providerId="" clId="Web-{6E8403B9-C474-4B99-9353-4E0EB3CC5CF0}" dt="2026-10-23T09:45:23.605" v="9" actId="34807"/>
          <ac:spMkLst>
            <pc:docMk/>
            <pc:sldMk cId="3933574674" sldId="4246"/>
            <ac:spMk id="17117" creationId="{7ACC2920-08EC-150D-6863-4265D7977CF3}"/>
          </ac:spMkLst>
        </pc:spChg>
        <pc:spChg chg="mod">
          <ac:chgData name="" userId="" providerId="" clId="Web-{6E8403B9-C474-4B99-9353-4E0EB3CC5CF0}" dt="2026-10-23T09:45:23.605" v="9" actId="34807"/>
          <ac:spMkLst>
            <pc:docMk/>
            <pc:sldMk cId="3933574674" sldId="4246"/>
            <ac:spMk id="17127" creationId="{E636BACD-B0A5-80C6-7BCB-F6BCAF2B90EF}"/>
          </ac:spMkLst>
        </pc:spChg>
        <pc:spChg chg="add mod">
          <ac:chgData name="" userId="" providerId="" clId="Web-{6E8403B9-C474-4B99-9353-4E0EB3CC5CF0}" dt="2026-10-23T09:45:23.605" v="9" actId="34807"/>
          <ac:spMkLst>
            <pc:docMk/>
            <pc:sldMk cId="3933574674" sldId="4246"/>
            <ac:spMk id="17150" creationId="{509F7E13-E3E6-CAE3-0766-EBF4A331A910}"/>
          </ac:spMkLst>
        </pc:spChg>
        <pc:spChg chg="add mod">
          <ac:chgData name="" userId="" providerId="" clId="Web-{6E8403B9-C474-4B99-9353-4E0EB3CC5CF0}" dt="2026-10-23T09:45:22.652" v="7" actId="34807"/>
          <ac:spMkLst>
            <pc:docMk/>
            <pc:sldMk cId="3933574674" sldId="4246"/>
            <ac:spMk id="17163" creationId="{A6F9A81E-7582-A9D4-1373-41AA90B3D4BF}"/>
          </ac:spMkLst>
        </pc:spChg>
        <pc:spChg chg="add mod">
          <ac:chgData name="" userId="" providerId="" clId="Web-{6E8403B9-C474-4B99-9353-4E0EB3CC5CF0}" dt="2026-10-23T09:45:22.652" v="7" actId="34807"/>
          <ac:spMkLst>
            <pc:docMk/>
            <pc:sldMk cId="3933574674" sldId="4246"/>
            <ac:spMk id="17177" creationId="{6DA12651-E417-CF7C-D120-4F701DD7088F}"/>
          </ac:spMkLst>
        </pc:spChg>
        <pc:spChg chg="add mod">
          <ac:chgData name="" userId="" providerId="" clId="Web-{6E8403B9-C474-4B99-9353-4E0EB3CC5CF0}" dt="2026-10-23T09:45:22.652" v="7" actId="34807"/>
          <ac:spMkLst>
            <pc:docMk/>
            <pc:sldMk cId="3933574674" sldId="4246"/>
            <ac:spMk id="17192" creationId="{DB2165C5-FDEA-8FAF-AC87-0566BDEEC749}"/>
          </ac:spMkLst>
        </pc:spChg>
        <pc:spChg chg="add mod">
          <ac:chgData name="" userId="" providerId="" clId="Web-{6E8403B9-C474-4B99-9353-4E0EB3CC5CF0}" dt="2026-10-23T09:45:23.605" v="9" actId="34807"/>
          <ac:spMkLst>
            <pc:docMk/>
            <pc:sldMk cId="3933574674" sldId="4246"/>
            <ac:spMk id="17208" creationId="{DD331B0E-86B4-F59C-2242-86EB229E31DE}"/>
          </ac:spMkLst>
        </pc:spChg>
        <pc:spChg chg="mod">
          <ac:chgData name="" userId="" providerId="" clId="Web-{6E8403B9-C474-4B99-9353-4E0EB3CC5CF0}" dt="2026-10-23T09:45:23.605" v="9" actId="34807"/>
          <ac:spMkLst>
            <pc:docMk/>
            <pc:sldMk cId="3933574674" sldId="4246"/>
            <ac:spMk id="17225" creationId="{3184E62D-9180-C88F-3DE6-34F2F31BB285}"/>
          </ac:spMkLst>
        </pc:spChg>
        <pc:spChg chg="mod">
          <ac:chgData name="" userId="" providerId="" clId="Web-{6E8403B9-C474-4B99-9353-4E0EB3CC5CF0}" dt="2026-10-23T09:45:23.605" v="9" actId="34807"/>
          <ac:spMkLst>
            <pc:docMk/>
            <pc:sldMk cId="3933574674" sldId="4246"/>
            <ac:spMk id="17262" creationId="{111E61C8-2117-97F6-3507-7CFFC77F0639}"/>
          </ac:spMkLst>
        </pc:spChg>
        <pc:spChg chg="del mod">
          <ac:chgData name="" userId="" providerId="" clId="Web-{6E8403B9-C474-4B99-9353-4E0EB3CC5CF0}" dt="2026-10-23T10:00:09.786" v="53" actId="34807"/>
          <ac:spMkLst>
            <pc:docMk/>
            <pc:sldMk cId="3933574674" sldId="4246"/>
            <ac:spMk id="17282" creationId="{D380AEE4-BED8-ACB8-88B3-8CA2EE8AC478}"/>
          </ac:spMkLst>
        </pc:spChg>
        <pc:spChg chg="add mod">
          <ac:chgData name="" userId="" providerId="" clId="Web-{6E8403B9-C474-4B99-9353-4E0EB3CC5CF0}" dt="2026-10-23T09:45:22.652" v="7" actId="34807"/>
          <ac:spMkLst>
            <pc:docMk/>
            <pc:sldMk cId="3933574674" sldId="4246"/>
            <ac:spMk id="17303" creationId="{5D309B5F-2952-2879-A69D-C7B1F4D79F6A}"/>
          </ac:spMkLst>
        </pc:spChg>
        <pc:spChg chg="add mod">
          <ac:chgData name="" userId="" providerId="" clId="Web-{6E8403B9-C474-4B99-9353-4E0EB3CC5CF0}" dt="2026-10-23T09:45:22.652" v="7" actId="34807"/>
          <ac:spMkLst>
            <pc:docMk/>
            <pc:sldMk cId="3933574674" sldId="4246"/>
            <ac:spMk id="17325" creationId="{2D77328C-31BC-A0C3-2EF8-BE86BB69A169}"/>
          </ac:spMkLst>
        </pc:spChg>
        <pc:spChg chg="del mod">
          <ac:chgData name="" userId="" providerId="" clId="Web-{6E8403B9-C474-4B99-9353-4E0EB3CC5CF0}" dt="2026-10-23T10:00:09.786" v="53" actId="34807"/>
          <ac:spMkLst>
            <pc:docMk/>
            <pc:sldMk cId="3933574674" sldId="4246"/>
            <ac:spMk id="17348" creationId="{9FF5E392-88FA-3955-14D1-6A94BEFC26F6}"/>
          </ac:spMkLst>
        </pc:spChg>
        <pc:spChg chg="add mod">
          <ac:chgData name="" userId="" providerId="" clId="Web-{6E8403B9-C474-4B99-9353-4E0EB3CC5CF0}" dt="2026-10-23T09:45:22.652" v="7" actId="34807"/>
          <ac:spMkLst>
            <pc:docMk/>
            <pc:sldMk cId="3933574674" sldId="4246"/>
            <ac:spMk id="17372" creationId="{C406FDC0-A10A-121E-DD5A-291406E824FF}"/>
          </ac:spMkLst>
        </pc:spChg>
        <pc:spChg chg="add mod">
          <ac:chgData name="" userId="" providerId="" clId="Web-{6E8403B9-C474-4B99-9353-4E0EB3CC5CF0}" dt="2026-10-23T10:00:09.005" v="52" actId="34807"/>
          <ac:spMkLst>
            <pc:docMk/>
            <pc:sldMk cId="3933574674" sldId="4246"/>
            <ac:spMk id="22433" creationId="{166C29DF-42BD-8FED-CC68-A1156FE16099}"/>
          </ac:spMkLst>
        </pc:spChg>
        <pc:spChg chg="add mod">
          <ac:chgData name="" userId="" providerId="" clId="Web-{6E8403B9-C474-4B99-9353-4E0EB3CC5CF0}" dt="2026-10-23T10:00:09.005" v="52" actId="34807"/>
          <ac:spMkLst>
            <pc:docMk/>
            <pc:sldMk cId="3933574674" sldId="4246"/>
            <ac:spMk id="22435" creationId="{594F42FF-841A-4461-4298-D7B4C6DE1789}"/>
          </ac:spMkLst>
        </pc:spChg>
      </pc:sldChg>
      <pc:sldChg chg="addSp delSp modSp">
        <pc:chgData name="" userId="" providerId="" clId="Web-{6E8403B9-C474-4B99-9353-4E0EB3CC5CF0}" dt="2026-10-23T10:00:16.083" v="55" actId="34807"/>
        <pc:sldMkLst>
          <pc:docMk/>
          <pc:sldMk cId="2931206922" sldId="4466"/>
        </pc:sldMkLst>
        <pc:spChg chg="add mod">
          <ac:chgData name="" userId="" providerId="" clId="Web-{6E8403B9-C474-4B99-9353-4E0EB3CC5CF0}" dt="2026-10-23T09:45:21.824" v="6" actId="34807"/>
          <ac:spMkLst>
            <pc:docMk/>
            <pc:sldMk cId="2931206922" sldId="4466"/>
            <ac:spMk id="16920" creationId="{FD78C37D-6DF2-0381-1D64-FF3A3A7845C6}"/>
          </ac:spMkLst>
        </pc:spChg>
        <pc:spChg chg="add mod">
          <ac:chgData name="" userId="" providerId="" clId="Web-{6E8403B9-C474-4B99-9353-4E0EB3CC5CF0}" dt="2026-10-23T09:45:23.605" v="9" actId="34807"/>
          <ac:spMkLst>
            <pc:docMk/>
            <pc:sldMk cId="2931206922" sldId="4466"/>
            <ac:spMk id="16925" creationId="{66566AEF-0154-D4C4-1272-70D39C070C52}"/>
          </ac:spMkLst>
        </pc:spChg>
        <pc:spChg chg="add mod">
          <ac:chgData name="" userId="" providerId="" clId="Web-{6E8403B9-C474-4B99-9353-4E0EB3CC5CF0}" dt="2026-10-23T09:45:23.605" v="9" actId="34807"/>
          <ac:spMkLst>
            <pc:docMk/>
            <pc:sldMk cId="2931206922" sldId="4466"/>
            <ac:spMk id="16934" creationId="{EDB8F4B6-4CBD-4D85-C984-8C6A0347146B}"/>
          </ac:spMkLst>
        </pc:spChg>
        <pc:spChg chg="add mod">
          <ac:chgData name="" userId="" providerId="" clId="Web-{6E8403B9-C474-4B99-9353-4E0EB3CC5CF0}" dt="2026-10-23T09:45:21.824" v="6" actId="34807"/>
          <ac:spMkLst>
            <pc:docMk/>
            <pc:sldMk cId="2931206922" sldId="4466"/>
            <ac:spMk id="16940" creationId="{015C4CA4-7B79-BF41-0CF2-AB10CBFEF30F}"/>
          </ac:spMkLst>
        </pc:spChg>
        <pc:spChg chg="add mod">
          <ac:chgData name="" userId="" providerId="" clId="Web-{6E8403B9-C474-4B99-9353-4E0EB3CC5CF0}" dt="2026-10-23T09:45:21.824" v="6" actId="34807"/>
          <ac:spMkLst>
            <pc:docMk/>
            <pc:sldMk cId="2931206922" sldId="4466"/>
            <ac:spMk id="16947" creationId="{2232715D-6FB0-1F85-8F62-13CA2E5124FD}"/>
          </ac:spMkLst>
        </pc:spChg>
        <pc:spChg chg="add del mod">
          <ac:chgData name="" userId="" providerId="" clId="Web-{6E8403B9-C474-4B99-9353-4E0EB3CC5CF0}" dt="2026-10-23T10:00:16.083" v="55" actId="34807"/>
          <ac:spMkLst>
            <pc:docMk/>
            <pc:sldMk cId="2931206922" sldId="4466"/>
            <ac:spMk id="16955" creationId="{F937ED10-9AD1-2AF6-27E7-704E7D07984B}"/>
          </ac:spMkLst>
        </pc:spChg>
        <pc:spChg chg="del mod">
          <ac:chgData name="" userId="" providerId="" clId="Web-{6E8403B9-C474-4B99-9353-4E0EB3CC5CF0}" dt="2026-10-23T10:00:16.083" v="55" actId="34807"/>
          <ac:spMkLst>
            <pc:docMk/>
            <pc:sldMk cId="2931206922" sldId="4466"/>
            <ac:spMk id="16964" creationId="{80FF1108-4280-F612-D42D-8D0CA78C0287}"/>
          </ac:spMkLst>
        </pc:spChg>
        <pc:spChg chg="del">
          <ac:chgData name="" userId="" providerId="" clId="Web-{6E8403B9-C474-4B99-9353-4E0EB3CC5CF0}" dt="2026-10-23T10:00:16.083" v="55" actId="34807"/>
          <ac:spMkLst>
            <pc:docMk/>
            <pc:sldMk cId="2931206922" sldId="4466"/>
            <ac:spMk id="16974" creationId="{31A2F47F-AD0A-AB42-633C-80CF71176B9E}"/>
          </ac:spMkLst>
        </pc:spChg>
        <pc:spChg chg="add del mod">
          <ac:chgData name="" userId="" providerId="" clId="Web-{6E8403B9-C474-4B99-9353-4E0EB3CC5CF0}" dt="2026-10-23T10:00:16.083" v="55" actId="34807"/>
          <ac:spMkLst>
            <pc:docMk/>
            <pc:sldMk cId="2931206922" sldId="4466"/>
            <ac:spMk id="16985" creationId="{874C031A-83DE-7B17-CB50-1F9806E7276A}"/>
          </ac:spMkLst>
        </pc:spChg>
        <pc:spChg chg="add del mod">
          <ac:chgData name="" userId="" providerId="" clId="Web-{6E8403B9-C474-4B99-9353-4E0EB3CC5CF0}" dt="2026-10-23T10:00:16.083" v="55" actId="34807"/>
          <ac:spMkLst>
            <pc:docMk/>
            <pc:sldMk cId="2931206922" sldId="4466"/>
            <ac:spMk id="16997" creationId="{8EB4EF55-0893-D298-02A9-830D1C04F3A9}"/>
          </ac:spMkLst>
        </pc:spChg>
        <pc:spChg chg="del mod">
          <ac:chgData name="" userId="" providerId="" clId="Web-{6E8403B9-C474-4B99-9353-4E0EB3CC5CF0}" dt="2026-10-23T10:00:16.083" v="55" actId="34807"/>
          <ac:spMkLst>
            <pc:docMk/>
            <pc:sldMk cId="2931206922" sldId="4466"/>
            <ac:spMk id="17010" creationId="{516AA494-6E9D-D628-8D20-B2AD55A9B69C}"/>
          </ac:spMkLst>
        </pc:spChg>
        <pc:spChg chg="add mod">
          <ac:chgData name="" userId="" providerId="" clId="Web-{6E8403B9-C474-4B99-9353-4E0EB3CC5CF0}" dt="2026-10-23T09:45:23.605" v="9" actId="34807"/>
          <ac:spMkLst>
            <pc:docMk/>
            <pc:sldMk cId="2931206922" sldId="4466"/>
            <ac:spMk id="17039" creationId="{6B2037E2-60E3-E482-C655-8F966423E61E}"/>
          </ac:spMkLst>
        </pc:spChg>
        <pc:spChg chg="add mod">
          <ac:chgData name="" userId="" providerId="" clId="Web-{6E8403B9-C474-4B99-9353-4E0EB3CC5CF0}" dt="2026-10-23T09:45:23.605" v="9" actId="34807"/>
          <ac:spMkLst>
            <pc:docMk/>
            <pc:sldMk cId="2931206922" sldId="4466"/>
            <ac:spMk id="17055" creationId="{BE02502F-EE02-9EB0-496A-D4583962E012}"/>
          </ac:spMkLst>
        </pc:spChg>
        <pc:spChg chg="add mod">
          <ac:chgData name="" userId="" providerId="" clId="Web-{6E8403B9-C474-4B99-9353-4E0EB3CC5CF0}" dt="2026-10-23T10:00:15.239" v="54" actId="34807"/>
          <ac:spMkLst>
            <pc:docMk/>
            <pc:sldMk cId="2931206922" sldId="4466"/>
            <ac:spMk id="22436" creationId="{15339C36-BB05-B47F-E1E7-AA3CABD0FAFB}"/>
          </ac:spMkLst>
        </pc:spChg>
        <pc:spChg chg="add mod">
          <ac:chgData name="" userId="" providerId="" clId="Web-{6E8403B9-C474-4B99-9353-4E0EB3CC5CF0}" dt="2026-10-23T10:00:15.239" v="54" actId="34807"/>
          <ac:spMkLst>
            <pc:docMk/>
            <pc:sldMk cId="2931206922" sldId="4466"/>
            <ac:spMk id="22438" creationId="{A206B548-A6E8-6B38-88CA-01F24C02E0BE}"/>
          </ac:spMkLst>
        </pc:spChg>
        <pc:spChg chg="add mod">
          <ac:chgData name="" userId="" providerId="" clId="Web-{6E8403B9-C474-4B99-9353-4E0EB3CC5CF0}" dt="2026-10-23T10:00:15.239" v="54" actId="34807"/>
          <ac:spMkLst>
            <pc:docMk/>
            <pc:sldMk cId="2931206922" sldId="4466"/>
            <ac:spMk id="22441" creationId="{D7A6BD57-66E0-5055-1922-727CA8FDCB12}"/>
          </ac:spMkLst>
        </pc:spChg>
      </pc:sldChg>
      <pc:sldChg chg="addSp delSp modSp">
        <pc:chgData name="" userId="" providerId="" clId="Web-{6E8403B9-C474-4B99-9353-4E0EB3CC5CF0}" dt="2026-10-23T10:00:24.364" v="57" actId="34807"/>
        <pc:sldMkLst>
          <pc:docMk/>
          <pc:sldMk cId="444193156" sldId="4687"/>
        </pc:sldMkLst>
        <pc:spChg chg="add del mod">
          <ac:chgData name="" userId="" providerId="" clId="Web-{6E8403B9-C474-4B99-9353-4E0EB3CC5CF0}" dt="2026-10-23T10:00:24.364" v="57" actId="34807"/>
          <ac:spMkLst>
            <pc:docMk/>
            <pc:sldMk cId="444193156" sldId="4687"/>
            <ac:spMk id="16269" creationId="{7DD70170-7E23-4E41-FD7F-3047D6FA4B1C}"/>
          </ac:spMkLst>
        </pc:spChg>
        <pc:spChg chg="add del mod">
          <ac:chgData name="" userId="" providerId="" clId="Web-{6E8403B9-C474-4B99-9353-4E0EB3CC5CF0}" dt="2026-10-23T10:00:24.364" v="57" actId="34807"/>
          <ac:spMkLst>
            <pc:docMk/>
            <pc:sldMk cId="444193156" sldId="4687"/>
            <ac:spMk id="16271" creationId="{C72CFDD1-C79B-92CF-1CDF-97FE57C1CC30}"/>
          </ac:spMkLst>
        </pc:spChg>
        <pc:spChg chg="add del mod">
          <ac:chgData name="" userId="" providerId="" clId="Web-{6E8403B9-C474-4B99-9353-4E0EB3CC5CF0}" dt="2026-10-23T10:00:24.364" v="57" actId="34807"/>
          <ac:spMkLst>
            <pc:docMk/>
            <pc:sldMk cId="444193156" sldId="4687"/>
            <ac:spMk id="16274" creationId="{00479B3A-A4C2-B045-26B1-72FD8826987A}"/>
          </ac:spMkLst>
        </pc:spChg>
        <pc:spChg chg="add del mod">
          <ac:chgData name="" userId="" providerId="" clId="Web-{6E8403B9-C474-4B99-9353-4E0EB3CC5CF0}" dt="2026-10-23T10:00:24.364" v="57" actId="34807"/>
          <ac:spMkLst>
            <pc:docMk/>
            <pc:sldMk cId="444193156" sldId="4687"/>
            <ac:spMk id="16278" creationId="{C2F5031B-8DDE-A4DD-2254-B6A9654E386F}"/>
          </ac:spMkLst>
        </pc:spChg>
        <pc:spChg chg="add del mod">
          <ac:chgData name="" userId="" providerId="" clId="Web-{6E8403B9-C474-4B99-9353-4E0EB3CC5CF0}" dt="2026-10-23T10:00:24.364" v="57" actId="34807"/>
          <ac:spMkLst>
            <pc:docMk/>
            <pc:sldMk cId="444193156" sldId="4687"/>
            <ac:spMk id="16283" creationId="{7629FBAD-09F1-559A-B072-7CF167AD4B45}"/>
          </ac:spMkLst>
        </pc:spChg>
        <pc:spChg chg="add mod">
          <ac:chgData name="" userId="" providerId="" clId="Web-{6E8403B9-C474-4B99-9353-4E0EB3CC5CF0}" dt="2026-10-23T10:00:23.599" v="56" actId="34807"/>
          <ac:spMkLst>
            <pc:docMk/>
            <pc:sldMk cId="444193156" sldId="4687"/>
            <ac:spMk id="22442" creationId="{36B674EB-6A4A-8970-3CDF-0382A19DF0A3}"/>
          </ac:spMkLst>
        </pc:spChg>
        <pc:spChg chg="add mod">
          <ac:chgData name="" userId="" providerId="" clId="Web-{6E8403B9-C474-4B99-9353-4E0EB3CC5CF0}" dt="2026-10-23T10:00:23.599" v="56" actId="34807"/>
          <ac:spMkLst>
            <pc:docMk/>
            <pc:sldMk cId="444193156" sldId="4687"/>
            <ac:spMk id="22444" creationId="{142CBE3E-5513-D4C9-415A-24CF9E21C853}"/>
          </ac:spMkLst>
        </pc:spChg>
        <pc:spChg chg="add mod">
          <ac:chgData name="" userId="" providerId="" clId="Web-{6E8403B9-C474-4B99-9353-4E0EB3CC5CF0}" dt="2026-10-23T10:00:23.599" v="56" actId="34807"/>
          <ac:spMkLst>
            <pc:docMk/>
            <pc:sldMk cId="444193156" sldId="4687"/>
            <ac:spMk id="22447" creationId="{7C6ECD59-914B-980C-02C3-5C139114260A}"/>
          </ac:spMkLst>
        </pc:spChg>
        <pc:spChg chg="add mod">
          <ac:chgData name="" userId="" providerId="" clId="Web-{6E8403B9-C474-4B99-9353-4E0EB3CC5CF0}" dt="2026-10-23T10:00:23.599" v="56" actId="34807"/>
          <ac:spMkLst>
            <pc:docMk/>
            <pc:sldMk cId="444193156" sldId="4687"/>
            <ac:spMk id="22451" creationId="{BF2D5AA6-234B-E05A-0158-DBB8832EC163}"/>
          </ac:spMkLst>
        </pc:spChg>
        <pc:spChg chg="add mod">
          <ac:chgData name="" userId="" providerId="" clId="Web-{6E8403B9-C474-4B99-9353-4E0EB3CC5CF0}" dt="2026-10-23T10:00:23.599" v="56" actId="34807"/>
          <ac:spMkLst>
            <pc:docMk/>
            <pc:sldMk cId="444193156" sldId="4687"/>
            <ac:spMk id="22456" creationId="{47CDB1E0-AA85-3C81-6DF0-B8DDD5B51995}"/>
          </ac:spMkLst>
        </pc:spChg>
        <pc:spChg chg="add mod">
          <ac:chgData name="" userId="" providerId="" clId="Web-{6E8403B9-C474-4B99-9353-4E0EB3CC5CF0}" dt="2026-10-23T10:00:23.599" v="56" actId="34807"/>
          <ac:spMkLst>
            <pc:docMk/>
            <pc:sldMk cId="444193156" sldId="4687"/>
            <ac:spMk id="22463" creationId="{05674F84-5FAF-5F30-7AE2-8E74B8E2F5C2}"/>
          </ac:spMkLst>
        </pc:spChg>
        <pc:spChg chg="add mod">
          <ac:chgData name="" userId="" providerId="" clId="Web-{6E8403B9-C474-4B99-9353-4E0EB3CC5CF0}" dt="2026-10-23T10:00:23.599" v="56" actId="34807"/>
          <ac:spMkLst>
            <pc:docMk/>
            <pc:sldMk cId="444193156" sldId="4687"/>
            <ac:spMk id="22471" creationId="{4FCE70D2-145D-CFED-3930-99657E911674}"/>
          </ac:spMkLst>
        </pc:spChg>
        <pc:graphicFrameChg chg="add del mod">
          <ac:chgData name="" userId="" providerId="" clId="Web-{6E8403B9-C474-4B99-9353-4E0EB3CC5CF0}" dt="2026-10-23T10:00:24.364" v="57" actId="34807"/>
          <ac:graphicFrameMkLst>
            <pc:docMk/>
            <pc:sldMk cId="444193156" sldId="4687"/>
            <ac:graphicFrameMk id="8" creationId="{2DB63EF5-6E19-4142-83DA-4A8AA15BCB9B}"/>
          </ac:graphicFrameMkLst>
        </pc:graphicFrameChg>
        <pc:graphicFrameChg chg="add mod">
          <ac:chgData name="" userId="" providerId="" clId="Web-{6E8403B9-C474-4B99-9353-4E0EB3CC5CF0}" dt="2026-10-23T10:00:23.599" v="56" actId="34807"/>
          <ac:graphicFrameMkLst>
            <pc:docMk/>
            <pc:sldMk cId="444193156" sldId="4687"/>
            <ac:graphicFrameMk id="11" creationId="{2A44A6ED-F93E-4C88-A3A7-E356AA78279F}"/>
          </ac:graphicFrameMkLst>
        </pc:graphicFrameChg>
      </pc:sldChg>
      <pc:sldChg chg="addSp modSp">
        <pc:chgData name="" userId="" providerId="" clId="Web-{6E8403B9-C474-4B99-9353-4E0EB3CC5CF0}" dt="2026-10-23T10:00:31.974" v="59" actId="34807"/>
        <pc:sldMkLst>
          <pc:docMk/>
          <pc:sldMk cId="18801219" sldId="4909"/>
        </pc:sldMkLst>
        <pc:spChg chg="add mod">
          <ac:chgData name="" userId="" providerId="" clId="Web-{6E8403B9-C474-4B99-9353-4E0EB3CC5CF0}" dt="2026-10-23T10:00:31.239" v="58" actId="34807"/>
          <ac:spMkLst>
            <pc:docMk/>
            <pc:sldMk cId="18801219" sldId="4909"/>
            <ac:spMk id="22472" creationId="{27175658-3919-890A-A660-1F6FA2760E85}"/>
          </ac:spMkLst>
        </pc:spChg>
        <pc:spChg chg="add mod">
          <ac:chgData name="" userId="" providerId="" clId="Web-{6E8403B9-C474-4B99-9353-4E0EB3CC5CF0}" dt="2026-10-23T10:00:31.239" v="58" actId="34807"/>
          <ac:spMkLst>
            <pc:docMk/>
            <pc:sldMk cId="18801219" sldId="4909"/>
            <ac:spMk id="22474" creationId="{212AC7AF-3471-4534-D59B-7FF331F5B6EF}"/>
          </ac:spMkLst>
        </pc:spChg>
        <pc:spChg chg="add mod">
          <ac:chgData name="" userId="" providerId="" clId="Web-{6E8403B9-C474-4B99-9353-4E0EB3CC5CF0}" dt="2026-10-23T10:00:31.239" v="58" actId="34807"/>
          <ac:spMkLst>
            <pc:docMk/>
            <pc:sldMk cId="18801219" sldId="4909"/>
            <ac:spMk id="22477" creationId="{515C7044-5C3E-36C8-7EC8-F0DAD040E061}"/>
          </ac:spMkLst>
        </pc:spChg>
        <pc:spChg chg="add mod">
          <ac:chgData name="" userId="" providerId="" clId="Web-{6E8403B9-C474-4B99-9353-4E0EB3CC5CF0}" dt="2026-10-23T10:00:31.239" v="58" actId="34807"/>
          <ac:spMkLst>
            <pc:docMk/>
            <pc:sldMk cId="18801219" sldId="4909"/>
            <ac:spMk id="22481" creationId="{F552AF7E-E572-48AE-8086-A7D5E04ABC78}"/>
          </ac:spMkLst>
        </pc:spChg>
        <pc:spChg chg="add mod">
          <ac:chgData name="" userId="" providerId="" clId="Web-{6E8403B9-C474-4B99-9353-4E0EB3CC5CF0}" dt="2026-10-23T10:00:31.239" v="58" actId="34807"/>
          <ac:spMkLst>
            <pc:docMk/>
            <pc:sldMk cId="18801219" sldId="4909"/>
            <ac:spMk id="22486" creationId="{74298CC0-8C55-B4D0-84C7-30B29935CF05}"/>
          </ac:spMkLst>
        </pc:spChg>
        <pc:spChg chg="mod">
          <ac:chgData name="" userId="" providerId="" clId="Web-{6E8403B9-C474-4B99-9353-4E0EB3CC5CF0}" dt="2026-10-23T10:00:31.974" v="59" actId="34807"/>
          <ac:spMkLst>
            <pc:docMk/>
            <pc:sldMk cId="18801219" sldId="4909"/>
            <ac:spMk id="22492" creationId="{40262515-DFF9-AEB0-1B21-5835A3950793}"/>
          </ac:spMkLst>
        </pc:spChg>
        <pc:spChg chg="add mod">
          <ac:chgData name="" userId="" providerId="" clId="Web-{6E8403B9-C474-4B99-9353-4E0EB3CC5CF0}" dt="2026-10-23T10:00:31.239" v="58" actId="34807"/>
          <ac:spMkLst>
            <pc:docMk/>
            <pc:sldMk cId="18801219" sldId="4909"/>
            <ac:spMk id="22499" creationId="{856163AE-E434-3CA8-E330-8162834C7CE0}"/>
          </ac:spMkLst>
        </pc:spChg>
        <pc:spChg chg="add mod">
          <ac:chgData name="" userId="" providerId="" clId="Web-{6E8403B9-C474-4B99-9353-4E0EB3CC5CF0}" dt="2026-10-23T10:00:31.974" v="59" actId="34807"/>
          <ac:spMkLst>
            <pc:docMk/>
            <pc:sldMk cId="18801219" sldId="4909"/>
            <ac:spMk id="22507" creationId="{A903BBE9-45B8-9F48-7F74-3F8343999FA2}"/>
          </ac:spMkLst>
        </pc:spChg>
        <pc:spChg chg="add mod">
          <ac:chgData name="" userId="" providerId="" clId="Web-{6E8403B9-C474-4B99-9353-4E0EB3CC5CF0}" dt="2026-10-23T10:00:31.239" v="58" actId="34807"/>
          <ac:spMkLst>
            <pc:docMk/>
            <pc:sldMk cId="18801219" sldId="4909"/>
            <ac:spMk id="22517" creationId="{1EFF6459-9D9F-A53D-ADE7-7F63F13DB4EC}"/>
          </ac:spMkLst>
        </pc:spChg>
        <pc:spChg chg="add mod">
          <ac:chgData name="" userId="" providerId="" clId="Web-{6E8403B9-C474-4B99-9353-4E0EB3CC5CF0}" dt="2026-10-23T10:00:31.239" v="58" actId="34807"/>
          <ac:spMkLst>
            <pc:docMk/>
            <pc:sldMk cId="18801219" sldId="4909"/>
            <ac:spMk id="22528" creationId="{CDD3CB36-CC26-5BBE-1EB8-AF2BFD6964C5}"/>
          </ac:spMkLst>
        </pc:spChg>
        <pc:spChg chg="add mod">
          <ac:chgData name="" userId="" providerId="" clId="Web-{6E8403B9-C474-4B99-9353-4E0EB3CC5CF0}" dt="2026-10-23T10:00:31.239" v="58" actId="34807"/>
          <ac:spMkLst>
            <pc:docMk/>
            <pc:sldMk cId="18801219" sldId="4909"/>
            <ac:spMk id="22540" creationId="{F1249BA4-DF0D-7B43-6E9D-DC013D517344}"/>
          </ac:spMkLst>
        </pc:spChg>
      </pc:sldChg>
      <pc:sldChg chg="addSp modSp">
        <pc:chgData name="" userId="" providerId="" clId="Web-{6E8403B9-C474-4B99-9353-4E0EB3CC5CF0}" dt="2026-10-23T10:00:41.114" v="60" actId="34807"/>
        <pc:sldMkLst>
          <pc:docMk/>
          <pc:sldMk cId="1994120710" sldId="5132"/>
        </pc:sldMkLst>
        <pc:spChg chg="add mod">
          <ac:chgData name="" userId="" providerId="" clId="Web-{6E8403B9-C474-4B99-9353-4E0EB3CC5CF0}" dt="2026-10-23T10:00:41.114" v="60" actId="34807"/>
          <ac:spMkLst>
            <pc:docMk/>
            <pc:sldMk cId="1994120710" sldId="5132"/>
            <ac:spMk id="22541" creationId="{72627532-1161-36DC-D7E4-EA4EC120F428}"/>
          </ac:spMkLst>
        </pc:spChg>
        <pc:spChg chg="add mod">
          <ac:chgData name="" userId="" providerId="" clId="Web-{6E8403B9-C474-4B99-9353-4E0EB3CC5CF0}" dt="2026-10-23T10:00:41.114" v="60" actId="34807"/>
          <ac:spMkLst>
            <pc:docMk/>
            <pc:sldMk cId="1994120710" sldId="5132"/>
            <ac:spMk id="22543" creationId="{16831651-A46C-C4E1-2531-20DC5500CE5A}"/>
          </ac:spMkLst>
        </pc:spChg>
        <pc:spChg chg="add mod">
          <ac:chgData name="" userId="" providerId="" clId="Web-{6E8403B9-C474-4B99-9353-4E0EB3CC5CF0}" dt="2026-10-23T10:00:41.114" v="60" actId="34807"/>
          <ac:spMkLst>
            <pc:docMk/>
            <pc:sldMk cId="1994120710" sldId="5132"/>
            <ac:spMk id="22546" creationId="{DF755256-A8D0-F73B-4478-5D98A71300C6}"/>
          </ac:spMkLst>
        </pc:spChg>
        <pc:spChg chg="add mod">
          <ac:chgData name="" userId="" providerId="" clId="Web-{6E8403B9-C474-4B99-9353-4E0EB3CC5CF0}" dt="2026-10-23T10:00:41.114" v="60" actId="34807"/>
          <ac:spMkLst>
            <pc:docMk/>
            <pc:sldMk cId="1994120710" sldId="5132"/>
            <ac:spMk id="22551" creationId="{27AA305F-4B63-2059-26E5-6E28B0DDBE38}"/>
          </ac:spMkLst>
        </pc:spChg>
        <pc:spChg chg="add mod">
          <ac:chgData name="" userId="" providerId="" clId="Web-{6E8403B9-C474-4B99-9353-4E0EB3CC5CF0}" dt="2026-10-23T10:00:41.114" v="60" actId="34807"/>
          <ac:spMkLst>
            <pc:docMk/>
            <pc:sldMk cId="1994120710" sldId="5132"/>
            <ac:spMk id="22557" creationId="{9752444A-8AAD-892E-F49E-C1878764E508}"/>
          </ac:spMkLst>
        </pc:spChg>
        <pc:graphicFrameChg chg="add mod">
          <ac:chgData name="" userId="" providerId="" clId="Web-{6E8403B9-C474-4B99-9353-4E0EB3CC5CF0}" dt="2026-10-23T10:00:41.114" v="60" actId="34807"/>
          <ac:graphicFrameMkLst>
            <pc:docMk/>
            <pc:sldMk cId="1994120710" sldId="5132"/>
            <ac:graphicFrameMk id="8" creationId="{7F56379E-718D-4E16-8B19-52588F825E24}"/>
          </ac:graphicFrameMkLst>
        </pc:graphicFrameChg>
      </pc:sldChg>
      <pc:sldChg chg="addSp modSp">
        <pc:chgData name="" userId="" providerId="" clId="Web-{6E8403B9-C474-4B99-9353-4E0EB3CC5CF0}" dt="2026-10-23T10:00:50.271" v="67" actId="34807"/>
        <pc:sldMkLst>
          <pc:docMk/>
          <pc:sldMk cId="2759033825" sldId="5356"/>
        </pc:sldMkLst>
        <pc:spChg chg="add mod">
          <ac:chgData name="" userId="" providerId="" clId="Web-{6E8403B9-C474-4B99-9353-4E0EB3CC5CF0}" dt="2026-10-23T10:00:49.474" v="66" actId="34807"/>
          <ac:spMkLst>
            <pc:docMk/>
            <pc:sldMk cId="2759033825" sldId="5356"/>
            <ac:spMk id="22565" creationId="{4A3FDDE7-1A68-9E1F-0090-5F6B7A638E42}"/>
          </ac:spMkLst>
        </pc:spChg>
        <pc:spChg chg="mod">
          <ac:chgData name="" userId="" providerId="" clId="Web-{6E8403B9-C474-4B99-9353-4E0EB3CC5CF0}" dt="2026-10-23T10:00:50.271" v="67" actId="34807"/>
          <ac:spMkLst>
            <pc:docMk/>
            <pc:sldMk cId="2759033825" sldId="5356"/>
            <ac:spMk id="22567" creationId="{36F52C3D-47B1-D3F6-30FF-3D9EFC26727D}"/>
          </ac:spMkLst>
        </pc:spChg>
        <pc:spChg chg="mod">
          <ac:chgData name="" userId="" providerId="" clId="Web-{6E8403B9-C474-4B99-9353-4E0EB3CC5CF0}" dt="2026-10-23T10:00:50.271" v="67" actId="34807"/>
          <ac:spMkLst>
            <pc:docMk/>
            <pc:sldMk cId="2759033825" sldId="5356"/>
            <ac:spMk id="22570" creationId="{2CBF20A9-9DEC-BA93-C8A1-4493B2E88143}"/>
          </ac:spMkLst>
        </pc:spChg>
        <pc:spChg chg="add mod">
          <ac:chgData name="" userId="" providerId="" clId="Web-{6E8403B9-C474-4B99-9353-4E0EB3CC5CF0}" dt="2026-10-23T10:00:49.474" v="66" actId="34807"/>
          <ac:spMkLst>
            <pc:docMk/>
            <pc:sldMk cId="2759033825" sldId="5356"/>
            <ac:spMk id="22574" creationId="{19470EBF-3C56-C17F-2CA6-382A72E29413}"/>
          </ac:spMkLst>
        </pc:spChg>
        <pc:spChg chg="mod">
          <ac:chgData name="" userId="" providerId="" clId="Web-{6E8403B9-C474-4B99-9353-4E0EB3CC5CF0}" dt="2026-10-23T10:00:50.271" v="67" actId="34807"/>
          <ac:spMkLst>
            <pc:docMk/>
            <pc:sldMk cId="2759033825" sldId="5356"/>
            <ac:spMk id="22579" creationId="{BF21CFF6-EC25-8D92-3AE9-7BCA22E0A20C}"/>
          </ac:spMkLst>
        </pc:spChg>
        <pc:spChg chg="mod">
          <ac:chgData name="" userId="" providerId="" clId="Web-{6E8403B9-C474-4B99-9353-4E0EB3CC5CF0}" dt="2026-10-23T10:00:50.271" v="67" actId="34807"/>
          <ac:spMkLst>
            <pc:docMk/>
            <pc:sldMk cId="2759033825" sldId="5356"/>
            <ac:spMk id="22585" creationId="{F9DF2783-BA15-D289-6518-E2BB8DA48F03}"/>
          </ac:spMkLst>
        </pc:spChg>
        <pc:spChg chg="add mod">
          <ac:chgData name="" userId="" providerId="" clId="Web-{6E8403B9-C474-4B99-9353-4E0EB3CC5CF0}" dt="2026-10-23T10:00:50.271" v="67" actId="34807"/>
          <ac:spMkLst>
            <pc:docMk/>
            <pc:sldMk cId="2759033825" sldId="5356"/>
            <ac:spMk id="22600" creationId="{450B94D9-1671-AF71-674D-7F4E3D37F549}"/>
          </ac:spMkLst>
        </pc:spChg>
        <pc:spChg chg="mod">
          <ac:chgData name="" userId="" providerId="" clId="Web-{6E8403B9-C474-4B99-9353-4E0EB3CC5CF0}" dt="2026-10-23T10:00:50.271" v="67" actId="34807"/>
          <ac:spMkLst>
            <pc:docMk/>
            <pc:sldMk cId="2759033825" sldId="5356"/>
            <ac:spMk id="22609" creationId="{AF8A918A-F0D0-2E9D-CD45-42E2D703B620}"/>
          </ac:spMkLst>
        </pc:spChg>
        <pc:spChg chg="add mod">
          <ac:chgData name="" userId="" providerId="" clId="Web-{6E8403B9-C474-4B99-9353-4E0EB3CC5CF0}" dt="2026-10-23T10:00:49.474" v="66" actId="34807"/>
          <ac:spMkLst>
            <pc:docMk/>
            <pc:sldMk cId="2759033825" sldId="5356"/>
            <ac:spMk id="22619" creationId="{511B8EAD-12CD-7373-0344-B915437F1631}"/>
          </ac:spMkLst>
        </pc:spChg>
        <pc:spChg chg="add mod">
          <ac:chgData name="" userId="" providerId="" clId="Web-{6E8403B9-C474-4B99-9353-4E0EB3CC5CF0}" dt="2026-10-23T10:00:50.271" v="67" actId="34807"/>
          <ac:spMkLst>
            <pc:docMk/>
            <pc:sldMk cId="2759033825" sldId="5356"/>
            <ac:spMk id="22630" creationId="{1AD0F606-F0A4-CA83-27C8-229C28F23817}"/>
          </ac:spMkLst>
        </pc:spChg>
        <pc:spChg chg="mod">
          <ac:chgData name="" userId="" providerId="" clId="Web-{6E8403B9-C474-4B99-9353-4E0EB3CC5CF0}" dt="2026-10-23T10:00:50.271" v="67" actId="34807"/>
          <ac:spMkLst>
            <pc:docMk/>
            <pc:sldMk cId="2759033825" sldId="5356"/>
            <ac:spMk id="22642" creationId="{203B336D-FFD8-A3D2-2012-3F93965AC647}"/>
          </ac:spMkLst>
        </pc:spChg>
        <pc:spChg chg="add mod">
          <ac:chgData name="" userId="" providerId="" clId="Web-{6E8403B9-C474-4B99-9353-4E0EB3CC5CF0}" dt="2026-10-23T10:00:49.474" v="66" actId="34807"/>
          <ac:spMkLst>
            <pc:docMk/>
            <pc:sldMk cId="2759033825" sldId="5356"/>
            <ac:spMk id="22655" creationId="{70D42058-8349-A2CA-C996-5AA290AF0AE4}"/>
          </ac:spMkLst>
        </pc:spChg>
        <pc:spChg chg="add mod">
          <ac:chgData name="" userId="" providerId="" clId="Web-{6E8403B9-C474-4B99-9353-4E0EB3CC5CF0}" dt="2026-10-23T10:00:49.474" v="66" actId="34807"/>
          <ac:spMkLst>
            <pc:docMk/>
            <pc:sldMk cId="2759033825" sldId="5356"/>
            <ac:spMk id="22669" creationId="{3EAEFA81-3ADA-478C-ECD3-CCD707EC497B}"/>
          </ac:spMkLst>
        </pc:spChg>
        <pc:spChg chg="add mod">
          <ac:chgData name="" userId="" providerId="" clId="Web-{6E8403B9-C474-4B99-9353-4E0EB3CC5CF0}" dt="2026-10-23T10:00:49.474" v="66" actId="34807"/>
          <ac:spMkLst>
            <pc:docMk/>
            <pc:sldMk cId="2759033825" sldId="5356"/>
            <ac:spMk id="22700" creationId="{F2B362E3-5208-562E-AEFD-EB3D5896CD08}"/>
          </ac:spMkLst>
        </pc:spChg>
        <pc:spChg chg="add mod">
          <ac:chgData name="" userId="" providerId="" clId="Web-{6E8403B9-C474-4B99-9353-4E0EB3CC5CF0}" dt="2026-10-23T10:00:49.474" v="66" actId="34807"/>
          <ac:spMkLst>
            <pc:docMk/>
            <pc:sldMk cId="2759033825" sldId="5356"/>
            <ac:spMk id="22735" creationId="{92FA0C26-AF36-AFC1-C093-B2FC03214F3E}"/>
          </ac:spMkLst>
        </pc:spChg>
        <pc:spChg chg="add mod">
          <ac:chgData name="" userId="" providerId="" clId="Web-{6E8403B9-C474-4B99-9353-4E0EB3CC5CF0}" dt="2026-10-23T10:00:49.474" v="66" actId="34807"/>
          <ac:spMkLst>
            <pc:docMk/>
            <pc:sldMk cId="2759033825" sldId="5356"/>
            <ac:spMk id="22817" creationId="{1A48C602-7F26-ED7D-896E-F692A1106F01}"/>
          </ac:spMkLst>
        </pc:spChg>
      </pc:sldChg>
      <pc:sldChg chg="addSp modSp">
        <pc:chgData name="" userId="" providerId="" clId="Web-{6E8403B9-C474-4B99-9353-4E0EB3CC5CF0}" dt="2026-10-23T10:00:57.255" v="69" actId="34807"/>
        <pc:sldMkLst>
          <pc:docMk/>
          <pc:sldMk cId="3209468076" sldId="5581"/>
        </pc:sldMkLst>
        <pc:spChg chg="add mod">
          <ac:chgData name="" userId="" providerId="" clId="Web-{6E8403B9-C474-4B99-9353-4E0EB3CC5CF0}" dt="2026-10-23T10:00:56.396" v="68" actId="34807"/>
          <ac:spMkLst>
            <pc:docMk/>
            <pc:sldMk cId="3209468076" sldId="5581"/>
            <ac:spMk id="22865" creationId="{383C4F8C-6E59-98EF-633F-AC7A0771B0A7}"/>
          </ac:spMkLst>
        </pc:spChg>
        <pc:spChg chg="add mod">
          <ac:chgData name="" userId="" providerId="" clId="Web-{6E8403B9-C474-4B99-9353-4E0EB3CC5CF0}" dt="2026-10-23T10:00:56.396" v="68" actId="34807"/>
          <ac:spMkLst>
            <pc:docMk/>
            <pc:sldMk cId="3209468076" sldId="5581"/>
            <ac:spMk id="22867" creationId="{5BF529F9-AC04-320B-41F1-B5D3356AF1A7}"/>
          </ac:spMkLst>
        </pc:spChg>
        <pc:spChg chg="mod">
          <ac:chgData name="" userId="" providerId="" clId="Web-{6E8403B9-C474-4B99-9353-4E0EB3CC5CF0}" dt="2026-10-23T10:00:57.255" v="69" actId="34807"/>
          <ac:spMkLst>
            <pc:docMk/>
            <pc:sldMk cId="3209468076" sldId="5581"/>
            <ac:spMk id="22879" creationId="{F3AFC0D5-B241-1500-692A-EB4872E99381}"/>
          </ac:spMkLst>
        </pc:spChg>
        <pc:spChg chg="mod">
          <ac:chgData name="" userId="" providerId="" clId="Web-{6E8403B9-C474-4B99-9353-4E0EB3CC5CF0}" dt="2026-10-23T10:00:57.255" v="69" actId="34807"/>
          <ac:spMkLst>
            <pc:docMk/>
            <pc:sldMk cId="3209468076" sldId="5581"/>
            <ac:spMk id="22900" creationId="{86905FC6-89EC-48AB-ED6E-806CE5426E89}"/>
          </ac:spMkLst>
        </pc:spChg>
        <pc:spChg chg="add mod">
          <ac:chgData name="" userId="" providerId="" clId="Web-{6E8403B9-C474-4B99-9353-4E0EB3CC5CF0}" dt="2026-10-23T10:00:56.396" v="68" actId="34807"/>
          <ac:spMkLst>
            <pc:docMk/>
            <pc:sldMk cId="3209468076" sldId="5581"/>
            <ac:spMk id="22919" creationId="{8C0A9C9E-73A8-C562-071D-E63825728555}"/>
          </ac:spMkLst>
        </pc:spChg>
        <pc:spChg chg="add mod">
          <ac:chgData name="" userId="" providerId="" clId="Web-{6E8403B9-C474-4B99-9353-4E0EB3CC5CF0}" dt="2026-10-23T10:00:57.255" v="69" actId="34807"/>
          <ac:spMkLst>
            <pc:docMk/>
            <pc:sldMk cId="3209468076" sldId="5581"/>
            <ac:spMk id="22930" creationId="{F17FF034-136A-71AE-9E4A-FD4B3C37330C}"/>
          </ac:spMkLst>
        </pc:spChg>
        <pc:spChg chg="add mod">
          <ac:chgData name="" userId="" providerId="" clId="Web-{6E8403B9-C474-4B99-9353-4E0EB3CC5CF0}" dt="2026-10-23T10:00:57.255" v="69" actId="34807"/>
          <ac:spMkLst>
            <pc:docMk/>
            <pc:sldMk cId="3209468076" sldId="5581"/>
            <ac:spMk id="22969" creationId="{A1B0B1F6-2956-3106-156D-65531E5AEA63}"/>
          </ac:spMkLst>
        </pc:spChg>
        <pc:spChg chg="add mod">
          <ac:chgData name="" userId="" providerId="" clId="Web-{6E8403B9-C474-4B99-9353-4E0EB3CC5CF0}" dt="2026-10-23T10:00:56.396" v="68" actId="34807"/>
          <ac:spMkLst>
            <pc:docMk/>
            <pc:sldMk cId="3209468076" sldId="5581"/>
            <ac:spMk id="23000" creationId="{A60B0E65-D9EA-31ED-B4BE-A1469D769DE7}"/>
          </ac:spMkLst>
        </pc:spChg>
        <pc:spChg chg="add mod">
          <ac:chgData name="" userId="" providerId="" clId="Web-{6E8403B9-C474-4B99-9353-4E0EB3CC5CF0}" dt="2026-10-23T10:00:56.396" v="68" actId="34807"/>
          <ac:spMkLst>
            <pc:docMk/>
            <pc:sldMk cId="3209468076" sldId="5581"/>
            <ac:spMk id="23017" creationId="{1B5228D0-642B-CDA7-C787-879003C75F3A}"/>
          </ac:spMkLst>
        </pc:spChg>
        <pc:spChg chg="add mod">
          <ac:chgData name="" userId="" providerId="" clId="Web-{6E8403B9-C474-4B99-9353-4E0EB3CC5CF0}" dt="2026-10-23T10:00:56.396" v="68" actId="34807"/>
          <ac:spMkLst>
            <pc:docMk/>
            <pc:sldMk cId="3209468076" sldId="5581"/>
            <ac:spMk id="23035" creationId="{800F697B-5C43-CE53-534E-FC0AC0648559}"/>
          </ac:spMkLst>
        </pc:spChg>
        <pc:spChg chg="add mod">
          <ac:chgData name="" userId="" providerId="" clId="Web-{6E8403B9-C474-4B99-9353-4E0EB3CC5CF0}" dt="2026-10-23T10:00:56.396" v="68" actId="34807"/>
          <ac:spMkLst>
            <pc:docMk/>
            <pc:sldMk cId="3209468076" sldId="5581"/>
            <ac:spMk id="23054" creationId="{85F969D4-F94A-0BD2-B132-B3A73ACE6F19}"/>
          </ac:spMkLst>
        </pc:spChg>
        <pc:spChg chg="add mod">
          <ac:chgData name="" userId="" providerId="" clId="Web-{6E8403B9-C474-4B99-9353-4E0EB3CC5CF0}" dt="2026-10-23T10:00:56.396" v="68" actId="34807"/>
          <ac:spMkLst>
            <pc:docMk/>
            <pc:sldMk cId="3209468076" sldId="5581"/>
            <ac:spMk id="23117" creationId="{E350CB69-7487-C846-E8AF-F9559090773A}"/>
          </ac:spMkLst>
        </pc:spChg>
        <pc:spChg chg="mod">
          <ac:chgData name="" userId="" providerId="" clId="Web-{6E8403B9-C474-4B99-9353-4E0EB3CC5CF0}" dt="2026-10-23T10:00:57.255" v="69" actId="34807"/>
          <ac:spMkLst>
            <pc:docMk/>
            <pc:sldMk cId="3209468076" sldId="5581"/>
            <ac:spMk id="23140" creationId="{815D384F-4ABD-F897-09FE-43B3C66FF94E}"/>
          </ac:spMkLst>
        </pc:spChg>
        <pc:spChg chg="mod">
          <ac:chgData name="" userId="" providerId="" clId="Web-{6E8403B9-C474-4B99-9353-4E0EB3CC5CF0}" dt="2026-10-23T10:00:57.255" v="69" actId="34807"/>
          <ac:spMkLst>
            <pc:docMk/>
            <pc:sldMk cId="3209468076" sldId="5581"/>
            <ac:spMk id="23164" creationId="{AFA452DB-2F9C-074F-31E9-90CCEAD5936D}"/>
          </ac:spMkLst>
        </pc:spChg>
        <pc:spChg chg="mod">
          <ac:chgData name="" userId="" providerId="" clId="Web-{6E8403B9-C474-4B99-9353-4E0EB3CC5CF0}" dt="2026-10-23T10:00:57.255" v="69" actId="34807"/>
          <ac:spMkLst>
            <pc:docMk/>
            <pc:sldMk cId="3209468076" sldId="5581"/>
            <ac:spMk id="23189" creationId="{2D3A699B-4ABA-2DA4-22A2-FA3DB3B66922}"/>
          </ac:spMkLst>
        </pc:spChg>
      </pc:sldChg>
      <pc:sldChg chg="addSp modSp">
        <pc:chgData name="" userId="" providerId="" clId="Web-{6E8403B9-C474-4B99-9353-4E0EB3CC5CF0}" dt="2026-10-23T10:01:08.740" v="72" actId="34807"/>
        <pc:sldMkLst>
          <pc:docMk/>
          <pc:sldMk cId="2251772608" sldId="5807"/>
        </pc:sldMkLst>
        <pc:spChg chg="mod">
          <ac:chgData name="" userId="" providerId="" clId="Web-{6E8403B9-C474-4B99-9353-4E0EB3CC5CF0}" dt="2026-10-23T10:01:08.740" v="72" actId="34807"/>
          <ac:spMkLst>
            <pc:docMk/>
            <pc:sldMk cId="2251772608" sldId="5807"/>
            <ac:spMk id="23338" creationId="{620F1B70-6E10-EFAA-9160-19E39185232A}"/>
          </ac:spMkLst>
        </pc:spChg>
        <pc:spChg chg="add mod">
          <ac:chgData name="" userId="" providerId="" clId="Web-{6E8403B9-C474-4B99-9353-4E0EB3CC5CF0}" dt="2026-10-23T10:01:07.896" v="71" actId="34807"/>
          <ac:spMkLst>
            <pc:docMk/>
            <pc:sldMk cId="2251772608" sldId="5807"/>
            <ac:spMk id="23341" creationId="{C6E70157-5A81-44E0-044B-71CC60FD4585}"/>
          </ac:spMkLst>
        </pc:spChg>
        <pc:spChg chg="add mod">
          <ac:chgData name="" userId="" providerId="" clId="Web-{6E8403B9-C474-4B99-9353-4E0EB3CC5CF0}" dt="2026-10-23T10:01:07.896" v="71" actId="34807"/>
          <ac:spMkLst>
            <pc:docMk/>
            <pc:sldMk cId="2251772608" sldId="5807"/>
            <ac:spMk id="23345" creationId="{0706ADE4-8D5F-164B-2E02-07BC774CAE74}"/>
          </ac:spMkLst>
        </pc:spChg>
        <pc:spChg chg="add mod">
          <ac:chgData name="" userId="" providerId="" clId="Web-{6E8403B9-C474-4B99-9353-4E0EB3CC5CF0}" dt="2026-10-23T10:01:07.896" v="71" actId="34807"/>
          <ac:spMkLst>
            <pc:docMk/>
            <pc:sldMk cId="2251772608" sldId="5807"/>
            <ac:spMk id="23350" creationId="{0F8D2577-5CA0-6680-5924-BE6D35FD96F4}"/>
          </ac:spMkLst>
        </pc:spChg>
        <pc:spChg chg="add mod">
          <ac:chgData name="" userId="" providerId="" clId="Web-{6E8403B9-C474-4B99-9353-4E0EB3CC5CF0}" dt="2026-10-23T10:01:07.896" v="71" actId="34807"/>
          <ac:spMkLst>
            <pc:docMk/>
            <pc:sldMk cId="2251772608" sldId="5807"/>
            <ac:spMk id="23356" creationId="{68D7271C-77E9-C361-4574-F2A254C0AA39}"/>
          </ac:spMkLst>
        </pc:spChg>
        <pc:spChg chg="mod">
          <ac:chgData name="" userId="" providerId="" clId="Web-{6E8403B9-C474-4B99-9353-4E0EB3CC5CF0}" dt="2026-10-23T10:01:08.740" v="72" actId="34807"/>
          <ac:spMkLst>
            <pc:docMk/>
            <pc:sldMk cId="2251772608" sldId="5807"/>
            <ac:spMk id="23363" creationId="{A27E9473-F0B5-BE96-AB80-C1168331AF8A}"/>
          </ac:spMkLst>
        </pc:spChg>
        <pc:spChg chg="add mod">
          <ac:chgData name="" userId="" providerId="" clId="Web-{6E8403B9-C474-4B99-9353-4E0EB3CC5CF0}" dt="2026-10-23T10:01:07.896" v="71" actId="34807"/>
          <ac:spMkLst>
            <pc:docMk/>
            <pc:sldMk cId="2251772608" sldId="5807"/>
            <ac:spMk id="23390" creationId="{5F201278-3DBA-8CC2-A249-A66775544D68}"/>
          </ac:spMkLst>
        </pc:spChg>
        <pc:spChg chg="add mod">
          <ac:chgData name="" userId="" providerId="" clId="Web-{6E8403B9-C474-4B99-9353-4E0EB3CC5CF0}" dt="2026-10-23T10:01:08.740" v="72" actId="34807"/>
          <ac:spMkLst>
            <pc:docMk/>
            <pc:sldMk cId="2251772608" sldId="5807"/>
            <ac:spMk id="23401" creationId="{6E227374-79ED-576C-884D-3B6BF562234D}"/>
          </ac:spMkLst>
        </pc:spChg>
        <pc:spChg chg="add mod">
          <ac:chgData name="" userId="" providerId="" clId="Web-{6E8403B9-C474-4B99-9353-4E0EB3CC5CF0}" dt="2026-10-23T10:01:07.896" v="71" actId="34807"/>
          <ac:spMkLst>
            <pc:docMk/>
            <pc:sldMk cId="2251772608" sldId="5807"/>
            <ac:spMk id="23413" creationId="{560D753C-460B-643A-3293-1528BD6AB39F}"/>
          </ac:spMkLst>
        </pc:spChg>
        <pc:spChg chg="add mod">
          <ac:chgData name="" userId="" providerId="" clId="Web-{6E8403B9-C474-4B99-9353-4E0EB3CC5CF0}" dt="2026-10-23T10:01:07.896" v="71" actId="34807"/>
          <ac:spMkLst>
            <pc:docMk/>
            <pc:sldMk cId="2251772608" sldId="5807"/>
            <ac:spMk id="23426" creationId="{41478368-3D2E-6D43-E889-3DFD04EB0D78}"/>
          </ac:spMkLst>
        </pc:spChg>
        <pc:spChg chg="add mod">
          <ac:chgData name="" userId="" providerId="" clId="Web-{6E8403B9-C474-4B99-9353-4E0EB3CC5CF0}" dt="2026-10-23T10:01:08.740" v="72" actId="34807"/>
          <ac:spMkLst>
            <pc:docMk/>
            <pc:sldMk cId="2251772608" sldId="5807"/>
            <ac:spMk id="23471" creationId="{C231ACCE-5B86-7617-D9FE-173018DEA795}"/>
          </ac:spMkLst>
        </pc:spChg>
        <pc:spChg chg="add mod">
          <ac:chgData name="" userId="" providerId="" clId="Web-{6E8403B9-C474-4B99-9353-4E0EB3CC5CF0}" dt="2026-10-23T10:01:07.896" v="71" actId="34807"/>
          <ac:spMkLst>
            <pc:docMk/>
            <pc:sldMk cId="2251772608" sldId="5807"/>
            <ac:spMk id="23566" creationId="{9ADF32F7-8B9C-C919-D8AE-BC6C53CD82BB}"/>
          </ac:spMkLst>
        </pc:spChg>
      </pc:sldChg>
      <pc:sldChg chg="addSp modSp">
        <pc:chgData name="" userId="" providerId="" clId="Web-{6E8403B9-C474-4B99-9353-4E0EB3CC5CF0}" dt="2026-10-23T10:01:18.334" v="75" actId="34807"/>
        <pc:sldMkLst>
          <pc:docMk/>
          <pc:sldMk cId="49037429" sldId="6034"/>
        </pc:sldMkLst>
        <pc:spChg chg="add mod">
          <ac:chgData name="" userId="" providerId="" clId="Web-{6E8403B9-C474-4B99-9353-4E0EB3CC5CF0}" dt="2026-10-23T10:01:17.412" v="74" actId="34807"/>
          <ac:spMkLst>
            <pc:docMk/>
            <pc:sldMk cId="49037429" sldId="6034"/>
            <ac:spMk id="23722" creationId="{B124ED34-5466-AAB8-8B1E-75EBEAB68A13}"/>
          </ac:spMkLst>
        </pc:spChg>
        <pc:spChg chg="mod">
          <ac:chgData name="" userId="" providerId="" clId="Web-{6E8403B9-C474-4B99-9353-4E0EB3CC5CF0}" dt="2026-10-23T10:01:18.334" v="75" actId="34807"/>
          <ac:spMkLst>
            <pc:docMk/>
            <pc:sldMk cId="49037429" sldId="6034"/>
            <ac:spMk id="23747" creationId="{2046DA33-B151-276E-DCE0-BB98A38E720E}"/>
          </ac:spMkLst>
        </pc:spChg>
        <pc:spChg chg="mod">
          <ac:chgData name="" userId="" providerId="" clId="Web-{6E8403B9-C474-4B99-9353-4E0EB3CC5CF0}" dt="2026-10-23T10:01:18.334" v="75" actId="34807"/>
          <ac:spMkLst>
            <pc:docMk/>
            <pc:sldMk cId="49037429" sldId="6034"/>
            <ac:spMk id="23764" creationId="{11B2E880-5A02-3CA4-29D0-DC90BC04C17F}"/>
          </ac:spMkLst>
        </pc:spChg>
        <pc:spChg chg="mod">
          <ac:chgData name="" userId="" providerId="" clId="Web-{6E8403B9-C474-4B99-9353-4E0EB3CC5CF0}" dt="2026-10-23T10:01:18.334" v="75" actId="34807"/>
          <ac:spMkLst>
            <pc:docMk/>
            <pc:sldMk cId="49037429" sldId="6034"/>
            <ac:spMk id="23774" creationId="{FF28D68F-4F19-198A-9F3B-B6E2A4B0FB6C}"/>
          </ac:spMkLst>
        </pc:spChg>
        <pc:spChg chg="mod">
          <ac:chgData name="" userId="" providerId="" clId="Web-{6E8403B9-C474-4B99-9353-4E0EB3CC5CF0}" dt="2026-10-23T10:01:18.334" v="75" actId="34807"/>
          <ac:spMkLst>
            <pc:docMk/>
            <pc:sldMk cId="49037429" sldId="6034"/>
            <ac:spMk id="23785" creationId="{11783B65-8979-F120-1C78-C60D9D4236B4}"/>
          </ac:spMkLst>
        </pc:spChg>
        <pc:spChg chg="mod">
          <ac:chgData name="" userId="" providerId="" clId="Web-{6E8403B9-C474-4B99-9353-4E0EB3CC5CF0}" dt="2026-10-23T10:01:18.334" v="75" actId="34807"/>
          <ac:spMkLst>
            <pc:docMk/>
            <pc:sldMk cId="49037429" sldId="6034"/>
            <ac:spMk id="23797" creationId="{C03E743C-42FC-A4A9-4E5A-1C929A2168A4}"/>
          </ac:spMkLst>
        </pc:spChg>
        <pc:spChg chg="add mod">
          <ac:chgData name="" userId="" providerId="" clId="Web-{6E8403B9-C474-4B99-9353-4E0EB3CC5CF0}" dt="2026-10-23T10:01:17.412" v="74" actId="34807"/>
          <ac:spMkLst>
            <pc:docMk/>
            <pc:sldMk cId="49037429" sldId="6034"/>
            <ac:spMk id="23824" creationId="{2438F64C-CAC4-2AD6-F6F7-9609E1B5A86F}"/>
          </ac:spMkLst>
        </pc:spChg>
        <pc:spChg chg="add mod">
          <ac:chgData name="" userId="" providerId="" clId="Web-{6E8403B9-C474-4B99-9353-4E0EB3CC5CF0}" dt="2026-10-23T10:01:17.412" v="74" actId="34807"/>
          <ac:spMkLst>
            <pc:docMk/>
            <pc:sldMk cId="49037429" sldId="6034"/>
            <ac:spMk id="23972" creationId="{7EB5FBD4-8ED9-667D-956B-E9747CFED897}"/>
          </ac:spMkLst>
        </pc:spChg>
        <pc:spChg chg="add mod">
          <ac:chgData name="" userId="" providerId="" clId="Web-{6E8403B9-C474-4B99-9353-4E0EB3CC5CF0}" dt="2026-10-23T10:01:18.334" v="75" actId="34807"/>
          <ac:spMkLst>
            <pc:docMk/>
            <pc:sldMk cId="49037429" sldId="6034"/>
            <ac:spMk id="23995" creationId="{0DA7A44D-D071-4F7C-9512-AF24101973AD}"/>
          </ac:spMkLst>
        </pc:spChg>
        <pc:spChg chg="add mod">
          <ac:chgData name="" userId="" providerId="" clId="Web-{6E8403B9-C474-4B99-9353-4E0EB3CC5CF0}" dt="2026-10-23T10:01:17.412" v="74" actId="34807"/>
          <ac:spMkLst>
            <pc:docMk/>
            <pc:sldMk cId="49037429" sldId="6034"/>
            <ac:spMk id="24019" creationId="{94C84F74-0877-32B6-117F-FCA7FCCF0799}"/>
          </ac:spMkLst>
        </pc:spChg>
        <pc:spChg chg="mod">
          <ac:chgData name="" userId="" providerId="" clId="Web-{6E8403B9-C474-4B99-9353-4E0EB3CC5CF0}" dt="2026-10-23T10:01:18.334" v="75" actId="34807"/>
          <ac:spMkLst>
            <pc:docMk/>
            <pc:sldMk cId="49037429" sldId="6034"/>
            <ac:spMk id="24044" creationId="{57BBE1BD-A8DC-58F1-B281-FF4EF4A2E980}"/>
          </ac:spMkLst>
        </pc:spChg>
        <pc:spChg chg="mod">
          <ac:chgData name="" userId="" providerId="" clId="Web-{6E8403B9-C474-4B99-9353-4E0EB3CC5CF0}" dt="2026-10-23T10:01:18.334" v="75" actId="34807"/>
          <ac:spMkLst>
            <pc:docMk/>
            <pc:sldMk cId="49037429" sldId="6034"/>
            <ac:spMk id="24097" creationId="{E12AE923-D0DC-9492-4DCB-DDDB228F9410}"/>
          </ac:spMkLst>
        </pc:spChg>
        <pc:spChg chg="mod">
          <ac:chgData name="" userId="" providerId="" clId="Web-{6E8403B9-C474-4B99-9353-4E0EB3CC5CF0}" dt="2026-10-23T10:01:18.334" v="75" actId="34807"/>
          <ac:spMkLst>
            <pc:docMk/>
            <pc:sldMk cId="49037429" sldId="6034"/>
            <ac:spMk id="24154" creationId="{A15C32FE-5849-90F1-4DC0-803CB4D7EF9C}"/>
          </ac:spMkLst>
        </pc:spChg>
        <pc:spChg chg="mod">
          <ac:chgData name="" userId="" providerId="" clId="Web-{6E8403B9-C474-4B99-9353-4E0EB3CC5CF0}" dt="2026-10-23T10:01:18.334" v="75" actId="34807"/>
          <ac:spMkLst>
            <pc:docMk/>
            <pc:sldMk cId="49037429" sldId="6034"/>
            <ac:spMk id="24215" creationId="{A33567D4-AD78-C2C7-EE76-E9DE87EDECA3}"/>
          </ac:spMkLst>
        </pc:spChg>
        <pc:spChg chg="add mod">
          <ac:chgData name="" userId="" providerId="" clId="Web-{6E8403B9-C474-4B99-9353-4E0EB3CC5CF0}" dt="2026-10-23T10:01:17.412" v="74" actId="34807"/>
          <ac:spMkLst>
            <pc:docMk/>
            <pc:sldMk cId="49037429" sldId="6034"/>
            <ac:spMk id="24247" creationId="{F40376B6-A249-11D5-CB7F-37F83DBF09DC}"/>
          </ac:spMkLst>
        </pc:spChg>
        <pc:spChg chg="add mod">
          <ac:chgData name="" userId="" providerId="" clId="Web-{6E8403B9-C474-4B99-9353-4E0EB3CC5CF0}" dt="2026-10-23T10:01:17.412" v="74" actId="34807"/>
          <ac:spMkLst>
            <pc:docMk/>
            <pc:sldMk cId="49037429" sldId="6034"/>
            <ac:spMk id="24280" creationId="{022D9964-A999-34E4-E747-9105BE8B8E0E}"/>
          </ac:spMkLst>
        </pc:spChg>
        <pc:spChg chg="add mod">
          <ac:chgData name="" userId="" providerId="" clId="Web-{6E8403B9-C474-4B99-9353-4E0EB3CC5CF0}" dt="2026-10-23T10:01:17.412" v="74" actId="34807"/>
          <ac:spMkLst>
            <pc:docMk/>
            <pc:sldMk cId="49037429" sldId="6034"/>
            <ac:spMk id="24349" creationId="{5C0E969A-4461-75A7-CBE6-141ECFCEC7D9}"/>
          </ac:spMkLst>
        </pc:spChg>
        <pc:spChg chg="add mod">
          <ac:chgData name="" userId="" providerId="" clId="Web-{6E8403B9-C474-4B99-9353-4E0EB3CC5CF0}" dt="2026-10-23T10:01:17.412" v="74" actId="34807"/>
          <ac:spMkLst>
            <pc:docMk/>
            <pc:sldMk cId="49037429" sldId="6034"/>
            <ac:spMk id="24385" creationId="{2C9C6162-085D-E1D1-EB5A-7F066E30D5B9}"/>
          </ac:spMkLst>
        </pc:spChg>
        <pc:spChg chg="add mod">
          <ac:chgData name="" userId="" providerId="" clId="Web-{6E8403B9-C474-4B99-9353-4E0EB3CC5CF0}" dt="2026-10-23T10:01:17.412" v="74" actId="34807"/>
          <ac:spMkLst>
            <pc:docMk/>
            <pc:sldMk cId="49037429" sldId="6034"/>
            <ac:spMk id="24460" creationId="{2F27510F-DB34-266A-A652-0C2777D8901A}"/>
          </ac:spMkLst>
        </pc:spChg>
      </pc:sldChg>
      <pc:sldChg chg="addSp delSp modSp">
        <pc:chgData name="" userId="" providerId="" clId="Web-{6E8403B9-C474-4B99-9353-4E0EB3CC5CF0}" dt="2026-10-23T10:00:45.990" v="62" actId="34807"/>
        <pc:sldMkLst>
          <pc:docMk/>
          <pc:sldMk cId="831072114" sldId="6262"/>
        </pc:sldMkLst>
        <pc:spChg chg="add mod">
          <ac:chgData name="" userId="" providerId="" clId="Web-{6E8403B9-C474-4B99-9353-4E0EB3CC5CF0}" dt="2026-10-23T09:42:21.556" v="1" actId="34807"/>
          <ac:spMkLst>
            <pc:docMk/>
            <pc:sldMk cId="831072114" sldId="6262"/>
            <ac:spMk id="16289" creationId="{D57A45E7-69F5-199D-B0AF-3ED6FDA58402}"/>
          </ac:spMkLst>
        </pc:spChg>
        <pc:spChg chg="add mod">
          <ac:chgData name="" userId="" providerId="" clId="Web-{6E8403B9-C474-4B99-9353-4E0EB3CC5CF0}" dt="2026-10-23T09:42:21.556" v="1" actId="34807"/>
          <ac:spMkLst>
            <pc:docMk/>
            <pc:sldMk cId="831072114" sldId="6262"/>
            <ac:spMk id="16293" creationId="{B9D477AC-31A7-05C9-40A0-95F33B4E8A03}"/>
          </ac:spMkLst>
        </pc:spChg>
        <pc:spChg chg="add mod">
          <ac:chgData name="" userId="" providerId="" clId="Web-{6E8403B9-C474-4B99-9353-4E0EB3CC5CF0}" dt="2026-10-23T09:42:21.556" v="1" actId="34807"/>
          <ac:spMkLst>
            <pc:docMk/>
            <pc:sldMk cId="831072114" sldId="6262"/>
            <ac:spMk id="16338" creationId="{0EB5A743-4A85-55DA-9239-D86E4113B159}"/>
          </ac:spMkLst>
        </pc:spChg>
        <pc:spChg chg="add mod">
          <ac:chgData name="" userId="" providerId="" clId="Web-{6E8403B9-C474-4B99-9353-4E0EB3CC5CF0}" dt="2026-10-23T09:42:21.556" v="1" actId="34807"/>
          <ac:spMkLst>
            <pc:docMk/>
            <pc:sldMk cId="831072114" sldId="6262"/>
            <ac:spMk id="16349" creationId="{AB413196-4547-7629-CBE0-48F991EE0985}"/>
          </ac:spMkLst>
        </pc:spChg>
        <pc:spChg chg="add mod">
          <ac:chgData name="" userId="" providerId="" clId="Web-{6E8403B9-C474-4B99-9353-4E0EB3CC5CF0}" dt="2026-10-23T09:42:21.556" v="1" actId="34807"/>
          <ac:spMkLst>
            <pc:docMk/>
            <pc:sldMk cId="831072114" sldId="6262"/>
            <ac:spMk id="16361" creationId="{F4E2969B-B009-0869-71DC-DAECA7A43FEF}"/>
          </ac:spMkLst>
        </pc:spChg>
        <pc:spChg chg="mod">
          <ac:chgData name="" userId="" providerId="" clId="Web-{6E8403B9-C474-4B99-9353-4E0EB3CC5CF0}" dt="2026-10-23T10:00:45.990" v="62" actId="34807"/>
          <ac:spMkLst>
            <pc:docMk/>
            <pc:sldMk cId="831072114" sldId="6262"/>
            <ac:spMk id="16403" creationId="{D5D7E2EA-859E-A446-FADA-ACF179856AB0}"/>
          </ac:spMkLst>
        </pc:spChg>
        <pc:spChg chg="add mod">
          <ac:chgData name="" userId="" providerId="" clId="Web-{6E8403B9-C474-4B99-9353-4E0EB3CC5CF0}" dt="2026-10-23T09:42:21.556" v="1" actId="34807"/>
          <ac:spMkLst>
            <pc:docMk/>
            <pc:sldMk cId="831072114" sldId="6262"/>
            <ac:spMk id="16514" creationId="{58267E46-8FD9-D01E-AE3F-EEA6EB29AB40}"/>
          </ac:spMkLst>
        </pc:spChg>
        <pc:spChg chg="add del mod">
          <ac:chgData name="" userId="" providerId="" clId="Web-{6E8403B9-C474-4B99-9353-4E0EB3CC5CF0}" dt="2026-10-23T10:00:45.990" v="62" actId="34807"/>
          <ac:spMkLst>
            <pc:docMk/>
            <pc:sldMk cId="831072114" sldId="6262"/>
            <ac:spMk id="16536" creationId="{5D68263B-4C7A-7546-5652-323F185EA0C2}"/>
          </ac:spMkLst>
        </pc:spChg>
        <pc:spChg chg="add del mod">
          <ac:chgData name="" userId="" providerId="" clId="Web-{6E8403B9-C474-4B99-9353-4E0EB3CC5CF0}" dt="2026-10-23T10:00:45.990" v="62" actId="34807"/>
          <ac:spMkLst>
            <pc:docMk/>
            <pc:sldMk cId="831072114" sldId="6262"/>
            <ac:spMk id="16559" creationId="{6C853A40-C4A8-D893-5BEC-C4EB5B002409}"/>
          </ac:spMkLst>
        </pc:spChg>
        <pc:spChg chg="del mod">
          <ac:chgData name="" userId="" providerId="" clId="Web-{6E8403B9-C474-4B99-9353-4E0EB3CC5CF0}" dt="2026-10-23T10:00:45.990" v="62" actId="34807"/>
          <ac:spMkLst>
            <pc:docMk/>
            <pc:sldMk cId="831072114" sldId="6262"/>
            <ac:spMk id="16583" creationId="{2CEF1D75-4F84-64CC-B579-3A80F121391F}"/>
          </ac:spMkLst>
        </pc:spChg>
        <pc:spChg chg="mod">
          <ac:chgData name="" userId="" providerId="" clId="Web-{6E8403B9-C474-4B99-9353-4E0EB3CC5CF0}" dt="2026-10-23T10:00:45.990" v="62" actId="34807"/>
          <ac:spMkLst>
            <pc:docMk/>
            <pc:sldMk cId="831072114" sldId="6262"/>
            <ac:spMk id="16608" creationId="{BFCDCC07-FD13-1093-DD3C-9859C289F977}"/>
          </ac:spMkLst>
        </pc:spChg>
        <pc:spChg chg="add mod">
          <ac:chgData name="" userId="" providerId="" clId="Web-{6E8403B9-C474-4B99-9353-4E0EB3CC5CF0}" dt="2026-10-23T09:42:21.556" v="1" actId="34807"/>
          <ac:spMkLst>
            <pc:docMk/>
            <pc:sldMk cId="831072114" sldId="6262"/>
            <ac:spMk id="16689" creationId="{A16C22D9-103D-6EDC-9FC0-C416ECC81C86}"/>
          </ac:spMkLst>
        </pc:spChg>
        <pc:spChg chg="add mod">
          <ac:chgData name="" userId="" providerId="" clId="Web-{6E8403B9-C474-4B99-9353-4E0EB3CC5CF0}" dt="2026-10-23T09:42:21.556" v="1" actId="34807"/>
          <ac:spMkLst>
            <pc:docMk/>
            <pc:sldMk cId="831072114" sldId="6262"/>
            <ac:spMk id="16718" creationId="{B0EB570E-D459-5F5B-EF87-757567E23C66}"/>
          </ac:spMkLst>
        </pc:spChg>
        <pc:spChg chg="add mod">
          <ac:chgData name="" userId="" providerId="" clId="Web-{6E8403B9-C474-4B99-9353-4E0EB3CC5CF0}" dt="2026-10-23T10:00:45.161" v="61" actId="34807"/>
          <ac:spMkLst>
            <pc:docMk/>
            <pc:sldMk cId="831072114" sldId="6262"/>
            <ac:spMk id="22558" creationId="{39B54147-513D-8DB8-9990-E9BB22DF18A3}"/>
          </ac:spMkLst>
        </pc:spChg>
        <pc:spChg chg="add mod">
          <ac:chgData name="" userId="" providerId="" clId="Web-{6E8403B9-C474-4B99-9353-4E0EB3CC5CF0}" dt="2026-10-23T10:00:45.161" v="61" actId="34807"/>
          <ac:spMkLst>
            <pc:docMk/>
            <pc:sldMk cId="831072114" sldId="6262"/>
            <ac:spMk id="22560" creationId="{E21544C4-8EE7-015A-E9C6-CF1387D1A3C5}"/>
          </ac:spMkLst>
        </pc:spChg>
        <pc:spChg chg="add mod">
          <ac:chgData name="" userId="" providerId="" clId="Web-{6E8403B9-C474-4B99-9353-4E0EB3CC5CF0}" dt="2026-10-23T10:00:45.161" v="61" actId="34807"/>
          <ac:spMkLst>
            <pc:docMk/>
            <pc:sldMk cId="831072114" sldId="6262"/>
            <ac:spMk id="22563" creationId="{4B134D04-6780-2B28-364E-EB83337FACA2}"/>
          </ac:spMkLst>
        </pc:spChg>
      </pc:sldChg>
      <pc:sldChg chg="addSp delSp modSp">
        <pc:chgData name="" userId="" providerId="" clId="Web-{6E8403B9-C474-4B99-9353-4E0EB3CC5CF0}" dt="2026-10-23T10:00:48.583" v="65" actId="34807"/>
        <pc:sldMkLst>
          <pc:docMk/>
          <pc:sldMk cId="811820232" sldId="6491"/>
        </pc:sldMkLst>
        <pc:spChg chg="add mod">
          <ac:chgData name="" userId="" providerId="" clId="Web-{6E8403B9-C474-4B99-9353-4E0EB3CC5CF0}" dt="2026-10-23T09:57:26.579" v="49" actId="34807"/>
          <ac:spMkLst>
            <pc:docMk/>
            <pc:sldMk cId="811820232" sldId="6491"/>
            <ac:spMk id="21966" creationId="{BE5ADF33-A590-18EC-FF6F-C056DA2855A8}"/>
          </ac:spMkLst>
        </pc:spChg>
        <pc:spChg chg="add mod">
          <ac:chgData name="" userId="" providerId="" clId="Web-{6E8403B9-C474-4B99-9353-4E0EB3CC5CF0}" dt="2026-10-23T09:57:26.579" v="49" actId="34807"/>
          <ac:spMkLst>
            <pc:docMk/>
            <pc:sldMk cId="811820232" sldId="6491"/>
            <ac:spMk id="21968" creationId="{0B6DCE7A-3AE3-2DA6-FE5B-4645B1A7F05D}"/>
          </ac:spMkLst>
        </pc:spChg>
        <pc:spChg chg="add mod">
          <ac:chgData name="" userId="" providerId="" clId="Web-{6E8403B9-C474-4B99-9353-4E0EB3CC5CF0}" dt="2026-10-23T09:57:26.579" v="49" actId="34807"/>
          <ac:spMkLst>
            <pc:docMk/>
            <pc:sldMk cId="811820232" sldId="6491"/>
            <ac:spMk id="21975" creationId="{319AA58A-2F42-B7E9-7D68-54F7F0FEBA69}"/>
          </ac:spMkLst>
        </pc:spChg>
        <pc:spChg chg="add mod">
          <ac:chgData name="" userId="" providerId="" clId="Web-{6E8403B9-C474-4B99-9353-4E0EB3CC5CF0}" dt="2026-10-23T09:57:26.579" v="49" actId="34807"/>
          <ac:spMkLst>
            <pc:docMk/>
            <pc:sldMk cId="811820232" sldId="6491"/>
            <ac:spMk id="21993" creationId="{AE95DB18-27F1-CC4D-A5EA-37D9604F0AAA}"/>
          </ac:spMkLst>
        </pc:spChg>
        <pc:spChg chg="add mod">
          <ac:chgData name="" userId="" providerId="" clId="Web-{6E8403B9-C474-4B99-9353-4E0EB3CC5CF0}" dt="2026-10-23T09:57:26.579" v="49" actId="34807"/>
          <ac:spMkLst>
            <pc:docMk/>
            <pc:sldMk cId="811820232" sldId="6491"/>
            <ac:spMk id="22001" creationId="{840B158F-3BEC-2775-319E-5FB42B061227}"/>
          </ac:spMkLst>
        </pc:spChg>
        <pc:spChg chg="add mod">
          <ac:chgData name="" userId="" providerId="" clId="Web-{6E8403B9-C474-4B99-9353-4E0EB3CC5CF0}" dt="2026-10-23T09:57:26.579" v="49" actId="34807"/>
          <ac:spMkLst>
            <pc:docMk/>
            <pc:sldMk cId="811820232" sldId="6491"/>
            <ac:spMk id="22010" creationId="{8137FD1B-3F23-C58D-099F-BE15E3CBC98D}"/>
          </ac:spMkLst>
        </pc:spChg>
        <pc:spChg chg="add mod">
          <ac:chgData name="" userId="" providerId="" clId="Web-{6E8403B9-C474-4B99-9353-4E0EB3CC5CF0}" dt="2026-10-23T09:57:26.579" v="49" actId="34807"/>
          <ac:spMkLst>
            <pc:docMk/>
            <pc:sldMk cId="811820232" sldId="6491"/>
            <ac:spMk id="22020" creationId="{6064A5E9-887C-D397-4092-9D9180CF8B90}"/>
          </ac:spMkLst>
        </pc:spChg>
        <pc:spChg chg="add mod">
          <ac:chgData name="" userId="" providerId="" clId="Web-{6E8403B9-C474-4B99-9353-4E0EB3CC5CF0}" dt="2026-10-23T09:57:26.579" v="49" actId="34807"/>
          <ac:spMkLst>
            <pc:docMk/>
            <pc:sldMk cId="811820232" sldId="6491"/>
            <ac:spMk id="22043" creationId="{3C89BDD8-1B1B-9C94-EDAA-1A9AA0106400}"/>
          </ac:spMkLst>
        </pc:spChg>
        <pc:spChg chg="add mod">
          <ac:chgData name="" userId="" providerId="" clId="Web-{6E8403B9-C474-4B99-9353-4E0EB3CC5CF0}" dt="2026-10-23T09:57:26.579" v="49" actId="34807"/>
          <ac:spMkLst>
            <pc:docMk/>
            <pc:sldMk cId="811820232" sldId="6491"/>
            <ac:spMk id="22056" creationId="{3C7A19E7-6795-F161-E047-E8263CD8C58B}"/>
          </ac:spMkLst>
        </pc:spChg>
        <pc:spChg chg="del">
          <ac:chgData name="" userId="" providerId="" clId="Web-{6E8403B9-C474-4B99-9353-4E0EB3CC5CF0}" dt="2026-10-23T10:00:48.583" v="65" actId="34807"/>
          <ac:spMkLst>
            <pc:docMk/>
            <pc:sldMk cId="811820232" sldId="6491"/>
            <ac:spMk id="22085" creationId="{5924970E-DBDA-5E47-C888-45F5078ECB66}"/>
          </ac:spMkLst>
        </pc:spChg>
        <pc:spChg chg="add mod">
          <ac:chgData name="" userId="" providerId="" clId="Web-{6E8403B9-C474-4B99-9353-4E0EB3CC5CF0}" dt="2026-10-23T09:57:26.579" v="49" actId="34807"/>
          <ac:spMkLst>
            <pc:docMk/>
            <pc:sldMk cId="811820232" sldId="6491"/>
            <ac:spMk id="22101" creationId="{C0B4FE84-9662-516A-464E-3CF74615D1B7}"/>
          </ac:spMkLst>
        </pc:spChg>
        <pc:spChg chg="add mod">
          <ac:chgData name="" userId="" providerId="" clId="Web-{6E8403B9-C474-4B99-9353-4E0EB3CC5CF0}" dt="2026-10-23T10:00:47.833" v="64" actId="34807"/>
          <ac:spMkLst>
            <pc:docMk/>
            <pc:sldMk cId="811820232" sldId="6491"/>
            <ac:spMk id="22564" creationId="{9F972788-5FA6-D335-4647-30A9706E40F6}"/>
          </ac:spMkLst>
        </pc:spChg>
      </pc:sldChg>
      <pc:sldChg chg="addSp modSp">
        <pc:chgData name="" userId="" providerId="" clId="Web-{6E8403B9-C474-4B99-9353-4E0EB3CC5CF0}" dt="2026-10-23T09:57:35.658" v="50" actId="34807"/>
        <pc:sldMkLst>
          <pc:docMk/>
          <pc:sldMk cId="1237582900" sldId="6721"/>
        </pc:sldMkLst>
        <pc:spChg chg="add mod">
          <ac:chgData name="" userId="" providerId="" clId="Web-{6E8403B9-C474-4B99-9353-4E0EB3CC5CF0}" dt="2026-10-23T09:57:35.658" v="50" actId="34807"/>
          <ac:spMkLst>
            <pc:docMk/>
            <pc:sldMk cId="1237582900" sldId="6721"/>
            <ac:spMk id="22102" creationId="{5EE3545D-B285-31BC-1B04-6012EB0A8985}"/>
          </ac:spMkLst>
        </pc:spChg>
        <pc:spChg chg="add mod">
          <ac:chgData name="" userId="" providerId="" clId="Web-{6E8403B9-C474-4B99-9353-4E0EB3CC5CF0}" dt="2026-10-23T09:57:35.658" v="50" actId="34807"/>
          <ac:spMkLst>
            <pc:docMk/>
            <pc:sldMk cId="1237582900" sldId="6721"/>
            <ac:spMk id="22104" creationId="{14846651-7D78-6E39-B9AA-6012E7FF397B}"/>
          </ac:spMkLst>
        </pc:spChg>
        <pc:spChg chg="add mod">
          <ac:chgData name="" userId="" providerId="" clId="Web-{6E8403B9-C474-4B99-9353-4E0EB3CC5CF0}" dt="2026-10-23T09:57:35.658" v="50" actId="34807"/>
          <ac:spMkLst>
            <pc:docMk/>
            <pc:sldMk cId="1237582900" sldId="6721"/>
            <ac:spMk id="22107" creationId="{9BD1ABCF-518B-5873-FA63-883310D86B92}"/>
          </ac:spMkLst>
        </pc:spChg>
        <pc:spChg chg="add mod">
          <ac:chgData name="" userId="" providerId="" clId="Web-{6E8403B9-C474-4B99-9353-4E0EB3CC5CF0}" dt="2026-10-23T09:57:35.658" v="50" actId="34807"/>
          <ac:spMkLst>
            <pc:docMk/>
            <pc:sldMk cId="1237582900" sldId="6721"/>
            <ac:spMk id="22122" creationId="{B8B746D2-49DB-AC1F-E31F-EC54BADCEBBD}"/>
          </ac:spMkLst>
        </pc:spChg>
        <pc:spChg chg="add mod">
          <ac:chgData name="" userId="" providerId="" clId="Web-{6E8403B9-C474-4B99-9353-4E0EB3CC5CF0}" dt="2026-10-23T09:57:35.658" v="50" actId="34807"/>
          <ac:spMkLst>
            <pc:docMk/>
            <pc:sldMk cId="1237582900" sldId="6721"/>
            <ac:spMk id="22129" creationId="{C3D8D303-64A3-489E-A8C1-62827AF3DDB8}"/>
          </ac:spMkLst>
        </pc:spChg>
        <pc:spChg chg="add mod">
          <ac:chgData name="" userId="" providerId="" clId="Web-{6E8403B9-C474-4B99-9353-4E0EB3CC5CF0}" dt="2026-10-23T09:57:35.658" v="50" actId="34807"/>
          <ac:spMkLst>
            <pc:docMk/>
            <pc:sldMk cId="1237582900" sldId="6721"/>
            <ac:spMk id="22137" creationId="{35FA112F-A1DD-C1F4-4920-D1F5DEEFCCD4}"/>
          </ac:spMkLst>
        </pc:spChg>
        <pc:spChg chg="add mod">
          <ac:chgData name="" userId="" providerId="" clId="Web-{6E8403B9-C474-4B99-9353-4E0EB3CC5CF0}" dt="2026-10-23T09:57:35.658" v="50" actId="34807"/>
          <ac:spMkLst>
            <pc:docMk/>
            <pc:sldMk cId="1237582900" sldId="6721"/>
            <ac:spMk id="22146" creationId="{A2F4A2F2-49F9-2A6D-771F-ADCAD226DD86}"/>
          </ac:spMkLst>
        </pc:spChg>
        <pc:spChg chg="add mod">
          <ac:chgData name="" userId="" providerId="" clId="Web-{6E8403B9-C474-4B99-9353-4E0EB3CC5CF0}" dt="2026-10-23T09:57:35.658" v="50" actId="34807"/>
          <ac:spMkLst>
            <pc:docMk/>
            <pc:sldMk cId="1237582900" sldId="6721"/>
            <ac:spMk id="22156" creationId="{340FF022-9A0D-1258-900F-C284816724D3}"/>
          </ac:spMkLst>
        </pc:spChg>
        <pc:spChg chg="add mod">
          <ac:chgData name="" userId="" providerId="" clId="Web-{6E8403B9-C474-4B99-9353-4E0EB3CC5CF0}" dt="2026-10-23T09:57:35.658" v="50" actId="34807"/>
          <ac:spMkLst>
            <pc:docMk/>
            <pc:sldMk cId="1237582900" sldId="6721"/>
            <ac:spMk id="22167" creationId="{CB9A6EB6-8B36-45F5-32BF-1D6703C3DC0F}"/>
          </ac:spMkLst>
        </pc:spChg>
        <pc:spChg chg="add mod">
          <ac:chgData name="" userId="" providerId="" clId="Web-{6E8403B9-C474-4B99-9353-4E0EB3CC5CF0}" dt="2026-10-23T09:57:35.658" v="50" actId="34807"/>
          <ac:spMkLst>
            <pc:docMk/>
            <pc:sldMk cId="1237582900" sldId="6721"/>
            <ac:spMk id="22179" creationId="{3EB721D3-162A-F734-0EB7-345573EFD45A}"/>
          </ac:spMkLst>
        </pc:spChg>
      </pc:sldChg>
      <pc:sldChg chg="addSp modSp">
        <pc:chgData name="" userId="" providerId="" clId="Web-{6E8403B9-C474-4B99-9353-4E0EB3CC5CF0}" dt="2026-10-23T10:00:46.927" v="63" actId="34807"/>
        <pc:sldMkLst>
          <pc:docMk/>
          <pc:sldMk cId="3413220349" sldId="6952"/>
        </pc:sldMkLst>
        <pc:spChg chg="add mod">
          <ac:chgData name="" userId="" providerId="" clId="Web-{6E8403B9-C474-4B99-9353-4E0EB3CC5CF0}" dt="2026-10-23T09:57:45.189" v="51" actId="34807"/>
          <ac:spMkLst>
            <pc:docMk/>
            <pc:sldMk cId="3413220349" sldId="6952"/>
            <ac:spMk id="22182" creationId="{DA266E8C-1135-4A7B-003A-4CAE6008268F}"/>
          </ac:spMkLst>
        </pc:spChg>
        <pc:spChg chg="add mod">
          <ac:chgData name="" userId="" providerId="" clId="Web-{6E8403B9-C474-4B99-9353-4E0EB3CC5CF0}" dt="2026-10-23T09:57:45.189" v="51" actId="34807"/>
          <ac:spMkLst>
            <pc:docMk/>
            <pc:sldMk cId="3413220349" sldId="6952"/>
            <ac:spMk id="22207" creationId="{548C899B-59A8-B31F-9F90-3963CAE636C8}"/>
          </ac:spMkLst>
        </pc:spChg>
        <pc:spChg chg="add mod">
          <ac:chgData name="" userId="" providerId="" clId="Web-{6E8403B9-C474-4B99-9353-4E0EB3CC5CF0}" dt="2026-10-23T09:57:45.189" v="51" actId="34807"/>
          <ac:spMkLst>
            <pc:docMk/>
            <pc:sldMk cId="3413220349" sldId="6952"/>
            <ac:spMk id="22245" creationId="{185A0EF0-12C9-1B36-F616-5F91FBA1EA6A}"/>
          </ac:spMkLst>
        </pc:spChg>
        <pc:spChg chg="add mod">
          <ac:chgData name="" userId="" providerId="" clId="Web-{6E8403B9-C474-4B99-9353-4E0EB3CC5CF0}" dt="2026-10-23T09:57:45.189" v="51" actId="34807"/>
          <ac:spMkLst>
            <pc:docMk/>
            <pc:sldMk cId="3413220349" sldId="6952"/>
            <ac:spMk id="22257" creationId="{DABAF8B4-D00B-ED45-12E9-73486E81A7CC}"/>
          </ac:spMkLst>
        </pc:spChg>
        <pc:spChg chg="add mod">
          <ac:chgData name="" userId="" providerId="" clId="Web-{6E8403B9-C474-4B99-9353-4E0EB3CC5CF0}" dt="2026-10-23T10:00:46.927" v="63" actId="34807"/>
          <ac:spMkLst>
            <pc:docMk/>
            <pc:sldMk cId="3413220349" sldId="6952"/>
            <ac:spMk id="22270" creationId="{A50F50A1-67F5-AA8D-B1F4-FBECFC17D2BC}"/>
          </ac:spMkLst>
        </pc:spChg>
        <pc:spChg chg="mod">
          <ac:chgData name="" userId="" providerId="" clId="Web-{6E8403B9-C474-4B99-9353-4E0EB3CC5CF0}" dt="2026-10-23T10:00:46.927" v="63" actId="34807"/>
          <ac:spMkLst>
            <pc:docMk/>
            <pc:sldMk cId="3413220349" sldId="6952"/>
            <ac:spMk id="22284" creationId="{6634B8E8-EAE8-D231-455C-30377921A82A}"/>
          </ac:spMkLst>
        </pc:spChg>
        <pc:spChg chg="add mod">
          <ac:chgData name="" userId="" providerId="" clId="Web-{6E8403B9-C474-4B99-9353-4E0EB3CC5CF0}" dt="2026-10-23T10:00:46.927" v="63" actId="34807"/>
          <ac:spMkLst>
            <pc:docMk/>
            <pc:sldMk cId="3413220349" sldId="6952"/>
            <ac:spMk id="22299" creationId="{0A39B345-540F-F990-2810-4107B63AB7EC}"/>
          </ac:spMkLst>
        </pc:spChg>
        <pc:spChg chg="mod">
          <ac:chgData name="" userId="" providerId="" clId="Web-{6E8403B9-C474-4B99-9353-4E0EB3CC5CF0}" dt="2026-10-23T10:00:46.927" v="63" actId="34807"/>
          <ac:spMkLst>
            <pc:docMk/>
            <pc:sldMk cId="3413220349" sldId="6952"/>
            <ac:spMk id="22315" creationId="{04615B2A-816E-E712-2353-7C26ADE6BF7E}"/>
          </ac:spMkLst>
        </pc:spChg>
        <pc:spChg chg="add mod">
          <ac:chgData name="" userId="" providerId="" clId="Web-{6E8403B9-C474-4B99-9353-4E0EB3CC5CF0}" dt="2026-10-23T09:57:45.189" v="51" actId="34807"/>
          <ac:spMkLst>
            <pc:docMk/>
            <pc:sldMk cId="3413220349" sldId="6952"/>
            <ac:spMk id="22332" creationId="{EDCA548C-6068-4BE9-02CD-469BABE05C6C}"/>
          </ac:spMkLst>
        </pc:spChg>
        <pc:spChg chg="add mod">
          <ac:chgData name="" userId="" providerId="" clId="Web-{6E8403B9-C474-4B99-9353-4E0EB3CC5CF0}" dt="2026-10-23T09:57:45.189" v="51" actId="34807"/>
          <ac:spMkLst>
            <pc:docMk/>
            <pc:sldMk cId="3413220349" sldId="6952"/>
            <ac:spMk id="22350" creationId="{00CC628B-50A5-C040-0D7F-6CC3A2314C16}"/>
          </ac:spMkLst>
        </pc:spChg>
        <pc:spChg chg="add mod">
          <ac:chgData name="" userId="" providerId="" clId="Web-{6E8403B9-C474-4B99-9353-4E0EB3CC5CF0}" dt="2026-10-23T09:57:45.189" v="51" actId="34807"/>
          <ac:spMkLst>
            <pc:docMk/>
            <pc:sldMk cId="3413220349" sldId="6952"/>
            <ac:spMk id="22369" creationId="{E4C18C6B-F52E-B3E4-F3EF-BA7384186641}"/>
          </ac:spMkLst>
        </pc:spChg>
        <pc:spChg chg="add mod">
          <ac:chgData name="" userId="" providerId="" clId="Web-{6E8403B9-C474-4B99-9353-4E0EB3CC5CF0}" dt="2026-10-23T09:57:45.189" v="51" actId="34807"/>
          <ac:spMkLst>
            <pc:docMk/>
            <pc:sldMk cId="3413220349" sldId="6952"/>
            <ac:spMk id="22389" creationId="{FAD9DCC6-E5AA-ABAE-5946-C85505529FC8}"/>
          </ac:spMkLst>
        </pc:spChg>
      </pc:sldChg>
      <pc:sldChg chg="addSp modSp">
        <pc:chgData name="" userId="" providerId="" clId="Web-{6E8403B9-C474-4B99-9353-4E0EB3CC5CF0}" dt="2026-10-23T10:01:02.334" v="70" actId="34807"/>
        <pc:sldMkLst>
          <pc:docMk/>
          <pc:sldMk cId="1068147822" sldId="7184"/>
        </pc:sldMkLst>
        <pc:spChg chg="add mod">
          <ac:chgData name="" userId="" providerId="" clId="Web-{6E8403B9-C474-4B99-9353-4E0EB3CC5CF0}" dt="2026-10-23T10:01:02.334" v="70" actId="34807"/>
          <ac:spMkLst>
            <pc:docMk/>
            <pc:sldMk cId="1068147822" sldId="7184"/>
            <ac:spMk id="23216" creationId="{1980FE38-4E37-9F49-A2ED-B33219E03A75}"/>
          </ac:spMkLst>
        </pc:spChg>
        <pc:spChg chg="add mod">
          <ac:chgData name="" userId="" providerId="" clId="Web-{6E8403B9-C474-4B99-9353-4E0EB3CC5CF0}" dt="2026-10-23T10:01:02.334" v="70" actId="34807"/>
          <ac:spMkLst>
            <pc:docMk/>
            <pc:sldMk cId="1068147822" sldId="7184"/>
            <ac:spMk id="23218" creationId="{0A275196-45C8-A0DE-16BD-679252A34924}"/>
          </ac:spMkLst>
        </pc:spChg>
        <pc:spChg chg="add mod">
          <ac:chgData name="" userId="" providerId="" clId="Web-{6E8403B9-C474-4B99-9353-4E0EB3CC5CF0}" dt="2026-10-23T10:01:02.334" v="70" actId="34807"/>
          <ac:spMkLst>
            <pc:docMk/>
            <pc:sldMk cId="1068147822" sldId="7184"/>
            <ac:spMk id="23230" creationId="{8A5E63DC-ED7B-9697-3F7A-C4BA5B3646D3}"/>
          </ac:spMkLst>
        </pc:spChg>
        <pc:spChg chg="add mod">
          <ac:chgData name="" userId="" providerId="" clId="Web-{6E8403B9-C474-4B99-9353-4E0EB3CC5CF0}" dt="2026-10-23T10:01:02.334" v="70" actId="34807"/>
          <ac:spMkLst>
            <pc:docMk/>
            <pc:sldMk cId="1068147822" sldId="7184"/>
            <ac:spMk id="23243" creationId="{A7131199-F982-36FE-81F2-6E02D2AEE6BC}"/>
          </ac:spMkLst>
        </pc:spChg>
        <pc:spChg chg="add mod">
          <ac:chgData name="" userId="" providerId="" clId="Web-{6E8403B9-C474-4B99-9353-4E0EB3CC5CF0}" dt="2026-10-23T10:01:02.334" v="70" actId="34807"/>
          <ac:spMkLst>
            <pc:docMk/>
            <pc:sldMk cId="1068147822" sldId="7184"/>
            <ac:spMk id="23251" creationId="{BA499910-BDE3-4465-38B8-2B6322376874}"/>
          </ac:spMkLst>
        </pc:spChg>
        <pc:spChg chg="add mod">
          <ac:chgData name="" userId="" providerId="" clId="Web-{6E8403B9-C474-4B99-9353-4E0EB3CC5CF0}" dt="2026-10-23T10:01:02.334" v="70" actId="34807"/>
          <ac:spMkLst>
            <pc:docMk/>
            <pc:sldMk cId="1068147822" sldId="7184"/>
            <ac:spMk id="23260" creationId="{B25E969C-CE27-F3D7-364C-BF3719FBDAF5}"/>
          </ac:spMkLst>
        </pc:spChg>
        <pc:spChg chg="add mod">
          <ac:chgData name="" userId="" providerId="" clId="Web-{6E8403B9-C474-4B99-9353-4E0EB3CC5CF0}" dt="2026-10-23T10:01:02.334" v="70" actId="34807"/>
          <ac:spMkLst>
            <pc:docMk/>
            <pc:sldMk cId="1068147822" sldId="7184"/>
            <ac:spMk id="23270" creationId="{E496D50D-E2A8-E8BE-DAE7-716FDD9DC726}"/>
          </ac:spMkLst>
        </pc:spChg>
        <pc:spChg chg="add mod">
          <ac:chgData name="" userId="" providerId="" clId="Web-{6E8403B9-C474-4B99-9353-4E0EB3CC5CF0}" dt="2026-10-23T10:01:02.334" v="70" actId="34807"/>
          <ac:spMkLst>
            <pc:docMk/>
            <pc:sldMk cId="1068147822" sldId="7184"/>
            <ac:spMk id="23306" creationId="{FC69042D-0B89-1F33-FCA1-AD0A996804D0}"/>
          </ac:spMkLst>
        </pc:spChg>
        <pc:spChg chg="add mod">
          <ac:chgData name="" userId="" providerId="" clId="Web-{6E8403B9-C474-4B99-9353-4E0EB3CC5CF0}" dt="2026-10-23T10:01:02.334" v="70" actId="34807"/>
          <ac:spMkLst>
            <pc:docMk/>
            <pc:sldMk cId="1068147822" sldId="7184"/>
            <ac:spMk id="23320" creationId="{517E479D-DDAA-0535-85BA-EA0D6F103618}"/>
          </ac:spMkLst>
        </pc:spChg>
        <pc:spChg chg="add mod">
          <ac:chgData name="" userId="" providerId="" clId="Web-{6E8403B9-C474-4B99-9353-4E0EB3CC5CF0}" dt="2026-10-23T10:01:02.334" v="70" actId="34807"/>
          <ac:spMkLst>
            <pc:docMk/>
            <pc:sldMk cId="1068147822" sldId="7184"/>
            <ac:spMk id="23335" creationId="{6F7DE62D-AA5B-BEAD-E6EF-4A4B0E1F0E3A}"/>
          </ac:spMkLst>
        </pc:spChg>
      </pc:sldChg>
      <pc:sldChg chg="addSp modSp">
        <pc:chgData name="" userId="" providerId="" clId="Web-{6E8403B9-C474-4B99-9353-4E0EB3CC5CF0}" dt="2026-10-23T10:01:09.584" v="73" actId="34807"/>
        <pc:sldMkLst>
          <pc:docMk/>
          <pc:sldMk cId="1196239488" sldId="7417"/>
        </pc:sldMkLst>
        <pc:spChg chg="add mod">
          <ac:chgData name="" userId="" providerId="" clId="Web-{6E8403B9-C474-4B99-9353-4E0EB3CC5CF0}" dt="2026-10-23T10:01:09.584" v="73" actId="34807"/>
          <ac:spMkLst>
            <pc:docMk/>
            <pc:sldMk cId="1196239488" sldId="7417"/>
            <ac:spMk id="23576" creationId="{AD409427-0CEB-EC98-AEE3-3D5A1898D04C}"/>
          </ac:spMkLst>
        </pc:spChg>
        <pc:spChg chg="add mod">
          <ac:chgData name="" userId="" providerId="" clId="Web-{6E8403B9-C474-4B99-9353-4E0EB3CC5CF0}" dt="2026-10-23T10:01:09.584" v="73" actId="34807"/>
          <ac:spMkLst>
            <pc:docMk/>
            <pc:sldMk cId="1196239488" sldId="7417"/>
            <ac:spMk id="23581" creationId="{C070DF34-B3D4-3C59-AA28-F1C8D2DBF5BF}"/>
          </ac:spMkLst>
        </pc:spChg>
        <pc:spChg chg="add mod">
          <ac:chgData name="" userId="" providerId="" clId="Web-{6E8403B9-C474-4B99-9353-4E0EB3CC5CF0}" dt="2026-10-23T10:01:09.584" v="73" actId="34807"/>
          <ac:spMkLst>
            <pc:docMk/>
            <pc:sldMk cId="1196239488" sldId="7417"/>
            <ac:spMk id="23594" creationId="{DF3C4E1D-9B50-40D4-42B5-AC1A0BF174FA}"/>
          </ac:spMkLst>
        </pc:spChg>
        <pc:spChg chg="add mod">
          <ac:chgData name="" userId="" providerId="" clId="Web-{6E8403B9-C474-4B99-9353-4E0EB3CC5CF0}" dt="2026-10-23T10:01:09.584" v="73" actId="34807"/>
          <ac:spMkLst>
            <pc:docMk/>
            <pc:sldMk cId="1196239488" sldId="7417"/>
            <ac:spMk id="23602" creationId="{F93F8582-614A-028F-35E4-AD922D74107D}"/>
          </ac:spMkLst>
        </pc:spChg>
        <pc:spChg chg="add mod">
          <ac:chgData name="" userId="" providerId="" clId="Web-{6E8403B9-C474-4B99-9353-4E0EB3CC5CF0}" dt="2026-10-23T10:01:09.584" v="73" actId="34807"/>
          <ac:spMkLst>
            <pc:docMk/>
            <pc:sldMk cId="1196239488" sldId="7417"/>
            <ac:spMk id="23611" creationId="{A1B12AAA-B899-C4E9-B98E-30B705BF63F9}"/>
          </ac:spMkLst>
        </pc:spChg>
        <pc:spChg chg="add mod">
          <ac:chgData name="" userId="" providerId="" clId="Web-{6E8403B9-C474-4B99-9353-4E0EB3CC5CF0}" dt="2026-10-23T10:01:09.584" v="73" actId="34807"/>
          <ac:spMkLst>
            <pc:docMk/>
            <pc:sldMk cId="1196239488" sldId="7417"/>
            <ac:spMk id="23632" creationId="{06220B0B-E8CB-B9D9-0763-9E5C6F580ED2}"/>
          </ac:spMkLst>
        </pc:spChg>
        <pc:spChg chg="add mod">
          <ac:chgData name="" userId="" providerId="" clId="Web-{6E8403B9-C474-4B99-9353-4E0EB3CC5CF0}" dt="2026-10-23T10:01:09.584" v="73" actId="34807"/>
          <ac:spMkLst>
            <pc:docMk/>
            <pc:sldMk cId="1196239488" sldId="7417"/>
            <ac:spMk id="23657" creationId="{C5A4AF96-F385-8510-23D7-4F7B439C6B06}"/>
          </ac:spMkLst>
        </pc:spChg>
        <pc:spChg chg="add mod">
          <ac:chgData name="" userId="" providerId="" clId="Web-{6E8403B9-C474-4B99-9353-4E0EB3CC5CF0}" dt="2026-10-23T10:01:09.584" v="73" actId="34807"/>
          <ac:spMkLst>
            <pc:docMk/>
            <pc:sldMk cId="1196239488" sldId="7417"/>
            <ac:spMk id="23671" creationId="{1858FB9D-2EDB-769E-AAE1-B0C44C8B1DF5}"/>
          </ac:spMkLst>
        </pc:spChg>
        <pc:spChg chg="add mod">
          <ac:chgData name="" userId="" providerId="" clId="Web-{6E8403B9-C474-4B99-9353-4E0EB3CC5CF0}" dt="2026-10-23T10:01:09.584" v="73" actId="34807"/>
          <ac:spMkLst>
            <pc:docMk/>
            <pc:sldMk cId="1196239488" sldId="7417"/>
            <ac:spMk id="23702" creationId="{D5F54292-C645-E913-D126-11645CA1FFA3}"/>
          </ac:spMkLst>
        </pc:spChg>
        <pc:spChg chg="add mod">
          <ac:chgData name="" userId="" providerId="" clId="Web-{6E8403B9-C474-4B99-9353-4E0EB3CC5CF0}" dt="2026-10-23T10:01:09.584" v="73" actId="34807"/>
          <ac:spMkLst>
            <pc:docMk/>
            <pc:sldMk cId="1196239488" sldId="7417"/>
            <ac:spMk id="23719" creationId="{2A8B6746-CFEF-0686-ED88-2FD49D8EB5DE}"/>
          </ac:spMkLst>
        </pc:spChg>
      </pc:sldChg>
      <pc:sldChg chg="addSp modSp">
        <pc:chgData name="" userId="" providerId="" clId="Web-{6E8403B9-C474-4B99-9353-4E0EB3CC5CF0}" dt="2026-10-23T10:01:21.428" v="78" actId="34807"/>
        <pc:sldMkLst>
          <pc:docMk/>
          <pc:sldMk cId="2289242127" sldId="7651"/>
        </pc:sldMkLst>
        <pc:spChg chg="add mod">
          <ac:chgData name="" userId="" providerId="" clId="Web-{6E8403B9-C474-4B99-9353-4E0EB3CC5CF0}" dt="2026-10-23T10:01:19.568" v="76" actId="34807"/>
          <ac:spMkLst>
            <pc:docMk/>
            <pc:sldMk cId="2289242127" sldId="7651"/>
            <ac:spMk id="24461" creationId="{C8A68FE3-88AF-8E43-7A3D-8F61CF0F79AA}"/>
          </ac:spMkLst>
        </pc:spChg>
        <pc:spChg chg="add mod">
          <ac:chgData name="" userId="" providerId="" clId="Web-{6E8403B9-C474-4B99-9353-4E0EB3CC5CF0}" dt="2026-10-23T10:01:19.568" v="76" actId="34807"/>
          <ac:spMkLst>
            <pc:docMk/>
            <pc:sldMk cId="2289242127" sldId="7651"/>
            <ac:spMk id="24470" creationId="{CDE09086-FBFA-13B2-B5DE-8A691D1D241D}"/>
          </ac:spMkLst>
        </pc:spChg>
        <pc:spChg chg="add mod">
          <ac:chgData name="" userId="" providerId="" clId="Web-{6E8403B9-C474-4B99-9353-4E0EB3CC5CF0}" dt="2026-10-23T10:01:19.568" v="76" actId="34807"/>
          <ac:spMkLst>
            <pc:docMk/>
            <pc:sldMk cId="2289242127" sldId="7651"/>
            <ac:spMk id="24475" creationId="{777BF9CB-BADD-D589-C156-65D9B4AF145B}"/>
          </ac:spMkLst>
        </pc:spChg>
        <pc:spChg chg="add mod">
          <ac:chgData name="" userId="" providerId="" clId="Web-{6E8403B9-C474-4B99-9353-4E0EB3CC5CF0}" dt="2026-10-23T10:01:19.568" v="76" actId="34807"/>
          <ac:spMkLst>
            <pc:docMk/>
            <pc:sldMk cId="2289242127" sldId="7651"/>
            <ac:spMk id="24481" creationId="{006FFFE0-5A2B-5A93-C2BA-BFEC0A3E18E3}"/>
          </ac:spMkLst>
        </pc:spChg>
        <pc:spChg chg="add mod">
          <ac:chgData name="" userId="" providerId="" clId="Web-{6E8403B9-C474-4B99-9353-4E0EB3CC5CF0}" dt="2026-10-23T10:01:19.568" v="76" actId="34807"/>
          <ac:spMkLst>
            <pc:docMk/>
            <pc:sldMk cId="2289242127" sldId="7651"/>
            <ac:spMk id="24505" creationId="{C22A7883-17E7-5F68-F7C1-01F7677B4E26}"/>
          </ac:spMkLst>
        </pc:spChg>
        <pc:spChg chg="add mod">
          <ac:chgData name="" userId="" providerId="" clId="Web-{6E8403B9-C474-4B99-9353-4E0EB3CC5CF0}" dt="2026-10-23T10:01:19.568" v="76" actId="34807"/>
          <ac:spMkLst>
            <pc:docMk/>
            <pc:sldMk cId="2289242127" sldId="7651"/>
            <ac:spMk id="24515" creationId="{B7C3F927-B1FA-68A3-B91D-E94BC96916D3}"/>
          </ac:spMkLst>
        </pc:spChg>
        <pc:spChg chg="mod">
          <ac:chgData name="" userId="" providerId="" clId="Web-{6E8403B9-C474-4B99-9353-4E0EB3CC5CF0}" dt="2026-10-23T10:01:21.428" v="78" actId="34807"/>
          <ac:spMkLst>
            <pc:docMk/>
            <pc:sldMk cId="2289242127" sldId="7651"/>
            <ac:spMk id="24580" creationId="{0BEAB4EC-A172-34F9-9AB5-B0181B1522D8}"/>
          </ac:spMkLst>
        </pc:spChg>
        <pc:spChg chg="add mod">
          <ac:chgData name="" userId="" providerId="" clId="Web-{6E8403B9-C474-4B99-9353-4E0EB3CC5CF0}" dt="2026-10-23T10:01:21.428" v="78" actId="34807"/>
          <ac:spMkLst>
            <pc:docMk/>
            <pc:sldMk cId="2289242127" sldId="7651"/>
            <ac:spMk id="24596" creationId="{1E9C7CA6-8145-2307-0DCB-14204F60A022}"/>
          </ac:spMkLst>
        </pc:spChg>
        <pc:spChg chg="add mod">
          <ac:chgData name="" userId="" providerId="" clId="Web-{6E8403B9-C474-4B99-9353-4E0EB3CC5CF0}" dt="2026-10-23T10:01:21.428" v="78" actId="34807"/>
          <ac:spMkLst>
            <pc:docMk/>
            <pc:sldMk cId="2289242127" sldId="7651"/>
            <ac:spMk id="24613" creationId="{FDCE4C2C-1B63-41BD-88C8-C1826C877D0E}"/>
          </ac:spMkLst>
        </pc:spChg>
        <pc:spChg chg="mod">
          <ac:chgData name="" userId="" providerId="" clId="Web-{6E8403B9-C474-4B99-9353-4E0EB3CC5CF0}" dt="2026-10-23T10:01:21.428" v="78" actId="34807"/>
          <ac:spMkLst>
            <pc:docMk/>
            <pc:sldMk cId="2289242127" sldId="7651"/>
            <ac:spMk id="24631" creationId="{3D71E01A-0DA5-50AC-5C25-4B1440BAE354}"/>
          </ac:spMkLst>
        </pc:spChg>
        <pc:spChg chg="mod">
          <ac:chgData name="" userId="" providerId="" clId="Web-{6E8403B9-C474-4B99-9353-4E0EB3CC5CF0}" dt="2026-10-23T10:01:21.428" v="78" actId="34807"/>
          <ac:spMkLst>
            <pc:docMk/>
            <pc:sldMk cId="2289242127" sldId="7651"/>
            <ac:spMk id="24650" creationId="{B10C4E40-265D-12A8-FD2A-A11182BBE821}"/>
          </ac:spMkLst>
        </pc:spChg>
        <pc:spChg chg="add mod">
          <ac:chgData name="" userId="" providerId="" clId="Web-{6E8403B9-C474-4B99-9353-4E0EB3CC5CF0}" dt="2026-10-23T10:01:21.428" v="78" actId="34807"/>
          <ac:spMkLst>
            <pc:docMk/>
            <pc:sldMk cId="2289242127" sldId="7651"/>
            <ac:spMk id="24670" creationId="{F4693400-30C9-E1FC-92E0-57FFB2CE87B7}"/>
          </ac:spMkLst>
        </pc:spChg>
        <pc:spChg chg="add mod">
          <ac:chgData name="" userId="" providerId="" clId="Web-{6E8403B9-C474-4B99-9353-4E0EB3CC5CF0}" dt="2026-10-23T10:01:19.568" v="76" actId="34807"/>
          <ac:spMkLst>
            <pc:docMk/>
            <pc:sldMk cId="2289242127" sldId="7651"/>
            <ac:spMk id="24713" creationId="{7DE0643D-F078-1B68-9853-B7F8D4F31FF1}"/>
          </ac:spMkLst>
        </pc:spChg>
        <pc:picChg chg="add mod">
          <ac:chgData name="" userId="" providerId="" clId="Web-{6E8403B9-C474-4B99-9353-4E0EB3CC5CF0}" dt="2026-10-23T10:01:20.412" v="77" actId="34807"/>
          <ac:picMkLst>
            <pc:docMk/>
            <pc:sldMk cId="2289242127" sldId="7651"/>
            <ac:picMk id="24786" creationId="{42F5E51E-5783-58C2-CC9A-22AB6E9C9803}"/>
          </ac:picMkLst>
        </pc:picChg>
        <pc:picChg chg="add mod">
          <ac:chgData name="" userId="" providerId="" clId="Web-{6E8403B9-C474-4B99-9353-4E0EB3CC5CF0}" dt="2026-10-23T10:01:20.412" v="77" actId="34807"/>
          <ac:picMkLst>
            <pc:docMk/>
            <pc:sldMk cId="2289242127" sldId="7651"/>
            <ac:picMk id="24787" creationId="{B9DA6489-F99F-7EC3-BC27-0F4D4C36ECEA}"/>
          </ac:picMkLst>
        </pc:picChg>
        <pc:picChg chg="add mod">
          <ac:chgData name="" userId="" providerId="" clId="Web-{6E8403B9-C474-4B99-9353-4E0EB3CC5CF0}" dt="2026-10-23T10:01:20.412" v="77" actId="34807"/>
          <ac:picMkLst>
            <pc:docMk/>
            <pc:sldMk cId="2289242127" sldId="7651"/>
            <ac:picMk id="24788" creationId="{F37F9080-641E-201B-812C-9AD5047B6F76}"/>
          </ac:picMkLst>
        </pc:picChg>
      </pc:sldChg>
      <pc:sldChg chg="addSp modSp">
        <pc:chgData name="" userId="" providerId="" clId="Web-{6E8403B9-C474-4B99-9353-4E0EB3CC5CF0}" dt="2026-10-23T10:01:30.459" v="79" actId="34807"/>
        <pc:sldMkLst>
          <pc:docMk/>
          <pc:sldMk cId="323294915" sldId="7886"/>
        </pc:sldMkLst>
        <pc:spChg chg="add mod">
          <ac:chgData name="" userId="" providerId="" clId="Web-{6E8403B9-C474-4B99-9353-4E0EB3CC5CF0}" dt="2026-10-23T10:01:30.459" v="79" actId="34807"/>
          <ac:spMkLst>
            <pc:docMk/>
            <pc:sldMk cId="323294915" sldId="7886"/>
            <ac:spMk id="24789" creationId="{9EA952B9-8B76-4988-321F-BCD44CB6A7C6}"/>
          </ac:spMkLst>
        </pc:spChg>
        <pc:spChg chg="add mod">
          <ac:chgData name="" userId="" providerId="" clId="Web-{6E8403B9-C474-4B99-9353-4E0EB3CC5CF0}" dt="2026-10-23T10:01:30.459" v="79" actId="34807"/>
          <ac:spMkLst>
            <pc:docMk/>
            <pc:sldMk cId="323294915" sldId="7886"/>
            <ac:spMk id="24794" creationId="{C6AA446A-9685-C64F-F51E-B70C95B9815F}"/>
          </ac:spMkLst>
        </pc:spChg>
        <pc:spChg chg="add mod">
          <ac:chgData name="" userId="" providerId="" clId="Web-{6E8403B9-C474-4B99-9353-4E0EB3CC5CF0}" dt="2026-10-23T10:01:30.459" v="79" actId="34807"/>
          <ac:spMkLst>
            <pc:docMk/>
            <pc:sldMk cId="323294915" sldId="7886"/>
            <ac:spMk id="24824" creationId="{3AF0DB07-B4FA-248D-3EC1-BCCAA0E4242B}"/>
          </ac:spMkLst>
        </pc:spChg>
        <pc:spChg chg="add mod">
          <ac:chgData name="" userId="" providerId="" clId="Web-{6E8403B9-C474-4B99-9353-4E0EB3CC5CF0}" dt="2026-10-23T10:01:30.459" v="79" actId="34807"/>
          <ac:spMkLst>
            <pc:docMk/>
            <pc:sldMk cId="323294915" sldId="7886"/>
            <ac:spMk id="24843" creationId="{F3959E92-D63B-0EAF-2712-CAC0198613EF}"/>
          </ac:spMkLst>
        </pc:spChg>
        <pc:spChg chg="add mod">
          <ac:chgData name="" userId="" providerId="" clId="Web-{6E8403B9-C474-4B99-9353-4E0EB3CC5CF0}" dt="2026-10-23T10:01:30.459" v="79" actId="34807"/>
          <ac:spMkLst>
            <pc:docMk/>
            <pc:sldMk cId="323294915" sldId="7886"/>
            <ac:spMk id="24854" creationId="{C880399A-4E4E-5AAE-4F19-14D1CB468CCF}"/>
          </ac:spMkLst>
        </pc:spChg>
        <pc:spChg chg="add mod">
          <ac:chgData name="" userId="" providerId="" clId="Web-{6E8403B9-C474-4B99-9353-4E0EB3CC5CF0}" dt="2026-10-23T10:01:30.459" v="79" actId="34807"/>
          <ac:spMkLst>
            <pc:docMk/>
            <pc:sldMk cId="323294915" sldId="7886"/>
            <ac:spMk id="25041" creationId="{575E853D-1D09-DCC1-76CD-60E6720CAB44}"/>
          </ac:spMkLst>
        </pc:spChg>
        <pc:spChg chg="add mod">
          <ac:chgData name="" userId="" providerId="" clId="Web-{6E8403B9-C474-4B99-9353-4E0EB3CC5CF0}" dt="2026-10-23T10:01:30.459" v="79" actId="34807"/>
          <ac:spMkLst>
            <pc:docMk/>
            <pc:sldMk cId="323294915" sldId="7886"/>
            <ac:spMk id="25088" creationId="{BF84BA00-EC72-D3BF-FE89-650FF6DCB034}"/>
          </ac:spMkLst>
        </pc:spChg>
        <pc:spChg chg="add mod">
          <ac:chgData name="" userId="" providerId="" clId="Web-{6E8403B9-C474-4B99-9353-4E0EB3CC5CF0}" dt="2026-10-23T10:01:30.459" v="79" actId="34807"/>
          <ac:spMkLst>
            <pc:docMk/>
            <pc:sldMk cId="323294915" sldId="7886"/>
            <ac:spMk id="25166" creationId="{A77C95A8-5430-1B34-68BC-B2B8D974E02C}"/>
          </ac:spMkLst>
        </pc:spChg>
        <pc:spChg chg="add mod">
          <ac:chgData name="" userId="" providerId="" clId="Web-{6E8403B9-C474-4B99-9353-4E0EB3CC5CF0}" dt="2026-10-23T10:01:30.459" v="79" actId="34807"/>
          <ac:spMkLst>
            <pc:docMk/>
            <pc:sldMk cId="323294915" sldId="7886"/>
            <ac:spMk id="25194" creationId="{E73C449A-658E-8BC3-BC20-9A10867D3793}"/>
          </ac:spMkLst>
        </pc:spChg>
        <pc:spChg chg="add mod">
          <ac:chgData name="" userId="" providerId="" clId="Web-{6E8403B9-C474-4B99-9353-4E0EB3CC5CF0}" dt="2026-10-23T10:01:30.459" v="79" actId="34807"/>
          <ac:spMkLst>
            <pc:docMk/>
            <pc:sldMk cId="323294915" sldId="7886"/>
            <ac:spMk id="25284" creationId="{A9C48948-A583-AA73-64A3-D39E144479C6}"/>
          </ac:spMkLst>
        </pc:spChg>
      </pc:sldChg>
      <pc:sldChg chg="addSp modSp">
        <pc:chgData name="" userId="" providerId="" clId="Web-{6E8403B9-C474-4B99-9353-4E0EB3CC5CF0}" dt="2026-10-23T10:01:40.647" v="80" actId="34807"/>
        <pc:sldMkLst>
          <pc:docMk/>
          <pc:sldMk cId="1785931516" sldId="8122"/>
        </pc:sldMkLst>
        <pc:spChg chg="add mod">
          <ac:chgData name="" userId="" providerId="" clId="Web-{6E8403B9-C474-4B99-9353-4E0EB3CC5CF0}" dt="2026-10-23T10:01:40.647" v="80" actId="34807"/>
          <ac:spMkLst>
            <pc:docMk/>
            <pc:sldMk cId="1785931516" sldId="8122"/>
            <ac:spMk id="25287" creationId="{2D20FF59-8079-78BF-3007-E22FB1C4DA95}"/>
          </ac:spMkLst>
        </pc:spChg>
        <pc:spChg chg="add mod">
          <ac:chgData name="" userId="" providerId="" clId="Web-{6E8403B9-C474-4B99-9353-4E0EB3CC5CF0}" dt="2026-10-23T10:01:40.647" v="80" actId="34807"/>
          <ac:spMkLst>
            <pc:docMk/>
            <pc:sldMk cId="1785931516" sldId="8122"/>
            <ac:spMk id="25290" creationId="{E62E2CAF-4347-206C-EB3F-4CFC1352B227}"/>
          </ac:spMkLst>
        </pc:spChg>
        <pc:spChg chg="add mod">
          <ac:chgData name="" userId="" providerId="" clId="Web-{6E8403B9-C474-4B99-9353-4E0EB3CC5CF0}" dt="2026-10-23T10:01:40.647" v="80" actId="34807"/>
          <ac:spMkLst>
            <pc:docMk/>
            <pc:sldMk cId="1785931516" sldId="8122"/>
            <ac:spMk id="25299" creationId="{AD4ACF71-924D-AB72-DC1D-52DBA32AF742}"/>
          </ac:spMkLst>
        </pc:spChg>
        <pc:spChg chg="add mod">
          <ac:chgData name="" userId="" providerId="" clId="Web-{6E8403B9-C474-4B99-9353-4E0EB3CC5CF0}" dt="2026-10-23T10:01:40.647" v="80" actId="34807"/>
          <ac:spMkLst>
            <pc:docMk/>
            <pc:sldMk cId="1785931516" sldId="8122"/>
            <ac:spMk id="25305" creationId="{CC864C82-8FE2-CF14-E608-1D7B2B2908CB}"/>
          </ac:spMkLst>
        </pc:spChg>
        <pc:spChg chg="add mod">
          <ac:chgData name="" userId="" providerId="" clId="Web-{6E8403B9-C474-4B99-9353-4E0EB3CC5CF0}" dt="2026-10-23T10:01:40.647" v="80" actId="34807"/>
          <ac:spMkLst>
            <pc:docMk/>
            <pc:sldMk cId="1785931516" sldId="8122"/>
            <ac:spMk id="25312" creationId="{73B1D725-09B8-6A0E-DFA7-A4549BEF2F78}"/>
          </ac:spMkLst>
        </pc:spChg>
        <pc:spChg chg="add mod">
          <ac:chgData name="" userId="" providerId="" clId="Web-{6E8403B9-C474-4B99-9353-4E0EB3CC5CF0}" dt="2026-10-23T10:01:40.647" v="80" actId="34807"/>
          <ac:spMkLst>
            <pc:docMk/>
            <pc:sldMk cId="1785931516" sldId="8122"/>
            <ac:spMk id="25320" creationId="{2EA6B6CB-F2F5-37A9-2634-835D9F046736}"/>
          </ac:spMkLst>
        </pc:spChg>
        <pc:spChg chg="add mod">
          <ac:chgData name="" userId="" providerId="" clId="Web-{6E8403B9-C474-4B99-9353-4E0EB3CC5CF0}" dt="2026-10-23T10:01:40.647" v="80" actId="34807"/>
          <ac:spMkLst>
            <pc:docMk/>
            <pc:sldMk cId="1785931516" sldId="8122"/>
            <ac:spMk id="25339" creationId="{E0DC64F6-F1DD-F4F9-F1F6-C1040B226875}"/>
          </ac:spMkLst>
        </pc:spChg>
        <pc:spChg chg="add mod">
          <ac:chgData name="" userId="" providerId="" clId="Web-{6E8403B9-C474-4B99-9353-4E0EB3CC5CF0}" dt="2026-10-23T10:01:40.647" v="80" actId="34807"/>
          <ac:spMkLst>
            <pc:docMk/>
            <pc:sldMk cId="1785931516" sldId="8122"/>
            <ac:spMk id="25362" creationId="{1DD22ED2-22D8-7121-2343-2960AC4715C9}"/>
          </ac:spMkLst>
        </pc:spChg>
        <pc:spChg chg="add mod">
          <ac:chgData name="" userId="" providerId="" clId="Web-{6E8403B9-C474-4B99-9353-4E0EB3CC5CF0}" dt="2026-10-23T10:01:40.647" v="80" actId="34807"/>
          <ac:spMkLst>
            <pc:docMk/>
            <pc:sldMk cId="1785931516" sldId="8122"/>
            <ac:spMk id="25375" creationId="{5FAED686-CFEC-2AE0-5234-7B0331E2410B}"/>
          </ac:spMkLst>
        </pc:spChg>
        <pc:spChg chg="add mod">
          <ac:chgData name="" userId="" providerId="" clId="Web-{6E8403B9-C474-4B99-9353-4E0EB3CC5CF0}" dt="2026-10-23T10:01:40.647" v="80" actId="34807"/>
          <ac:spMkLst>
            <pc:docMk/>
            <pc:sldMk cId="1785931516" sldId="8122"/>
            <ac:spMk id="25389" creationId="{9CC3AC06-2A0B-34AD-0263-4711F23F3CA4}"/>
          </ac:spMkLst>
        </pc:spChg>
      </pc:sldChg>
      <pc:sldChg chg="addSp modSp">
        <pc:chgData name="" userId="" providerId="" clId="Web-{6E8403B9-C474-4B99-9353-4E0EB3CC5CF0}" dt="2026-10-23T09:47:53.686" v="15" actId="34807"/>
        <pc:sldMkLst>
          <pc:docMk/>
          <pc:sldMk cId="2111836025" sldId="8359"/>
        </pc:sldMkLst>
        <pc:spChg chg="add mod">
          <ac:chgData name="" userId="" providerId="" clId="Web-{6E8403B9-C474-4B99-9353-4E0EB3CC5CF0}" dt="2026-10-23T09:47:52.154" v="13" actId="34807"/>
          <ac:spMkLst>
            <pc:docMk/>
            <pc:sldMk cId="2111836025" sldId="8359"/>
            <ac:spMk id="17467" creationId="{C4893E5F-6F6B-4772-649C-44A5F6FB1E51}"/>
          </ac:spMkLst>
        </pc:spChg>
        <pc:spChg chg="add mod">
          <ac:chgData name="" userId="" providerId="" clId="Web-{6E8403B9-C474-4B99-9353-4E0EB3CC5CF0}" dt="2026-10-23T09:47:52.154" v="13" actId="34807"/>
          <ac:spMkLst>
            <pc:docMk/>
            <pc:sldMk cId="2111836025" sldId="8359"/>
            <ac:spMk id="17470" creationId="{720423DE-EBD1-A453-5AE7-87CDAEDD7AB3}"/>
          </ac:spMkLst>
        </pc:spChg>
        <pc:spChg chg="add mod">
          <ac:chgData name="" userId="" providerId="" clId="Web-{6E8403B9-C474-4B99-9353-4E0EB3CC5CF0}" dt="2026-10-23T09:47:52.154" v="13" actId="34807"/>
          <ac:spMkLst>
            <pc:docMk/>
            <pc:sldMk cId="2111836025" sldId="8359"/>
            <ac:spMk id="17485" creationId="{E96DA572-0C88-AF72-A84E-2C6A33117C3F}"/>
          </ac:spMkLst>
        </pc:spChg>
        <pc:spChg chg="add mod">
          <ac:chgData name="" userId="" providerId="" clId="Web-{6E8403B9-C474-4B99-9353-4E0EB3CC5CF0}" dt="2026-10-23T09:47:53.686" v="15" actId="34807"/>
          <ac:spMkLst>
            <pc:docMk/>
            <pc:sldMk cId="2111836025" sldId="8359"/>
            <ac:spMk id="17492" creationId="{B3C4B488-7629-C432-0F19-8F1CE98C2D34}"/>
          </ac:spMkLst>
        </pc:spChg>
        <pc:spChg chg="mod">
          <ac:chgData name="" userId="" providerId="" clId="Web-{6E8403B9-C474-4B99-9353-4E0EB3CC5CF0}" dt="2026-10-23T09:47:53.686" v="15" actId="34807"/>
          <ac:spMkLst>
            <pc:docMk/>
            <pc:sldMk cId="2111836025" sldId="8359"/>
            <ac:spMk id="17519" creationId="{A05A6B23-BAC7-1230-2410-A5813CA45EB8}"/>
          </ac:spMkLst>
        </pc:spChg>
        <pc:spChg chg="add mod">
          <ac:chgData name="" userId="" providerId="" clId="Web-{6E8403B9-C474-4B99-9353-4E0EB3CC5CF0}" dt="2026-10-23T09:47:53.686" v="15" actId="34807"/>
          <ac:spMkLst>
            <pc:docMk/>
            <pc:sldMk cId="2111836025" sldId="8359"/>
            <ac:spMk id="17555" creationId="{BE236FE7-C957-8DF9-1AC2-04044E2CEE88}"/>
          </ac:spMkLst>
        </pc:spChg>
        <pc:spChg chg="add mod">
          <ac:chgData name="" userId="" providerId="" clId="Web-{6E8403B9-C474-4B99-9353-4E0EB3CC5CF0}" dt="2026-10-23T09:47:52.154" v="13" actId="34807"/>
          <ac:spMkLst>
            <pc:docMk/>
            <pc:sldMk cId="2111836025" sldId="8359"/>
            <ac:spMk id="17569" creationId="{6E8ADBB0-9E3B-7DC7-AE18-E589380CCA63}"/>
          </ac:spMkLst>
        </pc:spChg>
        <pc:spChg chg="add mod">
          <ac:chgData name="" userId="" providerId="" clId="Web-{6E8403B9-C474-4B99-9353-4E0EB3CC5CF0}" dt="2026-10-23T09:47:52.154" v="13" actId="34807"/>
          <ac:spMkLst>
            <pc:docMk/>
            <pc:sldMk cId="2111836025" sldId="8359"/>
            <ac:spMk id="17584" creationId="{0CFBB505-ADA1-124E-B337-32553D462842}"/>
          </ac:spMkLst>
        </pc:spChg>
        <pc:spChg chg="mod">
          <ac:chgData name="" userId="" providerId="" clId="Web-{6E8403B9-C474-4B99-9353-4E0EB3CC5CF0}" dt="2026-10-23T09:47:53.686" v="15" actId="34807"/>
          <ac:spMkLst>
            <pc:docMk/>
            <pc:sldMk cId="2111836025" sldId="8359"/>
            <ac:spMk id="17600" creationId="{8510B21D-C570-CFEA-9521-727C7BA8E14D}"/>
          </ac:spMkLst>
        </pc:spChg>
        <pc:spChg chg="add mod">
          <ac:chgData name="" userId="" providerId="" clId="Web-{6E8403B9-C474-4B99-9353-4E0EB3CC5CF0}" dt="2026-10-23T09:47:52.154" v="13" actId="34807"/>
          <ac:spMkLst>
            <pc:docMk/>
            <pc:sldMk cId="2111836025" sldId="8359"/>
            <ac:spMk id="17674" creationId="{A8C1D350-DF15-4EC6-F37A-E4E906F1753C}"/>
          </ac:spMkLst>
        </pc:spChg>
        <pc:spChg chg="add mod">
          <ac:chgData name="" userId="" providerId="" clId="Web-{6E8403B9-C474-4B99-9353-4E0EB3CC5CF0}" dt="2026-10-23T09:47:52.154" v="13" actId="34807"/>
          <ac:spMkLst>
            <pc:docMk/>
            <pc:sldMk cId="2111836025" sldId="8359"/>
            <ac:spMk id="17695" creationId="{CDBE544E-E01A-3BA0-DF57-0254B4385798}"/>
          </ac:spMkLst>
        </pc:spChg>
        <pc:spChg chg="add mod">
          <ac:chgData name="" userId="" providerId="" clId="Web-{6E8403B9-C474-4B99-9353-4E0EB3CC5CF0}" dt="2026-10-23T09:47:52.154" v="13" actId="34807"/>
          <ac:spMkLst>
            <pc:docMk/>
            <pc:sldMk cId="2111836025" sldId="8359"/>
            <ac:spMk id="17764" creationId="{C13CB2A0-A4B3-4070-DC50-B3BB5E587B80}"/>
          </ac:spMkLst>
        </pc:spChg>
        <pc:picChg chg="add mod">
          <ac:chgData name="" userId="" providerId="" clId="Web-{6E8403B9-C474-4B99-9353-4E0EB3CC5CF0}" dt="2026-10-23T09:47:52.967" v="14" actId="34807"/>
          <ac:picMkLst>
            <pc:docMk/>
            <pc:sldMk cId="2111836025" sldId="8359"/>
            <ac:picMk id="17790" creationId="{13BAD82B-A9ED-85F8-29A9-1A73B8DCFC2A}"/>
          </ac:picMkLst>
        </pc:picChg>
        <pc:picChg chg="add mod">
          <ac:chgData name="" userId="" providerId="" clId="Web-{6E8403B9-C474-4B99-9353-4E0EB3CC5CF0}" dt="2026-10-23T09:47:52.967" v="14" actId="34807"/>
          <ac:picMkLst>
            <pc:docMk/>
            <pc:sldMk cId="2111836025" sldId="8359"/>
            <ac:picMk id="17791" creationId="{1F6EC2C7-7CBC-744D-4F7C-984D6589445C}"/>
          </ac:picMkLst>
        </pc:picChg>
      </pc:sldChg>
      <pc:sldChg chg="addSp delSp modSp">
        <pc:chgData name="" userId="" providerId="" clId="Web-{6E8403B9-C474-4B99-9353-4E0EB3CC5CF0}" dt="2026-10-23T09:50:43.954" v="22" actId="34807"/>
        <pc:sldMkLst>
          <pc:docMk/>
          <pc:sldMk cId="1389944548" sldId="8597"/>
        </pc:sldMkLst>
        <pc:spChg chg="add del mod">
          <ac:chgData name="" userId="" providerId="" clId="Web-{6E8403B9-C474-4B99-9353-4E0EB3CC5CF0}" dt="2026-10-23T09:50:43.954" v="22" actId="34807"/>
          <ac:spMkLst>
            <pc:docMk/>
            <pc:sldMk cId="1389944548" sldId="8597"/>
            <ac:spMk id="17792" creationId="{AFC06537-EE16-95CB-99EE-88D625D7CEDE}"/>
          </ac:spMkLst>
        </pc:spChg>
        <pc:spChg chg="add del mod">
          <ac:chgData name="" userId="" providerId="" clId="Web-{6E8403B9-C474-4B99-9353-4E0EB3CC5CF0}" dt="2026-10-23T09:50:43.954" v="22" actId="34807"/>
          <ac:spMkLst>
            <pc:docMk/>
            <pc:sldMk cId="1389944548" sldId="8597"/>
            <ac:spMk id="17794" creationId="{FBADDD40-F3F7-0F69-7A7B-AB477A96B9F2}"/>
          </ac:spMkLst>
        </pc:spChg>
        <pc:spChg chg="add del mod">
          <ac:chgData name="" userId="" providerId="" clId="Web-{6E8403B9-C474-4B99-9353-4E0EB3CC5CF0}" dt="2026-10-23T09:50:43.954" v="22" actId="34807"/>
          <ac:spMkLst>
            <pc:docMk/>
            <pc:sldMk cId="1389944548" sldId="8597"/>
            <ac:spMk id="17797" creationId="{711B8C17-3984-7022-B2D9-B4AE7070644B}"/>
          </ac:spMkLst>
        </pc:spChg>
        <pc:spChg chg="add del mod">
          <ac:chgData name="" userId="" providerId="" clId="Web-{6E8403B9-C474-4B99-9353-4E0EB3CC5CF0}" dt="2026-10-23T09:50:43.954" v="22" actId="34807"/>
          <ac:spMkLst>
            <pc:docMk/>
            <pc:sldMk cId="1389944548" sldId="8597"/>
            <ac:spMk id="17802" creationId="{205FD2CA-1BDD-C7A9-9F3A-2056D17B6CB9}"/>
          </ac:spMkLst>
        </pc:spChg>
        <pc:spChg chg="add mod">
          <ac:chgData name="" userId="" providerId="" clId="Web-{6E8403B9-C474-4B99-9353-4E0EB3CC5CF0}" dt="2026-10-23T09:50:43.267" v="21" actId="34807"/>
          <ac:spMkLst>
            <pc:docMk/>
            <pc:sldMk cId="1389944548" sldId="8597"/>
            <ac:spMk id="18205" creationId="{E58D1CE2-0A86-8B0C-854E-776F3E2B1ADF}"/>
          </ac:spMkLst>
        </pc:spChg>
        <pc:spChg chg="add mod">
          <ac:chgData name="" userId="" providerId="" clId="Web-{6E8403B9-C474-4B99-9353-4E0EB3CC5CF0}" dt="2026-10-23T09:50:43.267" v="21" actId="34807"/>
          <ac:spMkLst>
            <pc:docMk/>
            <pc:sldMk cId="1389944548" sldId="8597"/>
            <ac:spMk id="18207" creationId="{657E5DDC-4B0D-B637-7221-983982A3337D}"/>
          </ac:spMkLst>
        </pc:spChg>
        <pc:spChg chg="add mod">
          <ac:chgData name="" userId="" providerId="" clId="Web-{6E8403B9-C474-4B99-9353-4E0EB3CC5CF0}" dt="2026-10-23T09:50:43.267" v="21" actId="34807"/>
          <ac:spMkLst>
            <pc:docMk/>
            <pc:sldMk cId="1389944548" sldId="8597"/>
            <ac:spMk id="18210" creationId="{5141A53F-4449-0BCA-F1FE-4EA7D90EA1D2}"/>
          </ac:spMkLst>
        </pc:spChg>
        <pc:spChg chg="add mod">
          <ac:chgData name="" userId="" providerId="" clId="Web-{6E8403B9-C474-4B99-9353-4E0EB3CC5CF0}" dt="2026-10-23T09:50:43.267" v="21" actId="34807"/>
          <ac:spMkLst>
            <pc:docMk/>
            <pc:sldMk cId="1389944548" sldId="8597"/>
            <ac:spMk id="18215" creationId="{2A4F11D3-682F-028C-3E6A-895FF4356CCB}"/>
          </ac:spMkLst>
        </pc:spChg>
        <pc:spChg chg="add mod">
          <ac:chgData name="" userId="" providerId="" clId="Web-{6E8403B9-C474-4B99-9353-4E0EB3CC5CF0}" dt="2026-10-23T09:50:43.267" v="21" actId="34807"/>
          <ac:spMkLst>
            <pc:docMk/>
            <pc:sldMk cId="1389944548" sldId="8597"/>
            <ac:spMk id="18221" creationId="{53AFFE88-4BB7-4646-8A33-F0F2FC0FCB07}"/>
          </ac:spMkLst>
        </pc:spChg>
        <pc:spChg chg="add mod">
          <ac:chgData name="" userId="" providerId="" clId="Web-{6E8403B9-C474-4B99-9353-4E0EB3CC5CF0}" dt="2026-10-23T09:50:43.267" v="21" actId="34807"/>
          <ac:spMkLst>
            <pc:docMk/>
            <pc:sldMk cId="1389944548" sldId="8597"/>
            <ac:spMk id="18228" creationId="{F701667E-0E2D-658D-CDD4-37C9611EAF1F}"/>
          </ac:spMkLst>
        </pc:spChg>
        <pc:graphicFrameChg chg="add del mod">
          <ac:chgData name="" userId="" providerId="" clId="Web-{6E8403B9-C474-4B99-9353-4E0EB3CC5CF0}" dt="2026-10-23T09:50:43.954" v="22" actId="34807"/>
          <ac:graphicFrameMkLst>
            <pc:docMk/>
            <pc:sldMk cId="1389944548" sldId="8597"/>
            <ac:graphicFrameMk id="7" creationId="{72394B0C-70C8-48DA-8D7E-3CBFD9414152}"/>
          </ac:graphicFrameMkLst>
        </pc:graphicFrameChg>
        <pc:graphicFrameChg chg="add mod">
          <ac:chgData name="" userId="" providerId="" clId="Web-{6E8403B9-C474-4B99-9353-4E0EB3CC5CF0}" dt="2026-10-23T09:50:43.267" v="21" actId="34807"/>
          <ac:graphicFrameMkLst>
            <pc:docMk/>
            <pc:sldMk cId="1389944548" sldId="8597"/>
            <ac:graphicFrameMk id="10" creationId="{EC61E8DB-4B5F-4849-941D-47976942E733}"/>
          </ac:graphicFrameMkLst>
        </pc:graphicFrameChg>
      </pc:sldChg>
      <pc:sldChg chg="addSp modSp">
        <pc:chgData name="" userId="" providerId="" clId="Web-{6E8403B9-C474-4B99-9353-4E0EB3CC5CF0}" dt="2026-10-23T09:50:50.345" v="24" actId="34807"/>
        <pc:sldMkLst>
          <pc:docMk/>
          <pc:sldMk cId="441665647" sldId="8836"/>
        </pc:sldMkLst>
        <pc:spChg chg="add mod">
          <ac:chgData name="" userId="" providerId="" clId="Web-{6E8403B9-C474-4B99-9353-4E0EB3CC5CF0}" dt="2026-10-23T09:50:49.595" v="23" actId="34807"/>
          <ac:spMkLst>
            <pc:docMk/>
            <pc:sldMk cId="441665647" sldId="8836"/>
            <ac:spMk id="18231" creationId="{9F45D86F-1B65-CA58-1644-CF45EADC99D2}"/>
          </ac:spMkLst>
        </pc:spChg>
        <pc:spChg chg="mod">
          <ac:chgData name="" userId="" providerId="" clId="Web-{6E8403B9-C474-4B99-9353-4E0EB3CC5CF0}" dt="2026-10-23T09:50:50.345" v="24" actId="34807"/>
          <ac:spMkLst>
            <pc:docMk/>
            <pc:sldMk cId="441665647" sldId="8836"/>
            <ac:spMk id="18243" creationId="{8D1F69DA-C18D-B75E-2C1D-BEF8111398C1}"/>
          </ac:spMkLst>
        </pc:spChg>
        <pc:spChg chg="add mod">
          <ac:chgData name="" userId="" providerId="" clId="Web-{6E8403B9-C474-4B99-9353-4E0EB3CC5CF0}" dt="2026-10-23T09:50:49.595" v="23" actId="34807"/>
          <ac:spMkLst>
            <pc:docMk/>
            <pc:sldMk cId="441665647" sldId="8836"/>
            <ac:spMk id="18256" creationId="{F197848C-E58A-F9AE-8080-E5A573B9A90B}"/>
          </ac:spMkLst>
        </pc:spChg>
        <pc:spChg chg="add mod">
          <ac:chgData name="" userId="" providerId="" clId="Web-{6E8403B9-C474-4B99-9353-4E0EB3CC5CF0}" dt="2026-10-23T09:50:50.345" v="24" actId="34807"/>
          <ac:spMkLst>
            <pc:docMk/>
            <pc:sldMk cId="441665647" sldId="8836"/>
            <ac:spMk id="18264" creationId="{793FBEEE-1FBB-AB00-F0BA-405C6B239BEA}"/>
          </ac:spMkLst>
        </pc:spChg>
        <pc:spChg chg="mod">
          <ac:chgData name="" userId="" providerId="" clId="Web-{6E8403B9-C474-4B99-9353-4E0EB3CC5CF0}" dt="2026-10-23T09:50:50.345" v="24" actId="34807"/>
          <ac:spMkLst>
            <pc:docMk/>
            <pc:sldMk cId="441665647" sldId="8836"/>
            <ac:spMk id="18294" creationId="{EB1A3F21-CCF5-345A-76FB-1F6137404BAC}"/>
          </ac:spMkLst>
        </pc:spChg>
        <pc:spChg chg="add mod">
          <ac:chgData name="" userId="" providerId="" clId="Web-{6E8403B9-C474-4B99-9353-4E0EB3CC5CF0}" dt="2026-10-23T09:50:49.595" v="23" actId="34807"/>
          <ac:spMkLst>
            <pc:docMk/>
            <pc:sldMk cId="441665647" sldId="8836"/>
            <ac:spMk id="18306" creationId="{3869F366-F774-B35A-6E5B-E68C262EBD53}"/>
          </ac:spMkLst>
        </pc:spChg>
        <pc:spChg chg="add mod">
          <ac:chgData name="" userId="" providerId="" clId="Web-{6E8403B9-C474-4B99-9353-4E0EB3CC5CF0}" dt="2026-10-23T09:50:50.345" v="24" actId="34807"/>
          <ac:spMkLst>
            <pc:docMk/>
            <pc:sldMk cId="441665647" sldId="8836"/>
            <ac:spMk id="18333" creationId="{E2AC2B6D-B668-75F3-E532-A5796CB7BED2}"/>
          </ac:spMkLst>
        </pc:spChg>
        <pc:spChg chg="add mod">
          <ac:chgData name="" userId="" providerId="" clId="Web-{6E8403B9-C474-4B99-9353-4E0EB3CC5CF0}" dt="2026-10-23T09:50:49.595" v="23" actId="34807"/>
          <ac:spMkLst>
            <pc:docMk/>
            <pc:sldMk cId="441665647" sldId="8836"/>
            <ac:spMk id="18348" creationId="{FE73680B-1447-590D-149D-A358C9A5E939}"/>
          </ac:spMkLst>
        </pc:spChg>
        <pc:spChg chg="add mod">
          <ac:chgData name="" userId="" providerId="" clId="Web-{6E8403B9-C474-4B99-9353-4E0EB3CC5CF0}" dt="2026-10-23T09:50:49.595" v="23" actId="34807"/>
          <ac:spMkLst>
            <pc:docMk/>
            <pc:sldMk cId="441665647" sldId="8836"/>
            <ac:spMk id="18381" creationId="{1FB83918-5EA5-E03E-351F-431D122FA5A0}"/>
          </ac:spMkLst>
        </pc:spChg>
        <pc:spChg chg="add mod">
          <ac:chgData name="" userId="" providerId="" clId="Web-{6E8403B9-C474-4B99-9353-4E0EB3CC5CF0}" dt="2026-10-23T09:50:49.595" v="23" actId="34807"/>
          <ac:spMkLst>
            <pc:docMk/>
            <pc:sldMk cId="441665647" sldId="8836"/>
            <ac:spMk id="18528" creationId="{F52A4F0E-A5F6-01D2-87B2-B2D7AEA540D4}"/>
          </ac:spMkLst>
        </pc:spChg>
        <pc:spChg chg="add mod">
          <ac:chgData name="" userId="" providerId="" clId="Web-{6E8403B9-C474-4B99-9353-4E0EB3CC5CF0}" dt="2026-10-23T09:50:49.595" v="23" actId="34807"/>
          <ac:spMkLst>
            <pc:docMk/>
            <pc:sldMk cId="441665647" sldId="8836"/>
            <ac:spMk id="18553" creationId="{60229714-7A4E-E45B-AE7E-7DFEFC7F2808}"/>
          </ac:spMkLst>
        </pc:spChg>
        <pc:spChg chg="add mod">
          <ac:chgData name="" userId="" providerId="" clId="Web-{6E8403B9-C474-4B99-9353-4E0EB3CC5CF0}" dt="2026-10-23T09:50:49.595" v="23" actId="34807"/>
          <ac:spMkLst>
            <pc:docMk/>
            <pc:sldMk cId="441665647" sldId="8836"/>
            <ac:spMk id="18606" creationId="{8B3B57AD-D226-4A5E-5767-9286908ADA5E}"/>
          </ac:spMkLst>
        </pc:spChg>
      </pc:sldChg>
      <pc:sldChg chg="addSp modSp">
        <pc:chgData name="" userId="" providerId="" clId="Web-{6E8403B9-C474-4B99-9353-4E0EB3CC5CF0}" dt="2026-10-23T09:51:00.205" v="25" actId="34807"/>
        <pc:sldMkLst>
          <pc:docMk/>
          <pc:sldMk cId="846757930" sldId="9076"/>
        </pc:sldMkLst>
        <pc:spChg chg="add mod">
          <ac:chgData name="" userId="" providerId="" clId="Web-{6E8403B9-C474-4B99-9353-4E0EB3CC5CF0}" dt="2026-10-23T09:51:00.205" v="25" actId="34807"/>
          <ac:spMkLst>
            <pc:docMk/>
            <pc:sldMk cId="846757930" sldId="9076"/>
            <ac:spMk id="18607" creationId="{D2240779-CB1C-5197-3408-803C7D0D3016}"/>
          </ac:spMkLst>
        </pc:spChg>
        <pc:spChg chg="add mod">
          <ac:chgData name="" userId="" providerId="" clId="Web-{6E8403B9-C474-4B99-9353-4E0EB3CC5CF0}" dt="2026-10-23T09:51:00.205" v="25" actId="34807"/>
          <ac:spMkLst>
            <pc:docMk/>
            <pc:sldMk cId="846757930" sldId="9076"/>
            <ac:spMk id="18612" creationId="{D7A64197-E3AD-790A-1147-FE69E38EAF46}"/>
          </ac:spMkLst>
        </pc:spChg>
        <pc:spChg chg="add mod">
          <ac:chgData name="" userId="" providerId="" clId="Web-{6E8403B9-C474-4B99-9353-4E0EB3CC5CF0}" dt="2026-10-23T09:51:00.205" v="25" actId="34807"/>
          <ac:spMkLst>
            <pc:docMk/>
            <pc:sldMk cId="846757930" sldId="9076"/>
            <ac:spMk id="18634" creationId="{ADEE509C-FA68-6BC0-47B5-2CA634AAB5BD}"/>
          </ac:spMkLst>
        </pc:spChg>
        <pc:spChg chg="add mod">
          <ac:chgData name="" userId="" providerId="" clId="Web-{6E8403B9-C474-4B99-9353-4E0EB3CC5CF0}" dt="2026-10-23T09:51:00.205" v="25" actId="34807"/>
          <ac:spMkLst>
            <pc:docMk/>
            <pc:sldMk cId="846757930" sldId="9076"/>
            <ac:spMk id="18684" creationId="{242AE9A8-384E-4715-3371-08F896A78CBA}"/>
          </ac:spMkLst>
        </pc:spChg>
        <pc:spChg chg="add mod">
          <ac:chgData name="" userId="" providerId="" clId="Web-{6E8403B9-C474-4B99-9353-4E0EB3CC5CF0}" dt="2026-10-23T09:51:00.205" v="25" actId="34807"/>
          <ac:spMkLst>
            <pc:docMk/>
            <pc:sldMk cId="846757930" sldId="9076"/>
            <ac:spMk id="18697" creationId="{107724DE-F577-C91F-97B5-F86B0EBEEB59}"/>
          </ac:spMkLst>
        </pc:spChg>
        <pc:spChg chg="add mod">
          <ac:chgData name="" userId="" providerId="" clId="Web-{6E8403B9-C474-4B99-9353-4E0EB3CC5CF0}" dt="2026-10-23T09:51:00.205" v="25" actId="34807"/>
          <ac:spMkLst>
            <pc:docMk/>
            <pc:sldMk cId="846757930" sldId="9076"/>
            <ac:spMk id="18726" creationId="{383900EA-05BF-D19B-8C31-9C583420601F}"/>
          </ac:spMkLst>
        </pc:spChg>
        <pc:spChg chg="add mod">
          <ac:chgData name="" userId="" providerId="" clId="Web-{6E8403B9-C474-4B99-9353-4E0EB3CC5CF0}" dt="2026-10-23T09:51:00.205" v="25" actId="34807"/>
          <ac:spMkLst>
            <pc:docMk/>
            <pc:sldMk cId="846757930" sldId="9076"/>
            <ac:spMk id="18759" creationId="{10C4A10A-443F-A3ED-F5D4-E4EB635FDDC1}"/>
          </ac:spMkLst>
        </pc:spChg>
        <pc:spChg chg="add mod">
          <ac:chgData name="" userId="" providerId="" clId="Web-{6E8403B9-C474-4B99-9353-4E0EB3CC5CF0}" dt="2026-10-23T09:51:00.205" v="25" actId="34807"/>
          <ac:spMkLst>
            <pc:docMk/>
            <pc:sldMk cId="846757930" sldId="9076"/>
            <ac:spMk id="18777" creationId="{2503EE2B-7A2B-4F1E-E358-E760D290771C}"/>
          </ac:spMkLst>
        </pc:spChg>
        <pc:spChg chg="add mod">
          <ac:chgData name="" userId="" providerId="" clId="Web-{6E8403B9-C474-4B99-9353-4E0EB3CC5CF0}" dt="2026-10-23T09:51:00.205" v="25" actId="34807"/>
          <ac:spMkLst>
            <pc:docMk/>
            <pc:sldMk cId="846757930" sldId="9076"/>
            <ac:spMk id="18859" creationId="{30CA1A04-608A-889A-255D-A05D810C7C1C}"/>
          </ac:spMkLst>
        </pc:spChg>
        <pc:spChg chg="add mod">
          <ac:chgData name="" userId="" providerId="" clId="Web-{6E8403B9-C474-4B99-9353-4E0EB3CC5CF0}" dt="2026-10-23T09:51:00.205" v="25" actId="34807"/>
          <ac:spMkLst>
            <pc:docMk/>
            <pc:sldMk cId="846757930" sldId="9076"/>
            <ac:spMk id="18882" creationId="{D8C5A995-4601-4A27-33E2-1D5DEBC72DC0}"/>
          </ac:spMkLst>
        </pc:spChg>
      </pc:sldChg>
      <pc:sldChg chg="addSp modSp">
        <pc:chgData name="" userId="" providerId="" clId="Web-{6E8403B9-C474-4B99-9353-4E0EB3CC5CF0}" dt="2026-10-23T09:51:08.298" v="28" actId="34807"/>
        <pc:sldMkLst>
          <pc:docMk/>
          <pc:sldMk cId="3458264873" sldId="9317"/>
        </pc:sldMkLst>
        <pc:spChg chg="add mod">
          <ac:chgData name="" userId="" providerId="" clId="Web-{6E8403B9-C474-4B99-9353-4E0EB3CC5CF0}" dt="2026-10-23T09:51:08.298" v="28" actId="34807"/>
          <ac:spMkLst>
            <pc:docMk/>
            <pc:sldMk cId="3458264873" sldId="9317"/>
            <ac:spMk id="19060" creationId="{AA70C03B-104B-F9AB-51BA-244567993836}"/>
          </ac:spMkLst>
        </pc:spChg>
        <pc:spChg chg="add mod">
          <ac:chgData name="" userId="" providerId="" clId="Web-{6E8403B9-C474-4B99-9353-4E0EB3CC5CF0}" dt="2026-10-23T09:51:08.298" v="28" actId="34807"/>
          <ac:spMkLst>
            <pc:docMk/>
            <pc:sldMk cId="3458264873" sldId="9317"/>
            <ac:spMk id="19062" creationId="{221CFE4D-0569-6088-1AF2-C581E32097C5}"/>
          </ac:spMkLst>
        </pc:spChg>
        <pc:spChg chg="add mod">
          <ac:chgData name="" userId="" providerId="" clId="Web-{6E8403B9-C474-4B99-9353-4E0EB3CC5CF0}" dt="2026-10-23T09:51:08.298" v="28" actId="34807"/>
          <ac:spMkLst>
            <pc:docMk/>
            <pc:sldMk cId="3458264873" sldId="9317"/>
            <ac:spMk id="19065" creationId="{1771B771-3FB3-D387-47E7-9941F5E3C842}"/>
          </ac:spMkLst>
        </pc:spChg>
        <pc:spChg chg="add mod">
          <ac:chgData name="" userId="" providerId="" clId="Web-{6E8403B9-C474-4B99-9353-4E0EB3CC5CF0}" dt="2026-10-23T09:51:08.298" v="28" actId="34807"/>
          <ac:spMkLst>
            <pc:docMk/>
            <pc:sldMk cId="3458264873" sldId="9317"/>
            <ac:spMk id="19114" creationId="{E8A92738-0F0F-F7E0-647C-2EF1A29D7842}"/>
          </ac:spMkLst>
        </pc:spChg>
        <pc:spChg chg="add mod">
          <ac:chgData name="" userId="" providerId="" clId="Web-{6E8403B9-C474-4B99-9353-4E0EB3CC5CF0}" dt="2026-10-23T09:51:08.298" v="28" actId="34807"/>
          <ac:spMkLst>
            <pc:docMk/>
            <pc:sldMk cId="3458264873" sldId="9317"/>
            <ac:spMk id="19137" creationId="{12FA20AE-9098-7529-8216-460215209768}"/>
          </ac:spMkLst>
        </pc:spChg>
        <pc:spChg chg="add mod">
          <ac:chgData name="" userId="" providerId="" clId="Web-{6E8403B9-C474-4B99-9353-4E0EB3CC5CF0}" dt="2026-10-23T09:51:08.298" v="28" actId="34807"/>
          <ac:spMkLst>
            <pc:docMk/>
            <pc:sldMk cId="3458264873" sldId="9317"/>
            <ac:spMk id="19150" creationId="{0CAB42F5-C63A-30D1-121D-9370F24D9E45}"/>
          </ac:spMkLst>
        </pc:spChg>
        <pc:spChg chg="add mod">
          <ac:chgData name="" userId="" providerId="" clId="Web-{6E8403B9-C474-4B99-9353-4E0EB3CC5CF0}" dt="2026-10-23T09:51:08.298" v="28" actId="34807"/>
          <ac:spMkLst>
            <pc:docMk/>
            <pc:sldMk cId="3458264873" sldId="9317"/>
            <ac:spMk id="19164" creationId="{F8C1A587-FED3-D985-645C-69B48107A1E1}"/>
          </ac:spMkLst>
        </pc:spChg>
        <pc:spChg chg="add mod">
          <ac:chgData name="" userId="" providerId="" clId="Web-{6E8403B9-C474-4B99-9353-4E0EB3CC5CF0}" dt="2026-10-23T09:51:08.298" v="28" actId="34807"/>
          <ac:spMkLst>
            <pc:docMk/>
            <pc:sldMk cId="3458264873" sldId="9317"/>
            <ac:spMk id="19195" creationId="{302DE0B0-50D2-EEBF-FD3F-1913F9EABC2F}"/>
          </ac:spMkLst>
        </pc:spChg>
        <pc:spChg chg="add mod">
          <ac:chgData name="" userId="" providerId="" clId="Web-{6E8403B9-C474-4B99-9353-4E0EB3CC5CF0}" dt="2026-10-23T09:51:08.298" v="28" actId="34807"/>
          <ac:spMkLst>
            <pc:docMk/>
            <pc:sldMk cId="3458264873" sldId="9317"/>
            <ac:spMk id="19212" creationId="{CB32CA2D-9AA6-2389-90BA-F26E4F3C1F4D}"/>
          </ac:spMkLst>
        </pc:spChg>
        <pc:spChg chg="add mod">
          <ac:chgData name="" userId="" providerId="" clId="Web-{6E8403B9-C474-4B99-9353-4E0EB3CC5CF0}" dt="2026-10-23T09:51:08.298" v="28" actId="34807"/>
          <ac:spMkLst>
            <pc:docMk/>
            <pc:sldMk cId="3458264873" sldId="9317"/>
            <ac:spMk id="19249" creationId="{5D81B813-BC0D-2722-1CFF-2144D50DA2BF}"/>
          </ac:spMkLst>
        </pc:spChg>
      </pc:sldChg>
      <pc:sldChg chg="addSp modSp">
        <pc:chgData name="" userId="" providerId="" clId="Web-{6E8403B9-C474-4B99-9353-4E0EB3CC5CF0}" dt="2026-10-23T09:51:19.314" v="29" actId="34807"/>
        <pc:sldMkLst>
          <pc:docMk/>
          <pc:sldMk cId="3232808632" sldId="9559"/>
        </pc:sldMkLst>
        <pc:spChg chg="add mod">
          <ac:chgData name="" userId="" providerId="" clId="Web-{6E8403B9-C474-4B99-9353-4E0EB3CC5CF0}" dt="2026-10-23T09:51:19.314" v="29" actId="34807"/>
          <ac:spMkLst>
            <pc:docMk/>
            <pc:sldMk cId="3232808632" sldId="9559"/>
            <ac:spMk id="19259" creationId="{6B872645-6C91-72F8-B246-0D8DA409FC73}"/>
          </ac:spMkLst>
        </pc:spChg>
        <pc:spChg chg="add mod">
          <ac:chgData name="" userId="" providerId="" clId="Web-{6E8403B9-C474-4B99-9353-4E0EB3CC5CF0}" dt="2026-10-23T09:51:19.314" v="29" actId="34807"/>
          <ac:spMkLst>
            <pc:docMk/>
            <pc:sldMk cId="3232808632" sldId="9559"/>
            <ac:spMk id="19270" creationId="{2F09A3A1-8B67-75C4-14E2-D0D2B9EC39A8}"/>
          </ac:spMkLst>
        </pc:spChg>
        <pc:spChg chg="add mod">
          <ac:chgData name="" userId="" providerId="" clId="Web-{6E8403B9-C474-4B99-9353-4E0EB3CC5CF0}" dt="2026-10-23T09:51:19.314" v="29" actId="34807"/>
          <ac:spMkLst>
            <pc:docMk/>
            <pc:sldMk cId="3232808632" sldId="9559"/>
            <ac:spMk id="19285" creationId="{55B42BCA-1C1C-6B77-BDCC-BD1FB9EFF795}"/>
          </ac:spMkLst>
        </pc:spChg>
        <pc:spChg chg="add mod">
          <ac:chgData name="" userId="" providerId="" clId="Web-{6E8403B9-C474-4B99-9353-4E0EB3CC5CF0}" dt="2026-10-23T09:51:19.314" v="29" actId="34807"/>
          <ac:spMkLst>
            <pc:docMk/>
            <pc:sldMk cId="3232808632" sldId="9559"/>
            <ac:spMk id="19304" creationId="{B18E7AA6-5036-951E-FD08-26FCD908BB5E}"/>
          </ac:spMkLst>
        </pc:spChg>
        <pc:spChg chg="add mod">
          <ac:chgData name="" userId="" providerId="" clId="Web-{6E8403B9-C474-4B99-9353-4E0EB3CC5CF0}" dt="2026-10-23T09:51:19.314" v="29" actId="34807"/>
          <ac:spMkLst>
            <pc:docMk/>
            <pc:sldMk cId="3232808632" sldId="9559"/>
            <ac:spMk id="19354" creationId="{9C94702A-89A8-EBE4-4B3B-80F9BC5A963C}"/>
          </ac:spMkLst>
        </pc:spChg>
        <pc:spChg chg="add mod">
          <ac:chgData name="" userId="" providerId="" clId="Web-{6E8403B9-C474-4B99-9353-4E0EB3CC5CF0}" dt="2026-10-23T09:51:19.314" v="29" actId="34807"/>
          <ac:spMkLst>
            <pc:docMk/>
            <pc:sldMk cId="3232808632" sldId="9559"/>
            <ac:spMk id="19385" creationId="{5DB94842-3743-003E-5B05-5C73BF7CAA0F}"/>
          </ac:spMkLst>
        </pc:spChg>
        <pc:spChg chg="add mod">
          <ac:chgData name="" userId="" providerId="" clId="Web-{6E8403B9-C474-4B99-9353-4E0EB3CC5CF0}" dt="2026-10-23T09:51:19.314" v="29" actId="34807"/>
          <ac:spMkLst>
            <pc:docMk/>
            <pc:sldMk cId="3232808632" sldId="9559"/>
            <ac:spMk id="19420" creationId="{ADA35AF3-AA79-C6DD-BFBC-2400066EAB91}"/>
          </ac:spMkLst>
        </pc:spChg>
        <pc:spChg chg="add mod">
          <ac:chgData name="" userId="" providerId="" clId="Web-{6E8403B9-C474-4B99-9353-4E0EB3CC5CF0}" dt="2026-10-23T09:51:19.314" v="29" actId="34807"/>
          <ac:spMkLst>
            <pc:docMk/>
            <pc:sldMk cId="3232808632" sldId="9559"/>
            <ac:spMk id="19480" creationId="{40B4C6F2-1BDF-1E97-E669-A882ACF9FA54}"/>
          </ac:spMkLst>
        </pc:spChg>
        <pc:spChg chg="add mod">
          <ac:chgData name="" userId="" providerId="" clId="Web-{6E8403B9-C474-4B99-9353-4E0EB3CC5CF0}" dt="2026-10-23T09:51:19.314" v="29" actId="34807"/>
          <ac:spMkLst>
            <pc:docMk/>
            <pc:sldMk cId="3232808632" sldId="9559"/>
            <ac:spMk id="19502" creationId="{F90A37CE-69D1-699A-5E95-64BD2492FF6B}"/>
          </ac:spMkLst>
        </pc:spChg>
        <pc:spChg chg="add mod">
          <ac:chgData name="" userId="" providerId="" clId="Web-{6E8403B9-C474-4B99-9353-4E0EB3CC5CF0}" dt="2026-10-23T09:51:19.314" v="29" actId="34807"/>
          <ac:spMkLst>
            <pc:docMk/>
            <pc:sldMk cId="3232808632" sldId="9559"/>
            <ac:spMk id="19549" creationId="{E05AAE92-A82E-A06B-0D11-A06454BEFC1B}"/>
          </ac:spMkLst>
        </pc:spChg>
      </pc:sldChg>
      <pc:sldChg chg="addSp delSp modSp">
        <pc:chgData name="" userId="" providerId="" clId="Web-{6E8403B9-C474-4B99-9353-4E0EB3CC5CF0}" dt="2026-10-23T09:54:57.434" v="45" actId="34807"/>
        <pc:sldMkLst>
          <pc:docMk/>
          <pc:sldMk cId="3812960141" sldId="9802"/>
        </pc:sldMkLst>
        <pc:spChg chg="add del mod">
          <ac:chgData name="" userId="" providerId="" clId="Web-{6E8403B9-C474-4B99-9353-4E0EB3CC5CF0}" dt="2026-10-23T09:54:57.434" v="45" actId="34807"/>
          <ac:spMkLst>
            <pc:docMk/>
            <pc:sldMk cId="3812960141" sldId="9802"/>
            <ac:spMk id="19628" creationId="{A2ECEAF1-25BA-7B23-60B0-C83F0A6AA5F3}"/>
          </ac:spMkLst>
        </pc:spChg>
        <pc:spChg chg="add del mod">
          <ac:chgData name="" userId="" providerId="" clId="Web-{6E8403B9-C474-4B99-9353-4E0EB3CC5CF0}" dt="2026-10-23T09:54:57.434" v="45" actId="34807"/>
          <ac:spMkLst>
            <pc:docMk/>
            <pc:sldMk cId="3812960141" sldId="9802"/>
            <ac:spMk id="19642" creationId="{EC988E9F-FC06-D5BD-E675-0B16D4510C00}"/>
          </ac:spMkLst>
        </pc:spChg>
        <pc:spChg chg="add del mod">
          <ac:chgData name="" userId="" providerId="" clId="Web-{6E8403B9-C474-4B99-9353-4E0EB3CC5CF0}" dt="2026-10-23T09:54:57.434" v="45" actId="34807"/>
          <ac:spMkLst>
            <pc:docMk/>
            <pc:sldMk cId="3812960141" sldId="9802"/>
            <ac:spMk id="19648" creationId="{D2789F94-6759-134D-9CEA-F8A21F3CDE2F}"/>
          </ac:spMkLst>
        </pc:spChg>
        <pc:spChg chg="add del mod">
          <ac:chgData name="" userId="" providerId="" clId="Web-{6E8403B9-C474-4B99-9353-4E0EB3CC5CF0}" dt="2026-10-23T09:54:57.434" v="45" actId="34807"/>
          <ac:spMkLst>
            <pc:docMk/>
            <pc:sldMk cId="3812960141" sldId="9802"/>
            <ac:spMk id="19655" creationId="{38852982-3D6E-74CC-E4FC-56C5065861C6}"/>
          </ac:spMkLst>
        </pc:spChg>
        <pc:spChg chg="add del mod">
          <ac:chgData name="" userId="" providerId="" clId="Web-{6E8403B9-C474-4B99-9353-4E0EB3CC5CF0}" dt="2026-10-23T09:54:57.434" v="45" actId="34807"/>
          <ac:spMkLst>
            <pc:docMk/>
            <pc:sldMk cId="3812960141" sldId="9802"/>
            <ac:spMk id="19693" creationId="{5CE2596D-6F4D-3293-B933-330EA6AAB54C}"/>
          </ac:spMkLst>
        </pc:spChg>
        <pc:spChg chg="add del mod">
          <ac:chgData name="" userId="" providerId="" clId="Web-{6E8403B9-C474-4B99-9353-4E0EB3CC5CF0}" dt="2026-10-23T09:54:57.434" v="45" actId="34807"/>
          <ac:spMkLst>
            <pc:docMk/>
            <pc:sldMk cId="3812960141" sldId="9802"/>
            <ac:spMk id="19705" creationId="{4D573208-A547-0DB9-E75E-711ECCD13C56}"/>
          </ac:spMkLst>
        </pc:spChg>
        <pc:spChg chg="add del mod">
          <ac:chgData name="" userId="" providerId="" clId="Web-{6E8403B9-C474-4B99-9353-4E0EB3CC5CF0}" dt="2026-10-23T09:54:57.434" v="45" actId="34807"/>
          <ac:spMkLst>
            <pc:docMk/>
            <pc:sldMk cId="3812960141" sldId="9802"/>
            <ac:spMk id="19718" creationId="{9BEF9BCD-81EE-D589-D771-37C951F9FF60}"/>
          </ac:spMkLst>
        </pc:spChg>
        <pc:spChg chg="add del mod">
          <ac:chgData name="" userId="" providerId="" clId="Web-{6E8403B9-C474-4B99-9353-4E0EB3CC5CF0}" dt="2026-10-23T09:54:57.434" v="45" actId="34807"/>
          <ac:spMkLst>
            <pc:docMk/>
            <pc:sldMk cId="3812960141" sldId="9802"/>
            <ac:spMk id="19747" creationId="{CA0C27E9-D046-2737-B7AC-C7A0CAB7DFED}"/>
          </ac:spMkLst>
        </pc:spChg>
        <pc:spChg chg="add del mod">
          <ac:chgData name="" userId="" providerId="" clId="Web-{6E8403B9-C474-4B99-9353-4E0EB3CC5CF0}" dt="2026-10-23T09:54:57.434" v="45" actId="34807"/>
          <ac:spMkLst>
            <pc:docMk/>
            <pc:sldMk cId="3812960141" sldId="9802"/>
            <ac:spMk id="19780" creationId="{3957B3B8-5A03-58E5-82B2-DE6D74989C51}"/>
          </ac:spMkLst>
        </pc:spChg>
        <pc:spChg chg="add del mod">
          <ac:chgData name="" userId="" providerId="" clId="Web-{6E8403B9-C474-4B99-9353-4E0EB3CC5CF0}" dt="2026-10-23T09:54:57.434" v="45" actId="34807"/>
          <ac:spMkLst>
            <pc:docMk/>
            <pc:sldMk cId="3812960141" sldId="9802"/>
            <ac:spMk id="19858" creationId="{5F298D50-2306-4B18-EDBE-AA6C4B92BF34}"/>
          </ac:spMkLst>
        </pc:spChg>
        <pc:spChg chg="add mod">
          <ac:chgData name="" userId="" providerId="" clId="Web-{6E8403B9-C474-4B99-9353-4E0EB3CC5CF0}" dt="2026-10-23T09:54:55.324" v="43" actId="34807"/>
          <ac:spMkLst>
            <pc:docMk/>
            <pc:sldMk cId="3812960141" sldId="9802"/>
            <ac:spMk id="21688" creationId="{2C084A3A-9E43-4D98-ABC8-6552068750A7}"/>
          </ac:spMkLst>
        </pc:spChg>
        <pc:spChg chg="add mod">
          <ac:chgData name="" userId="" providerId="" clId="Web-{6E8403B9-C474-4B99-9353-4E0EB3CC5CF0}" dt="2026-10-23T09:54:55.324" v="43" actId="34807"/>
          <ac:spMkLst>
            <pc:docMk/>
            <pc:sldMk cId="3812960141" sldId="9802"/>
            <ac:spMk id="21690" creationId="{071A4D8B-EAE9-EEEB-33E3-FEAECC88DB08}"/>
          </ac:spMkLst>
        </pc:spChg>
        <pc:spChg chg="add mod">
          <ac:chgData name="" userId="" providerId="" clId="Web-{6E8403B9-C474-4B99-9353-4E0EB3CC5CF0}" dt="2026-10-23T09:54:55.324" v="43" actId="34807"/>
          <ac:spMkLst>
            <pc:docMk/>
            <pc:sldMk cId="3812960141" sldId="9802"/>
            <ac:spMk id="21693" creationId="{5BA3F96C-159F-3170-3EC7-EA9AA2C39B4B}"/>
          </ac:spMkLst>
        </pc:spChg>
        <pc:spChg chg="add mod">
          <ac:chgData name="" userId="" providerId="" clId="Web-{6E8403B9-C474-4B99-9353-4E0EB3CC5CF0}" dt="2026-10-23T09:54:55.324" v="43" actId="34807"/>
          <ac:spMkLst>
            <pc:docMk/>
            <pc:sldMk cId="3812960141" sldId="9802"/>
            <ac:spMk id="21702" creationId="{00CA75E1-9763-3308-6D53-298FBEE48945}"/>
          </ac:spMkLst>
        </pc:spChg>
        <pc:spChg chg="add mod">
          <ac:chgData name="" userId="" providerId="" clId="Web-{6E8403B9-C474-4B99-9353-4E0EB3CC5CF0}" dt="2026-10-23T09:54:55.324" v="43" actId="34807"/>
          <ac:spMkLst>
            <pc:docMk/>
            <pc:sldMk cId="3812960141" sldId="9802"/>
            <ac:spMk id="21742" creationId="{4E5A6B40-B424-C31D-31AE-0A4AE0A60E18}"/>
          </ac:spMkLst>
        </pc:spChg>
        <pc:spChg chg="add mod">
          <ac:chgData name="" userId="" providerId="" clId="Web-{6E8403B9-C474-4B99-9353-4E0EB3CC5CF0}" dt="2026-10-23T09:54:55.324" v="43" actId="34807"/>
          <ac:spMkLst>
            <pc:docMk/>
            <pc:sldMk cId="3812960141" sldId="9802"/>
            <ac:spMk id="21807" creationId="{46D834C5-63B4-1D2D-C25A-05DAC101E8AD}"/>
          </ac:spMkLst>
        </pc:spChg>
        <pc:spChg chg="add mod">
          <ac:chgData name="" userId="" providerId="" clId="Web-{6E8403B9-C474-4B99-9353-4E0EB3CC5CF0}" dt="2026-10-23T09:54:55.324" v="43" actId="34807"/>
          <ac:spMkLst>
            <pc:docMk/>
            <pc:sldMk cId="3812960141" sldId="9802"/>
            <ac:spMk id="21840" creationId="{78A760AB-53DC-93EB-2162-0DEA02DCD8B8}"/>
          </ac:spMkLst>
        </pc:spChg>
        <pc:spChg chg="add mod">
          <ac:chgData name="" userId="" providerId="" clId="Web-{6E8403B9-C474-4B99-9353-4E0EB3CC5CF0}" dt="2026-10-23T09:54:55.324" v="43" actId="34807"/>
          <ac:spMkLst>
            <pc:docMk/>
            <pc:sldMk cId="3812960141" sldId="9802"/>
            <ac:spMk id="21858" creationId="{B309E6E4-A01A-A1B4-3CB1-3FCCCA011A5E}"/>
          </ac:spMkLst>
        </pc:spChg>
        <pc:spChg chg="add mod">
          <ac:chgData name="" userId="" providerId="" clId="Web-{6E8403B9-C474-4B99-9353-4E0EB3CC5CF0}" dt="2026-10-23T09:54:55.324" v="43" actId="34807"/>
          <ac:spMkLst>
            <pc:docMk/>
            <pc:sldMk cId="3812960141" sldId="9802"/>
            <ac:spMk id="21940" creationId="{EF62D3F8-F42C-DD96-E5A3-817BA2B7FF50}"/>
          </ac:spMkLst>
        </pc:spChg>
        <pc:spChg chg="add mod">
          <ac:chgData name="" userId="" providerId="" clId="Web-{6E8403B9-C474-4B99-9353-4E0EB3CC5CF0}" dt="2026-10-23T09:54:55.324" v="43" actId="34807"/>
          <ac:spMkLst>
            <pc:docMk/>
            <pc:sldMk cId="3812960141" sldId="9802"/>
            <ac:spMk id="21963" creationId="{C1F4DAEF-5DAE-6F36-ACDB-B94C5FE37A14}"/>
          </ac:spMkLst>
        </pc:spChg>
        <pc:picChg chg="add mod">
          <ac:chgData name="" userId="" providerId="" clId="Web-{6E8403B9-C474-4B99-9353-4E0EB3CC5CF0}" dt="2026-10-23T09:51:27.627" v="31" actId="34807"/>
          <ac:picMkLst>
            <pc:docMk/>
            <pc:sldMk cId="3812960141" sldId="9802"/>
            <ac:picMk id="19904" creationId="{CCDDBCD4-1F6E-41C4-AF63-BCD47798F230}"/>
          </ac:picMkLst>
        </pc:picChg>
        <pc:picChg chg="add mod">
          <ac:chgData name="" userId="" providerId="" clId="Web-{6E8403B9-C474-4B99-9353-4E0EB3CC5CF0}" dt="2026-10-23T09:51:27.627" v="31" actId="34807"/>
          <ac:picMkLst>
            <pc:docMk/>
            <pc:sldMk cId="3812960141" sldId="9802"/>
            <ac:picMk id="19905" creationId="{4901C746-36BE-3AEF-0F57-D49B297AF69E}"/>
          </ac:picMkLst>
        </pc:picChg>
        <pc:picChg chg="add mod">
          <ac:chgData name="" userId="" providerId="" clId="Web-{6E8403B9-C474-4B99-9353-4E0EB3CC5CF0}" dt="2026-10-23T09:54:56.356" v="44" actId="34807"/>
          <ac:picMkLst>
            <pc:docMk/>
            <pc:sldMk cId="3812960141" sldId="9802"/>
            <ac:picMk id="21964" creationId="{F9DF6736-E2FD-330B-77C9-BFBFD7F2788D}"/>
          </ac:picMkLst>
        </pc:picChg>
        <pc:picChg chg="add mod">
          <ac:chgData name="" userId="" providerId="" clId="Web-{6E8403B9-C474-4B99-9353-4E0EB3CC5CF0}" dt="2026-10-23T09:54:56.356" v="44" actId="34807"/>
          <ac:picMkLst>
            <pc:docMk/>
            <pc:sldMk cId="3812960141" sldId="9802"/>
            <ac:picMk id="21965" creationId="{1C9E2FF5-BE95-E6B1-72F7-4B662F4746D0}"/>
          </ac:picMkLst>
        </pc:picChg>
      </pc:sldChg>
      <pc:sldChg chg="addSp delSp modSp">
        <pc:chgData name="" userId="" providerId="" clId="Web-{6E8403B9-C474-4B99-9353-4E0EB3CC5CF0}" dt="2026-10-23T09:54:59.278" v="48" actId="34807"/>
        <pc:sldMkLst>
          <pc:docMk/>
          <pc:sldMk cId="1844880558" sldId="10046"/>
        </pc:sldMkLst>
        <pc:spChg chg="add mod">
          <ac:chgData name="" userId="" providerId="" clId="Web-{6E8403B9-C474-4B99-9353-4E0EB3CC5CF0}" dt="2026-10-23T09:51:41.612" v="32" actId="34807"/>
          <ac:spMkLst>
            <pc:docMk/>
            <pc:sldMk cId="1844880558" sldId="10046"/>
            <ac:spMk id="19906" creationId="{737D283F-43BA-DFD0-9343-9673E3D8B403}"/>
          </ac:spMkLst>
        </pc:spChg>
        <pc:spChg chg="add mod">
          <ac:chgData name="" userId="" providerId="" clId="Web-{6E8403B9-C474-4B99-9353-4E0EB3CC5CF0}" dt="2026-10-23T09:51:41.612" v="32" actId="34807"/>
          <ac:spMkLst>
            <pc:docMk/>
            <pc:sldMk cId="1844880558" sldId="10046"/>
            <ac:spMk id="19915" creationId="{40CC12D3-BD9A-5515-84A7-AAFE8D5F982F}"/>
          </ac:spMkLst>
        </pc:spChg>
        <pc:spChg chg="add mod">
          <ac:chgData name="" userId="" providerId="" clId="Web-{6E8403B9-C474-4B99-9353-4E0EB3CC5CF0}" dt="2026-10-23T09:51:41.612" v="32" actId="34807"/>
          <ac:spMkLst>
            <pc:docMk/>
            <pc:sldMk cId="1844880558" sldId="10046"/>
            <ac:spMk id="19926" creationId="{042E9A77-6FDC-6A58-025D-EAE90FA4786B}"/>
          </ac:spMkLst>
        </pc:spChg>
        <pc:spChg chg="add mod">
          <ac:chgData name="" userId="" providerId="" clId="Web-{6E8403B9-C474-4B99-9353-4E0EB3CC5CF0}" dt="2026-10-23T09:51:41.612" v="32" actId="34807"/>
          <ac:spMkLst>
            <pc:docMk/>
            <pc:sldMk cId="1844880558" sldId="10046"/>
            <ac:spMk id="19950" creationId="{D7B04290-3A75-F086-5136-262395D35BF6}"/>
          </ac:spMkLst>
        </pc:spChg>
        <pc:spChg chg="add mod">
          <ac:chgData name="" userId="" providerId="" clId="Web-{6E8403B9-C474-4B99-9353-4E0EB3CC5CF0}" dt="2026-10-23T09:51:41.612" v="32" actId="34807"/>
          <ac:spMkLst>
            <pc:docMk/>
            <pc:sldMk cId="1844880558" sldId="10046"/>
            <ac:spMk id="19960" creationId="{B205AA78-2593-0428-5D1F-B519FD7D59F1}"/>
          </ac:spMkLst>
        </pc:spChg>
        <pc:spChg chg="del mod">
          <ac:chgData name="" userId="" providerId="" clId="Web-{6E8403B9-C474-4B99-9353-4E0EB3CC5CF0}" dt="2026-10-23T09:54:52.371" v="40" actId="34807"/>
          <ac:spMkLst>
            <pc:docMk/>
            <pc:sldMk cId="1844880558" sldId="10046"/>
            <ac:spMk id="19971" creationId="{159496C0-9B8A-9BC0-9A3A-ADDE2C4AF963}"/>
          </ac:spMkLst>
        </pc:spChg>
        <pc:spChg chg="del">
          <ac:chgData name="" userId="" providerId="" clId="Web-{6E8403B9-C474-4B99-9353-4E0EB3CC5CF0}" dt="2026-10-23T09:54:52.371" v="40" actId="34807"/>
          <ac:spMkLst>
            <pc:docMk/>
            <pc:sldMk cId="1844880558" sldId="10046"/>
            <ac:spMk id="19983" creationId="{5E2E50DE-32F1-8F99-2C54-71A93F666C28}"/>
          </ac:spMkLst>
        </pc:spChg>
        <pc:spChg chg="del mod">
          <ac:chgData name="" userId="" providerId="" clId="Web-{6E8403B9-C474-4B99-9353-4E0EB3CC5CF0}" dt="2026-10-23T09:54:52.371" v="40" actId="34807"/>
          <ac:spMkLst>
            <pc:docMk/>
            <pc:sldMk cId="1844880558" sldId="10046"/>
            <ac:spMk id="19996" creationId="{FAB11D6D-FF2C-843F-B19A-E2D9C1CA99BA}"/>
          </ac:spMkLst>
        </pc:spChg>
        <pc:spChg chg="add del mod">
          <ac:chgData name="" userId="" providerId="" clId="Web-{6E8403B9-C474-4B99-9353-4E0EB3CC5CF0}" dt="2026-10-23T09:54:52.371" v="40" actId="34807"/>
          <ac:spMkLst>
            <pc:docMk/>
            <pc:sldMk cId="1844880558" sldId="10046"/>
            <ac:spMk id="20010" creationId="{B6967456-7717-D797-4793-E58D97CB6DA2}"/>
          </ac:spMkLst>
        </pc:spChg>
        <pc:spChg chg="del mod">
          <ac:chgData name="" userId="" providerId="" clId="Web-{6E8403B9-C474-4B99-9353-4E0EB3CC5CF0}" dt="2026-10-23T09:54:52.371" v="40" actId="34807"/>
          <ac:spMkLst>
            <pc:docMk/>
            <pc:sldMk cId="1844880558" sldId="10046"/>
            <ac:spMk id="20025" creationId="{470B9088-064E-709E-7839-F5822DA86FF2}"/>
          </ac:spMkLst>
        </pc:spChg>
        <pc:spChg chg="del mod">
          <ac:chgData name="" userId="" providerId="" clId="Web-{6E8403B9-C474-4B99-9353-4E0EB3CC5CF0}" dt="2026-10-23T09:54:52.371" v="40" actId="34807"/>
          <ac:spMkLst>
            <pc:docMk/>
            <pc:sldMk cId="1844880558" sldId="10046"/>
            <ac:spMk id="20041" creationId="{3A401616-7E5D-B736-45AB-407BF77D8B87}"/>
          </ac:spMkLst>
        </pc:spChg>
        <pc:spChg chg="del">
          <ac:chgData name="" userId="" providerId="" clId="Web-{6E8403B9-C474-4B99-9353-4E0EB3CC5CF0}" dt="2026-10-23T09:54:52.371" v="40" actId="34807"/>
          <ac:spMkLst>
            <pc:docMk/>
            <pc:sldMk cId="1844880558" sldId="10046"/>
            <ac:spMk id="20058" creationId="{5D2C9E71-59EE-B951-D934-2D9F91EF5669}"/>
          </ac:spMkLst>
        </pc:spChg>
        <pc:spChg chg="add del mod">
          <ac:chgData name="" userId="" providerId="" clId="Web-{6E8403B9-C474-4B99-9353-4E0EB3CC5CF0}" dt="2026-10-23T09:54:52.371" v="40" actId="34807"/>
          <ac:spMkLst>
            <pc:docMk/>
            <pc:sldMk cId="1844880558" sldId="10046"/>
            <ac:spMk id="20076" creationId="{C3143DEA-FD03-BF8D-C551-97DE2176C86B}"/>
          </ac:spMkLst>
        </pc:spChg>
        <pc:spChg chg="add mod">
          <ac:chgData name="" userId="" providerId="" clId="Web-{6E8403B9-C474-4B99-9353-4E0EB3CC5CF0}" dt="2026-10-23T09:51:41.612" v="32" actId="34807"/>
          <ac:spMkLst>
            <pc:docMk/>
            <pc:sldMk cId="1844880558" sldId="10046"/>
            <ac:spMk id="20095" creationId="{6351042F-5B5D-E1F2-17EA-7E328EBCC2E5}"/>
          </ac:spMkLst>
        </pc:spChg>
        <pc:spChg chg="add mod">
          <ac:chgData name="" userId="" providerId="" clId="Web-{6E8403B9-C474-4B99-9353-4E0EB3CC5CF0}" dt="2026-10-23T09:51:41.612" v="32" actId="34807"/>
          <ac:spMkLst>
            <pc:docMk/>
            <pc:sldMk cId="1844880558" sldId="10046"/>
            <ac:spMk id="20158" creationId="{80C0E363-C798-8FB1-664F-BC389313DB4F}"/>
          </ac:spMkLst>
        </pc:spChg>
        <pc:spChg chg="add mod">
          <ac:chgData name="" userId="" providerId="" clId="Web-{6E8403B9-C474-4B99-9353-4E0EB3CC5CF0}" dt="2026-10-23T09:51:41.612" v="32" actId="34807"/>
          <ac:spMkLst>
            <pc:docMk/>
            <pc:sldMk cId="1844880558" sldId="10046"/>
            <ac:spMk id="20311" creationId="{F2122C8D-8F7D-5F80-8297-03DD408AC976}"/>
          </ac:spMkLst>
        </pc:spChg>
        <pc:spChg chg="add mod">
          <ac:chgData name="" userId="" providerId="" clId="Web-{6E8403B9-C474-4B99-9353-4E0EB3CC5CF0}" dt="2026-10-23T09:54:59.278" v="48" actId="34807"/>
          <ac:spMkLst>
            <pc:docMk/>
            <pc:sldMk cId="1844880558" sldId="10046"/>
            <ac:spMk id="21596" creationId="{67206E21-A2CE-7A9B-6807-4364620A304C}"/>
          </ac:spMkLst>
        </pc:spChg>
        <pc:spChg chg="add mod">
          <ac:chgData name="" userId="" providerId="" clId="Web-{6E8403B9-C474-4B99-9353-4E0EB3CC5CF0}" dt="2026-10-23T09:54:51.512" v="39" actId="34807"/>
          <ac:spMkLst>
            <pc:docMk/>
            <pc:sldMk cId="1844880558" sldId="10046"/>
            <ac:spMk id="21598" creationId="{9CBB3B99-B2F5-6970-0B7F-9675441FBED3}"/>
          </ac:spMkLst>
        </pc:spChg>
        <pc:spChg chg="mod">
          <ac:chgData name="" userId="" providerId="" clId="Web-{6E8403B9-C474-4B99-9353-4E0EB3CC5CF0}" dt="2026-10-23T09:54:59.278" v="48" actId="34807"/>
          <ac:spMkLst>
            <pc:docMk/>
            <pc:sldMk cId="1844880558" sldId="10046"/>
            <ac:spMk id="21605" creationId="{FFC8B1E8-609C-6DD7-0428-B02C7F603C28}"/>
          </ac:spMkLst>
        </pc:spChg>
        <pc:spChg chg="add mod">
          <ac:chgData name="" userId="" providerId="" clId="Web-{6E8403B9-C474-4B99-9353-4E0EB3CC5CF0}" dt="2026-10-23T09:54:51.512" v="39" actId="34807"/>
          <ac:spMkLst>
            <pc:docMk/>
            <pc:sldMk cId="1844880558" sldId="10046"/>
            <ac:spMk id="21610" creationId="{5432B98F-F52E-E92B-33B5-5758DE217566}"/>
          </ac:spMkLst>
        </pc:spChg>
        <pc:spChg chg="add mod">
          <ac:chgData name="" userId="" providerId="" clId="Web-{6E8403B9-C474-4B99-9353-4E0EB3CC5CF0}" dt="2026-10-23T09:54:51.512" v="39" actId="34807"/>
          <ac:spMkLst>
            <pc:docMk/>
            <pc:sldMk cId="1844880558" sldId="10046"/>
            <ac:spMk id="21616" creationId="{3D768479-833A-B168-9F37-9368570EDD6E}"/>
          </ac:spMkLst>
        </pc:spChg>
        <pc:spChg chg="add mod">
          <ac:chgData name="" userId="" providerId="" clId="Web-{6E8403B9-C474-4B99-9353-4E0EB3CC5CF0}" dt="2026-10-23T09:54:51.512" v="39" actId="34807"/>
          <ac:spMkLst>
            <pc:docMk/>
            <pc:sldMk cId="1844880558" sldId="10046"/>
            <ac:spMk id="21623" creationId="{2AA9606A-535D-AC6B-77C7-5AF177B761F5}"/>
          </ac:spMkLst>
        </pc:spChg>
        <pc:spChg chg="add mod">
          <ac:chgData name="" userId="" providerId="" clId="Web-{6E8403B9-C474-4B99-9353-4E0EB3CC5CF0}" dt="2026-10-23T09:54:51.512" v="39" actId="34807"/>
          <ac:spMkLst>
            <pc:docMk/>
            <pc:sldMk cId="1844880558" sldId="10046"/>
            <ac:spMk id="21631" creationId="{794C5A93-4D89-1E20-6126-337663E2E285}"/>
          </ac:spMkLst>
        </pc:spChg>
        <pc:spChg chg="add mod">
          <ac:chgData name="" userId="" providerId="" clId="Web-{6E8403B9-C474-4B99-9353-4E0EB3CC5CF0}" dt="2026-10-23T09:54:51.512" v="39" actId="34807"/>
          <ac:spMkLst>
            <pc:docMk/>
            <pc:sldMk cId="1844880558" sldId="10046"/>
            <ac:spMk id="21640" creationId="{1AE72652-1F8E-911C-0639-3159FAB7B114}"/>
          </ac:spMkLst>
        </pc:spChg>
        <pc:spChg chg="add mod">
          <ac:chgData name="" userId="" providerId="" clId="Web-{6E8403B9-C474-4B99-9353-4E0EB3CC5CF0}" dt="2026-10-23T09:54:51.512" v="39" actId="34807"/>
          <ac:spMkLst>
            <pc:docMk/>
            <pc:sldMk cId="1844880558" sldId="10046"/>
            <ac:spMk id="21650" creationId="{3A535494-617A-319E-E870-50B4A11CDC05}"/>
          </ac:spMkLst>
        </pc:spChg>
        <pc:spChg chg="add mod">
          <ac:chgData name="" userId="" providerId="" clId="Web-{6E8403B9-C474-4B99-9353-4E0EB3CC5CF0}" dt="2026-10-23T09:54:51.512" v="39" actId="34807"/>
          <ac:spMkLst>
            <pc:docMk/>
            <pc:sldMk cId="1844880558" sldId="10046"/>
            <ac:spMk id="21661" creationId="{E193068C-2C16-88C0-D55E-E009BC8A503A}"/>
          </ac:spMkLst>
        </pc:spChg>
        <pc:spChg chg="add mod">
          <ac:chgData name="" userId="" providerId="" clId="Web-{6E8403B9-C474-4B99-9353-4E0EB3CC5CF0}" dt="2026-10-23T09:54:51.512" v="39" actId="34807"/>
          <ac:spMkLst>
            <pc:docMk/>
            <pc:sldMk cId="1844880558" sldId="10046"/>
            <ac:spMk id="21686" creationId="{719EBD6F-03D9-36EA-AD21-FBF1006ADCF9}"/>
          </ac:spMkLst>
        </pc:spChg>
      </pc:sldChg>
      <pc:sldChg chg="addSp delSp modSp">
        <pc:chgData name="" userId="" providerId="" clId="Web-{6E8403B9-C474-4B99-9353-4E0EB3CC5CF0}" dt="2026-10-23T09:54:54.278" v="42" actId="34807"/>
        <pc:sldMkLst>
          <pc:docMk/>
          <pc:sldMk cId="393294588" sldId="10291"/>
        </pc:sldMkLst>
        <pc:spChg chg="add mod">
          <ac:chgData name="" userId="" providerId="" clId="Web-{6E8403B9-C474-4B99-9353-4E0EB3CC5CF0}" dt="2026-10-23T09:51:48.487" v="34" actId="34807"/>
          <ac:spMkLst>
            <pc:docMk/>
            <pc:sldMk cId="393294588" sldId="10291"/>
            <ac:spMk id="20350" creationId="{BB379BA4-C409-3193-19DD-47D4E1EB30AD}"/>
          </ac:spMkLst>
        </pc:spChg>
        <pc:spChg chg="add mod">
          <ac:chgData name="" userId="" providerId="" clId="Web-{6E8403B9-C474-4B99-9353-4E0EB3CC5CF0}" dt="2026-10-23T09:51:48.487" v="34" actId="34807"/>
          <ac:spMkLst>
            <pc:docMk/>
            <pc:sldMk cId="393294588" sldId="10291"/>
            <ac:spMk id="20355" creationId="{152E1502-A749-8B88-DC07-3C80BE3A749A}"/>
          </ac:spMkLst>
        </pc:spChg>
        <pc:spChg chg="add mod">
          <ac:chgData name="" userId="" providerId="" clId="Web-{6E8403B9-C474-4B99-9353-4E0EB3CC5CF0}" dt="2026-10-23T09:51:48.487" v="34" actId="34807"/>
          <ac:spMkLst>
            <pc:docMk/>
            <pc:sldMk cId="393294588" sldId="10291"/>
            <ac:spMk id="20361" creationId="{C817C2D5-FC6C-CCEE-128A-945BEAD93BB2}"/>
          </ac:spMkLst>
        </pc:spChg>
        <pc:spChg chg="add mod">
          <ac:chgData name="" userId="" providerId="" clId="Web-{6E8403B9-C474-4B99-9353-4E0EB3CC5CF0}" dt="2026-10-23T09:51:48.487" v="34" actId="34807"/>
          <ac:spMkLst>
            <pc:docMk/>
            <pc:sldMk cId="393294588" sldId="10291"/>
            <ac:spMk id="20368" creationId="{FB8C4D8A-CFDC-4487-99EF-90795AE5985D}"/>
          </ac:spMkLst>
        </pc:spChg>
        <pc:spChg chg="add mod">
          <ac:chgData name="" userId="" providerId="" clId="Web-{6E8403B9-C474-4B99-9353-4E0EB3CC5CF0}" dt="2026-10-23T09:51:48.487" v="34" actId="34807"/>
          <ac:spMkLst>
            <pc:docMk/>
            <pc:sldMk cId="393294588" sldId="10291"/>
            <ac:spMk id="20385" creationId="{6D635E4C-1A69-E476-3FB6-563A4A692FF1}"/>
          </ac:spMkLst>
        </pc:spChg>
        <pc:spChg chg="add mod">
          <ac:chgData name="" userId="" providerId="" clId="Web-{6E8403B9-C474-4B99-9353-4E0EB3CC5CF0}" dt="2026-10-23T09:51:48.487" v="34" actId="34807"/>
          <ac:spMkLst>
            <pc:docMk/>
            <pc:sldMk cId="393294588" sldId="10291"/>
            <ac:spMk id="20395" creationId="{0189F84D-86F7-9116-9F00-634E87A02B97}"/>
          </ac:spMkLst>
        </pc:spChg>
        <pc:spChg chg="add mod">
          <ac:chgData name="" userId="" providerId="" clId="Web-{6E8403B9-C474-4B99-9353-4E0EB3CC5CF0}" dt="2026-10-23T09:51:48.487" v="34" actId="34807"/>
          <ac:spMkLst>
            <pc:docMk/>
            <pc:sldMk cId="393294588" sldId="10291"/>
            <ac:spMk id="20511" creationId="{349BC516-00F6-6B22-EE1D-92C023885882}"/>
          </ac:spMkLst>
        </pc:spChg>
        <pc:spChg chg="add mod">
          <ac:chgData name="" userId="" providerId="" clId="Web-{6E8403B9-C474-4B99-9353-4E0EB3CC5CF0}" dt="2026-10-23T09:51:48.487" v="34" actId="34807"/>
          <ac:spMkLst>
            <pc:docMk/>
            <pc:sldMk cId="393294588" sldId="10291"/>
            <ac:spMk id="20530" creationId="{A481AC72-B4FF-9E7E-A112-B1DDD27A13D5}"/>
          </ac:spMkLst>
        </pc:spChg>
        <pc:spChg chg="add del mod">
          <ac:chgData name="" userId="" providerId="" clId="Web-{6E8403B9-C474-4B99-9353-4E0EB3CC5CF0}" dt="2026-10-23T09:54:54.278" v="42" actId="34807"/>
          <ac:spMkLst>
            <pc:docMk/>
            <pc:sldMk cId="393294588" sldId="10291"/>
            <ac:spMk id="20593" creationId="{B9B702CE-6658-A39A-28C5-7451A11F1086}"/>
          </ac:spMkLst>
        </pc:spChg>
        <pc:spChg chg="add mod">
          <ac:chgData name="" userId="" providerId="" clId="Web-{6E8403B9-C474-4B99-9353-4E0EB3CC5CF0}" dt="2026-10-23T09:51:48.487" v="34" actId="34807"/>
          <ac:spMkLst>
            <pc:docMk/>
            <pc:sldMk cId="393294588" sldId="10291"/>
            <ac:spMk id="20616" creationId="{BF534471-1B70-EA3F-7541-9F227EF3F426}"/>
          </ac:spMkLst>
        </pc:spChg>
        <pc:spChg chg="add mod">
          <ac:chgData name="" userId="" providerId="" clId="Web-{6E8403B9-C474-4B99-9353-4E0EB3CC5CF0}" dt="2026-10-23T09:54:53.481" v="41" actId="34807"/>
          <ac:spMkLst>
            <pc:docMk/>
            <pc:sldMk cId="393294588" sldId="10291"/>
            <ac:spMk id="21687" creationId="{11F9F6B1-929E-0AE5-6DA1-D5D5D9618710}"/>
          </ac:spMkLst>
        </pc:spChg>
      </pc:sldChg>
    </pc:docChg>
  </pc:docChgLst>
  <pc:docChgLst>
    <pc:chgData clId="Web-{893967E1-42B7-4834-B38B-621C2FDF2144}"/>
    <pc:docChg chg="modSld">
      <pc:chgData name="" userId="" providerId="" clId="Web-{893967E1-42B7-4834-B38B-621C2FDF2144}" dt="2026-10-23T10:10:10.283" v="21" actId="34807"/>
      <pc:docMkLst>
        <pc:docMk/>
      </pc:docMkLst>
      <pc:sldChg chg="addSp delSp modSp">
        <pc:chgData name="" userId="" providerId="" clId="Web-{893967E1-42B7-4834-B38B-621C2FDF2144}" dt="2026-10-23T10:04:52.915" v="1" actId="34807"/>
        <pc:sldMkLst>
          <pc:docMk/>
          <pc:sldMk cId="2602463977" sldId="3161"/>
        </pc:sldMkLst>
        <pc:spChg chg="del">
          <ac:chgData name="" userId="" providerId="" clId="Web-{893967E1-42B7-4834-B38B-621C2FDF2144}" dt="2026-10-23T10:04:52.915" v="1" actId="34807"/>
          <ac:spMkLst>
            <pc:docMk/>
            <pc:sldMk cId="2602463977" sldId="3161"/>
            <ac:spMk id="18034" creationId="{B06E4733-149E-7449-7704-7B314EB2F54F}"/>
          </ac:spMkLst>
        </pc:spChg>
        <pc:spChg chg="del">
          <ac:chgData name="" userId="" providerId="" clId="Web-{893967E1-42B7-4834-B38B-621C2FDF2144}" dt="2026-10-23T10:04:52.915" v="1" actId="34807"/>
          <ac:spMkLst>
            <pc:docMk/>
            <pc:sldMk cId="2602463977" sldId="3161"/>
            <ac:spMk id="18043" creationId="{5665A472-863E-539B-A311-54BFED40058C}"/>
          </ac:spMkLst>
        </pc:spChg>
        <pc:spChg chg="del">
          <ac:chgData name="" userId="" providerId="" clId="Web-{893967E1-42B7-4834-B38B-621C2FDF2144}" dt="2026-10-23T10:04:52.915" v="1" actId="34807"/>
          <ac:spMkLst>
            <pc:docMk/>
            <pc:sldMk cId="2602463977" sldId="3161"/>
            <ac:spMk id="18078" creationId="{4C0FDE2A-B0EF-DDA9-05AE-5D33530C1388}"/>
          </ac:spMkLst>
        </pc:spChg>
        <pc:spChg chg="del">
          <ac:chgData name="" userId="" providerId="" clId="Web-{893967E1-42B7-4834-B38B-621C2FDF2144}" dt="2026-10-23T10:04:52.915" v="1" actId="34807"/>
          <ac:spMkLst>
            <pc:docMk/>
            <pc:sldMk cId="2602463977" sldId="3161"/>
            <ac:spMk id="18138" creationId="{383B22D8-9D96-8AF0-AC7C-85DEA2A29216}"/>
          </ac:spMkLst>
        </pc:spChg>
        <pc:spChg chg="del">
          <ac:chgData name="" userId="" providerId="" clId="Web-{893967E1-42B7-4834-B38B-621C2FDF2144}" dt="2026-10-23T10:04:52.915" v="1" actId="34807"/>
          <ac:spMkLst>
            <pc:docMk/>
            <pc:sldMk cId="2602463977" sldId="3161"/>
            <ac:spMk id="18186" creationId="{188E400D-9CDE-611F-22E8-AA9418190977}"/>
          </ac:spMkLst>
        </pc:spChg>
        <pc:spChg chg="del">
          <ac:chgData name="" userId="" providerId="" clId="Web-{893967E1-42B7-4834-B38B-621C2FDF2144}" dt="2026-10-23T10:04:52.915" v="1" actId="34807"/>
          <ac:spMkLst>
            <pc:docMk/>
            <pc:sldMk cId="2602463977" sldId="3161"/>
            <ac:spMk id="18204" creationId="{75D07DCC-575A-3231-F9B1-62CCC55DF7C5}"/>
          </ac:spMkLst>
        </pc:spChg>
        <pc:spChg chg="add mod">
          <ac:chgData name="" userId="" providerId="" clId="Web-{893967E1-42B7-4834-B38B-621C2FDF2144}" dt="2026-10-23T10:04:51.118" v="0" actId="34807"/>
          <ac:spMkLst>
            <pc:docMk/>
            <pc:sldMk cId="2602463977" sldId="3161"/>
            <ac:spMk id="25390" creationId="{E930D700-A229-0D10-E42D-B3D3E5B9ADA0}"/>
          </ac:spMkLst>
        </pc:spChg>
        <pc:spChg chg="add mod">
          <ac:chgData name="" userId="" providerId="" clId="Web-{893967E1-42B7-4834-B38B-621C2FDF2144}" dt="2026-10-23T10:04:51.118" v="0" actId="34807"/>
          <ac:spMkLst>
            <pc:docMk/>
            <pc:sldMk cId="2602463977" sldId="3161"/>
            <ac:spMk id="25392" creationId="{75DC5AB2-0757-ECF0-CE82-81BF86FF509D}"/>
          </ac:spMkLst>
        </pc:spChg>
        <pc:spChg chg="add mod">
          <ac:chgData name="" userId="" providerId="" clId="Web-{893967E1-42B7-4834-B38B-621C2FDF2144}" dt="2026-10-23T10:04:51.118" v="0" actId="34807"/>
          <ac:spMkLst>
            <pc:docMk/>
            <pc:sldMk cId="2602463977" sldId="3161"/>
            <ac:spMk id="25395" creationId="{0E826F86-8492-34F9-835B-F2C23DB6A12E}"/>
          </ac:spMkLst>
        </pc:spChg>
        <pc:spChg chg="add mod">
          <ac:chgData name="" userId="" providerId="" clId="Web-{893967E1-42B7-4834-B38B-621C2FDF2144}" dt="2026-10-23T10:04:51.118" v="0" actId="34807"/>
          <ac:spMkLst>
            <pc:docMk/>
            <pc:sldMk cId="2602463977" sldId="3161"/>
            <ac:spMk id="25399" creationId="{C2CE8382-2E85-E8F6-AA37-F578544FE67B}"/>
          </ac:spMkLst>
        </pc:spChg>
        <pc:spChg chg="add mod">
          <ac:chgData name="" userId="" providerId="" clId="Web-{893967E1-42B7-4834-B38B-621C2FDF2144}" dt="2026-10-23T10:04:51.118" v="0" actId="34807"/>
          <ac:spMkLst>
            <pc:docMk/>
            <pc:sldMk cId="2602463977" sldId="3161"/>
            <ac:spMk id="25404" creationId="{BA8B1ED2-31C1-651C-2027-F403A5775583}"/>
          </ac:spMkLst>
        </pc:spChg>
        <pc:spChg chg="add mod">
          <ac:chgData name="" userId="" providerId="" clId="Web-{893967E1-42B7-4834-B38B-621C2FDF2144}" dt="2026-10-23T10:04:51.118" v="0" actId="34807"/>
          <ac:spMkLst>
            <pc:docMk/>
            <pc:sldMk cId="2602463977" sldId="3161"/>
            <ac:spMk id="25410" creationId="{4673B67C-91CB-A694-D816-9F1725083B77}"/>
          </ac:spMkLst>
        </pc:spChg>
      </pc:sldChg>
      <pc:sldChg chg="addSp delSp modSp">
        <pc:chgData name="" userId="" providerId="" clId="Web-{893967E1-42B7-4834-B38B-621C2FDF2144}" dt="2026-10-23T10:04:52.915" v="1" actId="34807"/>
        <pc:sldMkLst>
          <pc:docMk/>
          <pc:sldMk cId="3469149878" sldId="3376"/>
        </pc:sldMkLst>
        <pc:spChg chg="del">
          <ac:chgData name="" userId="" providerId="" clId="Web-{893967E1-42B7-4834-B38B-621C2FDF2144}" dt="2026-10-23T10:04:52.915" v="1" actId="34807"/>
          <ac:spMkLst>
            <pc:docMk/>
            <pc:sldMk cId="3469149878" sldId="3376"/>
            <ac:spMk id="18912" creationId="{3AD65923-1AD3-4D8A-4EA1-F2C098458148}"/>
          </ac:spMkLst>
        </pc:spChg>
        <pc:spChg chg="del">
          <ac:chgData name="" userId="" providerId="" clId="Web-{893967E1-42B7-4834-B38B-621C2FDF2144}" dt="2026-10-23T10:04:52.915" v="1" actId="34807"/>
          <ac:spMkLst>
            <pc:docMk/>
            <pc:sldMk cId="3469149878" sldId="3376"/>
            <ac:spMk id="18916" creationId="{7FC5D0B9-92A6-5642-C2EF-CFF586D68651}"/>
          </ac:spMkLst>
        </pc:spChg>
        <pc:spChg chg="del">
          <ac:chgData name="" userId="" providerId="" clId="Web-{893967E1-42B7-4834-B38B-621C2FDF2144}" dt="2026-10-23T10:04:52.915" v="1" actId="34807"/>
          <ac:spMkLst>
            <pc:docMk/>
            <pc:sldMk cId="3469149878" sldId="3376"/>
            <ac:spMk id="18927" creationId="{EC03149F-0E82-2893-91B4-31182911D3AD}"/>
          </ac:spMkLst>
        </pc:spChg>
        <pc:spChg chg="del">
          <ac:chgData name="" userId="" providerId="" clId="Web-{893967E1-42B7-4834-B38B-621C2FDF2144}" dt="2026-10-23T10:04:52.915" v="1" actId="34807"/>
          <ac:spMkLst>
            <pc:docMk/>
            <pc:sldMk cId="3469149878" sldId="3376"/>
            <ac:spMk id="18934" creationId="{65E46ADA-72B5-EA7D-FB9C-651DE4AC728E}"/>
          </ac:spMkLst>
        </pc:spChg>
        <pc:spChg chg="del">
          <ac:chgData name="" userId="" providerId="" clId="Web-{893967E1-42B7-4834-B38B-621C2FDF2144}" dt="2026-10-23T10:04:52.915" v="1" actId="34807"/>
          <ac:spMkLst>
            <pc:docMk/>
            <pc:sldMk cId="3469149878" sldId="3376"/>
            <ac:spMk id="18942" creationId="{AD08D00A-DA1C-E9F0-6C76-EF7A0837312C}"/>
          </ac:spMkLst>
        </pc:spChg>
        <pc:spChg chg="del">
          <ac:chgData name="" userId="" providerId="" clId="Web-{893967E1-42B7-4834-B38B-621C2FDF2144}" dt="2026-10-23T10:04:52.915" v="1" actId="34807"/>
          <ac:spMkLst>
            <pc:docMk/>
            <pc:sldMk cId="3469149878" sldId="3376"/>
            <ac:spMk id="18961" creationId="{4D6BBCC9-1762-88CD-AA88-B46022B8AAF1}"/>
          </ac:spMkLst>
        </pc:spChg>
        <pc:spChg chg="del">
          <ac:chgData name="" userId="" providerId="" clId="Web-{893967E1-42B7-4834-B38B-621C2FDF2144}" dt="2026-10-23T10:04:52.915" v="1" actId="34807"/>
          <ac:spMkLst>
            <pc:docMk/>
            <pc:sldMk cId="3469149878" sldId="3376"/>
            <ac:spMk id="18997" creationId="{9E3ADB4F-88BA-578C-A907-33C1051AE35D}"/>
          </ac:spMkLst>
        </pc:spChg>
        <pc:spChg chg="del">
          <ac:chgData name="" userId="" providerId="" clId="Web-{893967E1-42B7-4834-B38B-621C2FDF2144}" dt="2026-10-23T10:04:52.915" v="1" actId="34807"/>
          <ac:spMkLst>
            <pc:docMk/>
            <pc:sldMk cId="3469149878" sldId="3376"/>
            <ac:spMk id="19011" creationId="{82808F14-C084-8D2F-1D34-B0F56D761E99}"/>
          </ac:spMkLst>
        </pc:spChg>
        <pc:spChg chg="del">
          <ac:chgData name="" userId="" providerId="" clId="Web-{893967E1-42B7-4834-B38B-621C2FDF2144}" dt="2026-10-23T10:04:52.915" v="1" actId="34807"/>
          <ac:spMkLst>
            <pc:docMk/>
            <pc:sldMk cId="3469149878" sldId="3376"/>
            <ac:spMk id="19042" creationId="{0818E01E-8B3D-14AE-7CC0-29B802FC1B2F}"/>
          </ac:spMkLst>
        </pc:spChg>
        <pc:spChg chg="del">
          <ac:chgData name="" userId="" providerId="" clId="Web-{893967E1-42B7-4834-B38B-621C2FDF2144}" dt="2026-10-23T10:04:52.915" v="1" actId="34807"/>
          <ac:spMkLst>
            <pc:docMk/>
            <pc:sldMk cId="3469149878" sldId="3376"/>
            <ac:spMk id="19059" creationId="{E85F9BEA-66C5-7963-6041-60E35B060E3E}"/>
          </ac:spMkLst>
        </pc:spChg>
        <pc:spChg chg="add mod">
          <ac:chgData name="" userId="" providerId="" clId="Web-{893967E1-42B7-4834-B38B-621C2FDF2144}" dt="2026-10-23T10:04:51.118" v="0" actId="34807"/>
          <ac:spMkLst>
            <pc:docMk/>
            <pc:sldMk cId="3469149878" sldId="3376"/>
            <ac:spMk id="25417" creationId="{601CA562-A553-C66E-70E8-88DD45313AC1}"/>
          </ac:spMkLst>
        </pc:spChg>
        <pc:spChg chg="add mod">
          <ac:chgData name="" userId="" providerId="" clId="Web-{893967E1-42B7-4834-B38B-621C2FDF2144}" dt="2026-10-23T10:04:51.118" v="0" actId="34807"/>
          <ac:spMkLst>
            <pc:docMk/>
            <pc:sldMk cId="3469149878" sldId="3376"/>
            <ac:spMk id="25425" creationId="{6E1C45AA-4FEF-20C1-3FB2-49B4835B8453}"/>
          </ac:spMkLst>
        </pc:spChg>
        <pc:spChg chg="add mod">
          <ac:chgData name="" userId="" providerId="" clId="Web-{893967E1-42B7-4834-B38B-621C2FDF2144}" dt="2026-10-23T10:04:51.118" v="0" actId="34807"/>
          <ac:spMkLst>
            <pc:docMk/>
            <pc:sldMk cId="3469149878" sldId="3376"/>
            <ac:spMk id="25434" creationId="{CD85E11B-5CDF-DEA8-8099-0048083E4F5E}"/>
          </ac:spMkLst>
        </pc:spChg>
        <pc:spChg chg="add mod">
          <ac:chgData name="" userId="" providerId="" clId="Web-{893967E1-42B7-4834-B38B-621C2FDF2144}" dt="2026-10-23T10:04:51.118" v="0" actId="34807"/>
          <ac:spMkLst>
            <pc:docMk/>
            <pc:sldMk cId="3469149878" sldId="3376"/>
            <ac:spMk id="25444" creationId="{E9F6C9BC-6E6E-7F05-C422-C4D2A18079CC}"/>
          </ac:spMkLst>
        </pc:spChg>
        <pc:spChg chg="add mod">
          <ac:chgData name="" userId="" providerId="" clId="Web-{893967E1-42B7-4834-B38B-621C2FDF2144}" dt="2026-10-23T10:04:51.118" v="0" actId="34807"/>
          <ac:spMkLst>
            <pc:docMk/>
            <pc:sldMk cId="3469149878" sldId="3376"/>
            <ac:spMk id="25455" creationId="{4F60BC2E-3978-8F24-38AF-48ABE82692AD}"/>
          </ac:spMkLst>
        </pc:spChg>
        <pc:spChg chg="add mod">
          <ac:chgData name="" userId="" providerId="" clId="Web-{893967E1-42B7-4834-B38B-621C2FDF2144}" dt="2026-10-23T10:04:51.118" v="0" actId="34807"/>
          <ac:spMkLst>
            <pc:docMk/>
            <pc:sldMk cId="3469149878" sldId="3376"/>
            <ac:spMk id="25467" creationId="{2C97E0D6-71D6-B7CE-E2A1-0C3A6278106B}"/>
          </ac:spMkLst>
        </pc:spChg>
        <pc:spChg chg="add mod">
          <ac:chgData name="" userId="" providerId="" clId="Web-{893967E1-42B7-4834-B38B-621C2FDF2144}" dt="2026-10-23T10:04:51.118" v="0" actId="34807"/>
          <ac:spMkLst>
            <pc:docMk/>
            <pc:sldMk cId="3469149878" sldId="3376"/>
            <ac:spMk id="25480" creationId="{6094E148-A82E-957A-8BBF-3B7980EBC028}"/>
          </ac:spMkLst>
        </pc:spChg>
        <pc:spChg chg="add mod">
          <ac:chgData name="" userId="" providerId="" clId="Web-{893967E1-42B7-4834-B38B-621C2FDF2144}" dt="2026-10-23T10:04:51.118" v="0" actId="34807"/>
          <ac:spMkLst>
            <pc:docMk/>
            <pc:sldMk cId="3469149878" sldId="3376"/>
            <ac:spMk id="25494" creationId="{0DACD1B5-5C42-2A03-0CB3-9BB0F7DE48BF}"/>
          </ac:spMkLst>
        </pc:spChg>
        <pc:spChg chg="add mod">
          <ac:chgData name="" userId="" providerId="" clId="Web-{893967E1-42B7-4834-B38B-621C2FDF2144}" dt="2026-10-23T10:04:51.118" v="0" actId="34807"/>
          <ac:spMkLst>
            <pc:docMk/>
            <pc:sldMk cId="3469149878" sldId="3376"/>
            <ac:spMk id="25509" creationId="{43042EFD-5A1A-81E3-C703-487BB5A1B618}"/>
          </ac:spMkLst>
        </pc:spChg>
        <pc:spChg chg="add mod">
          <ac:chgData name="" userId="" providerId="" clId="Web-{893967E1-42B7-4834-B38B-621C2FDF2144}" dt="2026-10-23T10:04:51.118" v="0" actId="34807"/>
          <ac:spMkLst>
            <pc:docMk/>
            <pc:sldMk cId="3469149878" sldId="3376"/>
            <ac:spMk id="25525" creationId="{63646E1A-3D3A-88CE-9FA7-1A6CE3F9E004}"/>
          </ac:spMkLst>
        </pc:spChg>
      </pc:sldChg>
      <pc:sldChg chg="addSp delSp modSp">
        <pc:chgData name="" userId="" providerId="" clId="Web-{893967E1-42B7-4834-B38B-621C2FDF2144}" dt="2026-10-23T10:04:52.915" v="1" actId="34807"/>
        <pc:sldMkLst>
          <pc:docMk/>
          <pc:sldMk cId="414339401" sldId="3592"/>
        </pc:sldMkLst>
        <pc:spChg chg="del">
          <ac:chgData name="" userId="" providerId="" clId="Web-{893967E1-42B7-4834-B38B-621C2FDF2144}" dt="2026-10-23T10:04:52.915" v="1" actId="34807"/>
          <ac:spMkLst>
            <pc:docMk/>
            <pc:sldMk cId="414339401" sldId="3592"/>
            <ac:spMk id="20671" creationId="{6FD30530-B51B-486D-ACF0-48C7D55337C4}"/>
          </ac:spMkLst>
        </pc:spChg>
        <pc:spChg chg="del">
          <ac:chgData name="" userId="" providerId="" clId="Web-{893967E1-42B7-4834-B38B-621C2FDF2144}" dt="2026-10-23T10:04:52.915" v="1" actId="34807"/>
          <ac:spMkLst>
            <pc:docMk/>
            <pc:sldMk cId="414339401" sldId="3592"/>
            <ac:spMk id="20693" creationId="{81FEF7EB-A28F-B1C5-4AEC-F950ABE758A8}"/>
          </ac:spMkLst>
        </pc:spChg>
        <pc:spChg chg="del">
          <ac:chgData name="" userId="" providerId="" clId="Web-{893967E1-42B7-4834-B38B-621C2FDF2144}" dt="2026-10-23T10:04:52.915" v="1" actId="34807"/>
          <ac:spMkLst>
            <pc:docMk/>
            <pc:sldMk cId="414339401" sldId="3592"/>
            <ac:spMk id="20731" creationId="{24F2FD4A-3931-C551-0879-EDA403229BB6}"/>
          </ac:spMkLst>
        </pc:spChg>
        <pc:spChg chg="del">
          <ac:chgData name="" userId="" providerId="" clId="Web-{893967E1-42B7-4834-B38B-621C2FDF2144}" dt="2026-10-23T10:04:52.915" v="1" actId="34807"/>
          <ac:spMkLst>
            <pc:docMk/>
            <pc:sldMk cId="414339401" sldId="3592"/>
            <ac:spMk id="20785" creationId="{459C9EB9-A169-96D4-0377-E7ED48A68ABD}"/>
          </ac:spMkLst>
        </pc:spChg>
        <pc:spChg chg="del">
          <ac:chgData name="" userId="" providerId="" clId="Web-{893967E1-42B7-4834-B38B-621C2FDF2144}" dt="2026-10-23T10:04:52.915" v="1" actId="34807"/>
          <ac:spMkLst>
            <pc:docMk/>
            <pc:sldMk cId="414339401" sldId="3592"/>
            <ac:spMk id="20801" creationId="{0AFE4F5C-35DC-8C74-E28E-F25429558376}"/>
          </ac:spMkLst>
        </pc:spChg>
        <pc:spChg chg="del">
          <ac:chgData name="" userId="" providerId="" clId="Web-{893967E1-42B7-4834-B38B-621C2FDF2144}" dt="2026-10-23T10:04:52.915" v="1" actId="34807"/>
          <ac:spMkLst>
            <pc:docMk/>
            <pc:sldMk cId="414339401" sldId="3592"/>
            <ac:spMk id="20836" creationId="{DFD40209-BFAC-181D-1705-8370C1081392}"/>
          </ac:spMkLst>
        </pc:spChg>
        <pc:spChg chg="del">
          <ac:chgData name="" userId="" providerId="" clId="Web-{893967E1-42B7-4834-B38B-621C2FDF2144}" dt="2026-10-23T10:04:52.915" v="1" actId="34807"/>
          <ac:spMkLst>
            <pc:docMk/>
            <pc:sldMk cId="414339401" sldId="3592"/>
            <ac:spMk id="20855" creationId="{A5751FD6-C3C1-168A-D56F-F383FB2F1A05}"/>
          </ac:spMkLst>
        </pc:spChg>
        <pc:spChg chg="del">
          <ac:chgData name="" userId="" providerId="" clId="Web-{893967E1-42B7-4834-B38B-621C2FDF2144}" dt="2026-10-23T10:04:52.915" v="1" actId="34807"/>
          <ac:spMkLst>
            <pc:docMk/>
            <pc:sldMk cId="414339401" sldId="3592"/>
            <ac:spMk id="20875" creationId="{1C7D3170-9F71-9EAA-56CC-63DE1141AFCE}"/>
          </ac:spMkLst>
        </pc:spChg>
        <pc:spChg chg="del">
          <ac:chgData name="" userId="" providerId="" clId="Web-{893967E1-42B7-4834-B38B-621C2FDF2144}" dt="2026-10-23T10:04:52.915" v="1" actId="34807"/>
          <ac:spMkLst>
            <pc:docMk/>
            <pc:sldMk cId="414339401" sldId="3592"/>
            <ac:spMk id="20896" creationId="{F50DB61D-707F-FFAB-70F4-8D588F4AA10B}"/>
          </ac:spMkLst>
        </pc:spChg>
        <pc:spChg chg="del">
          <ac:chgData name="" userId="" providerId="" clId="Web-{893967E1-42B7-4834-B38B-621C2FDF2144}" dt="2026-10-23T10:04:52.915" v="1" actId="34807"/>
          <ac:spMkLst>
            <pc:docMk/>
            <pc:sldMk cId="414339401" sldId="3592"/>
            <ac:spMk id="20941" creationId="{00346697-E03B-BBB7-C8C3-0B1E4F75AF7E}"/>
          </ac:spMkLst>
        </pc:spChg>
        <pc:spChg chg="add mod">
          <ac:chgData name="" userId="" providerId="" clId="Web-{893967E1-42B7-4834-B38B-621C2FDF2144}" dt="2026-10-23T10:04:51.118" v="0" actId="34807"/>
          <ac:spMkLst>
            <pc:docMk/>
            <pc:sldMk cId="414339401" sldId="3592"/>
            <ac:spMk id="25542" creationId="{C98D48D1-5999-F995-407D-BA43933FD371}"/>
          </ac:spMkLst>
        </pc:spChg>
        <pc:spChg chg="add mod">
          <ac:chgData name="" userId="" providerId="" clId="Web-{893967E1-42B7-4834-B38B-621C2FDF2144}" dt="2026-10-23T10:04:51.118" v="0" actId="34807"/>
          <ac:spMkLst>
            <pc:docMk/>
            <pc:sldMk cId="414339401" sldId="3592"/>
            <ac:spMk id="25560" creationId="{1DE47B9E-4F30-2FDD-E03D-BD103A0C89C6}"/>
          </ac:spMkLst>
        </pc:spChg>
        <pc:spChg chg="add mod">
          <ac:chgData name="" userId="" providerId="" clId="Web-{893967E1-42B7-4834-B38B-621C2FDF2144}" dt="2026-10-23T10:04:51.118" v="0" actId="34807"/>
          <ac:spMkLst>
            <pc:docMk/>
            <pc:sldMk cId="414339401" sldId="3592"/>
            <ac:spMk id="25579" creationId="{2328EDE8-959B-8D12-53AF-F4428DAF390A}"/>
          </ac:spMkLst>
        </pc:spChg>
        <pc:spChg chg="add mod">
          <ac:chgData name="" userId="" providerId="" clId="Web-{893967E1-42B7-4834-B38B-621C2FDF2144}" dt="2026-10-23T10:04:51.118" v="0" actId="34807"/>
          <ac:spMkLst>
            <pc:docMk/>
            <pc:sldMk cId="414339401" sldId="3592"/>
            <ac:spMk id="25599" creationId="{9D6C8D83-D001-3C2D-8F24-62A5345B81D2}"/>
          </ac:spMkLst>
        </pc:spChg>
        <pc:spChg chg="add mod">
          <ac:chgData name="" userId="" providerId="" clId="Web-{893967E1-42B7-4834-B38B-621C2FDF2144}" dt="2026-10-23T10:04:51.118" v="0" actId="34807"/>
          <ac:spMkLst>
            <pc:docMk/>
            <pc:sldMk cId="414339401" sldId="3592"/>
            <ac:spMk id="25620" creationId="{8516AFC4-CA94-98DE-E930-2C81188CFC07}"/>
          </ac:spMkLst>
        </pc:spChg>
        <pc:spChg chg="add mod">
          <ac:chgData name="" userId="" providerId="" clId="Web-{893967E1-42B7-4834-B38B-621C2FDF2144}" dt="2026-10-23T10:04:51.118" v="0" actId="34807"/>
          <ac:spMkLst>
            <pc:docMk/>
            <pc:sldMk cId="414339401" sldId="3592"/>
            <ac:spMk id="25642" creationId="{7ACB7863-294A-BB8B-0910-A9304120AB0D}"/>
          </ac:spMkLst>
        </pc:spChg>
        <pc:spChg chg="add mod">
          <ac:chgData name="" userId="" providerId="" clId="Web-{893967E1-42B7-4834-B38B-621C2FDF2144}" dt="2026-10-23T10:04:51.118" v="0" actId="34807"/>
          <ac:spMkLst>
            <pc:docMk/>
            <pc:sldMk cId="414339401" sldId="3592"/>
            <ac:spMk id="25665" creationId="{CEA51FF6-F655-211E-C2AC-0069C3A23CFA}"/>
          </ac:spMkLst>
        </pc:spChg>
        <pc:spChg chg="add mod">
          <ac:chgData name="" userId="" providerId="" clId="Web-{893967E1-42B7-4834-B38B-621C2FDF2144}" dt="2026-10-23T10:04:51.118" v="0" actId="34807"/>
          <ac:spMkLst>
            <pc:docMk/>
            <pc:sldMk cId="414339401" sldId="3592"/>
            <ac:spMk id="25689" creationId="{CAAD43D2-43DC-E79F-F00A-2ACCBF7E64A2}"/>
          </ac:spMkLst>
        </pc:spChg>
        <pc:spChg chg="add mod">
          <ac:chgData name="" userId="" providerId="" clId="Web-{893967E1-42B7-4834-B38B-621C2FDF2144}" dt="2026-10-23T10:04:51.118" v="0" actId="34807"/>
          <ac:spMkLst>
            <pc:docMk/>
            <pc:sldMk cId="414339401" sldId="3592"/>
            <ac:spMk id="25714" creationId="{BC666DEE-4D61-6FE3-69AB-A68344BEC4AF}"/>
          </ac:spMkLst>
        </pc:spChg>
      </pc:sldChg>
      <pc:sldChg chg="addSp delSp modSp">
        <pc:chgData name="" userId="" providerId="" clId="Web-{893967E1-42B7-4834-B38B-621C2FDF2144}" dt="2026-10-23T10:04:52.915" v="1" actId="34807"/>
        <pc:sldMkLst>
          <pc:docMk/>
          <pc:sldMk cId="3761642860" sldId="4027"/>
        </pc:sldMkLst>
        <pc:spChg chg="del">
          <ac:chgData name="" userId="" providerId="" clId="Web-{893967E1-42B7-4834-B38B-621C2FDF2144}" dt="2026-10-23T10:04:52.915" v="1" actId="34807"/>
          <ac:spMkLst>
            <pc:docMk/>
            <pc:sldMk cId="3761642860" sldId="4027"/>
            <ac:spMk id="21001" creationId="{7B6D216C-F948-9AD3-7271-0F4CB561FE6B}"/>
          </ac:spMkLst>
        </pc:spChg>
        <pc:spChg chg="del">
          <ac:chgData name="" userId="" providerId="" clId="Web-{893967E1-42B7-4834-B38B-621C2FDF2144}" dt="2026-10-23T10:04:52.915" v="1" actId="34807"/>
          <ac:spMkLst>
            <pc:docMk/>
            <pc:sldMk cId="3761642860" sldId="4027"/>
            <ac:spMk id="21043" creationId="{315AEF98-9DF3-8E6E-D8ED-92B833460F08}"/>
          </ac:spMkLst>
        </pc:spChg>
        <pc:spChg chg="del">
          <ac:chgData name="" userId="" providerId="" clId="Web-{893967E1-42B7-4834-B38B-621C2FDF2144}" dt="2026-10-23T10:04:52.915" v="1" actId="34807"/>
          <ac:spMkLst>
            <pc:docMk/>
            <pc:sldMk cId="3761642860" sldId="4027"/>
            <ac:spMk id="21136" creationId="{1E10E3BB-934C-CC49-035C-60237243FBD6}"/>
          </ac:spMkLst>
        </pc:spChg>
        <pc:spChg chg="del">
          <ac:chgData name="" userId="" providerId="" clId="Web-{893967E1-42B7-4834-B38B-621C2FDF2144}" dt="2026-10-23T10:04:52.915" v="1" actId="34807"/>
          <ac:spMkLst>
            <pc:docMk/>
            <pc:sldMk cId="3761642860" sldId="4027"/>
            <ac:spMk id="21265" creationId="{04D8132E-726B-C7B0-2F8D-9234B67A3F29}"/>
          </ac:spMkLst>
        </pc:spChg>
        <pc:spChg chg="del">
          <ac:chgData name="" userId="" providerId="" clId="Web-{893967E1-42B7-4834-B38B-621C2FDF2144}" dt="2026-10-23T10:04:52.915" v="1" actId="34807"/>
          <ac:spMkLst>
            <pc:docMk/>
            <pc:sldMk cId="3761642860" sldId="4027"/>
            <ac:spMk id="21461" creationId="{1C42ED58-D940-DE9D-9BB2-AE1C4E4D10A3}"/>
          </ac:spMkLst>
        </pc:spChg>
        <pc:spChg chg="del">
          <ac:chgData name="" userId="" providerId="" clId="Web-{893967E1-42B7-4834-B38B-621C2FDF2144}" dt="2026-10-23T10:04:52.915" v="1" actId="34807"/>
          <ac:spMkLst>
            <pc:docMk/>
            <pc:sldMk cId="3761642860" sldId="4027"/>
            <ac:spMk id="21595" creationId="{646B282A-7364-D81A-3A22-12DCCDFE303B}"/>
          </ac:spMkLst>
        </pc:spChg>
        <pc:spChg chg="add mod">
          <ac:chgData name="" userId="" providerId="" clId="Web-{893967E1-42B7-4834-B38B-621C2FDF2144}" dt="2026-10-23T10:04:51.118" v="0" actId="34807"/>
          <ac:spMkLst>
            <pc:docMk/>
            <pc:sldMk cId="3761642860" sldId="4027"/>
            <ac:spMk id="25767" creationId="{AB73053C-9D85-E892-AACC-16259DE03E98}"/>
          </ac:spMkLst>
        </pc:spChg>
        <pc:spChg chg="add mod">
          <ac:chgData name="" userId="" providerId="" clId="Web-{893967E1-42B7-4834-B38B-621C2FDF2144}" dt="2026-10-23T10:04:51.118" v="0" actId="34807"/>
          <ac:spMkLst>
            <pc:docMk/>
            <pc:sldMk cId="3761642860" sldId="4027"/>
            <ac:spMk id="25795" creationId="{D09C3E20-9D87-4F16-5C4C-D03E83174036}"/>
          </ac:spMkLst>
        </pc:spChg>
        <pc:spChg chg="add mod">
          <ac:chgData name="" userId="" providerId="" clId="Web-{893967E1-42B7-4834-B38B-621C2FDF2144}" dt="2026-10-23T10:04:51.118" v="0" actId="34807"/>
          <ac:spMkLst>
            <pc:docMk/>
            <pc:sldMk cId="3761642860" sldId="4027"/>
            <ac:spMk id="25824" creationId="{BE48334D-429D-BEF4-188F-DA8D46A926A6}"/>
          </ac:spMkLst>
        </pc:spChg>
        <pc:spChg chg="add mod">
          <ac:chgData name="" userId="" providerId="" clId="Web-{893967E1-42B7-4834-B38B-621C2FDF2144}" dt="2026-10-23T10:04:51.118" v="0" actId="34807"/>
          <ac:spMkLst>
            <pc:docMk/>
            <pc:sldMk cId="3761642860" sldId="4027"/>
            <ac:spMk id="25854" creationId="{3D2EF8F5-BB6D-F69B-9AF4-B5A524C23EDB}"/>
          </ac:spMkLst>
        </pc:spChg>
        <pc:spChg chg="add mod">
          <ac:chgData name="" userId="" providerId="" clId="Web-{893967E1-42B7-4834-B38B-621C2FDF2144}" dt="2026-10-23T10:04:51.118" v="0" actId="34807"/>
          <ac:spMkLst>
            <pc:docMk/>
            <pc:sldMk cId="3761642860" sldId="4027"/>
            <ac:spMk id="25917" creationId="{FF9B3F91-ECA6-D549-7134-7E6889761BB2}"/>
          </ac:spMkLst>
        </pc:spChg>
        <pc:spChg chg="add mod">
          <ac:chgData name="" userId="" providerId="" clId="Web-{893967E1-42B7-4834-B38B-621C2FDF2144}" dt="2026-10-23T10:04:51.118" v="0" actId="34807"/>
          <ac:spMkLst>
            <pc:docMk/>
            <pc:sldMk cId="3761642860" sldId="4027"/>
            <ac:spMk id="25950" creationId="{98503180-371B-D537-6DC9-A196C76F048E}"/>
          </ac:spMkLst>
        </pc:spChg>
        <pc:spChg chg="add mod">
          <ac:chgData name="" userId="" providerId="" clId="Web-{893967E1-42B7-4834-B38B-621C2FDF2144}" dt="2026-10-23T10:04:51.118" v="0" actId="34807"/>
          <ac:spMkLst>
            <pc:docMk/>
            <pc:sldMk cId="3761642860" sldId="4027"/>
            <ac:spMk id="25984" creationId="{347A2310-8E90-DC4F-8BCA-C35951ED615A}"/>
          </ac:spMkLst>
        </pc:spChg>
        <pc:spChg chg="add mod">
          <ac:chgData name="" userId="" providerId="" clId="Web-{893967E1-42B7-4834-B38B-621C2FDF2144}" dt="2026-10-23T10:04:51.118" v="0" actId="34807"/>
          <ac:spMkLst>
            <pc:docMk/>
            <pc:sldMk cId="3761642860" sldId="4027"/>
            <ac:spMk id="26019" creationId="{529EA319-4AFC-70D3-70E9-E13961FAD092}"/>
          </ac:spMkLst>
        </pc:spChg>
        <pc:spChg chg="add mod">
          <ac:chgData name="" userId="" providerId="" clId="Web-{893967E1-42B7-4834-B38B-621C2FDF2144}" dt="2026-10-23T10:04:51.118" v="0" actId="34807"/>
          <ac:spMkLst>
            <pc:docMk/>
            <pc:sldMk cId="3761642860" sldId="4027"/>
            <ac:spMk id="26055" creationId="{84ACD896-7CFF-B980-CF59-864AA05D0EBF}"/>
          </ac:spMkLst>
        </pc:spChg>
        <pc:spChg chg="add mod">
          <ac:chgData name="" userId="" providerId="" clId="Web-{893967E1-42B7-4834-B38B-621C2FDF2144}" dt="2026-10-23T10:04:51.118" v="0" actId="34807"/>
          <ac:spMkLst>
            <pc:docMk/>
            <pc:sldMk cId="3761642860" sldId="4027"/>
            <ac:spMk id="26092" creationId="{4428FDF0-9C71-026B-7F1B-E8C88F3E159C}"/>
          </ac:spMkLst>
        </pc:spChg>
      </pc:sldChg>
      <pc:sldChg chg="addSp delSp modSp">
        <pc:chgData name="" userId="" providerId="" clId="Web-{893967E1-42B7-4834-B38B-621C2FDF2144}" dt="2026-10-23T10:10:10.283" v="21" actId="34807"/>
        <pc:sldMkLst>
          <pc:docMk/>
          <pc:sldMk cId="18801219" sldId="4909"/>
        </pc:sldMkLst>
        <pc:spChg chg="del">
          <ac:chgData name="" userId="" providerId="" clId="Web-{893967E1-42B7-4834-B38B-621C2FDF2144}" dt="2026-10-23T10:07:19.464" v="9" actId="34807"/>
          <ac:spMkLst>
            <pc:docMk/>
            <pc:sldMk cId="18801219" sldId="4909"/>
            <ac:spMk id="22492" creationId="{40262515-DFF9-AEB0-1B21-5835A3950793}"/>
          </ac:spMkLst>
        </pc:spChg>
        <pc:spChg chg="del">
          <ac:chgData name="" userId="" providerId="" clId="Web-{893967E1-42B7-4834-B38B-621C2FDF2144}" dt="2026-10-23T10:10:10.283" v="21" actId="34807"/>
          <ac:spMkLst>
            <pc:docMk/>
            <pc:sldMk cId="18801219" sldId="4909"/>
            <ac:spMk id="22499" creationId="{856163AE-E434-3CA8-E330-8162834C7CE0}"/>
          </ac:spMkLst>
        </pc:spChg>
        <pc:spChg chg="del">
          <ac:chgData name="" userId="" providerId="" clId="Web-{893967E1-42B7-4834-B38B-621C2FDF2144}" dt="2026-10-23T10:07:19.464" v="9" actId="34807"/>
          <ac:spMkLst>
            <pc:docMk/>
            <pc:sldMk cId="18801219" sldId="4909"/>
            <ac:spMk id="22507" creationId="{A903BBE9-45B8-9F48-7F74-3F8343999FA2}"/>
          </ac:spMkLst>
        </pc:spChg>
        <pc:spChg chg="add mod">
          <ac:chgData name="" userId="" providerId="" clId="Web-{893967E1-42B7-4834-B38B-621C2FDF2144}" dt="2026-10-23T10:07:18.777" v="8" actId="34807"/>
          <ac:spMkLst>
            <pc:docMk/>
            <pc:sldMk cId="18801219" sldId="4909"/>
            <ac:spMk id="26172" creationId="{5C6DBC50-33E4-7421-AA37-92B3B104DD6A}"/>
          </ac:spMkLst>
        </pc:spChg>
        <pc:spChg chg="add mod">
          <ac:chgData name="" userId="" providerId="" clId="Web-{893967E1-42B7-4834-B38B-621C2FDF2144}" dt="2026-10-23T10:07:18.777" v="8" actId="34807"/>
          <ac:spMkLst>
            <pc:docMk/>
            <pc:sldMk cId="18801219" sldId="4909"/>
            <ac:spMk id="26174" creationId="{59727461-3573-0F48-EB01-3FB164C68562}"/>
          </ac:spMkLst>
        </pc:spChg>
        <pc:spChg chg="add mod">
          <ac:chgData name="" userId="" providerId="" clId="Web-{893967E1-42B7-4834-B38B-621C2FDF2144}" dt="2026-10-23T10:10:09.658" v="20" actId="34807"/>
          <ac:spMkLst>
            <pc:docMk/>
            <pc:sldMk cId="18801219" sldId="4909"/>
            <ac:spMk id="26325" creationId="{623215EB-9DF9-12F4-2977-4E55B34E21FB}"/>
          </ac:spMkLst>
        </pc:spChg>
      </pc:sldChg>
      <pc:sldChg chg="addSp delSp modSp">
        <pc:chgData name="" userId="" providerId="" clId="Web-{893967E1-42B7-4834-B38B-621C2FDF2144}" dt="2026-10-23T10:07:30.808" v="11" actId="34807"/>
        <pc:sldMkLst>
          <pc:docMk/>
          <pc:sldMk cId="1994120710" sldId="5132"/>
        </pc:sldMkLst>
        <pc:spChg chg="mod">
          <ac:chgData name="" userId="" providerId="" clId="Web-{893967E1-42B7-4834-B38B-621C2FDF2144}" dt="2026-10-23T10:07:30.808" v="11" actId="34807"/>
          <ac:spMkLst>
            <pc:docMk/>
            <pc:sldMk cId="1994120710" sldId="5132"/>
            <ac:spMk id="22541" creationId="{72627532-1161-36DC-D7E4-EA4EC120F428}"/>
          </ac:spMkLst>
        </pc:spChg>
        <pc:spChg chg="mod">
          <ac:chgData name="" userId="" providerId="" clId="Web-{893967E1-42B7-4834-B38B-621C2FDF2144}" dt="2026-10-23T10:07:30.808" v="11" actId="34807"/>
          <ac:spMkLst>
            <pc:docMk/>
            <pc:sldMk cId="1994120710" sldId="5132"/>
            <ac:spMk id="22546" creationId="{DF755256-A8D0-F73B-4478-5D98A71300C6}"/>
          </ac:spMkLst>
        </pc:spChg>
        <pc:spChg chg="del">
          <ac:chgData name="" userId="" providerId="" clId="Web-{893967E1-42B7-4834-B38B-621C2FDF2144}" dt="2026-10-23T10:07:30.808" v="11" actId="34807"/>
          <ac:spMkLst>
            <pc:docMk/>
            <pc:sldMk cId="1994120710" sldId="5132"/>
            <ac:spMk id="22557" creationId="{9752444A-8AAD-892E-F49E-C1878764E508}"/>
          </ac:spMkLst>
        </pc:spChg>
        <pc:spChg chg="add mod">
          <ac:chgData name="" userId="" providerId="" clId="Web-{893967E1-42B7-4834-B38B-621C2FDF2144}" dt="2026-10-23T10:07:30.199" v="10" actId="34807"/>
          <ac:spMkLst>
            <pc:docMk/>
            <pc:sldMk cId="1994120710" sldId="5132"/>
            <ac:spMk id="26175" creationId="{3D883013-6BA3-C92E-73B5-4643229FFA63}"/>
          </ac:spMkLst>
        </pc:spChg>
      </pc:sldChg>
      <pc:sldChg chg="addSp delSp modSp">
        <pc:chgData name="" userId="" providerId="" clId="Web-{893967E1-42B7-4834-B38B-621C2FDF2144}" dt="2026-10-23T10:07:40.934" v="13" actId="34807"/>
        <pc:sldMkLst>
          <pc:docMk/>
          <pc:sldMk cId="2759033825" sldId="5356"/>
        </pc:sldMkLst>
        <pc:spChg chg="del">
          <ac:chgData name="" userId="" providerId="" clId="Web-{893967E1-42B7-4834-B38B-621C2FDF2144}" dt="2026-10-23T10:07:40.934" v="13" actId="34807"/>
          <ac:spMkLst>
            <pc:docMk/>
            <pc:sldMk cId="2759033825" sldId="5356"/>
            <ac:spMk id="22795" creationId="{8805C3F7-ECAE-7520-2D8B-56B07707D5C3}"/>
          </ac:spMkLst>
        </pc:spChg>
        <pc:spChg chg="add mod">
          <ac:chgData name="" userId="" providerId="" clId="Web-{893967E1-42B7-4834-B38B-621C2FDF2144}" dt="2026-10-23T10:07:40.262" v="12" actId="34807"/>
          <ac:spMkLst>
            <pc:docMk/>
            <pc:sldMk cId="2759033825" sldId="5356"/>
            <ac:spMk id="26176" creationId="{96EE6C9C-DB01-A7B1-0DF7-057183156E46}"/>
          </ac:spMkLst>
        </pc:spChg>
      </pc:sldChg>
      <pc:sldChg chg="modSp">
        <pc:chgData name="" userId="" providerId="" clId="Web-{893967E1-42B7-4834-B38B-621C2FDF2144}" dt="2026-10-23T10:07:49.481" v="14" actId="34807"/>
        <pc:sldMkLst>
          <pc:docMk/>
          <pc:sldMk cId="3209468076" sldId="5581"/>
        </pc:sldMkLst>
        <pc:spChg chg="mod">
          <ac:chgData name="" userId="" providerId="" clId="Web-{893967E1-42B7-4834-B38B-621C2FDF2144}" dt="2026-10-23T10:07:49.481" v="14" actId="34807"/>
          <ac:spMkLst>
            <pc:docMk/>
            <pc:sldMk cId="3209468076" sldId="5581"/>
            <ac:spMk id="23140" creationId="{815D384F-4ABD-F897-09FE-43B3C66FF94E}"/>
          </ac:spMkLst>
        </pc:spChg>
        <pc:spChg chg="mod">
          <ac:chgData name="" userId="" providerId="" clId="Web-{893967E1-42B7-4834-B38B-621C2FDF2144}" dt="2026-10-23T10:07:49.481" v="14" actId="34807"/>
          <ac:spMkLst>
            <pc:docMk/>
            <pc:sldMk cId="3209468076" sldId="5581"/>
            <ac:spMk id="23164" creationId="{AFA452DB-2F9C-074F-31E9-90CCEAD5936D}"/>
          </ac:spMkLst>
        </pc:spChg>
      </pc:sldChg>
      <pc:sldChg chg="addSp delSp modSp">
        <pc:chgData name="" userId="" providerId="" clId="Web-{893967E1-42B7-4834-B38B-621C2FDF2144}" dt="2026-10-23T10:08:01.106" v="17" actId="34807"/>
        <pc:sldMkLst>
          <pc:docMk/>
          <pc:sldMk cId="2251772608" sldId="5807"/>
        </pc:sldMkLst>
        <pc:spChg chg="del">
          <ac:chgData name="" userId="" providerId="" clId="Web-{893967E1-42B7-4834-B38B-621C2FDF2144}" dt="2026-10-23T10:08:00.387" v="16" actId="34807"/>
          <ac:spMkLst>
            <pc:docMk/>
            <pc:sldMk cId="2251772608" sldId="5807"/>
            <ac:spMk id="23345" creationId="{0706ADE4-8D5F-164B-2E02-07BC774CAE74}"/>
          </ac:spMkLst>
        </pc:spChg>
        <pc:spChg chg="del">
          <ac:chgData name="" userId="" providerId="" clId="Web-{893967E1-42B7-4834-B38B-621C2FDF2144}" dt="2026-10-23T10:08:00.387" v="16" actId="34807"/>
          <ac:spMkLst>
            <pc:docMk/>
            <pc:sldMk cId="2251772608" sldId="5807"/>
            <ac:spMk id="23380" creationId="{CB759348-0F86-6A03-304F-4B2A4A70B112}"/>
          </ac:spMkLst>
        </pc:spChg>
        <pc:spChg chg="del">
          <ac:chgData name="" userId="" providerId="" clId="Web-{893967E1-42B7-4834-B38B-621C2FDF2144}" dt="2026-10-23T10:08:00.387" v="16" actId="34807"/>
          <ac:spMkLst>
            <pc:docMk/>
            <pc:sldMk cId="2251772608" sldId="5807"/>
            <ac:spMk id="23426" creationId="{41478368-3D2E-6D43-E889-3DFD04EB0D78}"/>
          </ac:spMkLst>
        </pc:spChg>
        <pc:spChg chg="del">
          <ac:chgData name="" userId="" providerId="" clId="Web-{893967E1-42B7-4834-B38B-621C2FDF2144}" dt="2026-10-23T10:08:00.387" v="16" actId="34807"/>
          <ac:spMkLst>
            <pc:docMk/>
            <pc:sldMk cId="2251772608" sldId="5807"/>
            <ac:spMk id="23506" creationId="{1461CDBE-24FB-DB5F-18A2-8B9367D54D75}"/>
          </ac:spMkLst>
        </pc:spChg>
        <pc:spChg chg="add mod">
          <ac:chgData name="" userId="" providerId="" clId="Web-{893967E1-42B7-4834-B38B-621C2FDF2144}" dt="2026-10-23T10:08:01.106" v="17" actId="34807"/>
          <ac:spMkLst>
            <pc:docMk/>
            <pc:sldMk cId="2251772608" sldId="5807"/>
            <ac:spMk id="26177" creationId="{6F53A603-FA3F-AAE1-3C1C-014B517EA398}"/>
          </ac:spMkLst>
        </pc:spChg>
        <pc:spChg chg="add mod">
          <ac:chgData name="" userId="" providerId="" clId="Web-{893967E1-42B7-4834-B38B-621C2FDF2144}" dt="2026-10-23T10:08:01.106" v="17" actId="34807"/>
          <ac:spMkLst>
            <pc:docMk/>
            <pc:sldMk cId="2251772608" sldId="5807"/>
            <ac:spMk id="26179" creationId="{4F3D6315-3170-1E30-2282-7253729DA6A3}"/>
          </ac:spMkLst>
        </pc:spChg>
        <pc:spChg chg="add mod">
          <ac:chgData name="" userId="" providerId="" clId="Web-{893967E1-42B7-4834-B38B-621C2FDF2144}" dt="2026-10-23T10:07:59.684" v="15" actId="34807"/>
          <ac:spMkLst>
            <pc:docMk/>
            <pc:sldMk cId="2251772608" sldId="5807"/>
            <ac:spMk id="26182" creationId="{5DAA91F3-9B39-8E84-6561-BAFFD7B107D0}"/>
          </ac:spMkLst>
        </pc:spChg>
        <pc:spChg chg="add mod">
          <ac:chgData name="" userId="" providerId="" clId="Web-{893967E1-42B7-4834-B38B-621C2FDF2144}" dt="2026-10-23T10:07:59.684" v="15" actId="34807"/>
          <ac:spMkLst>
            <pc:docMk/>
            <pc:sldMk cId="2251772608" sldId="5807"/>
            <ac:spMk id="26186" creationId="{F060D5DE-CCDA-5BFF-0B23-EB86FF0516D1}"/>
          </ac:spMkLst>
        </pc:spChg>
        <pc:spChg chg="add mod">
          <ac:chgData name="" userId="" providerId="" clId="Web-{893967E1-42B7-4834-B38B-621C2FDF2144}" dt="2026-10-23T10:07:59.684" v="15" actId="34807"/>
          <ac:spMkLst>
            <pc:docMk/>
            <pc:sldMk cId="2251772608" sldId="5807"/>
            <ac:spMk id="26191" creationId="{D0334F60-E631-7215-1A49-E2487AF048EC}"/>
          </ac:spMkLst>
        </pc:spChg>
        <pc:spChg chg="add mod">
          <ac:chgData name="" userId="" providerId="" clId="Web-{893967E1-42B7-4834-B38B-621C2FDF2144}" dt="2026-10-23T10:07:59.684" v="15" actId="34807"/>
          <ac:spMkLst>
            <pc:docMk/>
            <pc:sldMk cId="2251772608" sldId="5807"/>
            <ac:spMk id="26197" creationId="{4FDD08C5-95DB-0759-F3E7-9B2D6A0DA85B}"/>
          </ac:spMkLst>
        </pc:spChg>
        <pc:spChg chg="add mod">
          <ac:chgData name="" userId="" providerId="" clId="Web-{893967E1-42B7-4834-B38B-621C2FDF2144}" dt="2026-10-23T10:07:59.684" v="15" actId="34807"/>
          <ac:spMkLst>
            <pc:docMk/>
            <pc:sldMk cId="2251772608" sldId="5807"/>
            <ac:spMk id="26204" creationId="{B8C6B48C-3BFB-A264-4B94-649ACF7060D4}"/>
          </ac:spMkLst>
        </pc:spChg>
      </pc:sldChg>
      <pc:sldChg chg="addSp delSp modSp">
        <pc:chgData name="" userId="" providerId="" clId="Web-{893967E1-42B7-4834-B38B-621C2FDF2144}" dt="2026-10-23T10:08:07.418" v="19" actId="34807"/>
        <pc:sldMkLst>
          <pc:docMk/>
          <pc:sldMk cId="49037429" sldId="6034"/>
        </pc:sldMkLst>
        <pc:spChg chg="del">
          <ac:chgData name="" userId="" providerId="" clId="Web-{893967E1-42B7-4834-B38B-621C2FDF2144}" dt="2026-10-23T10:08:07.418" v="19" actId="34807"/>
          <ac:spMkLst>
            <pc:docMk/>
            <pc:sldMk cId="49037429" sldId="6034"/>
            <ac:spMk id="23720" creationId="{39B8F553-7DBB-10D3-AC7B-FE6BDC53DB03}"/>
          </ac:spMkLst>
        </pc:spChg>
        <pc:spChg chg="del">
          <ac:chgData name="" userId="" providerId="" clId="Web-{893967E1-42B7-4834-B38B-621C2FDF2144}" dt="2026-10-23T10:08:07.418" v="19" actId="34807"/>
          <ac:spMkLst>
            <pc:docMk/>
            <pc:sldMk cId="49037429" sldId="6034"/>
            <ac:spMk id="23747" creationId="{2046DA33-B151-276E-DCE0-BB98A38E720E}"/>
          </ac:spMkLst>
        </pc:spChg>
        <pc:spChg chg="del">
          <ac:chgData name="" userId="" providerId="" clId="Web-{893967E1-42B7-4834-B38B-621C2FDF2144}" dt="2026-10-23T10:08:07.418" v="19" actId="34807"/>
          <ac:spMkLst>
            <pc:docMk/>
            <pc:sldMk cId="49037429" sldId="6034"/>
            <ac:spMk id="23764" creationId="{11B2E880-5A02-3CA4-29D0-DC90BC04C17F}"/>
          </ac:spMkLst>
        </pc:spChg>
        <pc:spChg chg="del">
          <ac:chgData name="" userId="" providerId="" clId="Web-{893967E1-42B7-4834-B38B-621C2FDF2144}" dt="2026-10-23T10:08:07.418" v="19" actId="34807"/>
          <ac:spMkLst>
            <pc:docMk/>
            <pc:sldMk cId="49037429" sldId="6034"/>
            <ac:spMk id="23774" creationId="{FF28D68F-4F19-198A-9F3B-B6E2A4B0FB6C}"/>
          </ac:spMkLst>
        </pc:spChg>
        <pc:spChg chg="del">
          <ac:chgData name="" userId="" providerId="" clId="Web-{893967E1-42B7-4834-B38B-621C2FDF2144}" dt="2026-10-23T10:08:07.418" v="19" actId="34807"/>
          <ac:spMkLst>
            <pc:docMk/>
            <pc:sldMk cId="49037429" sldId="6034"/>
            <ac:spMk id="23785" creationId="{11783B65-8979-F120-1C78-C60D9D4236B4}"/>
          </ac:spMkLst>
        </pc:spChg>
        <pc:spChg chg="del">
          <ac:chgData name="" userId="" providerId="" clId="Web-{893967E1-42B7-4834-B38B-621C2FDF2144}" dt="2026-10-23T10:08:07.418" v="19" actId="34807"/>
          <ac:spMkLst>
            <pc:docMk/>
            <pc:sldMk cId="49037429" sldId="6034"/>
            <ac:spMk id="23797" creationId="{C03E743C-42FC-A4A9-4E5A-1C929A2168A4}"/>
          </ac:spMkLst>
        </pc:spChg>
        <pc:spChg chg="del">
          <ac:chgData name="" userId="" providerId="" clId="Web-{893967E1-42B7-4834-B38B-621C2FDF2144}" dt="2026-10-23T10:08:07.418" v="19" actId="34807"/>
          <ac:spMkLst>
            <pc:docMk/>
            <pc:sldMk cId="49037429" sldId="6034"/>
            <ac:spMk id="24097" creationId="{E12AE923-D0DC-9492-4DCB-DDDB228F9410}"/>
          </ac:spMkLst>
        </pc:spChg>
        <pc:spChg chg="del">
          <ac:chgData name="" userId="" providerId="" clId="Web-{893967E1-42B7-4834-B38B-621C2FDF2144}" dt="2026-10-23T10:08:07.418" v="19" actId="34807"/>
          <ac:spMkLst>
            <pc:docMk/>
            <pc:sldMk cId="49037429" sldId="6034"/>
            <ac:spMk id="24154" creationId="{A15C32FE-5849-90F1-4DC0-803CB4D7EF9C}"/>
          </ac:spMkLst>
        </pc:spChg>
        <pc:spChg chg="del">
          <ac:chgData name="" userId="" providerId="" clId="Web-{893967E1-42B7-4834-B38B-621C2FDF2144}" dt="2026-10-23T10:08:07.418" v="19" actId="34807"/>
          <ac:spMkLst>
            <pc:docMk/>
            <pc:sldMk cId="49037429" sldId="6034"/>
            <ac:spMk id="24215" creationId="{A33567D4-AD78-C2C7-EE76-E9DE87EDECA3}"/>
          </ac:spMkLst>
        </pc:spChg>
        <pc:spChg chg="del">
          <ac:chgData name="" userId="" providerId="" clId="Web-{893967E1-42B7-4834-B38B-621C2FDF2144}" dt="2026-10-23T10:08:07.418" v="19" actId="34807"/>
          <ac:spMkLst>
            <pc:docMk/>
            <pc:sldMk cId="49037429" sldId="6034"/>
            <ac:spMk id="24460" creationId="{2F27510F-DB34-266A-A652-0C2777D8901A}"/>
          </ac:spMkLst>
        </pc:spChg>
        <pc:spChg chg="add mod">
          <ac:chgData name="" userId="" providerId="" clId="Web-{893967E1-42B7-4834-B38B-621C2FDF2144}" dt="2026-10-23T10:08:06.575" v="18" actId="34807"/>
          <ac:spMkLst>
            <pc:docMk/>
            <pc:sldMk cId="49037429" sldId="6034"/>
            <ac:spMk id="26207" creationId="{DDC65803-69D8-53AE-4697-12BA499258B4}"/>
          </ac:spMkLst>
        </pc:spChg>
        <pc:spChg chg="add mod">
          <ac:chgData name="" userId="" providerId="" clId="Web-{893967E1-42B7-4834-B38B-621C2FDF2144}" dt="2026-10-23T10:08:06.575" v="18" actId="34807"/>
          <ac:spMkLst>
            <pc:docMk/>
            <pc:sldMk cId="49037429" sldId="6034"/>
            <ac:spMk id="26214" creationId="{966DE892-D912-9A86-288C-F7E33167BEAF}"/>
          </ac:spMkLst>
        </pc:spChg>
        <pc:spChg chg="add mod">
          <ac:chgData name="" userId="" providerId="" clId="Web-{893967E1-42B7-4834-B38B-621C2FDF2144}" dt="2026-10-23T10:08:06.575" v="18" actId="34807"/>
          <ac:spMkLst>
            <pc:docMk/>
            <pc:sldMk cId="49037429" sldId="6034"/>
            <ac:spMk id="26219" creationId="{FEBB66A2-1668-D593-467E-601E1540DA62}"/>
          </ac:spMkLst>
        </pc:spChg>
        <pc:spChg chg="add mod">
          <ac:chgData name="" userId="" providerId="" clId="Web-{893967E1-42B7-4834-B38B-621C2FDF2144}" dt="2026-10-23T10:08:06.575" v="18" actId="34807"/>
          <ac:spMkLst>
            <pc:docMk/>
            <pc:sldMk cId="49037429" sldId="6034"/>
            <ac:spMk id="26225" creationId="{2C120C81-0A38-95D6-63FA-AB638107B2DC}"/>
          </ac:spMkLst>
        </pc:spChg>
        <pc:spChg chg="add mod">
          <ac:chgData name="" userId="" providerId="" clId="Web-{893967E1-42B7-4834-B38B-621C2FDF2144}" dt="2026-10-23T10:08:06.575" v="18" actId="34807"/>
          <ac:spMkLst>
            <pc:docMk/>
            <pc:sldMk cId="49037429" sldId="6034"/>
            <ac:spMk id="26240" creationId="{C54D5CCC-8CC1-7348-C9E1-7EE763FA8D5D}"/>
          </ac:spMkLst>
        </pc:spChg>
        <pc:spChg chg="add mod">
          <ac:chgData name="" userId="" providerId="" clId="Web-{893967E1-42B7-4834-B38B-621C2FDF2144}" dt="2026-10-23T10:08:06.575" v="18" actId="34807"/>
          <ac:spMkLst>
            <pc:docMk/>
            <pc:sldMk cId="49037429" sldId="6034"/>
            <ac:spMk id="26249" creationId="{72FBB3B8-C4B0-C941-7D2B-5CBB7F2313CA}"/>
          </ac:spMkLst>
        </pc:spChg>
        <pc:spChg chg="add mod">
          <ac:chgData name="" userId="" providerId="" clId="Web-{893967E1-42B7-4834-B38B-621C2FDF2144}" dt="2026-10-23T10:08:06.575" v="18" actId="34807"/>
          <ac:spMkLst>
            <pc:docMk/>
            <pc:sldMk cId="49037429" sldId="6034"/>
            <ac:spMk id="26259" creationId="{B4E22140-B1BA-CB4F-A125-AC7ACF1479EA}"/>
          </ac:spMkLst>
        </pc:spChg>
        <pc:spChg chg="add mod">
          <ac:chgData name="" userId="" providerId="" clId="Web-{893967E1-42B7-4834-B38B-621C2FDF2144}" dt="2026-10-23T10:08:06.575" v="18" actId="34807"/>
          <ac:spMkLst>
            <pc:docMk/>
            <pc:sldMk cId="49037429" sldId="6034"/>
            <ac:spMk id="26270" creationId="{0D9E3B20-255C-5987-A193-83C8CA4D6A35}"/>
          </ac:spMkLst>
        </pc:spChg>
        <pc:spChg chg="add mod">
          <ac:chgData name="" userId="" providerId="" clId="Web-{893967E1-42B7-4834-B38B-621C2FDF2144}" dt="2026-10-23T10:08:06.575" v="18" actId="34807"/>
          <ac:spMkLst>
            <pc:docMk/>
            <pc:sldMk cId="49037429" sldId="6034"/>
            <ac:spMk id="26309" creationId="{7B19CEE9-57F0-2418-3D19-A99523B2835B}"/>
          </ac:spMkLst>
        </pc:spChg>
        <pc:spChg chg="add mod">
          <ac:chgData name="" userId="" providerId="" clId="Web-{893967E1-42B7-4834-B38B-621C2FDF2144}" dt="2026-10-23T10:08:06.575" v="18" actId="34807"/>
          <ac:spMkLst>
            <pc:docMk/>
            <pc:sldMk cId="49037429" sldId="6034"/>
            <ac:spMk id="26324" creationId="{8829D330-1583-5DBF-1C0D-A4602353BDC5}"/>
          </ac:spMkLst>
        </pc:spChg>
      </pc:sldChg>
      <pc:sldChg chg="addSp delSp modSp">
        <pc:chgData name="" userId="" providerId="" clId="Web-{893967E1-42B7-4834-B38B-621C2FDF2144}" dt="2026-10-23T10:05:40.759" v="4" actId="34807"/>
        <pc:sldMkLst>
          <pc:docMk/>
          <pc:sldMk cId="1196239488" sldId="7417"/>
        </pc:sldMkLst>
        <pc:spChg chg="del">
          <ac:chgData name="" userId="" providerId="" clId="Web-{893967E1-42B7-4834-B38B-621C2FDF2144}" dt="2026-10-23T10:05:40.009" v="3" actId="34807"/>
          <ac:spMkLst>
            <pc:docMk/>
            <pc:sldMk cId="1196239488" sldId="7417"/>
            <ac:spMk id="23576" creationId="{AD409427-0CEB-EC98-AEE3-3D5A1898D04C}"/>
          </ac:spMkLst>
        </pc:spChg>
        <pc:spChg chg="del">
          <ac:chgData name="" userId="" providerId="" clId="Web-{893967E1-42B7-4834-B38B-621C2FDF2144}" dt="2026-10-23T10:05:40.009" v="3" actId="34807"/>
          <ac:spMkLst>
            <pc:docMk/>
            <pc:sldMk cId="1196239488" sldId="7417"/>
            <ac:spMk id="23581" creationId="{C070DF34-B3D4-3C59-AA28-F1C8D2DBF5BF}"/>
          </ac:spMkLst>
        </pc:spChg>
        <pc:spChg chg="del">
          <ac:chgData name="" userId="" providerId="" clId="Web-{893967E1-42B7-4834-B38B-621C2FDF2144}" dt="2026-10-23T10:05:40.009" v="3" actId="34807"/>
          <ac:spMkLst>
            <pc:docMk/>
            <pc:sldMk cId="1196239488" sldId="7417"/>
            <ac:spMk id="23587" creationId="{30B524D0-B867-5644-4282-29E66907F81C}"/>
          </ac:spMkLst>
        </pc:spChg>
        <pc:spChg chg="del">
          <ac:chgData name="" userId="" providerId="" clId="Web-{893967E1-42B7-4834-B38B-621C2FDF2144}" dt="2026-10-23T10:05:40.009" v="3" actId="34807"/>
          <ac:spMkLst>
            <pc:docMk/>
            <pc:sldMk cId="1196239488" sldId="7417"/>
            <ac:spMk id="23594" creationId="{DF3C4E1D-9B50-40D4-42B5-AC1A0BF174FA}"/>
          </ac:spMkLst>
        </pc:spChg>
        <pc:spChg chg="del">
          <ac:chgData name="" userId="" providerId="" clId="Web-{893967E1-42B7-4834-B38B-621C2FDF2144}" dt="2026-10-23T10:05:40.009" v="3" actId="34807"/>
          <ac:spMkLst>
            <pc:docMk/>
            <pc:sldMk cId="1196239488" sldId="7417"/>
            <ac:spMk id="23602" creationId="{F93F8582-614A-028F-35E4-AD922D74107D}"/>
          </ac:spMkLst>
        </pc:spChg>
        <pc:spChg chg="del">
          <ac:chgData name="" userId="" providerId="" clId="Web-{893967E1-42B7-4834-B38B-621C2FDF2144}" dt="2026-10-23T10:05:40.009" v="3" actId="34807"/>
          <ac:spMkLst>
            <pc:docMk/>
            <pc:sldMk cId="1196239488" sldId="7417"/>
            <ac:spMk id="23611" creationId="{A1B12AAA-B899-C4E9-B98E-30B705BF63F9}"/>
          </ac:spMkLst>
        </pc:spChg>
        <pc:spChg chg="del">
          <ac:chgData name="" userId="" providerId="" clId="Web-{893967E1-42B7-4834-B38B-621C2FDF2144}" dt="2026-10-23T10:05:40.009" v="3" actId="34807"/>
          <ac:spMkLst>
            <pc:docMk/>
            <pc:sldMk cId="1196239488" sldId="7417"/>
            <ac:spMk id="23621" creationId="{9BA9D083-0DA1-9EC1-5D94-E9163C0CAC99}"/>
          </ac:spMkLst>
        </pc:spChg>
        <pc:spChg chg="del">
          <ac:chgData name="" userId="" providerId="" clId="Web-{893967E1-42B7-4834-B38B-621C2FDF2144}" dt="2026-10-23T10:05:40.009" v="3" actId="34807"/>
          <ac:spMkLst>
            <pc:docMk/>
            <pc:sldMk cId="1196239488" sldId="7417"/>
            <ac:spMk id="23632" creationId="{06220B0B-E8CB-B9D9-0763-9E5C6F580ED2}"/>
          </ac:spMkLst>
        </pc:spChg>
        <pc:spChg chg="del">
          <ac:chgData name="" userId="" providerId="" clId="Web-{893967E1-42B7-4834-B38B-621C2FDF2144}" dt="2026-10-23T10:05:40.009" v="3" actId="34807"/>
          <ac:spMkLst>
            <pc:docMk/>
            <pc:sldMk cId="1196239488" sldId="7417"/>
            <ac:spMk id="23644" creationId="{73AC94A7-6C03-BF60-3A36-FA9ACE96A551}"/>
          </ac:spMkLst>
        </pc:spChg>
        <pc:spChg chg="add mod">
          <ac:chgData name="" userId="" providerId="" clId="Web-{893967E1-42B7-4834-B38B-621C2FDF2144}" dt="2026-10-23T10:05:39.056" v="2" actId="34807"/>
          <ac:spMkLst>
            <pc:docMk/>
            <pc:sldMk cId="1196239488" sldId="7417"/>
            <ac:spMk id="26093" creationId="{C61BA8CD-D90D-CC13-34BD-E6D332328B8E}"/>
          </ac:spMkLst>
        </pc:spChg>
        <pc:spChg chg="add mod">
          <ac:chgData name="" userId="" providerId="" clId="Web-{893967E1-42B7-4834-B38B-621C2FDF2144}" dt="2026-10-23T10:05:39.056" v="2" actId="34807"/>
          <ac:spMkLst>
            <pc:docMk/>
            <pc:sldMk cId="1196239488" sldId="7417"/>
            <ac:spMk id="26095" creationId="{161B6788-8390-42CC-9D90-D10CA5145762}"/>
          </ac:spMkLst>
        </pc:spChg>
        <pc:spChg chg="add mod">
          <ac:chgData name="" userId="" providerId="" clId="Web-{893967E1-42B7-4834-B38B-621C2FDF2144}" dt="2026-10-23T10:05:39.056" v="2" actId="34807"/>
          <ac:spMkLst>
            <pc:docMk/>
            <pc:sldMk cId="1196239488" sldId="7417"/>
            <ac:spMk id="26098" creationId="{CE1CB896-A690-146C-7B03-556E4A54E0DF}"/>
          </ac:spMkLst>
        </pc:spChg>
        <pc:spChg chg="add mod">
          <ac:chgData name="" userId="" providerId="" clId="Web-{893967E1-42B7-4834-B38B-621C2FDF2144}" dt="2026-10-23T10:05:39.056" v="2" actId="34807"/>
          <ac:spMkLst>
            <pc:docMk/>
            <pc:sldMk cId="1196239488" sldId="7417"/>
            <ac:spMk id="26102" creationId="{51FE39AD-7286-6163-FECD-008B35B5687D}"/>
          </ac:spMkLst>
        </pc:spChg>
        <pc:spChg chg="add mod">
          <ac:chgData name="" userId="" providerId="" clId="Web-{893967E1-42B7-4834-B38B-621C2FDF2144}" dt="2026-10-23T10:05:39.056" v="2" actId="34807"/>
          <ac:spMkLst>
            <pc:docMk/>
            <pc:sldMk cId="1196239488" sldId="7417"/>
            <ac:spMk id="26107" creationId="{F802EEC1-07C1-716C-97BF-0F3AFB0BA892}"/>
          </ac:spMkLst>
        </pc:spChg>
        <pc:spChg chg="add mod">
          <ac:chgData name="" userId="" providerId="" clId="Web-{893967E1-42B7-4834-B38B-621C2FDF2144}" dt="2026-10-23T10:05:39.056" v="2" actId="34807"/>
          <ac:spMkLst>
            <pc:docMk/>
            <pc:sldMk cId="1196239488" sldId="7417"/>
            <ac:spMk id="26113" creationId="{BA25BA58-8BA8-7276-0CB5-1076CA31BD82}"/>
          </ac:spMkLst>
        </pc:spChg>
        <pc:spChg chg="add mod">
          <ac:chgData name="" userId="" providerId="" clId="Web-{893967E1-42B7-4834-B38B-621C2FDF2144}" dt="2026-10-23T10:05:39.056" v="2" actId="34807"/>
          <ac:spMkLst>
            <pc:docMk/>
            <pc:sldMk cId="1196239488" sldId="7417"/>
            <ac:spMk id="26120" creationId="{24CAE48F-1AB9-528F-E1F8-EF0059A1982A}"/>
          </ac:spMkLst>
        </pc:spChg>
        <pc:spChg chg="add mod">
          <ac:chgData name="" userId="" providerId="" clId="Web-{893967E1-42B7-4834-B38B-621C2FDF2144}" dt="2026-10-23T10:05:39.056" v="2" actId="34807"/>
          <ac:spMkLst>
            <pc:docMk/>
            <pc:sldMk cId="1196239488" sldId="7417"/>
            <ac:spMk id="26128" creationId="{6758C7BC-2569-1264-1744-24DA2B84AF99}"/>
          </ac:spMkLst>
        </pc:spChg>
        <pc:spChg chg="add mod">
          <ac:chgData name="" userId="" providerId="" clId="Web-{893967E1-42B7-4834-B38B-621C2FDF2144}" dt="2026-10-23T10:05:40.759" v="4" actId="34807"/>
          <ac:spMkLst>
            <pc:docMk/>
            <pc:sldMk cId="1196239488" sldId="7417"/>
            <ac:spMk id="26137" creationId="{1EC3B07F-B9A2-2BB3-DCA5-5AE65F8F3704}"/>
          </ac:spMkLst>
        </pc:spChg>
        <pc:spChg chg="add mod">
          <ac:chgData name="" userId="" providerId="" clId="Web-{893967E1-42B7-4834-B38B-621C2FDF2144}" dt="2026-10-23T10:05:39.056" v="2" actId="34807"/>
          <ac:spMkLst>
            <pc:docMk/>
            <pc:sldMk cId="1196239488" sldId="7417"/>
            <ac:spMk id="26158" creationId="{A193C884-6AC9-F0CA-B3A8-D0CBF57E0716}"/>
          </ac:spMkLst>
        </pc:spChg>
      </pc:sldChg>
      <pc:sldChg chg="modSp">
        <pc:chgData name="" userId="" providerId="" clId="Web-{893967E1-42B7-4834-B38B-621C2FDF2144}" dt="2026-10-23T10:05:49.291" v="5" actId="34807"/>
        <pc:sldMkLst>
          <pc:docMk/>
          <pc:sldMk cId="2289242127" sldId="7651"/>
        </pc:sldMkLst>
        <pc:spChg chg="mod">
          <ac:chgData name="" userId="" providerId="" clId="Web-{893967E1-42B7-4834-B38B-621C2FDF2144}" dt="2026-10-23T10:05:49.291" v="5" actId="34807"/>
          <ac:spMkLst>
            <pc:docMk/>
            <pc:sldMk cId="2289242127" sldId="7651"/>
            <ac:spMk id="24713" creationId="{7DE0643D-F078-1B68-9853-B7F8D4F31FF1}"/>
          </ac:spMkLst>
        </pc:spChg>
        <pc:spChg chg="mod">
          <ac:chgData name="" userId="" providerId="" clId="Web-{893967E1-42B7-4834-B38B-621C2FDF2144}" dt="2026-10-23T10:05:49.291" v="5" actId="34807"/>
          <ac:spMkLst>
            <pc:docMk/>
            <pc:sldMk cId="2289242127" sldId="7651"/>
            <ac:spMk id="24736" creationId="{A10FD64A-2586-6021-1225-50F46302DAD8}"/>
          </ac:spMkLst>
        </pc:spChg>
      </pc:sldChg>
      <pc:sldChg chg="addSp delSp modSp">
        <pc:chgData name="" userId="" providerId="" clId="Web-{893967E1-42B7-4834-B38B-621C2FDF2144}" dt="2026-10-23T10:05:59.166" v="7" actId="34807"/>
        <pc:sldMkLst>
          <pc:docMk/>
          <pc:sldMk cId="1785931516" sldId="8122"/>
        </pc:sldMkLst>
        <pc:spChg chg="del">
          <ac:chgData name="" userId="" providerId="" clId="Web-{893967E1-42B7-4834-B38B-621C2FDF2144}" dt="2026-10-23T10:05:59.166" v="7" actId="34807"/>
          <ac:spMkLst>
            <pc:docMk/>
            <pc:sldMk cId="1785931516" sldId="8122"/>
            <ac:spMk id="25305" creationId="{CC864C82-8FE2-CF14-E608-1D7B2B2908CB}"/>
          </ac:spMkLst>
        </pc:spChg>
        <pc:spChg chg="add mod">
          <ac:chgData name="" userId="" providerId="" clId="Web-{893967E1-42B7-4834-B38B-621C2FDF2144}" dt="2026-10-23T10:05:58.509" v="6" actId="34807"/>
          <ac:spMkLst>
            <pc:docMk/>
            <pc:sldMk cId="1785931516" sldId="8122"/>
            <ac:spMk id="26171" creationId="{AAA1387A-ABE6-A700-EE06-6B8D3C6B9D1E}"/>
          </ac:spMkLst>
        </pc:spChg>
      </pc:sldChg>
    </pc:docChg>
  </pc:docChgLst>
  <pc:docChgLst>
    <pc:chgData clId="Web-{F214C2A1-A5A2-4CF4-98D2-8389168FE22F}"/>
    <pc:docChg chg="modSld">
      <pc:chgData name="" userId="" providerId="" clId="Web-{F214C2A1-A5A2-4CF4-98D2-8389168FE22F}" dt="2026-10-23T13:48:14.541" v="46" actId="34807"/>
      <pc:docMkLst>
        <pc:docMk/>
      </pc:docMkLst>
      <pc:sldChg chg="modSp modNotesTx">
        <pc:chgData name="" userId="" providerId="" clId="Web-{F214C2A1-A5A2-4CF4-98D2-8389168FE22F}" dt="2026-10-23T13:48:14.541" v="46" actId="34807"/>
        <pc:sldMkLst>
          <pc:docMk/>
          <pc:sldMk cId="2931206922" sldId="4466"/>
        </pc:sldMkLst>
        <pc:spChg chg="mod">
          <ac:chgData name="" userId="" providerId="" clId="Web-{F214C2A1-A5A2-4CF4-98D2-8389168FE22F}" dt="2026-10-23T13:48:14.541" v="46" actId="34807"/>
          <ac:spMkLst>
            <pc:docMk/>
            <pc:sldMk cId="2931206922" sldId="4466"/>
            <ac:spMk id="22441" creationId="{D7A6BD57-66E0-5055-1922-727CA8FDCB12}"/>
          </ac:spMkLst>
        </pc:spChg>
      </pc:sldChg>
      <pc:sldChg chg="addSp delSp modSp modNotesTx">
        <pc:chgData name="" userId="" providerId="" clId="Web-{F214C2A1-A5A2-4CF4-98D2-8389168FE22F}" dt="2026-10-23T13:48:14.541" v="46" actId="34807"/>
        <pc:sldMkLst>
          <pc:docMk/>
          <pc:sldMk cId="1237582900" sldId="6721"/>
        </pc:sldMkLst>
        <pc:spChg chg="del">
          <ac:chgData name="" userId="" providerId="" clId="Web-{F214C2A1-A5A2-4CF4-98D2-8389168FE22F}" dt="2026-10-23T13:48:14.541" v="46" actId="34807"/>
          <ac:spMkLst>
            <pc:docMk/>
            <pc:sldMk cId="1237582900" sldId="6721"/>
            <ac:spMk id="22156" creationId="{340FF022-9A0D-1258-900F-C284816724D3}"/>
          </ac:spMkLst>
        </pc:spChg>
        <pc:spChg chg="add mod">
          <ac:chgData name="" userId="" providerId="" clId="Web-{F214C2A1-A5A2-4CF4-98D2-8389168FE22F}" dt="2026-10-23T13:48:13.650" v="45" actId="34807"/>
          <ac:spMkLst>
            <pc:docMk/>
            <pc:sldMk cId="1237582900" sldId="6721"/>
            <ac:spMk id="67282" creationId="{133EAB88-24CC-FD99-9214-0B5EF6A5886C}"/>
          </ac:spMkLst>
        </pc:spChg>
      </pc:sldChg>
      <pc:sldChg chg="addSp delSp modSp modNotesTx">
        <pc:chgData name="" userId="" providerId="" clId="Web-{F214C2A1-A5A2-4CF4-98D2-8389168FE22F}" dt="2026-10-23T13:35:42.149" v="38" actId="34807"/>
        <pc:sldMkLst>
          <pc:docMk/>
          <pc:sldMk cId="2978975748" sldId="13844"/>
        </pc:sldMkLst>
        <pc:spChg chg="del">
          <ac:chgData name="" userId="" providerId="" clId="Web-{F214C2A1-A5A2-4CF4-98D2-8389168FE22F}" dt="2026-10-23T13:18:33.420" v="9" actId="34807"/>
          <ac:spMkLst>
            <pc:docMk/>
            <pc:sldMk cId="2978975748" sldId="13844"/>
            <ac:spMk id="62894" creationId="{A8D84EA3-B792-38B6-60DB-D070BEF3A89A}"/>
          </ac:spMkLst>
        </pc:spChg>
        <pc:spChg chg="del">
          <ac:chgData name="" userId="" providerId="" clId="Web-{F214C2A1-A5A2-4CF4-98D2-8389168FE22F}" dt="2026-10-23T13:18:33.420" v="9" actId="34807"/>
          <ac:spMkLst>
            <pc:docMk/>
            <pc:sldMk cId="2978975748" sldId="13844"/>
            <ac:spMk id="62896" creationId="{AEF61EE8-919B-DB40-A73C-8F5818DADA7F}"/>
          </ac:spMkLst>
        </pc:spChg>
        <pc:spChg chg="del">
          <ac:chgData name="" userId="" providerId="" clId="Web-{F214C2A1-A5A2-4CF4-98D2-8389168FE22F}" dt="2026-10-23T13:18:33.420" v="9" actId="34807"/>
          <ac:spMkLst>
            <pc:docMk/>
            <pc:sldMk cId="2978975748" sldId="13844"/>
            <ac:spMk id="62903" creationId="{B8498612-2FB2-CB09-1A7C-1C3F851D73C6}"/>
          </ac:spMkLst>
        </pc:spChg>
        <pc:spChg chg="del">
          <ac:chgData name="" userId="" providerId="" clId="Web-{F214C2A1-A5A2-4CF4-98D2-8389168FE22F}" dt="2026-10-23T13:18:33.420" v="9" actId="34807"/>
          <ac:spMkLst>
            <pc:docMk/>
            <pc:sldMk cId="2978975748" sldId="13844"/>
            <ac:spMk id="62921" creationId="{159B69BE-2DEB-CD6A-072D-03E7946DDD66}"/>
          </ac:spMkLst>
        </pc:spChg>
        <pc:spChg chg="del">
          <ac:chgData name="" userId="" providerId="" clId="Web-{F214C2A1-A5A2-4CF4-98D2-8389168FE22F}" dt="2026-10-23T13:18:33.420" v="9" actId="34807"/>
          <ac:spMkLst>
            <pc:docMk/>
            <pc:sldMk cId="2978975748" sldId="13844"/>
            <ac:spMk id="62929" creationId="{7F2557C3-E173-8BFE-C4B5-737443254797}"/>
          </ac:spMkLst>
        </pc:spChg>
        <pc:spChg chg="del">
          <ac:chgData name="" userId="" providerId="" clId="Web-{F214C2A1-A5A2-4CF4-98D2-8389168FE22F}" dt="2026-10-23T13:18:33.420" v="9" actId="34807"/>
          <ac:spMkLst>
            <pc:docMk/>
            <pc:sldMk cId="2978975748" sldId="13844"/>
            <ac:spMk id="62938" creationId="{3F6B8155-B5DF-89F4-2D96-AFC9773D8277}"/>
          </ac:spMkLst>
        </pc:spChg>
        <pc:spChg chg="del">
          <ac:chgData name="" userId="" providerId="" clId="Web-{F214C2A1-A5A2-4CF4-98D2-8389168FE22F}" dt="2026-10-23T13:18:33.420" v="9" actId="34807"/>
          <ac:spMkLst>
            <pc:docMk/>
            <pc:sldMk cId="2978975748" sldId="13844"/>
            <ac:spMk id="62984" creationId="{D9567DCD-FE16-6980-9127-4F5B257ADBCB}"/>
          </ac:spMkLst>
        </pc:spChg>
        <pc:spChg chg="del">
          <ac:chgData name="" userId="" providerId="" clId="Web-{F214C2A1-A5A2-4CF4-98D2-8389168FE22F}" dt="2026-10-23T13:18:33.420" v="9" actId="34807"/>
          <ac:spMkLst>
            <pc:docMk/>
            <pc:sldMk cId="2978975748" sldId="13844"/>
            <ac:spMk id="63013" creationId="{00EC1EA4-0706-A1BF-3866-B4C17390880C}"/>
          </ac:spMkLst>
        </pc:spChg>
        <pc:spChg chg="del">
          <ac:chgData name="" userId="" providerId="" clId="Web-{F214C2A1-A5A2-4CF4-98D2-8389168FE22F}" dt="2026-10-23T13:18:33.420" v="9" actId="34807"/>
          <ac:spMkLst>
            <pc:docMk/>
            <pc:sldMk cId="2978975748" sldId="13844"/>
            <ac:spMk id="63103" creationId="{4A367537-138F-6E31-B063-2529AA234D78}"/>
          </ac:spMkLst>
        </pc:spChg>
        <pc:spChg chg="del">
          <ac:chgData name="" userId="" providerId="" clId="Web-{F214C2A1-A5A2-4CF4-98D2-8389168FE22F}" dt="2026-10-23T13:18:33.420" v="9" actId="34807"/>
          <ac:spMkLst>
            <pc:docMk/>
            <pc:sldMk cId="2978975748" sldId="13844"/>
            <ac:spMk id="63146" creationId="{67036FF6-C996-8318-A8F0-F3BFF267B9AC}"/>
          </ac:spMkLst>
        </pc:spChg>
        <pc:spChg chg="add mod">
          <ac:chgData name="" userId="" providerId="" clId="Web-{F214C2A1-A5A2-4CF4-98D2-8389168FE22F}" dt="2026-10-23T13:18:40.498" v="12" actId="34807"/>
          <ac:spMkLst>
            <pc:docMk/>
            <pc:sldMk cId="2978975748" sldId="13844"/>
            <ac:spMk id="65975" creationId="{A5235A33-B091-8688-3BD4-B923343F6065}"/>
          </ac:spMkLst>
        </pc:spChg>
        <pc:spChg chg="add mod">
          <ac:chgData name="" userId="" providerId="" clId="Web-{F214C2A1-A5A2-4CF4-98D2-8389168FE22F}" dt="2026-10-23T13:18:40.498" v="12" actId="34807"/>
          <ac:spMkLst>
            <pc:docMk/>
            <pc:sldMk cId="2978975748" sldId="13844"/>
            <ac:spMk id="65980" creationId="{DC979B01-2E17-BC07-5213-E292E71294D2}"/>
          </ac:spMkLst>
        </pc:spChg>
        <pc:spChg chg="add mod">
          <ac:chgData name="" userId="" providerId="" clId="Web-{F214C2A1-A5A2-4CF4-98D2-8389168FE22F}" dt="2026-10-23T13:18:40.498" v="12" actId="34807"/>
          <ac:spMkLst>
            <pc:docMk/>
            <pc:sldMk cId="2978975748" sldId="13844"/>
            <ac:spMk id="66001" creationId="{D20081C8-7AC4-9A34-F7DD-E482AD672205}"/>
          </ac:spMkLst>
        </pc:spChg>
        <pc:spChg chg="add mod">
          <ac:chgData name="" userId="" providerId="" clId="Web-{F214C2A1-A5A2-4CF4-98D2-8389168FE22F}" dt="2026-10-23T13:18:40.498" v="12" actId="34807"/>
          <ac:spMkLst>
            <pc:docMk/>
            <pc:sldMk cId="2978975748" sldId="13844"/>
            <ac:spMk id="66031" creationId="{19A3F976-8CE9-AF43-1D87-6BA7990E0420}"/>
          </ac:spMkLst>
        </pc:spChg>
        <pc:spChg chg="add mod">
          <ac:chgData name="" userId="" providerId="" clId="Web-{F214C2A1-A5A2-4CF4-98D2-8389168FE22F}" dt="2026-10-23T13:18:40.498" v="12" actId="34807"/>
          <ac:spMkLst>
            <pc:docMk/>
            <pc:sldMk cId="2978975748" sldId="13844"/>
            <ac:spMk id="66043" creationId="{57FA41BA-5EC8-A6A4-D071-708CF2624D6E}"/>
          </ac:spMkLst>
        </pc:spChg>
        <pc:spChg chg="add mod">
          <ac:chgData name="" userId="" providerId="" clId="Web-{F214C2A1-A5A2-4CF4-98D2-8389168FE22F}" dt="2026-10-23T13:18:40.498" v="12" actId="34807"/>
          <ac:spMkLst>
            <pc:docMk/>
            <pc:sldMk cId="2978975748" sldId="13844"/>
            <ac:spMk id="66056" creationId="{7BC58E2E-7F79-7D9F-A166-BD49643F7A4C}"/>
          </ac:spMkLst>
        </pc:spChg>
        <pc:spChg chg="add mod">
          <ac:chgData name="" userId="" providerId="" clId="Web-{F214C2A1-A5A2-4CF4-98D2-8389168FE22F}" dt="2026-10-23T13:18:40.498" v="12" actId="34807"/>
          <ac:spMkLst>
            <pc:docMk/>
            <pc:sldMk cId="2978975748" sldId="13844"/>
            <ac:spMk id="66070" creationId="{C7F40F72-C9CA-E3C0-1FF9-0E71353569A6}"/>
          </ac:spMkLst>
        </pc:spChg>
        <pc:spChg chg="add mod">
          <ac:chgData name="" userId="" providerId="" clId="Web-{F214C2A1-A5A2-4CF4-98D2-8389168FE22F}" dt="2026-10-23T13:18:40.498" v="12" actId="34807"/>
          <ac:spMkLst>
            <pc:docMk/>
            <pc:sldMk cId="2978975748" sldId="13844"/>
            <ac:spMk id="66085" creationId="{687CECAB-D171-73D8-8B3C-538AEE8F5D6A}"/>
          </ac:spMkLst>
        </pc:spChg>
        <pc:spChg chg="del mod">
          <ac:chgData name="" userId="" providerId="" clId="Web-{F214C2A1-A5A2-4CF4-98D2-8389168FE22F}" dt="2026-10-23T13:35:42.149" v="38" actId="34807"/>
          <ac:spMkLst>
            <pc:docMk/>
            <pc:sldMk cId="2978975748" sldId="13844"/>
            <ac:spMk id="66136" creationId="{3640C9DD-9D0D-8C03-1200-DD31B7D26727}"/>
          </ac:spMkLst>
        </pc:spChg>
        <pc:spChg chg="del">
          <ac:chgData name="" userId="" providerId="" clId="Web-{F214C2A1-A5A2-4CF4-98D2-8389168FE22F}" dt="2026-10-23T13:35:42.149" v="38" actId="34807"/>
          <ac:spMkLst>
            <pc:docMk/>
            <pc:sldMk cId="2978975748" sldId="13844"/>
            <ac:spMk id="66155" creationId="{A45B79C1-9B5B-54D1-D617-6369956C86F7}"/>
          </ac:spMkLst>
        </pc:spChg>
        <pc:spChg chg="del mod">
          <ac:chgData name="" userId="" providerId="" clId="Web-{F214C2A1-A5A2-4CF4-98D2-8389168FE22F}" dt="2026-10-23T13:35:42.149" v="38" actId="34807"/>
          <ac:spMkLst>
            <pc:docMk/>
            <pc:sldMk cId="2978975748" sldId="13844"/>
            <ac:spMk id="66175" creationId="{E5CBB6FE-F304-B146-1F3D-BB89E5D3C9C4}"/>
          </ac:spMkLst>
        </pc:spChg>
        <pc:spChg chg="del">
          <ac:chgData name="" userId="" providerId="" clId="Web-{F214C2A1-A5A2-4CF4-98D2-8389168FE22F}" dt="2026-10-23T13:35:42.149" v="38" actId="34807"/>
          <ac:spMkLst>
            <pc:docMk/>
            <pc:sldMk cId="2978975748" sldId="13844"/>
            <ac:spMk id="66196" creationId="{7EAD2D3E-FC9D-6DB7-09B3-25DCF773CA38}"/>
          </ac:spMkLst>
        </pc:spChg>
        <pc:spChg chg="add mod">
          <ac:chgData name="" userId="" providerId="" clId="Web-{F214C2A1-A5A2-4CF4-98D2-8389168FE22F}" dt="2026-10-23T13:18:40.498" v="12" actId="34807"/>
          <ac:spMkLst>
            <pc:docMk/>
            <pc:sldMk cId="2978975748" sldId="13844"/>
            <ac:spMk id="66218" creationId="{D6FC0720-828B-88EA-BEB8-56D35113439F}"/>
          </ac:spMkLst>
        </pc:spChg>
        <pc:spChg chg="add mod">
          <ac:chgData name="" userId="" providerId="" clId="Web-{F214C2A1-A5A2-4CF4-98D2-8389168FE22F}" dt="2026-10-23T13:18:40.498" v="12" actId="34807"/>
          <ac:spMkLst>
            <pc:docMk/>
            <pc:sldMk cId="2978975748" sldId="13844"/>
            <ac:spMk id="66241" creationId="{65305AD2-3B41-8196-B798-8072ABA1F9D5}"/>
          </ac:spMkLst>
        </pc:spChg>
        <pc:spChg chg="add mod">
          <ac:chgData name="" userId="" providerId="" clId="Web-{F214C2A1-A5A2-4CF4-98D2-8389168FE22F}" dt="2026-10-23T13:35:39.946" v="37" actId="34807"/>
          <ac:spMkLst>
            <pc:docMk/>
            <pc:sldMk cId="2978975748" sldId="13844"/>
            <ac:spMk id="67267" creationId="{B1CA1FFB-1C5A-F35B-8873-010DF4ADE6A6}"/>
          </ac:spMkLst>
        </pc:spChg>
        <pc:spChg chg="add mod">
          <ac:chgData name="" userId="" providerId="" clId="Web-{F214C2A1-A5A2-4CF4-98D2-8389168FE22F}" dt="2026-10-23T13:35:39.946" v="37" actId="34807"/>
          <ac:spMkLst>
            <pc:docMk/>
            <pc:sldMk cId="2978975748" sldId="13844"/>
            <ac:spMk id="67269" creationId="{D8DC6089-6347-8A03-CEE9-A64DB74168EE}"/>
          </ac:spMkLst>
        </pc:spChg>
        <pc:picChg chg="add mod">
          <ac:chgData name="" userId="" providerId="" clId="Web-{F214C2A1-A5A2-4CF4-98D2-8389168FE22F}" dt="2026-10-23T13:18:42.639" v="13" actId="34807"/>
          <ac:picMkLst>
            <pc:docMk/>
            <pc:sldMk cId="2978975748" sldId="13844"/>
            <ac:picMk id="66266" creationId="{B542BDA5-2AC3-3010-819C-4B7ED5506A83}"/>
          </ac:picMkLst>
        </pc:picChg>
        <pc:picChg chg="add mod">
          <ac:chgData name="" userId="" providerId="" clId="Web-{F214C2A1-A5A2-4CF4-98D2-8389168FE22F}" dt="2026-10-23T13:35:42.149" v="38" actId="34807"/>
          <ac:picMkLst>
            <pc:docMk/>
            <pc:sldMk cId="2978975748" sldId="13844"/>
            <ac:picMk id="66267" creationId="{8508ECC8-3C6D-DFE5-42C0-3B9D46303A5F}"/>
          </ac:picMkLst>
        </pc:picChg>
        <pc:picChg chg="add mod">
          <ac:chgData name="" userId="" providerId="" clId="Web-{F214C2A1-A5A2-4CF4-98D2-8389168FE22F}" dt="2026-10-23T13:35:42.149" v="38" actId="34807"/>
          <ac:picMkLst>
            <pc:docMk/>
            <pc:sldMk cId="2978975748" sldId="13844"/>
            <ac:picMk id="66268" creationId="{41652622-A693-BCC9-2E67-7E20D0FFE61A}"/>
          </ac:picMkLst>
        </pc:picChg>
        <pc:picChg chg="add mod">
          <ac:chgData name="" userId="" providerId="" clId="Web-{F214C2A1-A5A2-4CF4-98D2-8389168FE22F}" dt="2026-10-23T13:18:42.639" v="13" actId="34807"/>
          <ac:picMkLst>
            <pc:docMk/>
            <pc:sldMk cId="2978975748" sldId="13844"/>
            <ac:picMk id="66269" creationId="{02E0B182-F372-A6D2-6FC8-48B885587052}"/>
          </ac:picMkLst>
        </pc:picChg>
      </pc:sldChg>
      <pc:sldChg chg="addSp delSp modSp modNotesTx">
        <pc:chgData name="" userId="" providerId="" clId="Web-{F214C2A1-A5A2-4CF4-98D2-8389168FE22F}" dt="2026-10-23T13:36:08.526" v="41" actId="34807"/>
        <pc:sldMkLst>
          <pc:docMk/>
          <pc:sldMk cId="1448202493" sldId="14062"/>
        </pc:sldMkLst>
        <pc:spChg chg="del">
          <ac:chgData name="" userId="" providerId="" clId="Web-{F214C2A1-A5A2-4CF4-98D2-8389168FE22F}" dt="2026-10-23T13:18:31.513" v="8" actId="34807"/>
          <ac:spMkLst>
            <pc:docMk/>
            <pc:sldMk cId="1448202493" sldId="14062"/>
            <ac:spMk id="61902" creationId="{4735CACC-A70A-4DE3-6230-C857086848F7}"/>
          </ac:spMkLst>
        </pc:spChg>
        <pc:spChg chg="del">
          <ac:chgData name="" userId="" providerId="" clId="Web-{F214C2A1-A5A2-4CF4-98D2-8389168FE22F}" dt="2026-10-23T13:18:31.513" v="8" actId="34807"/>
          <ac:spMkLst>
            <pc:docMk/>
            <pc:sldMk cId="1448202493" sldId="14062"/>
            <ac:spMk id="61987" creationId="{FAF54CA9-3C2D-CC88-FC13-88FDA32035B8}"/>
          </ac:spMkLst>
        </pc:spChg>
        <pc:spChg chg="del">
          <ac:chgData name="" userId="" providerId="" clId="Web-{F214C2A1-A5A2-4CF4-98D2-8389168FE22F}" dt="2026-10-23T13:18:31.513" v="8" actId="34807"/>
          <ac:spMkLst>
            <pc:docMk/>
            <pc:sldMk cId="1448202493" sldId="14062"/>
            <ac:spMk id="62016" creationId="{98519120-FD7F-9AA3-3055-CE2ED2B66E25}"/>
          </ac:spMkLst>
        </pc:spChg>
        <pc:spChg chg="del">
          <ac:chgData name="" userId="" providerId="" clId="Web-{F214C2A1-A5A2-4CF4-98D2-8389168FE22F}" dt="2026-10-23T13:18:31.513" v="8" actId="34807"/>
          <ac:spMkLst>
            <pc:docMk/>
            <pc:sldMk cId="1448202493" sldId="14062"/>
            <ac:spMk id="62032" creationId="{E2E3ED46-D3A1-1063-FBEF-44CB76AB9E7C}"/>
          </ac:spMkLst>
        </pc:spChg>
        <pc:spChg chg="del">
          <ac:chgData name="" userId="" providerId="" clId="Web-{F214C2A1-A5A2-4CF4-98D2-8389168FE22F}" dt="2026-10-23T13:18:31.513" v="8" actId="34807"/>
          <ac:spMkLst>
            <pc:docMk/>
            <pc:sldMk cId="1448202493" sldId="14062"/>
            <ac:spMk id="62196" creationId="{74D31010-12DD-BD48-6BF5-B6D3BC370095}"/>
          </ac:spMkLst>
        </pc:spChg>
        <pc:spChg chg="del">
          <ac:chgData name="" userId="" providerId="" clId="Web-{F214C2A1-A5A2-4CF4-98D2-8389168FE22F}" dt="2026-10-23T13:18:31.513" v="8" actId="34807"/>
          <ac:spMkLst>
            <pc:docMk/>
            <pc:sldMk cId="1448202493" sldId="14062"/>
            <ac:spMk id="62302" creationId="{40139959-0B0E-158B-C87B-63E641CCEBC8}"/>
          </ac:spMkLst>
        </pc:spChg>
        <pc:spChg chg="del">
          <ac:chgData name="" userId="" providerId="" clId="Web-{F214C2A1-A5A2-4CF4-98D2-8389168FE22F}" dt="2026-10-23T13:18:31.513" v="8" actId="34807"/>
          <ac:spMkLst>
            <pc:docMk/>
            <pc:sldMk cId="1448202493" sldId="14062"/>
            <ac:spMk id="62392" creationId="{9D13CB4F-1DEA-AF29-41C7-C5E24BDEA136}"/>
          </ac:spMkLst>
        </pc:spChg>
        <pc:spChg chg="del">
          <ac:chgData name="" userId="" providerId="" clId="Web-{F214C2A1-A5A2-4CF4-98D2-8389168FE22F}" dt="2026-10-23T13:18:31.513" v="8" actId="34807"/>
          <ac:spMkLst>
            <pc:docMk/>
            <pc:sldMk cId="1448202493" sldId="14062"/>
            <ac:spMk id="62424" creationId="{7423F2AC-2B80-F8C9-A0F3-24E575BA05F7}"/>
          </ac:spMkLst>
        </pc:spChg>
        <pc:spChg chg="del">
          <ac:chgData name="" userId="" providerId="" clId="Web-{F214C2A1-A5A2-4CF4-98D2-8389168FE22F}" dt="2026-10-23T13:18:31.513" v="8" actId="34807"/>
          <ac:spMkLst>
            <pc:docMk/>
            <pc:sldMk cId="1448202493" sldId="14062"/>
            <ac:spMk id="62457" creationId="{4C31DA0D-5FEC-29C8-250A-0BD72568B95D}"/>
          </ac:spMkLst>
        </pc:spChg>
        <pc:spChg chg="del">
          <ac:chgData name="" userId="" providerId="" clId="Web-{F214C2A1-A5A2-4CF4-98D2-8389168FE22F}" dt="2026-10-23T13:18:31.513" v="8" actId="34807"/>
          <ac:spMkLst>
            <pc:docMk/>
            <pc:sldMk cId="1448202493" sldId="14062"/>
            <ac:spMk id="62757" creationId="{1F483986-AA0B-53D3-7E49-FCEBF076C3D1}"/>
          </ac:spMkLst>
        </pc:spChg>
        <pc:spChg chg="add mod">
          <ac:chgData name="" userId="" providerId="" clId="Web-{F214C2A1-A5A2-4CF4-98D2-8389168FE22F}" dt="2026-10-23T13:18:47.295" v="15" actId="34807"/>
          <ac:spMkLst>
            <pc:docMk/>
            <pc:sldMk cId="1448202493" sldId="14062"/>
            <ac:spMk id="66270" creationId="{405288C7-2035-BD9F-5736-7ECEDB00B251}"/>
          </ac:spMkLst>
        </pc:spChg>
        <pc:spChg chg="add mod">
          <ac:chgData name="" userId="" providerId="" clId="Web-{F214C2A1-A5A2-4CF4-98D2-8389168FE22F}" dt="2026-10-23T13:18:47.295" v="15" actId="34807"/>
          <ac:spMkLst>
            <pc:docMk/>
            <pc:sldMk cId="1448202493" sldId="14062"/>
            <ac:spMk id="66272" creationId="{FF7EC53C-EC6A-2801-5E8A-8D5AFB3E461C}"/>
          </ac:spMkLst>
        </pc:spChg>
        <pc:spChg chg="add mod">
          <ac:chgData name="" userId="" providerId="" clId="Web-{F214C2A1-A5A2-4CF4-98D2-8389168FE22F}" dt="2026-10-23T13:18:47.295" v="15" actId="34807"/>
          <ac:spMkLst>
            <pc:docMk/>
            <pc:sldMk cId="1448202493" sldId="14062"/>
            <ac:spMk id="66360" creationId="{A5EE0BB3-1A82-568D-4F01-0667E92D0021}"/>
          </ac:spMkLst>
        </pc:spChg>
        <pc:spChg chg="add mod">
          <ac:chgData name="" userId="" providerId="" clId="Web-{F214C2A1-A5A2-4CF4-98D2-8389168FE22F}" dt="2026-10-23T13:18:47.295" v="15" actId="34807"/>
          <ac:spMkLst>
            <pc:docMk/>
            <pc:sldMk cId="1448202493" sldId="14062"/>
            <ac:spMk id="66389" creationId="{E391B81F-049A-09CE-160A-F5A71785E7DE}"/>
          </ac:spMkLst>
        </pc:spChg>
        <pc:spChg chg="add mod">
          <ac:chgData name="" userId="" providerId="" clId="Web-{F214C2A1-A5A2-4CF4-98D2-8389168FE22F}" dt="2026-10-23T13:18:47.295" v="15" actId="34807"/>
          <ac:spMkLst>
            <pc:docMk/>
            <pc:sldMk cId="1448202493" sldId="14062"/>
            <ac:spMk id="66405" creationId="{31980D45-0BC8-5CFA-F76B-B991FE10F14D}"/>
          </ac:spMkLst>
        </pc:spChg>
        <pc:spChg chg="add mod">
          <ac:chgData name="" userId="" providerId="" clId="Web-{F214C2A1-A5A2-4CF4-98D2-8389168FE22F}" dt="2026-10-23T13:18:47.295" v="15" actId="34807"/>
          <ac:spMkLst>
            <pc:docMk/>
            <pc:sldMk cId="1448202493" sldId="14062"/>
            <ac:spMk id="66545" creationId="{CBCBA464-773E-5863-AF5C-E9C2A07DD712}"/>
          </ac:spMkLst>
        </pc:spChg>
        <pc:spChg chg="del">
          <ac:chgData name="" userId="" providerId="" clId="Web-{F214C2A1-A5A2-4CF4-98D2-8389168FE22F}" dt="2026-10-23T13:36:08.526" v="41" actId="34807"/>
          <ac:spMkLst>
            <pc:docMk/>
            <pc:sldMk cId="1448202493" sldId="14062"/>
            <ac:spMk id="66830" creationId="{218FBBB9-7C27-682E-E932-9619CFA0824F}"/>
          </ac:spMkLst>
        </pc:spChg>
        <pc:spChg chg="del">
          <ac:chgData name="" userId="" providerId="" clId="Web-{F214C2A1-A5A2-4CF4-98D2-8389168FE22F}" dt="2026-10-23T13:36:08.526" v="41" actId="34807"/>
          <ac:spMkLst>
            <pc:docMk/>
            <pc:sldMk cId="1448202493" sldId="14062"/>
            <ac:spMk id="66864" creationId="{7CE0FB9B-B582-852A-DDE9-499A800FFA71}"/>
          </ac:spMkLst>
        </pc:spChg>
        <pc:spChg chg="add del mod">
          <ac:chgData name="" userId="" providerId="" clId="Web-{F214C2A1-A5A2-4CF4-98D2-8389168FE22F}" dt="2026-10-23T13:36:08.526" v="41" actId="34807"/>
          <ac:spMkLst>
            <pc:docMk/>
            <pc:sldMk cId="1448202493" sldId="14062"/>
            <ac:spMk id="66899" creationId="{67A20071-3AD8-C5AC-2FF3-70062DECD0D2}"/>
          </ac:spMkLst>
        </pc:spChg>
        <pc:spChg chg="del">
          <ac:chgData name="" userId="" providerId="" clId="Web-{F214C2A1-A5A2-4CF4-98D2-8389168FE22F}" dt="2026-10-23T13:36:08.526" v="41" actId="34807"/>
          <ac:spMkLst>
            <pc:docMk/>
            <pc:sldMk cId="1448202493" sldId="14062"/>
            <ac:spMk id="66935" creationId="{9CF5995D-9978-0E37-A66C-9DFBBAA4D841}"/>
          </ac:spMkLst>
        </pc:spChg>
        <pc:spChg chg="del">
          <ac:chgData name="" userId="" providerId="" clId="Web-{F214C2A1-A5A2-4CF4-98D2-8389168FE22F}" dt="2026-10-23T13:36:08.526" v="41" actId="34807"/>
          <ac:spMkLst>
            <pc:docMk/>
            <pc:sldMk cId="1448202493" sldId="14062"/>
            <ac:spMk id="66972" creationId="{D0E4D2A2-7689-4246-47EB-5888CFCAA572}"/>
          </ac:spMkLst>
        </pc:spChg>
        <pc:spChg chg="del">
          <ac:chgData name="" userId="" providerId="" clId="Web-{F214C2A1-A5A2-4CF4-98D2-8389168FE22F}" dt="2026-10-23T13:36:08.526" v="41" actId="34807"/>
          <ac:spMkLst>
            <pc:docMk/>
            <pc:sldMk cId="1448202493" sldId="14062"/>
            <ac:spMk id="67010" creationId="{E6804EC7-127F-3ED0-3934-08E91A2BCB42}"/>
          </ac:spMkLst>
        </pc:spChg>
        <pc:spChg chg="add mod">
          <ac:chgData name="" userId="" providerId="" clId="Web-{F214C2A1-A5A2-4CF4-98D2-8389168FE22F}" dt="2026-10-23T13:18:47.295" v="15" actId="34807"/>
          <ac:spMkLst>
            <pc:docMk/>
            <pc:sldMk cId="1448202493" sldId="14062"/>
            <ac:spMk id="67089" creationId="{CDE96196-E9E3-E5DC-543B-ECBF3C0B15A2}"/>
          </ac:spMkLst>
        </pc:spChg>
        <pc:spChg chg="add mod">
          <ac:chgData name="" userId="" providerId="" clId="Web-{F214C2A1-A5A2-4CF4-98D2-8389168FE22F}" dt="2026-10-23T13:18:47.295" v="15" actId="34807"/>
          <ac:spMkLst>
            <pc:docMk/>
            <pc:sldMk cId="1448202493" sldId="14062"/>
            <ac:spMk id="67130" creationId="{998D5ACD-DB97-E90A-EA15-8C67BD516648}"/>
          </ac:spMkLst>
        </pc:spChg>
        <pc:spChg chg="add mod">
          <ac:chgData name="" userId="" providerId="" clId="Web-{F214C2A1-A5A2-4CF4-98D2-8389168FE22F}" dt="2026-10-23T13:18:47.295" v="15" actId="34807"/>
          <ac:spMkLst>
            <pc:docMk/>
            <pc:sldMk cId="1448202493" sldId="14062"/>
            <ac:spMk id="67172" creationId="{6E834BCB-EF1E-746D-E743-720DA8FAE5D2}"/>
          </ac:spMkLst>
        </pc:spChg>
        <pc:spChg chg="add mod">
          <ac:chgData name="" userId="" providerId="" clId="Web-{F214C2A1-A5A2-4CF4-98D2-8389168FE22F}" dt="2026-10-23T13:36:05.947" v="40" actId="34807"/>
          <ac:spMkLst>
            <pc:docMk/>
            <pc:sldMk cId="1448202493" sldId="14062"/>
            <ac:spMk id="67270" creationId="{BEF058B0-B6D3-AC57-00BF-F8354CCF43DF}"/>
          </ac:spMkLst>
        </pc:spChg>
        <pc:spChg chg="add mod">
          <ac:chgData name="" userId="" providerId="" clId="Web-{F214C2A1-A5A2-4CF4-98D2-8389168FE22F}" dt="2026-10-23T13:36:05.947" v="40" actId="34807"/>
          <ac:spMkLst>
            <pc:docMk/>
            <pc:sldMk cId="1448202493" sldId="14062"/>
            <ac:spMk id="67272" creationId="{0663453D-79C0-3D42-992B-958195CA84A0}"/>
          </ac:spMkLst>
        </pc:spChg>
        <pc:spChg chg="add mod">
          <ac:chgData name="" userId="" providerId="" clId="Web-{F214C2A1-A5A2-4CF4-98D2-8389168FE22F}" dt="2026-10-23T13:36:05.947" v="40" actId="34807"/>
          <ac:spMkLst>
            <pc:docMk/>
            <pc:sldMk cId="1448202493" sldId="14062"/>
            <ac:spMk id="67275" creationId="{08BB5101-402C-3300-6812-B6C8C0CE2082}"/>
          </ac:spMkLst>
        </pc:spChg>
        <pc:picChg chg="mod">
          <ac:chgData name="" userId="" providerId="" clId="Web-{F214C2A1-A5A2-4CF4-98D2-8389168FE22F}" dt="2026-10-23T13:18:15.341" v="5" actId="34807"/>
          <ac:picMkLst>
            <pc:docMk/>
            <pc:sldMk cId="1448202493" sldId="14062"/>
            <ac:picMk id="62889" creationId="{E98A204D-E8E5-74FE-0026-3D4F801B7B9F}"/>
          </ac:picMkLst>
        </pc:picChg>
        <pc:picChg chg="mod">
          <ac:chgData name="" userId="" providerId="" clId="Web-{F214C2A1-A5A2-4CF4-98D2-8389168FE22F}" dt="2026-10-23T13:18:15.341" v="5" actId="34807"/>
          <ac:picMkLst>
            <pc:docMk/>
            <pc:sldMk cId="1448202493" sldId="14062"/>
            <ac:picMk id="62890" creationId="{BBBBBB76-24D1-9545-FA39-CCDD45AAF11D}"/>
          </ac:picMkLst>
        </pc:picChg>
        <pc:picChg chg="mod">
          <ac:chgData name="" userId="" providerId="" clId="Web-{F214C2A1-A5A2-4CF4-98D2-8389168FE22F}" dt="2026-10-23T13:18:15.341" v="5" actId="34807"/>
          <ac:picMkLst>
            <pc:docMk/>
            <pc:sldMk cId="1448202493" sldId="14062"/>
            <ac:picMk id="62891" creationId="{BC3B752F-A14A-E08E-D6D2-107CD74C5D34}"/>
          </ac:picMkLst>
        </pc:picChg>
        <pc:picChg chg="add mod">
          <ac:chgData name="" userId="" providerId="" clId="Web-{F214C2A1-A5A2-4CF4-98D2-8389168FE22F}" dt="2026-10-23T13:18:49.592" v="16" actId="34807"/>
          <ac:picMkLst>
            <pc:docMk/>
            <pc:sldMk cId="1448202493" sldId="14062"/>
            <ac:picMk id="67260" creationId="{7863C26F-80C7-F4F4-7B40-B0A2B1D88344}"/>
          </ac:picMkLst>
        </pc:picChg>
        <pc:picChg chg="add mod">
          <ac:chgData name="" userId="" providerId="" clId="Web-{F214C2A1-A5A2-4CF4-98D2-8389168FE22F}" dt="2026-10-23T13:18:49.592" v="16" actId="34807"/>
          <ac:picMkLst>
            <pc:docMk/>
            <pc:sldMk cId="1448202493" sldId="14062"/>
            <ac:picMk id="67261" creationId="{F07F0F1E-3BD1-AAF9-8B1B-3136B8DA3796}"/>
          </ac:picMkLst>
        </pc:picChg>
        <pc:picChg chg="add mod">
          <ac:chgData name="" userId="" providerId="" clId="Web-{F214C2A1-A5A2-4CF4-98D2-8389168FE22F}" dt="2026-10-23T13:36:08.526" v="41" actId="34807"/>
          <ac:picMkLst>
            <pc:docMk/>
            <pc:sldMk cId="1448202493" sldId="14062"/>
            <ac:picMk id="67262" creationId="{46B2A522-DCF4-A1F6-D7ED-DD172A056040}"/>
          </ac:picMkLst>
        </pc:picChg>
        <pc:picChg chg="add mod">
          <ac:chgData name="" userId="" providerId="" clId="Web-{F214C2A1-A5A2-4CF4-98D2-8389168FE22F}" dt="2026-10-23T13:36:08.526" v="41" actId="34807"/>
          <ac:picMkLst>
            <pc:docMk/>
            <pc:sldMk cId="1448202493" sldId="14062"/>
            <ac:picMk id="67263" creationId="{07F04C6E-5573-6445-5A12-3EAD41F190FA}"/>
          </ac:picMkLst>
        </pc:picChg>
        <pc:picChg chg="add mod">
          <ac:chgData name="" userId="" providerId="" clId="Web-{F214C2A1-A5A2-4CF4-98D2-8389168FE22F}" dt="2026-10-23T13:36:08.526" v="41" actId="34807"/>
          <ac:picMkLst>
            <pc:docMk/>
            <pc:sldMk cId="1448202493" sldId="14062"/>
            <ac:picMk id="67264" creationId="{686E7391-EFB9-4569-B3EF-133EE05C0C89}"/>
          </ac:picMkLst>
        </pc:picChg>
        <pc:picChg chg="add mod">
          <ac:chgData name="" userId="" providerId="" clId="Web-{F214C2A1-A5A2-4CF4-98D2-8389168FE22F}" dt="2026-10-23T13:18:49.592" v="16" actId="34807"/>
          <ac:picMkLst>
            <pc:docMk/>
            <pc:sldMk cId="1448202493" sldId="14062"/>
            <ac:picMk id="67265" creationId="{338EFB03-8D75-8CDB-C62F-8039FB6BF38A}"/>
          </ac:picMkLst>
        </pc:picChg>
        <pc:picChg chg="add mod">
          <ac:chgData name="" userId="" providerId="" clId="Web-{F214C2A1-A5A2-4CF4-98D2-8389168FE22F}" dt="2026-10-23T13:18:49.592" v="16" actId="34807"/>
          <ac:picMkLst>
            <pc:docMk/>
            <pc:sldMk cId="1448202493" sldId="14062"/>
            <ac:picMk id="67266" creationId="{46BC22AC-E4B2-A0CC-846F-45ABF757354E}"/>
          </ac:picMkLst>
        </pc:picChg>
      </pc:sldChg>
      <pc:sldChg chg="addSp delSp modSp modNotesTx">
        <pc:chgData name="" userId="" providerId="" clId="Web-{F214C2A1-A5A2-4CF4-98D2-8389168FE22F}" dt="2026-10-23T13:36:22.479" v="44" actId="34807"/>
        <pc:sldMkLst>
          <pc:docMk/>
          <pc:sldMk cId="302110903" sldId="14281"/>
        </pc:sldMkLst>
        <pc:spChg chg="del">
          <ac:chgData name="" userId="" providerId="" clId="Web-{F214C2A1-A5A2-4CF4-98D2-8389168FE22F}" dt="2026-10-23T13:17:57.230" v="0" actId="34807"/>
          <ac:spMkLst>
            <pc:docMk/>
            <pc:sldMk cId="302110903" sldId="14281"/>
            <ac:spMk id="60000" creationId="{8835A6BB-432D-C439-DA13-E89C74CCEA49}"/>
          </ac:spMkLst>
        </pc:spChg>
        <pc:spChg chg="del">
          <ac:chgData name="" userId="" providerId="" clId="Web-{F214C2A1-A5A2-4CF4-98D2-8389168FE22F}" dt="2026-10-23T13:17:57.230" v="0" actId="34807"/>
          <ac:spMkLst>
            <pc:docMk/>
            <pc:sldMk cId="302110903" sldId="14281"/>
            <ac:spMk id="60063" creationId="{8BE51542-DB5E-BE9D-6B94-A35B1386331C}"/>
          </ac:spMkLst>
        </pc:spChg>
        <pc:spChg chg="del">
          <ac:chgData name="" userId="" providerId="" clId="Web-{F214C2A1-A5A2-4CF4-98D2-8389168FE22F}" dt="2026-10-23T13:17:57.230" v="0" actId="34807"/>
          <ac:spMkLst>
            <pc:docMk/>
            <pc:sldMk cId="302110903" sldId="14281"/>
            <ac:spMk id="60187" creationId="{ABFF5AF4-C4ED-59B8-FDCC-D65D63A272A7}"/>
          </ac:spMkLst>
        </pc:spChg>
        <pc:spChg chg="del">
          <ac:chgData name="" userId="" providerId="" clId="Web-{F214C2A1-A5A2-4CF4-98D2-8389168FE22F}" dt="2026-10-23T13:17:57.230" v="0" actId="34807"/>
          <ac:spMkLst>
            <pc:docMk/>
            <pc:sldMk cId="302110903" sldId="14281"/>
            <ac:spMk id="60273" creationId="{73301BEC-6204-3CF7-1292-D5A906881352}"/>
          </ac:spMkLst>
        </pc:spChg>
        <pc:spChg chg="del">
          <ac:chgData name="" userId="" providerId="" clId="Web-{F214C2A1-A5A2-4CF4-98D2-8389168FE22F}" dt="2026-10-23T13:17:57.230" v="0" actId="34807"/>
          <ac:spMkLst>
            <pc:docMk/>
            <pc:sldMk cId="302110903" sldId="14281"/>
            <ac:spMk id="60558" creationId="{DCF0A1B0-CFB7-3C34-7DCC-073223FA0A1E}"/>
          </ac:spMkLst>
        </pc:spChg>
        <pc:spChg chg="del">
          <ac:chgData name="" userId="" providerId="" clId="Web-{F214C2A1-A5A2-4CF4-98D2-8389168FE22F}" dt="2026-10-23T13:17:57.230" v="0" actId="34807"/>
          <ac:spMkLst>
            <pc:docMk/>
            <pc:sldMk cId="302110903" sldId="14281"/>
            <ac:spMk id="60627" creationId="{273368F5-4A1E-F47F-6A7F-F4F4DE556947}"/>
          </ac:spMkLst>
        </pc:spChg>
        <pc:spChg chg="del">
          <ac:chgData name="" userId="" providerId="" clId="Web-{F214C2A1-A5A2-4CF4-98D2-8389168FE22F}" dt="2026-10-23T13:17:57.230" v="0" actId="34807"/>
          <ac:spMkLst>
            <pc:docMk/>
            <pc:sldMk cId="302110903" sldId="14281"/>
            <ac:spMk id="60663" creationId="{9EA99202-EA77-EC46-2FEF-69AF7C97DA36}"/>
          </ac:spMkLst>
        </pc:spChg>
        <pc:spChg chg="del">
          <ac:chgData name="" userId="" providerId="" clId="Web-{F214C2A1-A5A2-4CF4-98D2-8389168FE22F}" dt="2026-10-23T13:17:57.230" v="0" actId="34807"/>
          <ac:spMkLst>
            <pc:docMk/>
            <pc:sldMk cId="302110903" sldId="14281"/>
            <ac:spMk id="60987" creationId="{1FA02666-9ADF-D0A9-84F8-68E6B3CCDE24}"/>
          </ac:spMkLst>
        </pc:spChg>
        <pc:spChg chg="del">
          <ac:chgData name="" userId="" providerId="" clId="Web-{F214C2A1-A5A2-4CF4-98D2-8389168FE22F}" dt="2026-10-23T13:17:57.230" v="0" actId="34807"/>
          <ac:spMkLst>
            <pc:docMk/>
            <pc:sldMk cId="302110903" sldId="14281"/>
            <ac:spMk id="61032" creationId="{7DFC4A0C-0E0A-60AE-E59F-710D0483C8F3}"/>
          </ac:spMkLst>
        </pc:spChg>
        <pc:spChg chg="del">
          <ac:chgData name="" userId="" providerId="" clId="Web-{F214C2A1-A5A2-4CF4-98D2-8389168FE22F}" dt="2026-10-23T13:17:57.230" v="0" actId="34807"/>
          <ac:spMkLst>
            <pc:docMk/>
            <pc:sldMk cId="302110903" sldId="14281"/>
            <ac:spMk id="61323" creationId="{BBA209DB-7B83-D83D-7BFB-E8ACECFF3DD8}"/>
          </ac:spMkLst>
        </pc:spChg>
        <pc:spChg chg="add mod">
          <ac:chgData name="" userId="" providerId="" clId="Web-{F214C2A1-A5A2-4CF4-98D2-8389168FE22F}" dt="2026-10-23T13:18:07.731" v="2" actId="34807"/>
          <ac:spMkLst>
            <pc:docMk/>
            <pc:sldMk cId="302110903" sldId="14281"/>
            <ac:spMk id="64065" creationId="{14C624DB-6073-DE37-6844-6CD8309C33E0}"/>
          </ac:spMkLst>
        </pc:spChg>
        <pc:spChg chg="add mod">
          <ac:chgData name="" userId="" providerId="" clId="Web-{F214C2A1-A5A2-4CF4-98D2-8389168FE22F}" dt="2026-10-23T13:18:07.731" v="2" actId="34807"/>
          <ac:spMkLst>
            <pc:docMk/>
            <pc:sldMk cId="302110903" sldId="14281"/>
            <ac:spMk id="64092" creationId="{7C265752-78D2-59C5-E615-05506FD9C0B2}"/>
          </ac:spMkLst>
        </pc:spChg>
        <pc:spChg chg="add mod">
          <ac:chgData name="" userId="" providerId="" clId="Web-{F214C2A1-A5A2-4CF4-98D2-8389168FE22F}" dt="2026-10-23T13:18:07.731" v="2" actId="34807"/>
          <ac:spMkLst>
            <pc:docMk/>
            <pc:sldMk cId="302110903" sldId="14281"/>
            <ac:spMk id="64130" creationId="{E0EF79D5-56A4-D6AA-9144-AD78D612393A}"/>
          </ac:spMkLst>
        </pc:spChg>
        <pc:spChg chg="add mod">
          <ac:chgData name="" userId="" providerId="" clId="Web-{F214C2A1-A5A2-4CF4-98D2-8389168FE22F}" dt="2026-10-23T13:18:07.731" v="2" actId="34807"/>
          <ac:spMkLst>
            <pc:docMk/>
            <pc:sldMk cId="302110903" sldId="14281"/>
            <ac:spMk id="64169" creationId="{1AADF71C-BF9C-78BC-2E24-1F8120D3BC16}"/>
          </ac:spMkLst>
        </pc:spChg>
        <pc:spChg chg="add mod">
          <ac:chgData name="" userId="" providerId="" clId="Web-{F214C2A1-A5A2-4CF4-98D2-8389168FE22F}" dt="2026-10-23T13:18:07.731" v="2" actId="34807"/>
          <ac:spMkLst>
            <pc:docMk/>
            <pc:sldMk cId="302110903" sldId="14281"/>
            <ac:spMk id="64274" creationId="{7AB4337E-94FB-FC9A-4718-32D3AC62D19D}"/>
          </ac:spMkLst>
        </pc:spChg>
        <pc:spChg chg="add mod">
          <ac:chgData name="" userId="" providerId="" clId="Web-{F214C2A1-A5A2-4CF4-98D2-8389168FE22F}" dt="2026-10-23T13:18:07.731" v="2" actId="34807"/>
          <ac:spMkLst>
            <pc:docMk/>
            <pc:sldMk cId="302110903" sldId="14281"/>
            <ac:spMk id="64317" creationId="{70ED7AF7-A4EE-3ACF-B01C-3DFF32216A1B}"/>
          </ac:spMkLst>
        </pc:spChg>
        <pc:spChg chg="add mod">
          <ac:chgData name="" userId="" providerId="" clId="Web-{F214C2A1-A5A2-4CF4-98D2-8389168FE22F}" dt="2026-10-23T13:18:07.731" v="2" actId="34807"/>
          <ac:spMkLst>
            <pc:docMk/>
            <pc:sldMk cId="302110903" sldId="14281"/>
            <ac:spMk id="64470" creationId="{F40DF30E-368D-9AF1-53FC-FB39F33F21F5}"/>
          </ac:spMkLst>
        </pc:spChg>
        <pc:spChg chg="del">
          <ac:chgData name="" userId="" providerId="" clId="Web-{F214C2A1-A5A2-4CF4-98D2-8389168FE22F}" dt="2026-10-23T13:36:22.479" v="44" actId="34807"/>
          <ac:spMkLst>
            <pc:docMk/>
            <pc:sldMk cId="302110903" sldId="14281"/>
            <ac:spMk id="64805" creationId="{64F0217D-D891-FE32-0355-CA48FDDEA4F5}"/>
          </ac:spMkLst>
        </pc:spChg>
        <pc:spChg chg="del">
          <ac:chgData name="" userId="" providerId="" clId="Web-{F214C2A1-A5A2-4CF4-98D2-8389168FE22F}" dt="2026-10-23T13:36:22.479" v="44" actId="34807"/>
          <ac:spMkLst>
            <pc:docMk/>
            <pc:sldMk cId="302110903" sldId="14281"/>
            <ac:spMk id="64844" creationId="{BAAA1028-0CC0-51B7-6A18-EDF02B761871}"/>
          </ac:spMkLst>
        </pc:spChg>
        <pc:spChg chg="del">
          <ac:chgData name="" userId="" providerId="" clId="Web-{F214C2A1-A5A2-4CF4-98D2-8389168FE22F}" dt="2026-10-23T13:36:22.479" v="44" actId="34807"/>
          <ac:spMkLst>
            <pc:docMk/>
            <pc:sldMk cId="302110903" sldId="14281"/>
            <ac:spMk id="64884" creationId="{31D15296-522C-5685-0F57-115D69DB7FA6}"/>
          </ac:spMkLst>
        </pc:spChg>
        <pc:spChg chg="del">
          <ac:chgData name="" userId="" providerId="" clId="Web-{F214C2A1-A5A2-4CF4-98D2-8389168FE22F}" dt="2026-10-23T13:36:22.479" v="44" actId="34807"/>
          <ac:spMkLst>
            <pc:docMk/>
            <pc:sldMk cId="302110903" sldId="14281"/>
            <ac:spMk id="64925" creationId="{BB34DB22-749B-9BFD-3571-102091951106}"/>
          </ac:spMkLst>
        </pc:spChg>
        <pc:spChg chg="del">
          <ac:chgData name="" userId="" providerId="" clId="Web-{F214C2A1-A5A2-4CF4-98D2-8389168FE22F}" dt="2026-10-23T13:36:22.479" v="44" actId="34807"/>
          <ac:spMkLst>
            <pc:docMk/>
            <pc:sldMk cId="302110903" sldId="14281"/>
            <ac:spMk id="64967" creationId="{419D3316-43F1-3EFB-B97F-3404FEEA262C}"/>
          </ac:spMkLst>
        </pc:spChg>
        <pc:spChg chg="del">
          <ac:chgData name="" userId="" providerId="" clId="Web-{F214C2A1-A5A2-4CF4-98D2-8389168FE22F}" dt="2026-10-23T13:36:22.479" v="44" actId="34807"/>
          <ac:spMkLst>
            <pc:docMk/>
            <pc:sldMk cId="302110903" sldId="14281"/>
            <ac:spMk id="65010" creationId="{FFFD8B3B-24F8-FDB2-2DAE-9C0BA50995B7}"/>
          </ac:spMkLst>
        </pc:spChg>
        <pc:spChg chg="add mod">
          <ac:chgData name="" userId="" providerId="" clId="Web-{F214C2A1-A5A2-4CF4-98D2-8389168FE22F}" dt="2026-10-23T13:18:07.731" v="2" actId="34807"/>
          <ac:spMkLst>
            <pc:docMk/>
            <pc:sldMk cId="302110903" sldId="14281"/>
            <ac:spMk id="65145" creationId="{552DF66D-B786-1EFF-FA38-7F4AF11615D9}"/>
          </ac:spMkLst>
        </pc:spChg>
        <pc:spChg chg="add mod">
          <ac:chgData name="" userId="" providerId="" clId="Web-{F214C2A1-A5A2-4CF4-98D2-8389168FE22F}" dt="2026-10-23T13:18:07.731" v="2" actId="34807"/>
          <ac:spMkLst>
            <pc:docMk/>
            <pc:sldMk cId="302110903" sldId="14281"/>
            <ac:spMk id="65192" creationId="{05CAA288-729F-9C10-D880-55CB1AD8B7E2}"/>
          </ac:spMkLst>
        </pc:spChg>
        <pc:spChg chg="add mod">
          <ac:chgData name="" userId="" providerId="" clId="Web-{F214C2A1-A5A2-4CF4-98D2-8389168FE22F}" dt="2026-10-23T13:18:07.731" v="2" actId="34807"/>
          <ac:spMkLst>
            <pc:docMk/>
            <pc:sldMk cId="302110903" sldId="14281"/>
            <ac:spMk id="65604" creationId="{E5C9A7D4-A6CB-7ED3-A1FF-EC31EDA0FFE6}"/>
          </ac:spMkLst>
        </pc:spChg>
        <pc:spChg chg="add mod">
          <ac:chgData name="" userId="" providerId="" clId="Web-{F214C2A1-A5A2-4CF4-98D2-8389168FE22F}" dt="2026-10-23T13:36:19.807" v="43" actId="34807"/>
          <ac:spMkLst>
            <pc:docMk/>
            <pc:sldMk cId="302110903" sldId="14281"/>
            <ac:spMk id="67276" creationId="{1E4A0400-E3C0-DC1B-5F65-752F28C07D42}"/>
          </ac:spMkLst>
        </pc:spChg>
        <pc:spChg chg="add mod">
          <ac:chgData name="" userId="" providerId="" clId="Web-{F214C2A1-A5A2-4CF4-98D2-8389168FE22F}" dt="2026-10-23T13:36:19.807" v="43" actId="34807"/>
          <ac:spMkLst>
            <pc:docMk/>
            <pc:sldMk cId="302110903" sldId="14281"/>
            <ac:spMk id="67278" creationId="{28471B4D-26DC-5874-4267-614A0F7EEE26}"/>
          </ac:spMkLst>
        </pc:spChg>
        <pc:spChg chg="add mod">
          <ac:chgData name="" userId="" providerId="" clId="Web-{F214C2A1-A5A2-4CF4-98D2-8389168FE22F}" dt="2026-10-23T13:36:19.807" v="43" actId="34807"/>
          <ac:spMkLst>
            <pc:docMk/>
            <pc:sldMk cId="302110903" sldId="14281"/>
            <ac:spMk id="67281" creationId="{5C2FAF6C-1C77-70DE-1C3D-AF6C8E6B0B25}"/>
          </ac:spMkLst>
        </pc:spChg>
        <pc:picChg chg="add mod">
          <ac:chgData name="" userId="" providerId="" clId="Web-{F214C2A1-A5A2-4CF4-98D2-8389168FE22F}" dt="2026-10-23T13:18:10.231" v="3" actId="34807"/>
          <ac:picMkLst>
            <pc:docMk/>
            <pc:sldMk cId="302110903" sldId="14281"/>
            <ac:picMk id="65956" creationId="{3FAFCB9B-AA04-D6B3-8692-0DAD64AC9DDA}"/>
          </ac:picMkLst>
        </pc:picChg>
        <pc:picChg chg="add mod">
          <ac:chgData name="" userId="" providerId="" clId="Web-{F214C2A1-A5A2-4CF4-98D2-8389168FE22F}" dt="2026-10-23T13:18:10.231" v="3" actId="34807"/>
          <ac:picMkLst>
            <pc:docMk/>
            <pc:sldMk cId="302110903" sldId="14281"/>
            <ac:picMk id="65957" creationId="{4476BCE4-B260-6BD6-374D-252862AB4C22}"/>
          </ac:picMkLst>
        </pc:picChg>
        <pc:picChg chg="add mod">
          <ac:chgData name="" userId="" providerId="" clId="Web-{F214C2A1-A5A2-4CF4-98D2-8389168FE22F}" dt="2026-10-23T13:36:22.479" v="44" actId="34807"/>
          <ac:picMkLst>
            <pc:docMk/>
            <pc:sldMk cId="302110903" sldId="14281"/>
            <ac:picMk id="65958" creationId="{071A5864-9191-BDD7-3D6A-3478BDDF28C3}"/>
          </ac:picMkLst>
        </pc:picChg>
        <pc:picChg chg="add mod">
          <ac:chgData name="" userId="" providerId="" clId="Web-{F214C2A1-A5A2-4CF4-98D2-8389168FE22F}" dt="2026-10-23T13:36:22.479" v="44" actId="34807"/>
          <ac:picMkLst>
            <pc:docMk/>
            <pc:sldMk cId="302110903" sldId="14281"/>
            <ac:picMk id="65959" creationId="{A42F8925-4EF4-90A5-5B52-9A409F2EDD76}"/>
          </ac:picMkLst>
        </pc:picChg>
        <pc:picChg chg="add mod">
          <ac:chgData name="" userId="" providerId="" clId="Web-{F214C2A1-A5A2-4CF4-98D2-8389168FE22F}" dt="2026-10-23T13:36:22.479" v="44" actId="34807"/>
          <ac:picMkLst>
            <pc:docMk/>
            <pc:sldMk cId="302110903" sldId="14281"/>
            <ac:picMk id="65960" creationId="{EE1B7B3A-F7B6-BE80-CB7E-82A1771DF49A}"/>
          </ac:picMkLst>
        </pc:picChg>
        <pc:picChg chg="add mod">
          <ac:chgData name="" userId="" providerId="" clId="Web-{F214C2A1-A5A2-4CF4-98D2-8389168FE22F}" dt="2026-10-23T13:18:10.231" v="3" actId="34807"/>
          <ac:picMkLst>
            <pc:docMk/>
            <pc:sldMk cId="302110903" sldId="14281"/>
            <ac:picMk id="65961" creationId="{247B6AA6-32CB-0FF4-DD57-2BC800701005}"/>
          </ac:picMkLst>
        </pc:picChg>
        <pc:picChg chg="add mod">
          <ac:chgData name="" userId="" providerId="" clId="Web-{F214C2A1-A5A2-4CF4-98D2-8389168FE22F}" dt="2026-10-23T13:18:10.231" v="3" actId="34807"/>
          <ac:picMkLst>
            <pc:docMk/>
            <pc:sldMk cId="302110903" sldId="14281"/>
            <ac:picMk id="65962" creationId="{10F2D02F-2D0B-2CDC-A1D2-52980C9B231D}"/>
          </ac:picMkLst>
        </pc:picChg>
        <pc:picChg chg="add mod">
          <ac:chgData name="" userId="" providerId="" clId="Web-{F214C2A1-A5A2-4CF4-98D2-8389168FE22F}" dt="2026-10-23T13:18:10.231" v="3" actId="34807"/>
          <ac:picMkLst>
            <pc:docMk/>
            <pc:sldMk cId="302110903" sldId="14281"/>
            <ac:picMk id="65963" creationId="{2094F1BE-2647-2C83-8531-0E9872777BB4}"/>
          </ac:picMkLst>
        </pc:picChg>
      </pc:sldChg>
      <pc:sldChg chg="addSp delSp modSp">
        <pc:chgData name="" userId="" providerId="" clId="Web-{F214C2A1-A5A2-4CF4-98D2-8389168FE22F}" dt="2026-10-23T13:18:37.810" v="11" actId="34807"/>
        <pc:sldMkLst>
          <pc:docMk/>
          <pc:sldMk cId="3855353037" sldId="14501"/>
        </pc:sldMkLst>
        <pc:picChg chg="del">
          <ac:chgData name="" userId="" providerId="" clId="Web-{F214C2A1-A5A2-4CF4-98D2-8389168FE22F}" dt="2026-10-23T13:18:37.810" v="11" actId="34807"/>
          <ac:picMkLst>
            <pc:docMk/>
            <pc:sldMk cId="3855353037" sldId="14501"/>
            <ac:picMk id="63198" creationId="{297042CC-5707-1312-3472-7A463B54EFC5}"/>
          </ac:picMkLst>
        </pc:picChg>
        <pc:picChg chg="add mod">
          <ac:chgData name="" userId="" providerId="" clId="Web-{F214C2A1-A5A2-4CF4-98D2-8389168FE22F}" dt="2026-10-23T13:18:35.545" v="10" actId="34807"/>
          <ac:picMkLst>
            <pc:docMk/>
            <pc:sldMk cId="3855353037" sldId="14501"/>
            <ac:picMk id="65965" creationId="{2A9277EF-7144-1E70-3465-06DA68D2FBA8}"/>
          </ac:picMkLst>
        </pc:picChg>
      </pc:sldChg>
      <pc:sldChg chg="addSp delSp modSp">
        <pc:chgData name="" userId="" providerId="" clId="Web-{F214C2A1-A5A2-4CF4-98D2-8389168FE22F}" dt="2026-10-23T13:18:29.044" v="7" actId="34807"/>
        <pc:sldMkLst>
          <pc:docMk/>
          <pc:sldMk cId="75272732" sldId="14722"/>
        </pc:sldMkLst>
        <pc:spChg chg="del">
          <ac:chgData name="" userId="" providerId="" clId="Web-{F214C2A1-A5A2-4CF4-98D2-8389168FE22F}" dt="2026-10-23T13:18:29.044" v="7" actId="34807"/>
          <ac:spMkLst>
            <pc:docMk/>
            <pc:sldMk cId="75272732" sldId="14722"/>
            <ac:spMk id="63926" creationId="{CCB1FD02-88C0-FAA7-5526-FFE72743EBE7}"/>
          </ac:spMkLst>
        </pc:spChg>
        <pc:spChg chg="add mod">
          <ac:chgData name="" userId="" providerId="" clId="Web-{F214C2A1-A5A2-4CF4-98D2-8389168FE22F}" dt="2026-10-23T13:18:26.732" v="6" actId="34807"/>
          <ac:spMkLst>
            <pc:docMk/>
            <pc:sldMk cId="75272732" sldId="14722"/>
            <ac:spMk id="65964" creationId="{5542318A-6D65-75CB-56B0-54C423948A89}"/>
          </ac:spMkLst>
        </pc:spChg>
        <pc:picChg chg="mod">
          <ac:chgData name="" userId="" providerId="" clId="Web-{F214C2A1-A5A2-4CF4-98D2-8389168FE22F}" dt="2026-10-23T13:18:29.044" v="7" actId="34807"/>
          <ac:picMkLst>
            <pc:docMk/>
            <pc:sldMk cId="75272732" sldId="14722"/>
            <ac:picMk id="64063" creationId="{257FFCB3-B763-32E5-460D-48C4EF54D4CC}"/>
          </ac:picMkLst>
        </pc:picChg>
      </pc:sldChg>
    </pc:docChg>
  </pc:docChgLst>
  <pc:docChgLst>
    <pc:chgData clId="Web-{38CB355D-D7EB-414A-93F3-BD679034D68A}"/>
    <pc:docChg chg="modSld">
      <pc:chgData name="" userId="" providerId="" clId="Web-{38CB355D-D7EB-414A-93F3-BD679034D68A}" dt="2026-10-23T10:23:26.822" v="5" actId="34807"/>
      <pc:docMkLst>
        <pc:docMk/>
      </pc:docMkLst>
      <pc:sldChg chg="modSp">
        <pc:chgData name="" userId="" providerId="" clId="Web-{38CB355D-D7EB-414A-93F3-BD679034D68A}" dt="2026-10-23T10:23:26.822" v="5" actId="34807"/>
        <pc:sldMkLst>
          <pc:docMk/>
          <pc:sldMk cId="1196239488" sldId="7417"/>
        </pc:sldMkLst>
        <pc:spChg chg="mod">
          <ac:chgData name="" userId="" providerId="" clId="Web-{38CB355D-D7EB-414A-93F3-BD679034D68A}" dt="2026-10-23T10:20:11.865" v="2" actId="34807"/>
          <ac:spMkLst>
            <pc:docMk/>
            <pc:sldMk cId="1196239488" sldId="7417"/>
            <ac:spMk id="26120" creationId="{24CAE48F-1AB9-528F-E1F8-EF0059A1982A}"/>
          </ac:spMkLst>
        </pc:spChg>
        <pc:spChg chg="mod">
          <ac:chgData name="" userId="" providerId="" clId="Web-{38CB355D-D7EB-414A-93F3-BD679034D68A}" dt="2026-10-23T10:23:26.822" v="5" actId="34807"/>
          <ac:spMkLst>
            <pc:docMk/>
            <pc:sldMk cId="1196239488" sldId="7417"/>
            <ac:spMk id="26137" creationId="{1EC3B07F-B9A2-2BB3-DCA5-5AE65F8F3704}"/>
          </ac:spMkLst>
        </pc:spChg>
      </pc:sldChg>
      <pc:sldChg chg="modSp">
        <pc:chgData name="" userId="" providerId="" clId="Web-{38CB355D-D7EB-414A-93F3-BD679034D68A}" dt="2026-10-23T10:23:26.822" v="5" actId="34807"/>
        <pc:sldMkLst>
          <pc:docMk/>
          <pc:sldMk cId="323294915" sldId="7886"/>
        </pc:sldMkLst>
        <pc:spChg chg="mod">
          <ac:chgData name="" userId="" providerId="" clId="Web-{38CB355D-D7EB-414A-93F3-BD679034D68A}" dt="2026-10-23T10:23:26.822" v="5" actId="34807"/>
          <ac:spMkLst>
            <pc:docMk/>
            <pc:sldMk cId="323294915" sldId="7886"/>
            <ac:spMk id="24816" creationId="{3424E8F1-A7A3-18B3-8C37-9CCB9E82C861}"/>
          </ac:spMkLst>
        </pc:spChg>
        <pc:spChg chg="mod">
          <ac:chgData name="" userId="" providerId="" clId="Web-{38CB355D-D7EB-414A-93F3-BD679034D68A}" dt="2026-10-23T10:23:26.822" v="5" actId="34807"/>
          <ac:spMkLst>
            <pc:docMk/>
            <pc:sldMk cId="323294915" sldId="7886"/>
            <ac:spMk id="24854" creationId="{C880399A-4E4E-5AAE-4F19-14D1CB468CCF}"/>
          </ac:spMkLst>
        </pc:spChg>
        <pc:spChg chg="mod">
          <ac:chgData name="" userId="" providerId="" clId="Web-{38CB355D-D7EB-414A-93F3-BD679034D68A}" dt="2026-10-23T10:23:26.822" v="5" actId="34807"/>
          <ac:spMkLst>
            <pc:docMk/>
            <pc:sldMk cId="323294915" sldId="7886"/>
            <ac:spMk id="24908" creationId="{59CA2ACC-383A-20B8-D648-6242B5203EB8}"/>
          </ac:spMkLst>
        </pc:spChg>
        <pc:spChg chg="mod">
          <ac:chgData name="" userId="" providerId="" clId="Web-{38CB355D-D7EB-414A-93F3-BD679034D68A}" dt="2026-10-23T10:23:26.822" v="5" actId="34807"/>
          <ac:spMkLst>
            <pc:docMk/>
            <pc:sldMk cId="323294915" sldId="7886"/>
            <ac:spMk id="24978" creationId="{12B692A6-1866-C593-601C-00C0676D9C4A}"/>
          </ac:spMkLst>
        </pc:spChg>
      </pc:sldChg>
      <pc:sldChg chg="modSp">
        <pc:chgData name="" userId="" providerId="" clId="Web-{38CB355D-D7EB-414A-93F3-BD679034D68A}" dt="2026-10-23T10:22:26.524" v="4" actId="34807"/>
        <pc:sldMkLst>
          <pc:docMk/>
          <pc:sldMk cId="1844880558" sldId="10046"/>
        </pc:sldMkLst>
        <pc:spChg chg="mod">
          <ac:chgData name="" userId="" providerId="" clId="Web-{38CB355D-D7EB-414A-93F3-BD679034D68A}" dt="2026-10-23T10:18:31.519" v="1" actId="34807"/>
          <ac:spMkLst>
            <pc:docMk/>
            <pc:sldMk cId="1844880558" sldId="10046"/>
            <ac:spMk id="21596" creationId="{67206E21-A2CE-7A9B-6807-4364620A304C}"/>
          </ac:spMkLst>
        </pc:spChg>
        <pc:spChg chg="mod">
          <ac:chgData name="" userId="" providerId="" clId="Web-{38CB355D-D7EB-414A-93F3-BD679034D68A}" dt="2026-10-23T10:18:31.519" v="1" actId="34807"/>
          <ac:spMkLst>
            <pc:docMk/>
            <pc:sldMk cId="1844880558" sldId="10046"/>
            <ac:spMk id="21605" creationId="{FFC8B1E8-609C-6DD7-0428-B02C7F603C28}"/>
          </ac:spMkLst>
        </pc:spChg>
        <pc:spChg chg="mod">
          <ac:chgData name="" userId="" providerId="" clId="Web-{38CB355D-D7EB-414A-93F3-BD679034D68A}" dt="2026-10-23T10:22:26.524" v="4" actId="34807"/>
          <ac:spMkLst>
            <pc:docMk/>
            <pc:sldMk cId="1844880558" sldId="10046"/>
            <ac:spMk id="21616" creationId="{3D768479-833A-B168-9F37-9368570EDD6E}"/>
          </ac:spMkLst>
        </pc:spChg>
        <pc:spChg chg="mod">
          <ac:chgData name="" userId="" providerId="" clId="Web-{38CB355D-D7EB-414A-93F3-BD679034D68A}" dt="2026-10-23T10:22:26.524" v="4" actId="34807"/>
          <ac:spMkLst>
            <pc:docMk/>
            <pc:sldMk cId="1844880558" sldId="10046"/>
            <ac:spMk id="21623" creationId="{2AA9606A-535D-AC6B-77C7-5AF177B761F5}"/>
          </ac:spMkLst>
        </pc:spChg>
        <pc:spChg chg="mod">
          <ac:chgData name="" userId="" providerId="" clId="Web-{38CB355D-D7EB-414A-93F3-BD679034D68A}" dt="2026-10-23T10:22:26.524" v="4" actId="34807"/>
          <ac:spMkLst>
            <pc:docMk/>
            <pc:sldMk cId="1844880558" sldId="10046"/>
            <ac:spMk id="21661" creationId="{E193068C-2C16-88C0-D55E-E009BC8A503A}"/>
          </ac:spMkLst>
        </pc:spChg>
        <pc:spChg chg="mod">
          <ac:chgData name="" userId="" providerId="" clId="Web-{38CB355D-D7EB-414A-93F3-BD679034D68A}" dt="2026-10-23T10:22:26.524" v="4" actId="34807"/>
          <ac:spMkLst>
            <pc:docMk/>
            <pc:sldMk cId="1844880558" sldId="10046"/>
            <ac:spMk id="21673" creationId="{E5DEC31E-055C-56D2-701C-AC3E36EB2ECE}"/>
          </ac:spMkLst>
        </pc:spChg>
      </pc:sldChg>
    </pc:docChg>
  </pc:docChgLst>
  <pc:docChgLst>
    <pc:chgData clId="Web-{57FA6384-6D64-4017-8C8D-103F9B22F9B7}"/>
    <pc:docChg chg="modSld">
      <pc:chgData name="" userId="" providerId="" clId="Web-{57FA6384-6D64-4017-8C8D-103F9B22F9B7}" dt="2026-10-23T13:01:01.345" v="74" actId="34807"/>
      <pc:docMkLst>
        <pc:docMk/>
      </pc:docMkLst>
      <pc:sldChg chg="modSp modNotesTx">
        <pc:chgData name="" userId="" providerId="" clId="Web-{57FA6384-6D64-4017-8C8D-103F9B22F9B7}" dt="2026-10-23T12:16:23.889" v="4" actId="34807"/>
        <pc:sldMkLst>
          <pc:docMk/>
          <pc:sldMk cId="3761642860" sldId="4027"/>
        </pc:sldMkLst>
        <pc:spChg chg="mod">
          <ac:chgData name="" userId="" providerId="" clId="Web-{57FA6384-6D64-4017-8C8D-103F9B22F9B7}" dt="2026-10-23T12:15:54.450" v="1" actId="34807"/>
          <ac:spMkLst>
            <pc:docMk/>
            <pc:sldMk cId="3761642860" sldId="4027"/>
            <ac:spMk id="2444" creationId="{06E62B1A-030D-48D8-060F-5FE951649DDA}"/>
          </ac:spMkLst>
        </pc:spChg>
        <pc:spChg chg="mod">
          <ac:chgData name="" userId="" providerId="" clId="Web-{57FA6384-6D64-4017-8C8D-103F9B22F9B7}" dt="2026-10-23T12:15:20.199" v="0" actId="34807"/>
          <ac:spMkLst>
            <pc:docMk/>
            <pc:sldMk cId="3761642860" sldId="4027"/>
            <ac:spMk id="20980" creationId="{42A29B48-44E5-BDA3-EEDD-5366AE1EC0C0}"/>
          </ac:spMkLst>
        </pc:spChg>
        <pc:spChg chg="mod">
          <ac:chgData name="" userId="" providerId="" clId="Web-{57FA6384-6D64-4017-8C8D-103F9B22F9B7}" dt="2026-10-23T12:15:20.199" v="0" actId="34807"/>
          <ac:spMkLst>
            <pc:docMk/>
            <pc:sldMk cId="3761642860" sldId="4027"/>
            <ac:spMk id="21070" creationId="{31731A9F-7F73-E736-9FCC-0F231B06D97D}"/>
          </ac:spMkLst>
        </pc:spChg>
        <pc:spChg chg="mod">
          <ac:chgData name="" userId="" providerId="" clId="Web-{57FA6384-6D64-4017-8C8D-103F9B22F9B7}" dt="2026-10-23T12:15:20.199" v="0" actId="34807"/>
          <ac:spMkLst>
            <pc:docMk/>
            <pc:sldMk cId="3761642860" sldId="4027"/>
            <ac:spMk id="21101" creationId="{EAA47BB5-81F4-A599-C746-02DF3D607D4C}"/>
          </ac:spMkLst>
        </pc:spChg>
        <pc:spChg chg="mod">
          <ac:chgData name="" userId="" providerId="" clId="Web-{57FA6384-6D64-4017-8C8D-103F9B22F9B7}" dt="2026-10-23T12:15:20.199" v="0" actId="34807"/>
          <ac:spMkLst>
            <pc:docMk/>
            <pc:sldMk cId="3761642860" sldId="4027"/>
            <ac:spMk id="21196" creationId="{2A98BE3B-6027-AF1C-D1B5-D679ECF84D69}"/>
          </ac:spMkLst>
        </pc:spChg>
        <pc:spChg chg="mod">
          <ac:chgData name="" userId="" providerId="" clId="Web-{57FA6384-6D64-4017-8C8D-103F9B22F9B7}" dt="2026-10-23T12:15:20.199" v="0" actId="34807"/>
          <ac:spMkLst>
            <pc:docMk/>
            <pc:sldMk cId="3761642860" sldId="4027"/>
            <ac:spMk id="21241" creationId="{A4A0BD5A-A7E2-32D4-1F95-ACD5EAEC10C6}"/>
          </ac:spMkLst>
        </pc:spChg>
        <pc:spChg chg="mod">
          <ac:chgData name="" userId="" providerId="" clId="Web-{57FA6384-6D64-4017-8C8D-103F9B22F9B7}" dt="2026-10-23T12:15:20.199" v="0" actId="34807"/>
          <ac:spMkLst>
            <pc:docMk/>
            <pc:sldMk cId="3761642860" sldId="4027"/>
            <ac:spMk id="21316" creationId="{7BEACC76-FBE3-33D1-C9D7-6F69BBA9DB2C}"/>
          </ac:spMkLst>
        </pc:spChg>
        <pc:spChg chg="mod">
          <ac:chgData name="" userId="" providerId="" clId="Web-{57FA6384-6D64-4017-8C8D-103F9B22F9B7}" dt="2026-10-23T12:15:20.199" v="0" actId="34807"/>
          <ac:spMkLst>
            <pc:docMk/>
            <pc:sldMk cId="3761642860" sldId="4027"/>
            <ac:spMk id="21430" creationId="{6D672114-6EA8-9EF0-DE3D-711E03756CC1}"/>
          </ac:spMkLst>
        </pc:spChg>
        <pc:spChg chg="mod">
          <ac:chgData name="" userId="" providerId="" clId="Web-{57FA6384-6D64-4017-8C8D-103F9B22F9B7}" dt="2026-10-23T12:15:20.199" v="0" actId="34807"/>
          <ac:spMkLst>
            <pc:docMk/>
            <pc:sldMk cId="3761642860" sldId="4027"/>
            <ac:spMk id="21526" creationId="{8F6916B4-5C94-F345-3F11-E6DC9601BE0D}"/>
          </ac:spMkLst>
        </pc:spChg>
        <pc:spChg chg="mod">
          <ac:chgData name="" userId="" providerId="" clId="Web-{57FA6384-6D64-4017-8C8D-103F9B22F9B7}" dt="2026-10-23T12:15:20.199" v="0" actId="34807"/>
          <ac:spMkLst>
            <pc:docMk/>
            <pc:sldMk cId="3761642860" sldId="4027"/>
            <ac:spMk id="25767" creationId="{AB73053C-9D85-E892-AACC-16259DE03E98}"/>
          </ac:spMkLst>
        </pc:spChg>
        <pc:spChg chg="mod">
          <ac:chgData name="" userId="" providerId="" clId="Web-{57FA6384-6D64-4017-8C8D-103F9B22F9B7}" dt="2026-10-23T12:15:20.199" v="0" actId="34807"/>
          <ac:spMkLst>
            <pc:docMk/>
            <pc:sldMk cId="3761642860" sldId="4027"/>
            <ac:spMk id="26019" creationId="{529EA319-4AFC-70D3-70E9-E13961FAD092}"/>
          </ac:spMkLst>
        </pc:spChg>
      </pc:sldChg>
      <pc:sldChg chg="modSp modNotesTx">
        <pc:chgData name="" userId="" providerId="" clId="Web-{57FA6384-6D64-4017-8C8D-103F9B22F9B7}" dt="2026-10-23T12:16:23.889" v="4" actId="34807"/>
        <pc:sldMkLst>
          <pc:docMk/>
          <pc:sldMk cId="3933574674" sldId="4246"/>
        </pc:sldMkLst>
        <pc:spChg chg="mod">
          <ac:chgData name="" userId="" providerId="" clId="Web-{57FA6384-6D64-4017-8C8D-103F9B22F9B7}" dt="2026-10-23T12:15:20.199" v="0" actId="34807"/>
          <ac:spMkLst>
            <pc:docMk/>
            <pc:sldMk cId="3933574674" sldId="4246"/>
            <ac:spMk id="2667" creationId="{ABDFCC38-6450-5C59-7B14-24AA480793E3}"/>
          </ac:spMkLst>
        </pc:spChg>
        <pc:spChg chg="mod">
          <ac:chgData name="" userId="" providerId="" clId="Web-{57FA6384-6D64-4017-8C8D-103F9B22F9B7}" dt="2026-10-23T12:15:20.199" v="0" actId="34807"/>
          <ac:spMkLst>
            <pc:docMk/>
            <pc:sldMk cId="3933574674" sldId="4246"/>
            <ac:spMk id="2672" creationId="{D80FB324-E76C-D307-BC13-EC584ADAB0BE}"/>
          </ac:spMkLst>
        </pc:spChg>
        <pc:spChg chg="mod">
          <ac:chgData name="" userId="" providerId="" clId="Web-{57FA6384-6D64-4017-8C8D-103F9B22F9B7}" dt="2026-10-23T12:15:20.199" v="0" actId="34807"/>
          <ac:spMkLst>
            <pc:docMk/>
            <pc:sldMk cId="3933574674" sldId="4246"/>
            <ac:spMk id="17100" creationId="{2EBCA733-D62F-A2EA-7BAA-D9BDB9DB4F36}"/>
          </ac:spMkLst>
        </pc:spChg>
        <pc:spChg chg="mod">
          <ac:chgData name="" userId="" providerId="" clId="Web-{57FA6384-6D64-4017-8C8D-103F9B22F9B7}" dt="2026-10-23T12:15:20.199" v="0" actId="34807"/>
          <ac:spMkLst>
            <pc:docMk/>
            <pc:sldMk cId="3933574674" sldId="4246"/>
            <ac:spMk id="17177" creationId="{6DA12651-E417-CF7C-D120-4F701DD7088F}"/>
          </ac:spMkLst>
        </pc:spChg>
        <pc:spChg chg="mod">
          <ac:chgData name="" userId="" providerId="" clId="Web-{57FA6384-6D64-4017-8C8D-103F9B22F9B7}" dt="2026-10-23T12:15:20.199" v="0" actId="34807"/>
          <ac:spMkLst>
            <pc:docMk/>
            <pc:sldMk cId="3933574674" sldId="4246"/>
            <ac:spMk id="17303" creationId="{5D309B5F-2952-2879-A69D-C7B1F4D79F6A}"/>
          </ac:spMkLst>
        </pc:spChg>
      </pc:sldChg>
      <pc:sldChg chg="modSp modNotesTx">
        <pc:chgData name="" userId="" providerId="" clId="Web-{57FA6384-6D64-4017-8C8D-103F9B22F9B7}" dt="2026-10-23T12:16:23.889" v="4" actId="34807"/>
        <pc:sldMkLst>
          <pc:docMk/>
          <pc:sldMk cId="2931206922" sldId="4466"/>
        </pc:sldMkLst>
        <pc:spChg chg="mod">
          <ac:chgData name="" userId="" providerId="" clId="Web-{57FA6384-6D64-4017-8C8D-103F9B22F9B7}" dt="2026-10-23T12:15:20.199" v="0" actId="34807"/>
          <ac:spMkLst>
            <pc:docMk/>
            <pc:sldMk cId="2931206922" sldId="4466"/>
            <ac:spMk id="2702" creationId="{E3300248-F60E-28F4-CFC0-ABFC405A15D4}"/>
          </ac:spMkLst>
        </pc:spChg>
        <pc:spChg chg="mod">
          <ac:chgData name="" userId="" providerId="" clId="Web-{57FA6384-6D64-4017-8C8D-103F9B22F9B7}" dt="2026-10-23T12:15:20.199" v="0" actId="34807"/>
          <ac:spMkLst>
            <pc:docMk/>
            <pc:sldMk cId="2931206922" sldId="4466"/>
            <ac:spMk id="2712" creationId="{3BB8E06B-831B-F939-254A-D497FFDD80F9}"/>
          </ac:spMkLst>
        </pc:spChg>
        <pc:spChg chg="mod">
          <ac:chgData name="" userId="" providerId="" clId="Web-{57FA6384-6D64-4017-8C8D-103F9B22F9B7}" dt="2026-10-23T12:15:20.199" v="0" actId="34807"/>
          <ac:spMkLst>
            <pc:docMk/>
            <pc:sldMk cId="2931206922" sldId="4466"/>
            <ac:spMk id="16940" creationId="{015C4CA4-7B79-BF41-0CF2-AB10CBFEF30F}"/>
          </ac:spMkLst>
        </pc:spChg>
        <pc:spChg chg="mod">
          <ac:chgData name="" userId="" providerId="" clId="Web-{57FA6384-6D64-4017-8C8D-103F9B22F9B7}" dt="2026-10-23T12:15:54.450" v="1" actId="34807"/>
          <ac:spMkLst>
            <pc:docMk/>
            <pc:sldMk cId="2931206922" sldId="4466"/>
            <ac:spMk id="16947" creationId="{2232715D-6FB0-1F85-8F62-13CA2E5124FD}"/>
          </ac:spMkLst>
        </pc:spChg>
      </pc:sldChg>
      <pc:sldChg chg="modSp modNotesTx">
        <pc:chgData name="" userId="" providerId="" clId="Web-{57FA6384-6D64-4017-8C8D-103F9B22F9B7}" dt="2026-10-23T12:16:23.889" v="4" actId="34807"/>
        <pc:sldMkLst>
          <pc:docMk/>
          <pc:sldMk cId="444193156" sldId="4687"/>
        </pc:sldMkLst>
        <pc:spChg chg="mod">
          <ac:chgData name="" userId="" providerId="" clId="Web-{57FA6384-6D64-4017-8C8D-103F9B22F9B7}" dt="2026-10-23T12:15:20.199" v="0" actId="34807"/>
          <ac:spMkLst>
            <pc:docMk/>
            <pc:sldMk cId="444193156" sldId="4687"/>
            <ac:spMk id="2762" creationId="{6602EBA9-C8A8-5C38-0299-A698F125B55A}"/>
          </ac:spMkLst>
        </pc:spChg>
        <pc:spChg chg="mod">
          <ac:chgData name="" userId="" providerId="" clId="Web-{57FA6384-6D64-4017-8C8D-103F9B22F9B7}" dt="2026-10-23T12:15:20.199" v="0" actId="34807"/>
          <ac:spMkLst>
            <pc:docMk/>
            <pc:sldMk cId="444193156" sldId="4687"/>
            <ac:spMk id="2777" creationId="{323180EB-56D0-1D00-A1B7-C54F40138E11}"/>
          </ac:spMkLst>
        </pc:spChg>
        <pc:spChg chg="mod">
          <ac:chgData name="" userId="" providerId="" clId="Web-{57FA6384-6D64-4017-8C8D-103F9B22F9B7}" dt="2026-10-23T12:15:20.199" v="0" actId="34807"/>
          <ac:spMkLst>
            <pc:docMk/>
            <pc:sldMk cId="444193156" sldId="4687"/>
            <ac:spMk id="22463" creationId="{05674F84-5FAF-5F30-7AE2-8E74B8E2F5C2}"/>
          </ac:spMkLst>
        </pc:spChg>
      </pc:sldChg>
      <pc:sldChg chg="addSp delSp modSp modNotesTx">
        <pc:chgData name="" userId="" providerId="" clId="Web-{57FA6384-6D64-4017-8C8D-103F9B22F9B7}" dt="2026-10-23T13:01:01.345" v="74" actId="34807"/>
        <pc:sldMkLst>
          <pc:docMk/>
          <pc:sldMk cId="18801219" sldId="4909"/>
        </pc:sldMkLst>
        <pc:spChg chg="mod">
          <ac:chgData name="" userId="" providerId="" clId="Web-{57FA6384-6D64-4017-8C8D-103F9B22F9B7}" dt="2026-10-23T12:15:20.199" v="0" actId="34807"/>
          <ac:spMkLst>
            <pc:docMk/>
            <pc:sldMk cId="18801219" sldId="4909"/>
            <ac:spMk id="2847" creationId="{E2449906-97CD-85CE-FFA7-DAE977159027}"/>
          </ac:spMkLst>
        </pc:spChg>
        <pc:spChg chg="mod">
          <ac:chgData name="" userId="" providerId="" clId="Web-{57FA6384-6D64-4017-8C8D-103F9B22F9B7}" dt="2026-10-23T12:15:20.199" v="0" actId="34807"/>
          <ac:spMkLst>
            <pc:docMk/>
            <pc:sldMk cId="18801219" sldId="4909"/>
            <ac:spMk id="2867" creationId="{FC84DB96-8530-D091-9807-DD97D06DD870}"/>
          </ac:spMkLst>
        </pc:spChg>
        <pc:spChg chg="mod">
          <ac:chgData name="" userId="" providerId="" clId="Web-{57FA6384-6D64-4017-8C8D-103F9B22F9B7}" dt="2026-10-23T13:01:01.345" v="74" actId="34807"/>
          <ac:spMkLst>
            <pc:docMk/>
            <pc:sldMk cId="18801219" sldId="4909"/>
            <ac:spMk id="22477" creationId="{515C7044-5C3E-36C8-7EC8-F0DAD040E061}"/>
          </ac:spMkLst>
        </pc:spChg>
        <pc:spChg chg="mod">
          <ac:chgData name="" userId="" providerId="" clId="Web-{57FA6384-6D64-4017-8C8D-103F9B22F9B7}" dt="2026-10-23T12:15:54.450" v="1" actId="34807"/>
          <ac:spMkLst>
            <pc:docMk/>
            <pc:sldMk cId="18801219" sldId="4909"/>
            <ac:spMk id="22517" creationId="{1EFF6459-9D9F-A53D-ADE7-7F63F13DB4EC}"/>
          </ac:spMkLst>
        </pc:spChg>
        <pc:spChg chg="mod">
          <ac:chgData name="" userId="" providerId="" clId="Web-{57FA6384-6D64-4017-8C8D-103F9B22F9B7}" dt="2026-10-23T13:01:01.345" v="74" actId="34807"/>
          <ac:spMkLst>
            <pc:docMk/>
            <pc:sldMk cId="18801219" sldId="4909"/>
            <ac:spMk id="22540" creationId="{F1249BA4-DF0D-7B43-6E9D-DC013D517344}"/>
          </ac:spMkLst>
        </pc:spChg>
        <pc:graphicFrameChg chg="add mod">
          <ac:chgData name="" userId="" providerId="" clId="Web-{57FA6384-6D64-4017-8C8D-103F9B22F9B7}" dt="2026-10-23T12:21:58.054" v="5" actId="34807"/>
          <ac:graphicFrameMkLst>
            <pc:docMk/>
            <pc:sldMk cId="18801219" sldId="4909"/>
            <ac:graphicFrameMk id="3" creationId="{A598C296-3799-4CE0-A0C3-B8AE570CC62D}"/>
          </ac:graphicFrameMkLst>
        </pc:graphicFrameChg>
        <pc:graphicFrameChg chg="del">
          <ac:chgData name="" userId="" providerId="" clId="Web-{57FA6384-6D64-4017-8C8D-103F9B22F9B7}" dt="2026-10-23T12:21:59.742" v="6" actId="34807"/>
          <ac:graphicFrameMkLst>
            <pc:docMk/>
            <pc:sldMk cId="18801219" sldId="4909"/>
            <ac:graphicFrameMk id="14" creationId="{61CD4A47-2531-4D02-A480-6D2BC3B29915}"/>
          </ac:graphicFrameMkLst>
        </pc:graphicFrameChg>
      </pc:sldChg>
      <pc:sldChg chg="modSp modNotesTx">
        <pc:chgData name="" userId="" providerId="" clId="Web-{57FA6384-6D64-4017-8C8D-103F9B22F9B7}" dt="2026-10-23T13:01:01.345" v="74" actId="34807"/>
        <pc:sldMkLst>
          <pc:docMk/>
          <pc:sldMk cId="1994120710" sldId="5132"/>
        </pc:sldMkLst>
        <pc:spChg chg="mod">
          <ac:chgData name="" userId="" providerId="" clId="Web-{57FA6384-6D64-4017-8C8D-103F9B22F9B7}" dt="2026-10-23T12:15:20.199" v="0" actId="34807"/>
          <ac:spMkLst>
            <pc:docMk/>
            <pc:sldMk cId="1994120710" sldId="5132"/>
            <ac:spMk id="2957" creationId="{681E4DD6-28C5-1F91-754C-B4F4B26595B6}"/>
          </ac:spMkLst>
        </pc:spChg>
        <pc:spChg chg="mod">
          <ac:chgData name="" userId="" providerId="" clId="Web-{57FA6384-6D64-4017-8C8D-103F9B22F9B7}" dt="2026-10-23T12:15:20.199" v="0" actId="34807"/>
          <ac:spMkLst>
            <pc:docMk/>
            <pc:sldMk cId="1994120710" sldId="5132"/>
            <ac:spMk id="2982" creationId="{EA6164CF-B22D-C5C5-C29C-A599213D85C7}"/>
          </ac:spMkLst>
        </pc:spChg>
        <pc:spChg chg="mod">
          <ac:chgData name="" userId="" providerId="" clId="Web-{57FA6384-6D64-4017-8C8D-103F9B22F9B7}" dt="2026-10-23T13:01:01.345" v="74" actId="34807"/>
          <ac:spMkLst>
            <pc:docMk/>
            <pc:sldMk cId="1994120710" sldId="5132"/>
            <ac:spMk id="22546" creationId="{DF755256-A8D0-F73B-4478-5D98A71300C6}"/>
          </ac:spMkLst>
        </pc:spChg>
        <pc:spChg chg="mod">
          <ac:chgData name="" userId="" providerId="" clId="Web-{57FA6384-6D64-4017-8C8D-103F9B22F9B7}" dt="2026-10-23T12:15:20.199" v="0" actId="34807"/>
          <ac:spMkLst>
            <pc:docMk/>
            <pc:sldMk cId="1994120710" sldId="5132"/>
            <ac:spMk id="22551" creationId="{27AA305F-4B63-2059-26E5-6E28B0DDBE38}"/>
          </ac:spMkLst>
        </pc:spChg>
        <pc:spChg chg="mod">
          <ac:chgData name="" userId="" providerId="" clId="Web-{57FA6384-6D64-4017-8C8D-103F9B22F9B7}" dt="2026-10-23T13:01:01.345" v="74" actId="34807"/>
          <ac:spMkLst>
            <pc:docMk/>
            <pc:sldMk cId="1994120710" sldId="5132"/>
            <ac:spMk id="26175" creationId="{3D883013-6BA3-C92E-73B5-4643229FFA63}"/>
          </ac:spMkLst>
        </pc:spChg>
      </pc:sldChg>
      <pc:sldChg chg="modSp modNotesTx">
        <pc:chgData name="" userId="" providerId="" clId="Web-{57FA6384-6D64-4017-8C8D-103F9B22F9B7}" dt="2026-10-23T12:16:23.889" v="4" actId="34807"/>
        <pc:sldMkLst>
          <pc:docMk/>
          <pc:sldMk cId="2759033825" sldId="5356"/>
        </pc:sldMkLst>
        <pc:spChg chg="mod">
          <ac:chgData name="" userId="" providerId="" clId="Web-{57FA6384-6D64-4017-8C8D-103F9B22F9B7}" dt="2026-10-23T12:15:20.199" v="0" actId="34807"/>
          <ac:spMkLst>
            <pc:docMk/>
            <pc:sldMk cId="2759033825" sldId="5356"/>
            <ac:spMk id="3092" creationId="{9B550FD5-E5C3-F23D-4B81-93BCD94D54D2}"/>
          </ac:spMkLst>
        </pc:spChg>
        <pc:spChg chg="mod">
          <ac:chgData name="" userId="" providerId="" clId="Web-{57FA6384-6D64-4017-8C8D-103F9B22F9B7}" dt="2026-10-23T12:15:20.199" v="0" actId="34807"/>
          <ac:spMkLst>
            <pc:docMk/>
            <pc:sldMk cId="2759033825" sldId="5356"/>
            <ac:spMk id="3122" creationId="{123D2F73-977B-A837-442F-C0F37A1E03E8}"/>
          </ac:spMkLst>
        </pc:spChg>
        <pc:spChg chg="mod">
          <ac:chgData name="" userId="" providerId="" clId="Web-{57FA6384-6D64-4017-8C8D-103F9B22F9B7}" dt="2026-10-23T12:15:54.450" v="1" actId="34807"/>
          <ac:spMkLst>
            <pc:docMk/>
            <pc:sldMk cId="2759033825" sldId="5356"/>
            <ac:spMk id="22840" creationId="{67C17E09-497E-7DE0-4191-DD9AF2C96891}"/>
          </ac:spMkLst>
        </pc:spChg>
        <pc:spChg chg="mod">
          <ac:chgData name="" userId="" providerId="" clId="Web-{57FA6384-6D64-4017-8C8D-103F9B22F9B7}" dt="2026-10-23T12:15:54.450" v="1" actId="34807"/>
          <ac:spMkLst>
            <pc:docMk/>
            <pc:sldMk cId="2759033825" sldId="5356"/>
            <ac:spMk id="22864" creationId="{C675E540-D443-62BA-55D5-B2E953681B22}"/>
          </ac:spMkLst>
        </pc:spChg>
      </pc:sldChg>
      <pc:sldChg chg="modSp modNotesTx">
        <pc:chgData name="" userId="" providerId="" clId="Web-{57FA6384-6D64-4017-8C8D-103F9B22F9B7}" dt="2026-10-23T12:16:23.889" v="4" actId="34807"/>
        <pc:sldMkLst>
          <pc:docMk/>
          <pc:sldMk cId="3209468076" sldId="5581"/>
        </pc:sldMkLst>
        <pc:spChg chg="mod">
          <ac:chgData name="" userId="" providerId="" clId="Web-{57FA6384-6D64-4017-8C8D-103F9B22F9B7}" dt="2026-10-23T12:15:20.199" v="0" actId="34807"/>
          <ac:spMkLst>
            <pc:docMk/>
            <pc:sldMk cId="3209468076" sldId="5581"/>
            <ac:spMk id="3252" creationId="{3A4A5A7B-1FF5-ECE5-FB6B-5D4D2FD6904C}"/>
          </ac:spMkLst>
        </pc:spChg>
        <pc:spChg chg="mod">
          <ac:chgData name="" userId="" providerId="" clId="Web-{57FA6384-6D64-4017-8C8D-103F9B22F9B7}" dt="2026-10-23T12:15:20.199" v="0" actId="34807"/>
          <ac:spMkLst>
            <pc:docMk/>
            <pc:sldMk cId="3209468076" sldId="5581"/>
            <ac:spMk id="3287" creationId="{907E20DA-C02B-43C7-E513-36701A8A67EA}"/>
          </ac:spMkLst>
        </pc:spChg>
        <pc:spChg chg="mod">
          <ac:chgData name="" userId="" providerId="" clId="Web-{57FA6384-6D64-4017-8C8D-103F9B22F9B7}" dt="2026-10-23T12:15:54.450" v="1" actId="34807"/>
          <ac:spMkLst>
            <pc:docMk/>
            <pc:sldMk cId="3209468076" sldId="5581"/>
            <ac:spMk id="23215" creationId="{CA6B7D29-F028-0362-E631-1E517278FC6F}"/>
          </ac:spMkLst>
        </pc:spChg>
      </pc:sldChg>
      <pc:sldChg chg="modSp modNotesTx">
        <pc:chgData name="" userId="" providerId="" clId="Web-{57FA6384-6D64-4017-8C8D-103F9B22F9B7}" dt="2026-10-23T13:01:01.345" v="74" actId="34807"/>
        <pc:sldMkLst>
          <pc:docMk/>
          <pc:sldMk cId="2251772608" sldId="5807"/>
        </pc:sldMkLst>
        <pc:spChg chg="mod">
          <ac:chgData name="" userId="" providerId="" clId="Web-{57FA6384-6D64-4017-8C8D-103F9B22F9B7}" dt="2026-10-23T12:15:20.199" v="0" actId="34807"/>
          <ac:spMkLst>
            <pc:docMk/>
            <pc:sldMk cId="2251772608" sldId="5807"/>
            <ac:spMk id="3437" creationId="{451069EF-6C78-7AA6-7E85-C09B2CF5A451}"/>
          </ac:spMkLst>
        </pc:spChg>
        <pc:spChg chg="mod">
          <ac:chgData name="" userId="" providerId="" clId="Web-{57FA6384-6D64-4017-8C8D-103F9B22F9B7}" dt="2026-10-23T12:15:20.199" v="0" actId="34807"/>
          <ac:spMkLst>
            <pc:docMk/>
            <pc:sldMk cId="2251772608" sldId="5807"/>
            <ac:spMk id="3477" creationId="{1739A02F-36DB-A324-F4EA-387E562B1B54}"/>
          </ac:spMkLst>
        </pc:spChg>
        <pc:spChg chg="mod">
          <ac:chgData name="" userId="" providerId="" clId="Web-{57FA6384-6D64-4017-8C8D-103F9B22F9B7}" dt="2026-10-23T13:01:01.345" v="74" actId="34807"/>
          <ac:spMkLst>
            <pc:docMk/>
            <pc:sldMk cId="2251772608" sldId="5807"/>
            <ac:spMk id="23341" creationId="{C6E70157-5A81-44E0-044B-71CC60FD4585}"/>
          </ac:spMkLst>
        </pc:spChg>
        <pc:spChg chg="mod">
          <ac:chgData name="" userId="" providerId="" clId="Web-{57FA6384-6D64-4017-8C8D-103F9B22F9B7}" dt="2026-10-23T12:15:20.199" v="0" actId="34807"/>
          <ac:spMkLst>
            <pc:docMk/>
            <pc:sldMk cId="2251772608" sldId="5807"/>
            <ac:spMk id="23440" creationId="{462B6C6C-8AA4-7179-4E22-C8BF8AA32932}"/>
          </ac:spMkLst>
        </pc:spChg>
        <pc:spChg chg="mod">
          <ac:chgData name="" userId="" providerId="" clId="Web-{57FA6384-6D64-4017-8C8D-103F9B22F9B7}" dt="2026-10-23T12:15:54.450" v="1" actId="34807"/>
          <ac:spMkLst>
            <pc:docMk/>
            <pc:sldMk cId="2251772608" sldId="5807"/>
            <ac:spMk id="23488" creationId="{7C18D500-584D-6721-91D7-67BE8984BF93}"/>
          </ac:spMkLst>
        </pc:spChg>
        <pc:spChg chg="mod">
          <ac:chgData name="" userId="" providerId="" clId="Web-{57FA6384-6D64-4017-8C8D-103F9B22F9B7}" dt="2026-10-23T13:01:01.345" v="74" actId="34807"/>
          <ac:spMkLst>
            <pc:docMk/>
            <pc:sldMk cId="2251772608" sldId="5807"/>
            <ac:spMk id="26186" creationId="{F060D5DE-CCDA-5BFF-0B23-EB86FF0516D1}"/>
          </ac:spMkLst>
        </pc:spChg>
        <pc:spChg chg="mod">
          <ac:chgData name="" userId="" providerId="" clId="Web-{57FA6384-6D64-4017-8C8D-103F9B22F9B7}" dt="2026-10-23T13:01:01.345" v="74" actId="34807"/>
          <ac:spMkLst>
            <pc:docMk/>
            <pc:sldMk cId="2251772608" sldId="5807"/>
            <ac:spMk id="26197" creationId="{4FDD08C5-95DB-0759-F3E7-9B2D6A0DA85B}"/>
          </ac:spMkLst>
        </pc:spChg>
        <pc:spChg chg="mod">
          <ac:chgData name="" userId="" providerId="" clId="Web-{57FA6384-6D64-4017-8C8D-103F9B22F9B7}" dt="2026-10-23T13:01:01.345" v="74" actId="34807"/>
          <ac:spMkLst>
            <pc:docMk/>
            <pc:sldMk cId="2251772608" sldId="5807"/>
            <ac:spMk id="26204" creationId="{B8C6B48C-3BFB-A264-4B94-649ACF7060D4}"/>
          </ac:spMkLst>
        </pc:spChg>
      </pc:sldChg>
      <pc:sldChg chg="modSp modNotesTx">
        <pc:chgData name="" userId="" providerId="" clId="Web-{57FA6384-6D64-4017-8C8D-103F9B22F9B7}" dt="2026-10-23T12:16:23.889" v="4" actId="34807"/>
        <pc:sldMkLst>
          <pc:docMk/>
          <pc:sldMk cId="49037429" sldId="6034"/>
        </pc:sldMkLst>
        <pc:spChg chg="mod">
          <ac:chgData name="" userId="" providerId="" clId="Web-{57FA6384-6D64-4017-8C8D-103F9B22F9B7}" dt="2026-10-23T12:15:20.199" v="0" actId="34807"/>
          <ac:spMkLst>
            <pc:docMk/>
            <pc:sldMk cId="49037429" sldId="6034"/>
            <ac:spMk id="3647" creationId="{4F7B8D4A-D5D8-6380-DC14-A77BA759B4C9}"/>
          </ac:spMkLst>
        </pc:spChg>
        <pc:spChg chg="mod">
          <ac:chgData name="" userId="" providerId="" clId="Web-{57FA6384-6D64-4017-8C8D-103F9B22F9B7}" dt="2026-10-23T12:15:20.199" v="0" actId="34807"/>
          <ac:spMkLst>
            <pc:docMk/>
            <pc:sldMk cId="49037429" sldId="6034"/>
            <ac:spMk id="3692" creationId="{156D4A59-99D2-28CD-165B-D722B3C19FEA}"/>
          </ac:spMkLst>
        </pc:spChg>
      </pc:sldChg>
      <pc:sldChg chg="modSp modNotesTx">
        <pc:chgData name="" userId="" providerId="" clId="Web-{57FA6384-6D64-4017-8C8D-103F9B22F9B7}" dt="2026-10-23T13:01:01.345" v="74" actId="34807"/>
        <pc:sldMkLst>
          <pc:docMk/>
          <pc:sldMk cId="831072114" sldId="6262"/>
        </pc:sldMkLst>
        <pc:spChg chg="mod">
          <ac:chgData name="" userId="" providerId="" clId="Web-{57FA6384-6D64-4017-8C8D-103F9B22F9B7}" dt="2026-10-23T12:15:20.199" v="0" actId="34807"/>
          <ac:spMkLst>
            <pc:docMk/>
            <pc:sldMk cId="831072114" sldId="6262"/>
            <ac:spMk id="3882" creationId="{F8DEA46F-18DE-E7A5-A1EF-EE09CFD31C51}"/>
          </ac:spMkLst>
        </pc:spChg>
        <pc:spChg chg="mod">
          <ac:chgData name="" userId="" providerId="" clId="Web-{57FA6384-6D64-4017-8C8D-103F9B22F9B7}" dt="2026-10-23T12:15:20.199" v="0" actId="34807"/>
          <ac:spMkLst>
            <pc:docMk/>
            <pc:sldMk cId="831072114" sldId="6262"/>
            <ac:spMk id="3932" creationId="{08DE5AEC-1D27-C3A4-C022-EFEAB0E8885D}"/>
          </ac:spMkLst>
        </pc:spChg>
        <pc:spChg chg="mod">
          <ac:chgData name="" userId="" providerId="" clId="Web-{57FA6384-6D64-4017-8C8D-103F9B22F9B7}" dt="2026-10-23T12:15:20.199" v="0" actId="34807"/>
          <ac:spMkLst>
            <pc:docMk/>
            <pc:sldMk cId="831072114" sldId="6262"/>
            <ac:spMk id="16419" creationId="{CDE6A791-3628-A182-42A0-EDB09AFA5848}"/>
          </ac:spMkLst>
        </pc:spChg>
        <pc:spChg chg="mod">
          <ac:chgData name="" userId="" providerId="" clId="Web-{57FA6384-6D64-4017-8C8D-103F9B22F9B7}" dt="2026-10-23T13:01:01.345" v="74" actId="34807"/>
          <ac:spMkLst>
            <pc:docMk/>
            <pc:sldMk cId="831072114" sldId="6262"/>
            <ac:spMk id="16748" creationId="{25AB6A77-E84B-9E82-CBD3-0B56FC8B89F0}"/>
          </ac:spMkLst>
        </pc:spChg>
      </pc:sldChg>
      <pc:sldChg chg="modSp modNotesTx">
        <pc:chgData name="" userId="" providerId="" clId="Web-{57FA6384-6D64-4017-8C8D-103F9B22F9B7}" dt="2026-10-23T13:01:01.345" v="74" actId="34807"/>
        <pc:sldMkLst>
          <pc:docMk/>
          <pc:sldMk cId="811820232" sldId="6491"/>
        </pc:sldMkLst>
        <pc:spChg chg="mod">
          <ac:chgData name="" userId="" providerId="" clId="Web-{57FA6384-6D64-4017-8C8D-103F9B22F9B7}" dt="2026-10-23T12:15:20.199" v="0" actId="34807"/>
          <ac:spMkLst>
            <pc:docMk/>
            <pc:sldMk cId="811820232" sldId="6491"/>
            <ac:spMk id="4142" creationId="{116F36E7-1EC0-B131-E00C-1567951778AC}"/>
          </ac:spMkLst>
        </pc:spChg>
        <pc:spChg chg="mod">
          <ac:chgData name="" userId="" providerId="" clId="Web-{57FA6384-6D64-4017-8C8D-103F9B22F9B7}" dt="2026-10-23T12:15:20.199" v="0" actId="34807"/>
          <ac:spMkLst>
            <pc:docMk/>
            <pc:sldMk cId="811820232" sldId="6491"/>
            <ac:spMk id="4197" creationId="{05FC7B71-5B7F-414E-9AC2-7F3CBE6E6907}"/>
          </ac:spMkLst>
        </pc:spChg>
        <pc:spChg chg="mod">
          <ac:chgData name="" userId="" providerId="" clId="Web-{57FA6384-6D64-4017-8C8D-103F9B22F9B7}" dt="2026-10-23T12:15:20.199" v="0" actId="34807"/>
          <ac:spMkLst>
            <pc:docMk/>
            <pc:sldMk cId="811820232" sldId="6491"/>
            <ac:spMk id="22001" creationId="{840B158F-3BEC-2775-319E-5FB42B061227}"/>
          </ac:spMkLst>
        </pc:spChg>
        <pc:spChg chg="mod">
          <ac:chgData name="" userId="" providerId="" clId="Web-{57FA6384-6D64-4017-8C8D-103F9B22F9B7}" dt="2026-10-23T12:15:20.199" v="0" actId="34807"/>
          <ac:spMkLst>
            <pc:docMk/>
            <pc:sldMk cId="811820232" sldId="6491"/>
            <ac:spMk id="22010" creationId="{8137FD1B-3F23-C58D-099F-BE15E3CBC98D}"/>
          </ac:spMkLst>
        </pc:spChg>
        <pc:spChg chg="mod">
          <ac:chgData name="" userId="" providerId="" clId="Web-{57FA6384-6D64-4017-8C8D-103F9B22F9B7}" dt="2026-10-23T13:01:01.345" v="74" actId="34807"/>
          <ac:spMkLst>
            <pc:docMk/>
            <pc:sldMk cId="811820232" sldId="6491"/>
            <ac:spMk id="22056" creationId="{3C7A19E7-6795-F161-E047-E8263CD8C58B}"/>
          </ac:spMkLst>
        </pc:spChg>
        <pc:spChg chg="mod">
          <ac:chgData name="" userId="" providerId="" clId="Web-{57FA6384-6D64-4017-8C8D-103F9B22F9B7}" dt="2026-10-23T12:15:20.199" v="0" actId="34807"/>
          <ac:spMkLst>
            <pc:docMk/>
            <pc:sldMk cId="811820232" sldId="6491"/>
            <ac:spMk id="22070" creationId="{A2B56C63-9E99-4279-74C2-A18B03CBD578}"/>
          </ac:spMkLst>
        </pc:spChg>
      </pc:sldChg>
      <pc:sldChg chg="modSp modNotesTx">
        <pc:chgData name="" userId="" providerId="" clId="Web-{57FA6384-6D64-4017-8C8D-103F9B22F9B7}" dt="2026-10-23T13:01:01.345" v="74" actId="34807"/>
        <pc:sldMkLst>
          <pc:docMk/>
          <pc:sldMk cId="1237582900" sldId="6721"/>
        </pc:sldMkLst>
        <pc:spChg chg="mod">
          <ac:chgData name="" userId="" providerId="" clId="Web-{57FA6384-6D64-4017-8C8D-103F9B22F9B7}" dt="2026-10-23T12:15:20.199" v="0" actId="34807"/>
          <ac:spMkLst>
            <pc:docMk/>
            <pc:sldMk cId="1237582900" sldId="6721"/>
            <ac:spMk id="4427" creationId="{D3D159A6-5120-B803-54EC-4564A238A8D4}"/>
          </ac:spMkLst>
        </pc:spChg>
        <pc:spChg chg="mod">
          <ac:chgData name="" userId="" providerId="" clId="Web-{57FA6384-6D64-4017-8C8D-103F9B22F9B7}" dt="2026-10-23T12:15:20.199" v="0" actId="34807"/>
          <ac:spMkLst>
            <pc:docMk/>
            <pc:sldMk cId="1237582900" sldId="6721"/>
            <ac:spMk id="4487" creationId="{4F6A5625-77E3-F720-05DA-E217D97EFAB7}"/>
          </ac:spMkLst>
        </pc:spChg>
        <pc:spChg chg="mod">
          <ac:chgData name="" userId="" providerId="" clId="Web-{57FA6384-6D64-4017-8C8D-103F9B22F9B7}" dt="2026-10-23T13:01:01.345" v="74" actId="34807"/>
          <ac:spMkLst>
            <pc:docMk/>
            <pc:sldMk cId="1237582900" sldId="6721"/>
            <ac:spMk id="22129" creationId="{C3D8D303-64A3-489E-A8C1-62827AF3DDB8}"/>
          </ac:spMkLst>
        </pc:spChg>
        <pc:spChg chg="mod">
          <ac:chgData name="" userId="" providerId="" clId="Web-{57FA6384-6D64-4017-8C8D-103F9B22F9B7}" dt="2026-10-23T12:15:20.199" v="0" actId="34807"/>
          <ac:spMkLst>
            <pc:docMk/>
            <pc:sldMk cId="1237582900" sldId="6721"/>
            <ac:spMk id="22146" creationId="{A2F4A2F2-49F9-2A6D-771F-ADCAD226DD86}"/>
          </ac:spMkLst>
        </pc:spChg>
        <pc:spChg chg="mod">
          <ac:chgData name="" userId="" providerId="" clId="Web-{57FA6384-6D64-4017-8C8D-103F9B22F9B7}" dt="2026-10-23T13:01:01.345" v="74" actId="34807"/>
          <ac:spMkLst>
            <pc:docMk/>
            <pc:sldMk cId="1237582900" sldId="6721"/>
            <ac:spMk id="22167" creationId="{CB9A6EB6-8B36-45F5-32BF-1D6703C3DC0F}"/>
          </ac:spMkLst>
        </pc:spChg>
      </pc:sldChg>
      <pc:sldChg chg="modSp modNotesTx">
        <pc:chgData name="" userId="" providerId="" clId="Web-{57FA6384-6D64-4017-8C8D-103F9B22F9B7}" dt="2026-10-23T12:16:23.889" v="4" actId="34807"/>
        <pc:sldMkLst>
          <pc:docMk/>
          <pc:sldMk cId="3413220349" sldId="6952"/>
        </pc:sldMkLst>
        <pc:spChg chg="mod">
          <ac:chgData name="" userId="" providerId="" clId="Web-{57FA6384-6D64-4017-8C8D-103F9B22F9B7}" dt="2026-10-23T12:15:20.199" v="0" actId="34807"/>
          <ac:spMkLst>
            <pc:docMk/>
            <pc:sldMk cId="3413220349" sldId="6952"/>
            <ac:spMk id="4737" creationId="{84CE1A36-2658-39DF-D368-9D934B684812}"/>
          </ac:spMkLst>
        </pc:spChg>
        <pc:spChg chg="mod">
          <ac:chgData name="" userId="" providerId="" clId="Web-{57FA6384-6D64-4017-8C8D-103F9B22F9B7}" dt="2026-10-23T12:15:20.199" v="0" actId="34807"/>
          <ac:spMkLst>
            <pc:docMk/>
            <pc:sldMk cId="3413220349" sldId="6952"/>
            <ac:spMk id="4802" creationId="{C21CAE6A-545D-B77B-CA2C-EB6E948B3529}"/>
          </ac:spMkLst>
        </pc:spChg>
        <pc:spChg chg="mod">
          <ac:chgData name="" userId="" providerId="" clId="Web-{57FA6384-6D64-4017-8C8D-103F9B22F9B7}" dt="2026-10-23T12:15:20.199" v="0" actId="34807"/>
          <ac:spMkLst>
            <pc:docMk/>
            <pc:sldMk cId="3413220349" sldId="6952"/>
            <ac:spMk id="22270" creationId="{A50F50A1-67F5-AA8D-B1F4-FBECFC17D2BC}"/>
          </ac:spMkLst>
        </pc:spChg>
      </pc:sldChg>
      <pc:sldChg chg="modSp modNotesTx">
        <pc:chgData name="" userId="" providerId="" clId="Web-{57FA6384-6D64-4017-8C8D-103F9B22F9B7}" dt="2026-10-23T12:16:23.889" v="4" actId="34807"/>
        <pc:sldMkLst>
          <pc:docMk/>
          <pc:sldMk cId="1068147822" sldId="7184"/>
        </pc:sldMkLst>
        <pc:spChg chg="mod">
          <ac:chgData name="" userId="" providerId="" clId="Web-{57FA6384-6D64-4017-8C8D-103F9B22F9B7}" dt="2026-10-23T12:15:20.199" v="0" actId="34807"/>
          <ac:spMkLst>
            <pc:docMk/>
            <pc:sldMk cId="1068147822" sldId="7184"/>
            <ac:spMk id="5072" creationId="{4BFFE689-05E4-8AD5-E78D-A12070A9BEA0}"/>
          </ac:spMkLst>
        </pc:spChg>
        <pc:spChg chg="mod">
          <ac:chgData name="" userId="" providerId="" clId="Web-{57FA6384-6D64-4017-8C8D-103F9B22F9B7}" dt="2026-10-23T12:15:20.199" v="0" actId="34807"/>
          <ac:spMkLst>
            <pc:docMk/>
            <pc:sldMk cId="1068147822" sldId="7184"/>
            <ac:spMk id="5142" creationId="{6B97E9DA-8948-F52F-97F2-2F429F541F0F}"/>
          </ac:spMkLst>
        </pc:spChg>
      </pc:sldChg>
      <pc:sldChg chg="modSp modNotesTx">
        <pc:chgData name="" userId="" providerId="" clId="Web-{57FA6384-6D64-4017-8C8D-103F9B22F9B7}" dt="2026-10-23T12:16:23.889" v="4" actId="34807"/>
        <pc:sldMkLst>
          <pc:docMk/>
          <pc:sldMk cId="1196239488" sldId="7417"/>
        </pc:sldMkLst>
        <pc:spChg chg="mod">
          <ac:chgData name="" userId="" providerId="" clId="Web-{57FA6384-6D64-4017-8C8D-103F9B22F9B7}" dt="2026-10-23T12:15:20.199" v="0" actId="34807"/>
          <ac:spMkLst>
            <pc:docMk/>
            <pc:sldMk cId="1196239488" sldId="7417"/>
            <ac:spMk id="5432" creationId="{FFD4D1E3-B889-A833-8B21-8B5A489E57A8}"/>
          </ac:spMkLst>
        </pc:spChg>
        <pc:spChg chg="mod">
          <ac:chgData name="" userId="" providerId="" clId="Web-{57FA6384-6D64-4017-8C8D-103F9B22F9B7}" dt="2026-10-23T12:15:20.199" v="0" actId="34807"/>
          <ac:spMkLst>
            <pc:docMk/>
            <pc:sldMk cId="1196239488" sldId="7417"/>
            <ac:spMk id="5507" creationId="{65586DFF-8C5F-5953-1466-0A9246B1F626}"/>
          </ac:spMkLst>
        </pc:spChg>
        <pc:spChg chg="mod">
          <ac:chgData name="" userId="" providerId="" clId="Web-{57FA6384-6D64-4017-8C8D-103F9B22F9B7}" dt="2026-10-23T12:15:20.199" v="0" actId="34807"/>
          <ac:spMkLst>
            <pc:docMk/>
            <pc:sldMk cId="1196239488" sldId="7417"/>
            <ac:spMk id="23657" creationId="{C5A4AF96-F385-8510-23D7-4F7B439C6B06}"/>
          </ac:spMkLst>
        </pc:spChg>
        <pc:spChg chg="mod">
          <ac:chgData name="" userId="" providerId="" clId="Web-{57FA6384-6D64-4017-8C8D-103F9B22F9B7}" dt="2026-10-23T12:15:20.199" v="0" actId="34807"/>
          <ac:spMkLst>
            <pc:docMk/>
            <pc:sldMk cId="1196239488" sldId="7417"/>
            <ac:spMk id="23671" creationId="{1858FB9D-2EDB-769E-AAE1-B0C44C8B1DF5}"/>
          </ac:spMkLst>
        </pc:spChg>
        <pc:spChg chg="mod">
          <ac:chgData name="" userId="" providerId="" clId="Web-{57FA6384-6D64-4017-8C8D-103F9B22F9B7}" dt="2026-10-23T12:15:20.199" v="0" actId="34807"/>
          <ac:spMkLst>
            <pc:docMk/>
            <pc:sldMk cId="1196239488" sldId="7417"/>
            <ac:spMk id="23686" creationId="{90AF062E-51C0-16EF-3273-5C7358AC68FA}"/>
          </ac:spMkLst>
        </pc:spChg>
      </pc:sldChg>
      <pc:sldChg chg="modSp modNotesTx">
        <pc:chgData name="" userId="" providerId="" clId="Web-{57FA6384-6D64-4017-8C8D-103F9B22F9B7}" dt="2026-10-23T13:01:01.345" v="74" actId="34807"/>
        <pc:sldMkLst>
          <pc:docMk/>
          <pc:sldMk cId="2289242127" sldId="7651"/>
        </pc:sldMkLst>
        <pc:spChg chg="mod">
          <ac:chgData name="" userId="" providerId="" clId="Web-{57FA6384-6D64-4017-8C8D-103F9B22F9B7}" dt="2026-10-23T12:15:20.199" v="0" actId="34807"/>
          <ac:spMkLst>
            <pc:docMk/>
            <pc:sldMk cId="2289242127" sldId="7651"/>
            <ac:spMk id="5817" creationId="{2AABD992-9061-A81E-1698-EF12FCD8432E}"/>
          </ac:spMkLst>
        </pc:spChg>
        <pc:spChg chg="mod">
          <ac:chgData name="" userId="" providerId="" clId="Web-{57FA6384-6D64-4017-8C8D-103F9B22F9B7}" dt="2026-10-23T12:15:20.199" v="0" actId="34807"/>
          <ac:spMkLst>
            <pc:docMk/>
            <pc:sldMk cId="2289242127" sldId="7651"/>
            <ac:spMk id="5897" creationId="{860C7FFF-91A4-9275-EE74-B0404A968B88}"/>
          </ac:spMkLst>
        </pc:spChg>
        <pc:spChg chg="mod">
          <ac:chgData name="" userId="" providerId="" clId="Web-{57FA6384-6D64-4017-8C8D-103F9B22F9B7}" dt="2026-10-23T13:01:01.345" v="74" actId="34807"/>
          <ac:spMkLst>
            <pc:docMk/>
            <pc:sldMk cId="2289242127" sldId="7651"/>
            <ac:spMk id="24461" creationId="{C8A68FE3-88AF-8E43-7A3D-8F61CF0F79AA}"/>
          </ac:spMkLst>
        </pc:spChg>
        <pc:spChg chg="mod">
          <ac:chgData name="" userId="" providerId="" clId="Web-{57FA6384-6D64-4017-8C8D-103F9B22F9B7}" dt="2026-10-23T13:01:01.345" v="74" actId="34807"/>
          <ac:spMkLst>
            <pc:docMk/>
            <pc:sldMk cId="2289242127" sldId="7651"/>
            <ac:spMk id="24515" creationId="{B7C3F927-B1FA-68A3-B91D-E94BC96916D3}"/>
          </ac:spMkLst>
        </pc:spChg>
        <pc:spChg chg="mod">
          <ac:chgData name="" userId="" providerId="" clId="Web-{57FA6384-6D64-4017-8C8D-103F9B22F9B7}" dt="2026-10-23T12:15:20.199" v="0" actId="34807"/>
          <ac:spMkLst>
            <pc:docMk/>
            <pc:sldMk cId="2289242127" sldId="7651"/>
            <ac:spMk id="24565" creationId="{05BF591F-5EFB-45FB-2CEB-A281DC4ECF62}"/>
          </ac:spMkLst>
        </pc:spChg>
        <pc:spChg chg="mod">
          <ac:chgData name="" userId="" providerId="" clId="Web-{57FA6384-6D64-4017-8C8D-103F9B22F9B7}" dt="2026-10-23T13:01:01.345" v="74" actId="34807"/>
          <ac:spMkLst>
            <pc:docMk/>
            <pc:sldMk cId="2289242127" sldId="7651"/>
            <ac:spMk id="24691" creationId="{EDCD9E67-B195-CFEC-AAEA-DB3675FF71EB}"/>
          </ac:spMkLst>
        </pc:spChg>
        <pc:spChg chg="mod">
          <ac:chgData name="" userId="" providerId="" clId="Web-{57FA6384-6D64-4017-8C8D-103F9B22F9B7}" dt="2026-10-23T13:01:01.345" v="74" actId="34807"/>
          <ac:spMkLst>
            <pc:docMk/>
            <pc:sldMk cId="2289242127" sldId="7651"/>
            <ac:spMk id="24760" creationId="{C54E7026-85FE-8DF7-253B-20550A22A39A}"/>
          </ac:spMkLst>
        </pc:spChg>
        <pc:spChg chg="mod">
          <ac:chgData name="" userId="" providerId="" clId="Web-{57FA6384-6D64-4017-8C8D-103F9B22F9B7}" dt="2026-10-23T12:15:54.450" v="1" actId="34807"/>
          <ac:spMkLst>
            <pc:docMk/>
            <pc:sldMk cId="2289242127" sldId="7651"/>
            <ac:spMk id="24785" creationId="{FB9A641D-E388-5AC8-3B9A-4949064BC816}"/>
          </ac:spMkLst>
        </pc:spChg>
      </pc:sldChg>
      <pc:sldChg chg="modSp modNotesTx">
        <pc:chgData name="" userId="" providerId="" clId="Web-{57FA6384-6D64-4017-8C8D-103F9B22F9B7}" dt="2026-10-23T13:01:01.345" v="74" actId="34807"/>
        <pc:sldMkLst>
          <pc:docMk/>
          <pc:sldMk cId="323294915" sldId="7886"/>
        </pc:sldMkLst>
        <pc:spChg chg="mod">
          <ac:chgData name="" userId="" providerId="" clId="Web-{57FA6384-6D64-4017-8C8D-103F9B22F9B7}" dt="2026-10-23T12:15:20.199" v="0" actId="34807"/>
          <ac:spMkLst>
            <pc:docMk/>
            <pc:sldMk cId="323294915" sldId="7886"/>
            <ac:spMk id="6227" creationId="{2D13FC0A-FACE-F7D2-1CB0-D3482495D84E}"/>
          </ac:spMkLst>
        </pc:spChg>
        <pc:spChg chg="mod">
          <ac:chgData name="" userId="" providerId="" clId="Web-{57FA6384-6D64-4017-8C8D-103F9B22F9B7}" dt="2026-10-23T12:15:20.199" v="0" actId="34807"/>
          <ac:spMkLst>
            <pc:docMk/>
            <pc:sldMk cId="323294915" sldId="7886"/>
            <ac:spMk id="6312" creationId="{D1B4D03A-7867-5E10-6B51-05F9FF12D1FA}"/>
          </ac:spMkLst>
        </pc:spChg>
        <pc:spChg chg="mod">
          <ac:chgData name="" userId="" providerId="" clId="Web-{57FA6384-6D64-4017-8C8D-103F9B22F9B7}" dt="2026-10-23T13:01:01.345" v="74" actId="34807"/>
          <ac:spMkLst>
            <pc:docMk/>
            <pc:sldMk cId="323294915" sldId="7886"/>
            <ac:spMk id="24789" creationId="{9EA952B9-8B76-4988-321F-BCD44CB6A7C6}"/>
          </ac:spMkLst>
        </pc:spChg>
        <pc:spChg chg="mod">
          <ac:chgData name="" userId="" providerId="" clId="Web-{57FA6384-6D64-4017-8C8D-103F9B22F9B7}" dt="2026-10-23T12:15:20.199" v="0" actId="34807"/>
          <ac:spMkLst>
            <pc:docMk/>
            <pc:sldMk cId="323294915" sldId="7886"/>
            <ac:spMk id="24791" creationId="{F10D71BF-EFDC-8788-24BD-B02635581D04}"/>
          </ac:spMkLst>
        </pc:spChg>
      </pc:sldChg>
      <pc:sldChg chg="addSp delSp modSp modNotesTx">
        <pc:chgData name="" userId="" providerId="" clId="Web-{57FA6384-6D64-4017-8C8D-103F9B22F9B7}" dt="2026-10-23T12:16:23.889" v="4" actId="34807"/>
        <pc:sldMkLst>
          <pc:docMk/>
          <pc:sldMk cId="1785931516" sldId="8122"/>
        </pc:sldMkLst>
        <pc:spChg chg="mod">
          <ac:chgData name="" userId="" providerId="" clId="Web-{57FA6384-6D64-4017-8C8D-103F9B22F9B7}" dt="2026-10-23T12:15:20.199" v="0" actId="34807"/>
          <ac:spMkLst>
            <pc:docMk/>
            <pc:sldMk cId="1785931516" sldId="8122"/>
            <ac:spMk id="6662" creationId="{E45CC79F-0C35-81A5-380F-8859352951AA}"/>
          </ac:spMkLst>
        </pc:spChg>
        <pc:spChg chg="mod">
          <ac:chgData name="" userId="" providerId="" clId="Web-{57FA6384-6D64-4017-8C8D-103F9B22F9B7}" dt="2026-10-23T12:15:20.199" v="0" actId="34807"/>
          <ac:spMkLst>
            <pc:docMk/>
            <pc:sldMk cId="1785931516" sldId="8122"/>
            <ac:spMk id="6752" creationId="{5CA2E0AF-3EF2-FCCA-6631-4D1D1D374C8B}"/>
          </ac:spMkLst>
        </pc:spChg>
        <pc:spChg chg="del">
          <ac:chgData name="" userId="" providerId="" clId="Web-{57FA6384-6D64-4017-8C8D-103F9B22F9B7}" dt="2026-10-23T12:16:07.295" v="3" actId="34807"/>
          <ac:spMkLst>
            <pc:docMk/>
            <pc:sldMk cId="1785931516" sldId="8122"/>
            <ac:spMk id="26171" creationId="{AAA1387A-ABE6-A700-EE06-6B8D3C6B9D1E}"/>
          </ac:spMkLst>
        </pc:spChg>
        <pc:spChg chg="add mod">
          <ac:chgData name="" userId="" providerId="" clId="Web-{57FA6384-6D64-4017-8C8D-103F9B22F9B7}" dt="2026-10-23T12:16:06.216" v="2" actId="34807"/>
          <ac:spMkLst>
            <pc:docMk/>
            <pc:sldMk cId="1785931516" sldId="8122"/>
            <ac:spMk id="30770" creationId="{0928B0E8-A942-4A0A-A60D-180522E15DB1}"/>
          </ac:spMkLst>
        </pc:spChg>
      </pc:sldChg>
      <pc:sldChg chg="modSp modNotesTx">
        <pc:chgData name="" userId="" providerId="" clId="Web-{57FA6384-6D64-4017-8C8D-103F9B22F9B7}" dt="2026-10-23T13:01:01.345" v="74" actId="34807"/>
        <pc:sldMkLst>
          <pc:docMk/>
          <pc:sldMk cId="2111836025" sldId="8359"/>
        </pc:sldMkLst>
        <pc:spChg chg="mod">
          <ac:chgData name="" userId="" providerId="" clId="Web-{57FA6384-6D64-4017-8C8D-103F9B22F9B7}" dt="2026-10-23T12:15:20.199" v="0" actId="34807"/>
          <ac:spMkLst>
            <pc:docMk/>
            <pc:sldMk cId="2111836025" sldId="8359"/>
            <ac:spMk id="7122" creationId="{EA1BCC6C-65CA-F6E5-07DE-B4673F5EFED3}"/>
          </ac:spMkLst>
        </pc:spChg>
        <pc:spChg chg="mod">
          <ac:chgData name="" userId="" providerId="" clId="Web-{57FA6384-6D64-4017-8C8D-103F9B22F9B7}" dt="2026-10-23T12:15:20.199" v="0" actId="34807"/>
          <ac:spMkLst>
            <pc:docMk/>
            <pc:sldMk cId="2111836025" sldId="8359"/>
            <ac:spMk id="7217" creationId="{D91CC9EF-F956-89DB-A325-EAE1384CD2D6}"/>
          </ac:spMkLst>
        </pc:spChg>
        <pc:spChg chg="mod">
          <ac:chgData name="" userId="" providerId="" clId="Web-{57FA6384-6D64-4017-8C8D-103F9B22F9B7}" dt="2026-10-23T13:01:01.345" v="74" actId="34807"/>
          <ac:spMkLst>
            <pc:docMk/>
            <pc:sldMk cId="2111836025" sldId="8359"/>
            <ac:spMk id="17467" creationId="{C4893E5F-6F6B-4772-649C-44A5F6FB1E51}"/>
          </ac:spMkLst>
        </pc:spChg>
        <pc:spChg chg="mod">
          <ac:chgData name="" userId="" providerId="" clId="Web-{57FA6384-6D64-4017-8C8D-103F9B22F9B7}" dt="2026-10-23T12:15:20.199" v="0" actId="34807"/>
          <ac:spMkLst>
            <pc:docMk/>
            <pc:sldMk cId="2111836025" sldId="8359"/>
            <ac:spMk id="17474" creationId="{D79BC93D-316F-8964-F76C-B1462DCBBE97}"/>
          </ac:spMkLst>
        </pc:spChg>
        <pc:spChg chg="mod">
          <ac:chgData name="" userId="" providerId="" clId="Web-{57FA6384-6D64-4017-8C8D-103F9B22F9B7}" dt="2026-10-23T13:01:01.345" v="74" actId="34807"/>
          <ac:spMkLst>
            <pc:docMk/>
            <pc:sldMk cId="2111836025" sldId="8359"/>
            <ac:spMk id="17479" creationId="{034529E3-28B0-0702-7A79-2CFBE71B2063}"/>
          </ac:spMkLst>
        </pc:spChg>
        <pc:spChg chg="mod">
          <ac:chgData name="" userId="" providerId="" clId="Web-{57FA6384-6D64-4017-8C8D-103F9B22F9B7}" dt="2026-10-23T12:15:20.199" v="0" actId="34807"/>
          <ac:spMkLst>
            <pc:docMk/>
            <pc:sldMk cId="2111836025" sldId="8359"/>
            <ac:spMk id="17764" creationId="{C13CB2A0-A4B3-4070-DC50-B3BB5E587B80}"/>
          </ac:spMkLst>
        </pc:spChg>
        <pc:spChg chg="mod">
          <ac:chgData name="" userId="" providerId="" clId="Web-{57FA6384-6D64-4017-8C8D-103F9B22F9B7}" dt="2026-10-23T12:15:54.450" v="1" actId="34807"/>
          <ac:spMkLst>
            <pc:docMk/>
            <pc:sldMk cId="2111836025" sldId="8359"/>
            <ac:spMk id="17789" creationId="{602241AD-728D-7448-DE95-97ECAD622B83}"/>
          </ac:spMkLst>
        </pc:spChg>
      </pc:sldChg>
      <pc:sldChg chg="modSp modNotesTx">
        <pc:chgData name="" userId="" providerId="" clId="Web-{57FA6384-6D64-4017-8C8D-103F9B22F9B7}" dt="2026-10-23T13:01:01.345" v="74" actId="34807"/>
        <pc:sldMkLst>
          <pc:docMk/>
          <pc:sldMk cId="1389944548" sldId="8597"/>
        </pc:sldMkLst>
        <pc:spChg chg="mod">
          <ac:chgData name="" userId="" providerId="" clId="Web-{57FA6384-6D64-4017-8C8D-103F9B22F9B7}" dt="2026-10-23T12:15:20.199" v="0" actId="34807"/>
          <ac:spMkLst>
            <pc:docMk/>
            <pc:sldMk cId="1389944548" sldId="8597"/>
            <ac:spMk id="7607" creationId="{00D26531-89CB-B78A-27ED-C3166058377E}"/>
          </ac:spMkLst>
        </pc:spChg>
        <pc:spChg chg="mod">
          <ac:chgData name="" userId="" providerId="" clId="Web-{57FA6384-6D64-4017-8C8D-103F9B22F9B7}" dt="2026-10-23T12:15:20.199" v="0" actId="34807"/>
          <ac:spMkLst>
            <pc:docMk/>
            <pc:sldMk cId="1389944548" sldId="8597"/>
            <ac:spMk id="7707" creationId="{881117F4-1472-3EF8-A036-2E4CE497547C}"/>
          </ac:spMkLst>
        </pc:spChg>
        <pc:spChg chg="mod">
          <ac:chgData name="" userId="" providerId="" clId="Web-{57FA6384-6D64-4017-8C8D-103F9B22F9B7}" dt="2026-10-23T13:01:01.345" v="74" actId="34807"/>
          <ac:spMkLst>
            <pc:docMk/>
            <pc:sldMk cId="1389944548" sldId="8597"/>
            <ac:spMk id="18207" creationId="{657E5DDC-4B0D-B637-7221-983982A3337D}"/>
          </ac:spMkLst>
        </pc:spChg>
        <pc:spChg chg="mod">
          <ac:chgData name="" userId="" providerId="" clId="Web-{57FA6384-6D64-4017-8C8D-103F9B22F9B7}" dt="2026-10-23T12:15:20.199" v="0" actId="34807"/>
          <ac:spMkLst>
            <pc:docMk/>
            <pc:sldMk cId="1389944548" sldId="8597"/>
            <ac:spMk id="18215" creationId="{2A4F11D3-682F-028C-3E6A-895FF4356CCB}"/>
          </ac:spMkLst>
        </pc:spChg>
        <pc:spChg chg="mod">
          <ac:chgData name="" userId="" providerId="" clId="Web-{57FA6384-6D64-4017-8C8D-103F9B22F9B7}" dt="2026-10-23T13:01:01.345" v="74" actId="34807"/>
          <ac:spMkLst>
            <pc:docMk/>
            <pc:sldMk cId="1389944548" sldId="8597"/>
            <ac:spMk id="18221" creationId="{53AFFE88-4BB7-4646-8A33-F0F2FC0FCB07}"/>
          </ac:spMkLst>
        </pc:spChg>
        <pc:spChg chg="mod">
          <ac:chgData name="" userId="" providerId="" clId="Web-{57FA6384-6D64-4017-8C8D-103F9B22F9B7}" dt="2026-10-23T13:01:01.345" v="74" actId="34807"/>
          <ac:spMkLst>
            <pc:docMk/>
            <pc:sldMk cId="1389944548" sldId="8597"/>
            <ac:spMk id="18228" creationId="{F701667E-0E2D-658D-CDD4-37C9611EAF1F}"/>
          </ac:spMkLst>
        </pc:spChg>
      </pc:sldChg>
      <pc:sldChg chg="modSp modNotesTx">
        <pc:chgData name="" userId="" providerId="" clId="Web-{57FA6384-6D64-4017-8C8D-103F9B22F9B7}" dt="2026-10-23T13:01:01.345" v="74" actId="34807"/>
        <pc:sldMkLst>
          <pc:docMk/>
          <pc:sldMk cId="441665647" sldId="8836"/>
        </pc:sldMkLst>
        <pc:spChg chg="mod">
          <ac:chgData name="" userId="" providerId="" clId="Web-{57FA6384-6D64-4017-8C8D-103F9B22F9B7}" dt="2026-10-23T12:15:20.199" v="0" actId="34807"/>
          <ac:spMkLst>
            <pc:docMk/>
            <pc:sldMk cId="441665647" sldId="8836"/>
            <ac:spMk id="8117" creationId="{0BFBB1D0-BD60-8452-3F63-3F57C3947838}"/>
          </ac:spMkLst>
        </pc:spChg>
        <pc:spChg chg="mod">
          <ac:chgData name="" userId="" providerId="" clId="Web-{57FA6384-6D64-4017-8C8D-103F9B22F9B7}" dt="2026-10-23T12:15:20.199" v="0" actId="34807"/>
          <ac:spMkLst>
            <pc:docMk/>
            <pc:sldMk cId="441665647" sldId="8836"/>
            <ac:spMk id="8222" creationId="{27FCFD72-3A25-48B2-4F99-A8842F9F66B6}"/>
          </ac:spMkLst>
        </pc:spChg>
        <pc:spChg chg="mod">
          <ac:chgData name="" userId="" providerId="" clId="Web-{57FA6384-6D64-4017-8C8D-103F9B22F9B7}" dt="2026-10-23T13:01:01.345" v="74" actId="34807"/>
          <ac:spMkLst>
            <pc:docMk/>
            <pc:sldMk cId="441665647" sldId="8836"/>
            <ac:spMk id="18234" creationId="{9D12C0F8-7ADB-4C55-EFF1-93C163F9D0F7}"/>
          </ac:spMkLst>
        </pc:spChg>
        <pc:spChg chg="mod">
          <ac:chgData name="" userId="" providerId="" clId="Web-{57FA6384-6D64-4017-8C8D-103F9B22F9B7}" dt="2026-10-23T12:15:54.450" v="1" actId="34807"/>
          <ac:spMkLst>
            <pc:docMk/>
            <pc:sldMk cId="441665647" sldId="8836"/>
            <ac:spMk id="18606" creationId="{8B3B57AD-D226-4A5E-5767-9286908ADA5E}"/>
          </ac:spMkLst>
        </pc:spChg>
      </pc:sldChg>
      <pc:sldChg chg="modSp modNotesTx">
        <pc:chgData name="" userId="" providerId="" clId="Web-{57FA6384-6D64-4017-8C8D-103F9B22F9B7}" dt="2026-10-23T13:01:01.345" v="74" actId="34807"/>
        <pc:sldMkLst>
          <pc:docMk/>
          <pc:sldMk cId="846757930" sldId="9076"/>
        </pc:sldMkLst>
        <pc:spChg chg="mod">
          <ac:chgData name="" userId="" providerId="" clId="Web-{57FA6384-6D64-4017-8C8D-103F9B22F9B7}" dt="2026-10-23T12:15:20.199" v="0" actId="34807"/>
          <ac:spMkLst>
            <pc:docMk/>
            <pc:sldMk cId="846757930" sldId="9076"/>
            <ac:spMk id="8652" creationId="{C300E65F-C14B-725D-0ECA-0229755E559B}"/>
          </ac:spMkLst>
        </pc:spChg>
        <pc:spChg chg="mod">
          <ac:chgData name="" userId="" providerId="" clId="Web-{57FA6384-6D64-4017-8C8D-103F9B22F9B7}" dt="2026-10-23T12:15:20.199" v="0" actId="34807"/>
          <ac:spMkLst>
            <pc:docMk/>
            <pc:sldMk cId="846757930" sldId="9076"/>
            <ac:spMk id="8762" creationId="{DA32A1F5-074C-B59E-7F11-231D61521CDF}"/>
          </ac:spMkLst>
        </pc:spChg>
        <pc:spChg chg="mod">
          <ac:chgData name="" userId="" providerId="" clId="Web-{57FA6384-6D64-4017-8C8D-103F9B22F9B7}" dt="2026-10-23T13:01:01.345" v="74" actId="34807"/>
          <ac:spMkLst>
            <pc:docMk/>
            <pc:sldMk cId="846757930" sldId="9076"/>
            <ac:spMk id="18607" creationId="{D2240779-CB1C-5197-3408-803C7D0D3016}"/>
          </ac:spMkLst>
        </pc:spChg>
        <pc:spChg chg="mod">
          <ac:chgData name="" userId="" providerId="" clId="Web-{57FA6384-6D64-4017-8C8D-103F9B22F9B7}" dt="2026-10-23T13:01:01.345" v="74" actId="34807"/>
          <ac:spMkLst>
            <pc:docMk/>
            <pc:sldMk cId="846757930" sldId="9076"/>
            <ac:spMk id="18609" creationId="{10FE35C8-AE7B-D02F-F40C-949550B3AF78}"/>
          </ac:spMkLst>
        </pc:spChg>
      </pc:sldChg>
      <pc:sldChg chg="modSp modNotesTx">
        <pc:chgData name="" userId="" providerId="" clId="Web-{57FA6384-6D64-4017-8C8D-103F9B22F9B7}" dt="2026-10-23T13:01:01.345" v="74" actId="34807"/>
        <pc:sldMkLst>
          <pc:docMk/>
          <pc:sldMk cId="3458264873" sldId="9317"/>
        </pc:sldMkLst>
        <pc:spChg chg="mod">
          <ac:chgData name="" userId="" providerId="" clId="Web-{57FA6384-6D64-4017-8C8D-103F9B22F9B7}" dt="2026-10-23T12:15:20.199" v="0" actId="34807"/>
          <ac:spMkLst>
            <pc:docMk/>
            <pc:sldMk cId="3458264873" sldId="9317"/>
            <ac:spMk id="9212" creationId="{9917A966-5C88-90A9-1991-61B8EFEC164D}"/>
          </ac:spMkLst>
        </pc:spChg>
        <pc:spChg chg="mod">
          <ac:chgData name="" userId="" providerId="" clId="Web-{57FA6384-6D64-4017-8C8D-103F9B22F9B7}" dt="2026-10-23T12:15:20.199" v="0" actId="34807"/>
          <ac:spMkLst>
            <pc:docMk/>
            <pc:sldMk cId="3458264873" sldId="9317"/>
            <ac:spMk id="9327" creationId="{812A3985-76B1-E1C4-8EC8-B68E88D7FF65}"/>
          </ac:spMkLst>
        </pc:spChg>
        <pc:spChg chg="mod">
          <ac:chgData name="" userId="" providerId="" clId="Web-{57FA6384-6D64-4017-8C8D-103F9B22F9B7}" dt="2026-10-23T12:15:20.199" v="0" actId="34807"/>
          <ac:spMkLst>
            <pc:docMk/>
            <pc:sldMk cId="3458264873" sldId="9317"/>
            <ac:spMk id="19095" creationId="{C19DA5F2-5FCD-0F3A-0620-2D3FAF92A90F}"/>
          </ac:spMkLst>
        </pc:spChg>
        <pc:spChg chg="mod">
          <ac:chgData name="" userId="" providerId="" clId="Web-{57FA6384-6D64-4017-8C8D-103F9B22F9B7}" dt="2026-10-23T12:15:20.199" v="0" actId="34807"/>
          <ac:spMkLst>
            <pc:docMk/>
            <pc:sldMk cId="3458264873" sldId="9317"/>
            <ac:spMk id="19104" creationId="{6B736E6C-626B-34AB-203F-C11A5ADB9B25}"/>
          </ac:spMkLst>
        </pc:spChg>
        <pc:spChg chg="mod">
          <ac:chgData name="" userId="" providerId="" clId="Web-{57FA6384-6D64-4017-8C8D-103F9B22F9B7}" dt="2026-10-23T12:15:20.199" v="0" actId="34807"/>
          <ac:spMkLst>
            <pc:docMk/>
            <pc:sldMk cId="3458264873" sldId="9317"/>
            <ac:spMk id="19114" creationId="{E8A92738-0F0F-F7E0-647C-2EF1A29D7842}"/>
          </ac:spMkLst>
        </pc:spChg>
        <pc:spChg chg="mod">
          <ac:chgData name="" userId="" providerId="" clId="Web-{57FA6384-6D64-4017-8C8D-103F9B22F9B7}" dt="2026-10-23T12:15:20.199" v="0" actId="34807"/>
          <ac:spMkLst>
            <pc:docMk/>
            <pc:sldMk cId="3458264873" sldId="9317"/>
            <ac:spMk id="19137" creationId="{12FA20AE-9098-7529-8216-460215209768}"/>
          </ac:spMkLst>
        </pc:spChg>
        <pc:spChg chg="mod">
          <ac:chgData name="" userId="" providerId="" clId="Web-{57FA6384-6D64-4017-8C8D-103F9B22F9B7}" dt="2026-10-23T12:15:20.199" v="0" actId="34807"/>
          <ac:spMkLst>
            <pc:docMk/>
            <pc:sldMk cId="3458264873" sldId="9317"/>
            <ac:spMk id="19150" creationId="{0CAB42F5-C63A-30D1-121D-9370F24D9E45}"/>
          </ac:spMkLst>
        </pc:spChg>
        <pc:spChg chg="mod">
          <ac:chgData name="" userId="" providerId="" clId="Web-{57FA6384-6D64-4017-8C8D-103F9B22F9B7}" dt="2026-10-23T12:15:20.199" v="0" actId="34807"/>
          <ac:spMkLst>
            <pc:docMk/>
            <pc:sldMk cId="3458264873" sldId="9317"/>
            <ac:spMk id="19164" creationId="{F8C1A587-FED3-D985-645C-69B48107A1E1}"/>
          </ac:spMkLst>
        </pc:spChg>
        <pc:spChg chg="mod">
          <ac:chgData name="" userId="" providerId="" clId="Web-{57FA6384-6D64-4017-8C8D-103F9B22F9B7}" dt="2026-10-23T13:01:01.345" v="74" actId="34807"/>
          <ac:spMkLst>
            <pc:docMk/>
            <pc:sldMk cId="3458264873" sldId="9317"/>
            <ac:spMk id="19249" creationId="{5D81B813-BC0D-2722-1CFF-2144D50DA2BF}"/>
          </ac:spMkLst>
        </pc:spChg>
      </pc:sldChg>
      <pc:sldChg chg="modSp modNotesTx">
        <pc:chgData name="" userId="" providerId="" clId="Web-{57FA6384-6D64-4017-8C8D-103F9B22F9B7}" dt="2026-10-23T13:01:01.345" v="74" actId="34807"/>
        <pc:sldMkLst>
          <pc:docMk/>
          <pc:sldMk cId="3232808632" sldId="9559"/>
        </pc:sldMkLst>
        <pc:spChg chg="mod">
          <ac:chgData name="" userId="" providerId="" clId="Web-{57FA6384-6D64-4017-8C8D-103F9B22F9B7}" dt="2026-10-23T12:15:20.199" v="0" actId="34807"/>
          <ac:spMkLst>
            <pc:docMk/>
            <pc:sldMk cId="3232808632" sldId="9559"/>
            <ac:spMk id="9797" creationId="{6A145055-0724-4938-F063-A72CE7A0FCAC}"/>
          </ac:spMkLst>
        </pc:spChg>
        <pc:spChg chg="mod">
          <ac:chgData name="" userId="" providerId="" clId="Web-{57FA6384-6D64-4017-8C8D-103F9B22F9B7}" dt="2026-10-23T12:15:20.199" v="0" actId="34807"/>
          <ac:spMkLst>
            <pc:docMk/>
            <pc:sldMk cId="3232808632" sldId="9559"/>
            <ac:spMk id="9917" creationId="{2A774DE9-E1B2-DF83-BE18-96D3F56CBFA9}"/>
          </ac:spMkLst>
        </pc:spChg>
        <pc:spChg chg="mod">
          <ac:chgData name="" userId="" providerId="" clId="Web-{57FA6384-6D64-4017-8C8D-103F9B22F9B7}" dt="2026-10-23T12:15:54.450" v="1" actId="34807"/>
          <ac:spMkLst>
            <pc:docMk/>
            <pc:sldMk cId="3232808632" sldId="9559"/>
            <ac:spMk id="19252" creationId="{B6A47C35-1C74-D902-BC8F-091B0EC4453C}"/>
          </ac:spMkLst>
        </pc:spChg>
        <pc:spChg chg="mod">
          <ac:chgData name="" userId="" providerId="" clId="Web-{57FA6384-6D64-4017-8C8D-103F9B22F9B7}" dt="2026-10-23T13:01:01.345" v="74" actId="34807"/>
          <ac:spMkLst>
            <pc:docMk/>
            <pc:sldMk cId="3232808632" sldId="9559"/>
            <ac:spMk id="19627" creationId="{40AC01A9-A1FA-D7F0-295B-373CD7FF32E7}"/>
          </ac:spMkLst>
        </pc:spChg>
      </pc:sldChg>
      <pc:sldChg chg="modSp modNotesTx">
        <pc:chgData name="" userId="" providerId="" clId="Web-{57FA6384-6D64-4017-8C8D-103F9B22F9B7}" dt="2026-10-23T13:01:01.345" v="74" actId="34807"/>
        <pc:sldMkLst>
          <pc:docMk/>
          <pc:sldMk cId="3812960141" sldId="9802"/>
        </pc:sldMkLst>
        <pc:spChg chg="mod">
          <ac:chgData name="" userId="" providerId="" clId="Web-{57FA6384-6D64-4017-8C8D-103F9B22F9B7}" dt="2026-10-23T12:15:20.199" v="0" actId="34807"/>
          <ac:spMkLst>
            <pc:docMk/>
            <pc:sldMk cId="3812960141" sldId="9802"/>
            <ac:spMk id="10407" creationId="{E3622834-BC61-11F8-F6FA-868C3444FA65}"/>
          </ac:spMkLst>
        </pc:spChg>
        <pc:spChg chg="mod">
          <ac:chgData name="" userId="" providerId="" clId="Web-{57FA6384-6D64-4017-8C8D-103F9B22F9B7}" dt="2026-10-23T12:15:20.199" v="0" actId="34807"/>
          <ac:spMkLst>
            <pc:docMk/>
            <pc:sldMk cId="3812960141" sldId="9802"/>
            <ac:spMk id="10532" creationId="{13D3F6C5-AA68-0AF5-B799-336E4E077014}"/>
          </ac:spMkLst>
        </pc:spChg>
        <pc:spChg chg="mod">
          <ac:chgData name="" userId="" providerId="" clId="Web-{57FA6384-6D64-4017-8C8D-103F9B22F9B7}" dt="2026-10-23T13:01:01.345" v="74" actId="34807"/>
          <ac:spMkLst>
            <pc:docMk/>
            <pc:sldMk cId="3812960141" sldId="9802"/>
            <ac:spMk id="21792" creationId="{F127769D-63BA-57B7-DFE3-C4CE0E4D7532}"/>
          </ac:spMkLst>
        </pc:spChg>
        <pc:spChg chg="mod">
          <ac:chgData name="" userId="" providerId="" clId="Web-{57FA6384-6D64-4017-8C8D-103F9B22F9B7}" dt="2026-10-23T12:15:54.450" v="1" actId="34807"/>
          <ac:spMkLst>
            <pc:docMk/>
            <pc:sldMk cId="3812960141" sldId="9802"/>
            <ac:spMk id="21807" creationId="{46D834C5-63B4-1D2D-C25A-05DAC101E8AD}"/>
          </ac:spMkLst>
        </pc:spChg>
        <pc:spChg chg="mod">
          <ac:chgData name="" userId="" providerId="" clId="Web-{57FA6384-6D64-4017-8C8D-103F9B22F9B7}" dt="2026-10-23T13:01:01.345" v="74" actId="34807"/>
          <ac:spMkLst>
            <pc:docMk/>
            <pc:sldMk cId="3812960141" sldId="9802"/>
            <ac:spMk id="21877" creationId="{C917BB38-A0F6-4171-C58E-D77181B70929}"/>
          </ac:spMkLst>
        </pc:spChg>
        <pc:spChg chg="mod">
          <ac:chgData name="" userId="" providerId="" clId="Web-{57FA6384-6D64-4017-8C8D-103F9B22F9B7}" dt="2026-10-23T12:15:20.199" v="0" actId="34807"/>
          <ac:spMkLst>
            <pc:docMk/>
            <pc:sldMk cId="3812960141" sldId="9802"/>
            <ac:spMk id="21897" creationId="{B95AFF75-D9A2-8336-A8E6-5C1EC4789406}"/>
          </ac:spMkLst>
        </pc:spChg>
        <pc:spChg chg="mod">
          <ac:chgData name="" userId="" providerId="" clId="Web-{57FA6384-6D64-4017-8C8D-103F9B22F9B7}" dt="2026-10-23T13:01:01.345" v="74" actId="34807"/>
          <ac:spMkLst>
            <pc:docMk/>
            <pc:sldMk cId="3812960141" sldId="9802"/>
            <ac:spMk id="21940" creationId="{EF62D3F8-F42C-DD96-E5A3-817BA2B7FF50}"/>
          </ac:spMkLst>
        </pc:spChg>
        <pc:spChg chg="mod">
          <ac:chgData name="" userId="" providerId="" clId="Web-{57FA6384-6D64-4017-8C8D-103F9B22F9B7}" dt="2026-10-23T12:15:54.450" v="1" actId="34807"/>
          <ac:spMkLst>
            <pc:docMk/>
            <pc:sldMk cId="3812960141" sldId="9802"/>
            <ac:spMk id="21963" creationId="{C1F4DAEF-5DAE-6F36-ACDB-B94C5FE37A14}"/>
          </ac:spMkLst>
        </pc:spChg>
      </pc:sldChg>
      <pc:sldChg chg="modSp modNotesTx">
        <pc:chgData name="" userId="" providerId="" clId="Web-{57FA6384-6D64-4017-8C8D-103F9B22F9B7}" dt="2026-10-23T12:16:23.889" v="4" actId="34807"/>
        <pc:sldMkLst>
          <pc:docMk/>
          <pc:sldMk cId="1844880558" sldId="10046"/>
        </pc:sldMkLst>
        <pc:spChg chg="mod">
          <ac:chgData name="" userId="" providerId="" clId="Web-{57FA6384-6D64-4017-8C8D-103F9B22F9B7}" dt="2026-10-23T12:15:20.199" v="0" actId="34807"/>
          <ac:spMkLst>
            <pc:docMk/>
            <pc:sldMk cId="1844880558" sldId="10046"/>
            <ac:spMk id="11042" creationId="{11DF9438-18C4-3F33-A335-44A683000E62}"/>
          </ac:spMkLst>
        </pc:spChg>
        <pc:spChg chg="mod">
          <ac:chgData name="" userId="" providerId="" clId="Web-{57FA6384-6D64-4017-8C8D-103F9B22F9B7}" dt="2026-10-23T12:15:20.199" v="0" actId="34807"/>
          <ac:spMkLst>
            <pc:docMk/>
            <pc:sldMk cId="1844880558" sldId="10046"/>
            <ac:spMk id="11172" creationId="{AAC4D1CF-E4D0-C939-9546-3EEDE0E1503A}"/>
          </ac:spMkLst>
        </pc:spChg>
        <pc:spChg chg="mod">
          <ac:chgData name="" userId="" providerId="" clId="Web-{57FA6384-6D64-4017-8C8D-103F9B22F9B7}" dt="2026-10-23T12:15:54.450" v="1" actId="34807"/>
          <ac:spMkLst>
            <pc:docMk/>
            <pc:sldMk cId="1844880558" sldId="10046"/>
            <ac:spMk id="19908" creationId="{AB6678F4-605A-6CAA-ED71-F42CE271DA30}"/>
          </ac:spMkLst>
        </pc:spChg>
      </pc:sldChg>
      <pc:sldChg chg="modSp modNotesTx">
        <pc:chgData name="" userId="" providerId="" clId="Web-{57FA6384-6D64-4017-8C8D-103F9B22F9B7}" dt="2026-10-23T13:01:01.345" v="74" actId="34807"/>
        <pc:sldMkLst>
          <pc:docMk/>
          <pc:sldMk cId="393294588" sldId="10291"/>
        </pc:sldMkLst>
        <pc:spChg chg="mod">
          <ac:chgData name="" userId="" providerId="" clId="Web-{57FA6384-6D64-4017-8C8D-103F9B22F9B7}" dt="2026-10-23T12:15:20.199" v="0" actId="34807"/>
          <ac:spMkLst>
            <pc:docMk/>
            <pc:sldMk cId="393294588" sldId="10291"/>
            <ac:spMk id="11702" creationId="{C12A29C5-2D61-6846-24C5-0B6B527B4C03}"/>
          </ac:spMkLst>
        </pc:spChg>
        <pc:spChg chg="mod">
          <ac:chgData name="" userId="" providerId="" clId="Web-{57FA6384-6D64-4017-8C8D-103F9B22F9B7}" dt="2026-10-23T12:15:20.199" v="0" actId="34807"/>
          <ac:spMkLst>
            <pc:docMk/>
            <pc:sldMk cId="393294588" sldId="10291"/>
            <ac:spMk id="11837" creationId="{441FCFF6-D1AB-978F-7CE4-21315F12D68C}"/>
          </ac:spMkLst>
        </pc:spChg>
        <pc:spChg chg="mod">
          <ac:chgData name="" userId="" providerId="" clId="Web-{57FA6384-6D64-4017-8C8D-103F9B22F9B7}" dt="2026-10-23T12:15:54.450" v="1" actId="34807"/>
          <ac:spMkLst>
            <pc:docMk/>
            <pc:sldMk cId="393294588" sldId="10291"/>
            <ac:spMk id="20476" creationId="{3453274B-E1CC-98E2-F011-E40B86A3AE82}"/>
          </ac:spMkLst>
        </pc:spChg>
        <pc:spChg chg="mod">
          <ac:chgData name="" userId="" providerId="" clId="Web-{57FA6384-6D64-4017-8C8D-103F9B22F9B7}" dt="2026-10-23T12:15:54.450" v="1" actId="34807"/>
          <ac:spMkLst>
            <pc:docMk/>
            <pc:sldMk cId="393294588" sldId="10291"/>
            <ac:spMk id="20493" creationId="{3D8DA844-3DBE-ED5F-42DD-37640EAA59C2}"/>
          </ac:spMkLst>
        </pc:spChg>
        <pc:spChg chg="mod">
          <ac:chgData name="" userId="" providerId="" clId="Web-{57FA6384-6D64-4017-8C8D-103F9B22F9B7}" dt="2026-10-23T13:01:01.345" v="74" actId="34807"/>
          <ac:spMkLst>
            <pc:docMk/>
            <pc:sldMk cId="393294588" sldId="10291"/>
            <ac:spMk id="20511" creationId="{349BC516-00F6-6B22-EE1D-92C023885882}"/>
          </ac:spMkLst>
        </pc:spChg>
        <pc:spChg chg="mod">
          <ac:chgData name="" userId="" providerId="" clId="Web-{57FA6384-6D64-4017-8C8D-103F9B22F9B7}" dt="2026-10-23T12:15:54.450" v="1" actId="34807"/>
          <ac:spMkLst>
            <pc:docMk/>
            <pc:sldMk cId="393294588" sldId="10291"/>
            <ac:spMk id="20616" creationId="{BF534471-1B70-EA3F-7541-9F227EF3F426}"/>
          </ac:spMkLst>
        </pc:spChg>
        <pc:spChg chg="mod">
          <ac:chgData name="" userId="" providerId="" clId="Web-{57FA6384-6D64-4017-8C8D-103F9B22F9B7}" dt="2026-10-23T13:01:01.345" v="74" actId="34807"/>
          <ac:spMkLst>
            <pc:docMk/>
            <pc:sldMk cId="393294588" sldId="10291"/>
            <ac:spMk id="20665" creationId="{5EFAE9E9-2493-E122-D313-DA03A6656261}"/>
          </ac:spMkLst>
        </pc:spChg>
        <pc:spChg chg="mod">
          <ac:chgData name="" userId="" providerId="" clId="Web-{57FA6384-6D64-4017-8C8D-103F9B22F9B7}" dt="2026-10-23T13:01:01.345" v="74" actId="34807"/>
          <ac:spMkLst>
            <pc:docMk/>
            <pc:sldMk cId="393294588" sldId="10291"/>
            <ac:spMk id="21687" creationId="{11F9F6B1-929E-0AE5-6DA1-D5D5D9618710}"/>
          </ac:spMkLst>
        </pc:spChg>
      </pc:sldChg>
      <pc:sldChg chg="addSp delSp modSp">
        <pc:chgData name="" userId="" providerId="" clId="Web-{57FA6384-6D64-4017-8C8D-103F9B22F9B7}" dt="2026-10-23T13:00:51.251" v="73" actId="34807"/>
        <pc:sldMkLst>
          <pc:docMk/>
          <pc:sldMk cId="37000430" sldId="10492"/>
        </pc:sldMkLst>
        <pc:spChg chg="del">
          <ac:chgData name="" userId="" providerId="" clId="Web-{57FA6384-6D64-4017-8C8D-103F9B22F9B7}" dt="2026-10-23T13:00:51.251" v="73" actId="34807"/>
          <ac:spMkLst>
            <pc:docMk/>
            <pc:sldMk cId="37000430" sldId="10492"/>
            <ac:spMk id="26328" creationId="{2CD312DA-E631-B122-1DD9-6A0EBE27A3C3}"/>
          </ac:spMkLst>
        </pc:spChg>
        <pc:spChg chg="del">
          <ac:chgData name="" userId="" providerId="" clId="Web-{57FA6384-6D64-4017-8C8D-103F9B22F9B7}" dt="2026-10-23T13:00:51.251" v="73" actId="34807"/>
          <ac:spMkLst>
            <pc:docMk/>
            <pc:sldMk cId="37000430" sldId="10492"/>
            <ac:spMk id="26337" creationId="{18C9B547-0F21-C584-D246-D8189DACA38D}"/>
          </ac:spMkLst>
        </pc:spChg>
        <pc:spChg chg="del">
          <ac:chgData name="" userId="" providerId="" clId="Web-{57FA6384-6D64-4017-8C8D-103F9B22F9B7}" dt="2026-10-23T13:00:51.251" v="73" actId="34807"/>
          <ac:spMkLst>
            <pc:docMk/>
            <pc:sldMk cId="37000430" sldId="10492"/>
            <ac:spMk id="26363" creationId="{85AE8FDE-EB12-723D-28DE-21ACC111025C}"/>
          </ac:spMkLst>
        </pc:spChg>
        <pc:spChg chg="del">
          <ac:chgData name="" userId="" providerId="" clId="Web-{57FA6384-6D64-4017-8C8D-103F9B22F9B7}" dt="2026-10-23T13:00:51.251" v="73" actId="34807"/>
          <ac:spMkLst>
            <pc:docMk/>
            <pc:sldMk cId="37000430" sldId="10492"/>
            <ac:spMk id="26382" creationId="{64BEC373-8FC9-BB90-AAAE-C686A5AF4389}"/>
          </ac:spMkLst>
        </pc:spChg>
        <pc:spChg chg="del">
          <ac:chgData name="" userId="" providerId="" clId="Web-{57FA6384-6D64-4017-8C8D-103F9B22F9B7}" dt="2026-10-23T13:00:51.251" v="73" actId="34807"/>
          <ac:spMkLst>
            <pc:docMk/>
            <pc:sldMk cId="37000430" sldId="10492"/>
            <ac:spMk id="26393" creationId="{70171F36-82B9-28B0-9B86-92234384B1EA}"/>
          </ac:spMkLst>
        </pc:spChg>
        <pc:spChg chg="del">
          <ac:chgData name="" userId="" providerId="" clId="Web-{57FA6384-6D64-4017-8C8D-103F9B22F9B7}" dt="2026-10-23T13:00:51.251" v="73" actId="34807"/>
          <ac:spMkLst>
            <pc:docMk/>
            <pc:sldMk cId="37000430" sldId="10492"/>
            <ac:spMk id="26405" creationId="{27F614B1-E5A0-EF31-9F30-8EF91B61C288}"/>
          </ac:spMkLst>
        </pc:spChg>
        <pc:spChg chg="del">
          <ac:chgData name="" userId="" providerId="" clId="Web-{57FA6384-6D64-4017-8C8D-103F9B22F9B7}" dt="2026-10-23T13:00:51.251" v="73" actId="34807"/>
          <ac:spMkLst>
            <pc:docMk/>
            <pc:sldMk cId="37000430" sldId="10492"/>
            <ac:spMk id="28147" creationId="{BB261724-A10C-89DE-23F0-F6D39DC89F8F}"/>
          </ac:spMkLst>
        </pc:spChg>
        <pc:spChg chg="del">
          <ac:chgData name="" userId="" providerId="" clId="Web-{57FA6384-6D64-4017-8C8D-103F9B22F9B7}" dt="2026-10-23T13:00:51.251" v="73" actId="34807"/>
          <ac:spMkLst>
            <pc:docMk/>
            <pc:sldMk cId="37000430" sldId="10492"/>
            <ac:spMk id="28150" creationId="{4B7267B9-F59B-4FFF-4FA7-D48CE8C64591}"/>
          </ac:spMkLst>
        </pc:spChg>
        <pc:spChg chg="del">
          <ac:chgData name="" userId="" providerId="" clId="Web-{57FA6384-6D64-4017-8C8D-103F9B22F9B7}" dt="2026-10-23T13:00:51.251" v="73" actId="34807"/>
          <ac:spMkLst>
            <pc:docMk/>
            <pc:sldMk cId="37000430" sldId="10492"/>
            <ac:spMk id="28154" creationId="{A9D76F4B-2356-C4EA-69D2-21D821E3DBC2}"/>
          </ac:spMkLst>
        </pc:spChg>
        <pc:spChg chg="del">
          <ac:chgData name="" userId="" providerId="" clId="Web-{57FA6384-6D64-4017-8C8D-103F9B22F9B7}" dt="2026-10-23T12:21:59.742" v="6" actId="34807"/>
          <ac:spMkLst>
            <pc:docMk/>
            <pc:sldMk cId="37000430" sldId="10492"/>
            <ac:spMk id="28165" creationId="{67E5CBB2-3D38-01CE-2D16-62FFCAF77AB0}"/>
          </ac:spMkLst>
        </pc:spChg>
        <pc:spChg chg="del">
          <ac:chgData name="" userId="" providerId="" clId="Web-{57FA6384-6D64-4017-8C8D-103F9B22F9B7}" dt="2026-10-23T12:21:59.742" v="6" actId="34807"/>
          <ac:spMkLst>
            <pc:docMk/>
            <pc:sldMk cId="37000430" sldId="10492"/>
            <ac:spMk id="28172" creationId="{D1464F25-4BB7-B1F3-7A3B-8F6832F9155B}"/>
          </ac:spMkLst>
        </pc:spChg>
        <pc:spChg chg="add mod">
          <ac:chgData name="" userId="" providerId="" clId="Web-{57FA6384-6D64-4017-8C8D-103F9B22F9B7}" dt="2026-10-23T12:21:58.054" v="5" actId="34807"/>
          <ac:spMkLst>
            <pc:docMk/>
            <pc:sldMk cId="37000430" sldId="10492"/>
            <ac:spMk id="30771" creationId="{5D0610C3-F1A0-7F1E-AD88-0416098A9E16}"/>
          </ac:spMkLst>
        </pc:spChg>
        <pc:spChg chg="add del mod">
          <ac:chgData name="" userId="" providerId="" clId="Web-{57FA6384-6D64-4017-8C8D-103F9B22F9B7}" dt="2026-10-23T13:00:51.251" v="73" actId="34807"/>
          <ac:spMkLst>
            <pc:docMk/>
            <pc:sldMk cId="37000430" sldId="10492"/>
            <ac:spMk id="30773" creationId="{34CE990A-B84B-F5E5-3933-CF120B9E1CDA}"/>
          </ac:spMkLst>
        </pc:spChg>
        <pc:spChg chg="add mod">
          <ac:chgData name="" userId="" providerId="" clId="Web-{57FA6384-6D64-4017-8C8D-103F9B22F9B7}" dt="2026-10-23T13:00:47.657" v="72" actId="34807"/>
          <ac:spMkLst>
            <pc:docMk/>
            <pc:sldMk cId="37000430" sldId="10492"/>
            <ac:spMk id="55954" creationId="{A1BC8B18-EE5C-20F4-418E-4265A14DFBC9}"/>
          </ac:spMkLst>
        </pc:spChg>
        <pc:spChg chg="add mod">
          <ac:chgData name="" userId="" providerId="" clId="Web-{57FA6384-6D64-4017-8C8D-103F9B22F9B7}" dt="2026-10-23T13:00:47.657" v="72" actId="34807"/>
          <ac:spMkLst>
            <pc:docMk/>
            <pc:sldMk cId="37000430" sldId="10492"/>
            <ac:spMk id="56089" creationId="{6B00B373-DE4C-D8F9-14EB-0592670CA482}"/>
          </ac:spMkLst>
        </pc:spChg>
        <pc:spChg chg="add mod">
          <ac:chgData name="" userId="" providerId="" clId="Web-{57FA6384-6D64-4017-8C8D-103F9B22F9B7}" dt="2026-10-23T13:00:47.657" v="72" actId="34807"/>
          <ac:spMkLst>
            <pc:docMk/>
            <pc:sldMk cId="37000430" sldId="10492"/>
            <ac:spMk id="56331" creationId="{15670FB3-0448-30B4-0FAD-F1CEE1D79212}"/>
          </ac:spMkLst>
        </pc:spChg>
        <pc:spChg chg="add mod">
          <ac:chgData name="" userId="" providerId="" clId="Web-{57FA6384-6D64-4017-8C8D-103F9B22F9B7}" dt="2026-10-23T13:00:47.657" v="72" actId="34807"/>
          <ac:spMkLst>
            <pc:docMk/>
            <pc:sldMk cId="37000430" sldId="10492"/>
            <ac:spMk id="56514" creationId="{4A7ABD32-D3EA-303C-7122-A3A62278D4B2}"/>
          </ac:spMkLst>
        </pc:spChg>
        <pc:spChg chg="add mod">
          <ac:chgData name="" userId="" providerId="" clId="Web-{57FA6384-6D64-4017-8C8D-103F9B22F9B7}" dt="2026-10-23T13:00:47.657" v="72" actId="34807"/>
          <ac:spMkLst>
            <pc:docMk/>
            <pc:sldMk cId="37000430" sldId="10492"/>
            <ac:spMk id="56583" creationId="{6D1C6EE0-F174-28FF-6825-DE1D178386ED}"/>
          </ac:spMkLst>
        </pc:spChg>
        <pc:spChg chg="add mod">
          <ac:chgData name="" userId="" providerId="" clId="Web-{57FA6384-6D64-4017-8C8D-103F9B22F9B7}" dt="2026-10-23T13:00:47.657" v="72" actId="34807"/>
          <ac:spMkLst>
            <pc:docMk/>
            <pc:sldMk cId="37000430" sldId="10492"/>
            <ac:spMk id="57493" creationId="{C2C2448A-2131-FC89-AECA-D2A15C7FD84F}"/>
          </ac:spMkLst>
        </pc:spChg>
        <pc:spChg chg="add mod">
          <ac:chgData name="" userId="" providerId="" clId="Web-{57FA6384-6D64-4017-8C8D-103F9B22F9B7}" dt="2026-10-23T13:00:47.657" v="72" actId="34807"/>
          <ac:spMkLst>
            <pc:docMk/>
            <pc:sldMk cId="37000430" sldId="10492"/>
            <ac:spMk id="58098" creationId="{8CA2DE57-A57D-7DCC-DD15-FB5218ACDE5E}"/>
          </ac:spMkLst>
        </pc:spChg>
        <pc:spChg chg="add mod">
          <ac:chgData name="" userId="" providerId="" clId="Web-{57FA6384-6D64-4017-8C8D-103F9B22F9B7}" dt="2026-10-23T13:00:47.657" v="72" actId="34807"/>
          <ac:spMkLst>
            <pc:docMk/>
            <pc:sldMk cId="37000430" sldId="10492"/>
            <ac:spMk id="58231" creationId="{8C7D54F9-CB6F-411E-33F4-A6C2F04009FF}"/>
          </ac:spMkLst>
        </pc:spChg>
        <pc:spChg chg="add mod">
          <ac:chgData name="" userId="" providerId="" clId="Web-{57FA6384-6D64-4017-8C8D-103F9B22F9B7}" dt="2026-10-23T13:00:47.657" v="72" actId="34807"/>
          <ac:spMkLst>
            <pc:docMk/>
            <pc:sldMk cId="37000430" sldId="10492"/>
            <ac:spMk id="58509" creationId="{0C5F958E-0683-2D04-8ED9-5D2D0321F839}"/>
          </ac:spMkLst>
        </pc:spChg>
        <pc:spChg chg="add mod">
          <ac:chgData name="" userId="" providerId="" clId="Web-{57FA6384-6D64-4017-8C8D-103F9B22F9B7}" dt="2026-10-23T13:00:47.657" v="72" actId="34807"/>
          <ac:spMkLst>
            <pc:docMk/>
            <pc:sldMk cId="37000430" sldId="10492"/>
            <ac:spMk id="59869" creationId="{7BAF922C-E212-5B3E-B1EA-FFD16C94A4D5}"/>
          </ac:spMkLst>
        </pc:spChg>
      </pc:sldChg>
      <pc:sldChg chg="modSp">
        <pc:chgData name="" userId="" providerId="" clId="Web-{57FA6384-6D64-4017-8C8D-103F9B22F9B7}" dt="2026-10-23T12:22:11.258" v="7" actId="34807"/>
        <pc:sldMkLst>
          <pc:docMk/>
          <pc:sldMk cId="3436143259" sldId="10694"/>
        </pc:sldMkLst>
        <pc:spChg chg="mod">
          <ac:chgData name="" userId="" providerId="" clId="Web-{57FA6384-6D64-4017-8C8D-103F9B22F9B7}" dt="2026-10-23T12:22:11.258" v="7" actId="34807"/>
          <ac:spMkLst>
            <pc:docMk/>
            <pc:sldMk cId="3436143259" sldId="10694"/>
            <ac:spMk id="29571" creationId="{EBE43A13-3E29-A2B5-EB39-FEA7D82348D1}"/>
          </ac:spMkLst>
        </pc:spChg>
        <pc:spChg chg="mod">
          <ac:chgData name="" userId="" providerId="" clId="Web-{57FA6384-6D64-4017-8C8D-103F9B22F9B7}" dt="2026-10-23T12:22:11.258" v="7" actId="34807"/>
          <ac:spMkLst>
            <pc:docMk/>
            <pc:sldMk cId="3436143259" sldId="10694"/>
            <ac:spMk id="29595" creationId="{92060F2F-76B6-E2FD-8460-5FED3E96A563}"/>
          </ac:spMkLst>
        </pc:spChg>
        <pc:spChg chg="mod">
          <ac:chgData name="" userId="" providerId="" clId="Web-{57FA6384-6D64-4017-8C8D-103F9B22F9B7}" dt="2026-10-23T12:22:11.258" v="7" actId="34807"/>
          <ac:spMkLst>
            <pc:docMk/>
            <pc:sldMk cId="3436143259" sldId="10694"/>
            <ac:spMk id="29628" creationId="{DE06B1F2-C175-8E27-3BC6-6CBDDD83348D}"/>
          </ac:spMkLst>
        </pc:spChg>
        <pc:spChg chg="mod">
          <ac:chgData name="" userId="" providerId="" clId="Web-{57FA6384-6D64-4017-8C8D-103F9B22F9B7}" dt="2026-10-23T12:22:11.258" v="7" actId="34807"/>
          <ac:spMkLst>
            <pc:docMk/>
            <pc:sldMk cId="3436143259" sldId="10694"/>
            <ac:spMk id="29670" creationId="{7E10A2C5-995F-E5E4-F6FA-A582F4CE9D25}"/>
          </ac:spMkLst>
        </pc:spChg>
      </pc:sldChg>
      <pc:sldChg chg="modSp">
        <pc:chgData name="" userId="" providerId="" clId="Web-{57FA6384-6D64-4017-8C8D-103F9B22F9B7}" dt="2026-10-23T12:22:11.258" v="7" actId="34807"/>
        <pc:sldMkLst>
          <pc:docMk/>
          <pc:sldMk cId="3209283780" sldId="11101"/>
        </pc:sldMkLst>
        <pc:spChg chg="mod">
          <ac:chgData name="" userId="" providerId="" clId="Web-{57FA6384-6D64-4017-8C8D-103F9B22F9B7}" dt="2026-10-23T12:22:11.258" v="7" actId="34807"/>
          <ac:spMkLst>
            <pc:docMk/>
            <pc:sldMk cId="3209283780" sldId="11101"/>
            <ac:spMk id="30431" creationId="{DECBF550-1568-A934-698E-9C0807D5096C}"/>
          </ac:spMkLst>
        </pc:spChg>
      </pc:sldChg>
      <pc:sldChg chg="modSp">
        <pc:chgData name="" userId="" providerId="" clId="Web-{57FA6384-6D64-4017-8C8D-103F9B22F9B7}" dt="2026-10-23T12:22:11.258" v="7" actId="34807"/>
        <pc:sldMkLst>
          <pc:docMk/>
          <pc:sldMk cId="726773401" sldId="11306"/>
        </pc:sldMkLst>
        <pc:spChg chg="mod">
          <ac:chgData name="" userId="" providerId="" clId="Web-{57FA6384-6D64-4017-8C8D-103F9B22F9B7}" dt="2026-10-23T12:22:11.258" v="7" actId="34807"/>
          <ac:spMkLst>
            <pc:docMk/>
            <pc:sldMk cId="726773401" sldId="11306"/>
            <ac:spMk id="28200" creationId="{43E9EF19-F2EF-14D1-E67B-48742413E19A}"/>
          </ac:spMkLst>
        </pc:spChg>
        <pc:spChg chg="mod">
          <ac:chgData name="" userId="" providerId="" clId="Web-{57FA6384-6D64-4017-8C8D-103F9B22F9B7}" dt="2026-10-23T12:22:11.258" v="7" actId="34807"/>
          <ac:spMkLst>
            <pc:docMk/>
            <pc:sldMk cId="726773401" sldId="11306"/>
            <ac:spMk id="28217" creationId="{D41DE537-3C00-73D7-19A5-FAA1A60725DE}"/>
          </ac:spMkLst>
        </pc:spChg>
        <pc:spChg chg="mod">
          <ac:chgData name="" userId="" providerId="" clId="Web-{57FA6384-6D64-4017-8C8D-103F9B22F9B7}" dt="2026-10-23T12:22:11.258" v="7" actId="34807"/>
          <ac:spMkLst>
            <pc:docMk/>
            <pc:sldMk cId="726773401" sldId="11306"/>
            <ac:spMk id="28238" creationId="{09D7E340-DE12-3D97-5F4D-0200311D8755}"/>
          </ac:spMkLst>
        </pc:spChg>
        <pc:spChg chg="mod">
          <ac:chgData name="" userId="" providerId="" clId="Web-{57FA6384-6D64-4017-8C8D-103F9B22F9B7}" dt="2026-10-23T12:22:11.258" v="7" actId="34807"/>
          <ac:spMkLst>
            <pc:docMk/>
            <pc:sldMk cId="726773401" sldId="11306"/>
            <ac:spMk id="28263" creationId="{FD785EC6-0097-B623-B7DF-A6D93FFB04FE}"/>
          </ac:spMkLst>
        </pc:spChg>
        <pc:spChg chg="mod">
          <ac:chgData name="" userId="" providerId="" clId="Web-{57FA6384-6D64-4017-8C8D-103F9B22F9B7}" dt="2026-10-23T12:22:11.258" v="7" actId="34807"/>
          <ac:spMkLst>
            <pc:docMk/>
            <pc:sldMk cId="726773401" sldId="11306"/>
            <ac:spMk id="28277" creationId="{E0CC5159-7000-824B-A0BA-B7BDAB416E5E}"/>
          </ac:spMkLst>
        </pc:spChg>
      </pc:sldChg>
      <pc:sldChg chg="modSp">
        <pc:chgData name="" userId="" providerId="" clId="Web-{57FA6384-6D64-4017-8C8D-103F9B22F9B7}" dt="2026-10-23T12:22:11.258" v="7" actId="34807"/>
        <pc:sldMkLst>
          <pc:docMk/>
          <pc:sldMk cId="2139460247" sldId="11512"/>
        </pc:sldMkLst>
        <pc:spChg chg="mod">
          <ac:chgData name="" userId="" providerId="" clId="Web-{57FA6384-6D64-4017-8C8D-103F9B22F9B7}" dt="2026-10-23T12:22:11.258" v="7" actId="34807"/>
          <ac:spMkLst>
            <pc:docMk/>
            <pc:sldMk cId="2139460247" sldId="11512"/>
            <ac:spMk id="26460" creationId="{67CC1A02-C4B2-85D1-48E0-EC4DA019D9B9}"/>
          </ac:spMkLst>
        </pc:spChg>
        <pc:spChg chg="mod">
          <ac:chgData name="" userId="" providerId="" clId="Web-{57FA6384-6D64-4017-8C8D-103F9B22F9B7}" dt="2026-10-23T12:22:11.258" v="7" actId="34807"/>
          <ac:spMkLst>
            <pc:docMk/>
            <pc:sldMk cId="2139460247" sldId="11512"/>
            <ac:spMk id="26477" creationId="{C1E351E2-6F23-653A-DA90-37D625E2CB76}"/>
          </ac:spMkLst>
        </pc:spChg>
        <pc:spChg chg="mod">
          <ac:chgData name="" userId="" providerId="" clId="Web-{57FA6384-6D64-4017-8C8D-103F9B22F9B7}" dt="2026-10-23T12:22:11.258" v="7" actId="34807"/>
          <ac:spMkLst>
            <pc:docMk/>
            <pc:sldMk cId="2139460247" sldId="11512"/>
            <ac:spMk id="26498" creationId="{E589BE57-8CE7-41B7-25A6-8D3AA9C3A6F3}"/>
          </ac:spMkLst>
        </pc:spChg>
        <pc:spChg chg="mod">
          <ac:chgData name="" userId="" providerId="" clId="Web-{57FA6384-6D64-4017-8C8D-103F9B22F9B7}" dt="2026-10-23T12:22:11.258" v="7" actId="34807"/>
          <ac:spMkLst>
            <pc:docMk/>
            <pc:sldMk cId="2139460247" sldId="11512"/>
            <ac:spMk id="26523" creationId="{0B0D5A5E-21C4-896E-34CB-F1FB7C9D40CF}"/>
          </ac:spMkLst>
        </pc:spChg>
        <pc:spChg chg="mod">
          <ac:chgData name="" userId="" providerId="" clId="Web-{57FA6384-6D64-4017-8C8D-103F9B22F9B7}" dt="2026-10-23T12:22:11.258" v="7" actId="34807"/>
          <ac:spMkLst>
            <pc:docMk/>
            <pc:sldMk cId="2139460247" sldId="11512"/>
            <ac:spMk id="26537" creationId="{E990F95E-141E-F3A0-10F5-8396EB23DCB7}"/>
          </ac:spMkLst>
        </pc:spChg>
      </pc:sldChg>
      <pc:sldChg chg="addSp modSp modNotesTx">
        <pc:chgData name="" userId="" providerId="" clId="Web-{57FA6384-6D64-4017-8C8D-103F9B22F9B7}" dt="2026-10-23T12:37:08.718" v="26" actId="34807"/>
        <pc:sldMkLst>
          <pc:docMk/>
          <pc:sldMk cId="3781609771" sldId="11719"/>
        </pc:sldMkLst>
        <pc:spChg chg="add mod">
          <ac:chgData name="" userId="" providerId="" clId="Web-{57FA6384-6D64-4017-8C8D-103F9B22F9B7}" dt="2026-10-23T12:37:07.952" v="25" actId="34807"/>
          <ac:spMkLst>
            <pc:docMk/>
            <pc:sldMk cId="3781609771" sldId="11719"/>
            <ac:spMk id="33469" creationId="{5ED96B17-6DA7-D727-B84E-8755EA0D7B56}"/>
          </ac:spMkLst>
        </pc:spChg>
        <pc:spChg chg="add mod">
          <ac:chgData name="" userId="" providerId="" clId="Web-{57FA6384-6D64-4017-8C8D-103F9B22F9B7}" dt="2026-10-23T12:37:07.952" v="25" actId="34807"/>
          <ac:spMkLst>
            <pc:docMk/>
            <pc:sldMk cId="3781609771" sldId="11719"/>
            <ac:spMk id="33472" creationId="{F3732923-56C7-64F7-7D4A-4231FE72711E}"/>
          </ac:spMkLst>
        </pc:spChg>
        <pc:spChg chg="add mod">
          <ac:chgData name="" userId="" providerId="" clId="Web-{57FA6384-6D64-4017-8C8D-103F9B22F9B7}" dt="2026-10-23T12:37:07.952" v="25" actId="34807"/>
          <ac:spMkLst>
            <pc:docMk/>
            <pc:sldMk cId="3781609771" sldId="11719"/>
            <ac:spMk id="33502" creationId="{958138B2-CD0F-62CF-62A2-0A7475BCE19A}"/>
          </ac:spMkLst>
        </pc:spChg>
        <pc:spChg chg="add mod">
          <ac:chgData name="" userId="" providerId="" clId="Web-{57FA6384-6D64-4017-8C8D-103F9B22F9B7}" dt="2026-10-23T12:37:07.952" v="25" actId="34807"/>
          <ac:spMkLst>
            <pc:docMk/>
            <pc:sldMk cId="3781609771" sldId="11719"/>
            <ac:spMk id="33511" creationId="{BDBA8478-B452-82F8-F402-CAE1FDBFBD34}"/>
          </ac:spMkLst>
        </pc:spChg>
        <pc:spChg chg="add mod">
          <ac:chgData name="" userId="" providerId="" clId="Web-{57FA6384-6D64-4017-8C8D-103F9B22F9B7}" dt="2026-10-23T12:37:07.952" v="25" actId="34807"/>
          <ac:spMkLst>
            <pc:docMk/>
            <pc:sldMk cId="3781609771" sldId="11719"/>
            <ac:spMk id="33532" creationId="{00DED3D4-429B-618D-C986-6DFD87C266B8}"/>
          </ac:spMkLst>
        </pc:spChg>
        <pc:spChg chg="add mod">
          <ac:chgData name="" userId="" providerId="" clId="Web-{57FA6384-6D64-4017-8C8D-103F9B22F9B7}" dt="2026-10-23T12:37:07.952" v="25" actId="34807"/>
          <ac:spMkLst>
            <pc:docMk/>
            <pc:sldMk cId="3781609771" sldId="11719"/>
            <ac:spMk id="33557" creationId="{8625DA5F-C35C-FCBD-BD0C-F838F942376D}"/>
          </ac:spMkLst>
        </pc:spChg>
        <pc:spChg chg="add mod">
          <ac:chgData name="" userId="" providerId="" clId="Web-{57FA6384-6D64-4017-8C8D-103F9B22F9B7}" dt="2026-10-23T12:37:07.952" v="25" actId="34807"/>
          <ac:spMkLst>
            <pc:docMk/>
            <pc:sldMk cId="3781609771" sldId="11719"/>
            <ac:spMk id="33586" creationId="{F81062BA-2E57-10C1-C585-49A65E50898F}"/>
          </ac:spMkLst>
        </pc:spChg>
        <pc:spChg chg="add mod">
          <ac:chgData name="" userId="" providerId="" clId="Web-{57FA6384-6D64-4017-8C8D-103F9B22F9B7}" dt="2026-10-23T12:37:07.952" v="25" actId="34807"/>
          <ac:spMkLst>
            <pc:docMk/>
            <pc:sldMk cId="3781609771" sldId="11719"/>
            <ac:spMk id="33619" creationId="{1D790FDD-679D-8A99-1DD7-F0A56916BE73}"/>
          </ac:spMkLst>
        </pc:spChg>
        <pc:spChg chg="add mod">
          <ac:chgData name="" userId="" providerId="" clId="Web-{57FA6384-6D64-4017-8C8D-103F9B22F9B7}" dt="2026-10-23T12:37:07.952" v="25" actId="34807"/>
          <ac:spMkLst>
            <pc:docMk/>
            <pc:sldMk cId="3781609771" sldId="11719"/>
            <ac:spMk id="33656" creationId="{CB0960BF-71CF-9CE4-4CB4-CB9127E4FA92}"/>
          </ac:spMkLst>
        </pc:spChg>
        <pc:spChg chg="add mod">
          <ac:chgData name="" userId="" providerId="" clId="Web-{57FA6384-6D64-4017-8C8D-103F9B22F9B7}" dt="2026-10-23T12:37:07.952" v="25" actId="34807"/>
          <ac:spMkLst>
            <pc:docMk/>
            <pc:sldMk cId="3781609771" sldId="11719"/>
            <ac:spMk id="33766" creationId="{C9C97154-3EF2-D730-28F6-89B31189621E}"/>
          </ac:spMkLst>
        </pc:spChg>
        <pc:picChg chg="add mod">
          <ac:chgData name="" userId="" providerId="" clId="Web-{57FA6384-6D64-4017-8C8D-103F9B22F9B7}" dt="2026-10-23T12:36:59.467" v="24" actId="34807"/>
          <ac:picMkLst>
            <pc:docMk/>
            <pc:sldMk cId="3781609771" sldId="11719"/>
            <ac:picMk id="33466" creationId="{FCC31DCE-56D6-64E7-3654-5D53B5CCCDEB}"/>
          </ac:picMkLst>
        </pc:picChg>
      </pc:sldChg>
      <pc:sldChg chg="addSp modSp modNotesTx">
        <pc:chgData name="" userId="" providerId="" clId="Web-{57FA6384-6D64-4017-8C8D-103F9B22F9B7}" dt="2026-10-23T12:37:22.812" v="29" actId="34807"/>
        <pc:sldMkLst>
          <pc:docMk/>
          <pc:sldMk cId="917117059" sldId="11927"/>
        </pc:sldMkLst>
        <pc:spChg chg="add mod">
          <ac:chgData name="" userId="" providerId="" clId="Web-{57FA6384-6D64-4017-8C8D-103F9B22F9B7}" dt="2026-10-23T12:37:21.202" v="27" actId="34807"/>
          <ac:spMkLst>
            <pc:docMk/>
            <pc:sldMk cId="917117059" sldId="11927"/>
            <ac:spMk id="33794" creationId="{EE5C6520-8647-A940-478F-BACD7D0B7972}"/>
          </ac:spMkLst>
        </pc:spChg>
        <pc:spChg chg="add mod">
          <ac:chgData name="" userId="" providerId="" clId="Web-{57FA6384-6D64-4017-8C8D-103F9B22F9B7}" dt="2026-10-23T12:37:21.202" v="27" actId="34807"/>
          <ac:spMkLst>
            <pc:docMk/>
            <pc:sldMk cId="917117059" sldId="11927"/>
            <ac:spMk id="33797" creationId="{CDD81867-194D-F8E0-39A9-C33AA9D003B0}"/>
          </ac:spMkLst>
        </pc:spChg>
        <pc:spChg chg="add mod">
          <ac:chgData name="" userId="" providerId="" clId="Web-{57FA6384-6D64-4017-8C8D-103F9B22F9B7}" dt="2026-10-23T12:37:21.202" v="27" actId="34807"/>
          <ac:spMkLst>
            <pc:docMk/>
            <pc:sldMk cId="917117059" sldId="11927"/>
            <ac:spMk id="33869" creationId="{8DE705A7-A914-4079-3C05-E4B991B4DFE4}"/>
          </ac:spMkLst>
        </pc:spChg>
        <pc:spChg chg="add mod">
          <ac:chgData name="" userId="" providerId="" clId="Web-{57FA6384-6D64-4017-8C8D-103F9B22F9B7}" dt="2026-10-23T12:37:21.202" v="27" actId="34807"/>
          <ac:spMkLst>
            <pc:docMk/>
            <pc:sldMk cId="917117059" sldId="11927"/>
            <ac:spMk id="33882" creationId="{41938319-EED0-89C8-D41E-E61D624211BB}"/>
          </ac:spMkLst>
        </pc:spChg>
        <pc:spChg chg="add mod">
          <ac:chgData name="" userId="" providerId="" clId="Web-{57FA6384-6D64-4017-8C8D-103F9B22F9B7}" dt="2026-10-23T12:37:21.202" v="27" actId="34807"/>
          <ac:spMkLst>
            <pc:docMk/>
            <pc:sldMk cId="917117059" sldId="11927"/>
            <ac:spMk id="33896" creationId="{2E31727C-D1A6-FBDE-DAB3-953D96FE6A10}"/>
          </ac:spMkLst>
        </pc:spChg>
        <pc:spChg chg="add mod">
          <ac:chgData name="" userId="" providerId="" clId="Web-{57FA6384-6D64-4017-8C8D-103F9B22F9B7}" dt="2026-10-23T12:37:21.202" v="27" actId="34807"/>
          <ac:spMkLst>
            <pc:docMk/>
            <pc:sldMk cId="917117059" sldId="11927"/>
            <ac:spMk id="33944" creationId="{E90EA6E2-11C9-247B-3D72-51708358E2ED}"/>
          </ac:spMkLst>
        </pc:spChg>
        <pc:spChg chg="add mod">
          <ac:chgData name="" userId="" providerId="" clId="Web-{57FA6384-6D64-4017-8C8D-103F9B22F9B7}" dt="2026-10-23T12:37:21.202" v="27" actId="34807"/>
          <ac:spMkLst>
            <pc:docMk/>
            <pc:sldMk cId="917117059" sldId="11927"/>
            <ac:spMk id="34116" creationId="{D0AB4E46-27F2-44F1-C122-574878B1BA9F}"/>
          </ac:spMkLst>
        </pc:spChg>
        <pc:spChg chg="add mod">
          <ac:chgData name="" userId="" providerId="" clId="Web-{57FA6384-6D64-4017-8C8D-103F9B22F9B7}" dt="2026-10-23T12:37:21.202" v="27" actId="34807"/>
          <ac:spMkLst>
            <pc:docMk/>
            <pc:sldMk cId="917117059" sldId="11927"/>
            <ac:spMk id="34142" creationId="{181584BE-691A-3C70-CA4D-CC49703C1289}"/>
          </ac:spMkLst>
        </pc:spChg>
        <pc:spChg chg="add mod">
          <ac:chgData name="" userId="" providerId="" clId="Web-{57FA6384-6D64-4017-8C8D-103F9B22F9B7}" dt="2026-10-23T12:37:21.202" v="27" actId="34807"/>
          <ac:spMkLst>
            <pc:docMk/>
            <pc:sldMk cId="917117059" sldId="11927"/>
            <ac:spMk id="34197" creationId="{6246DA79-2DF2-5868-3B6E-EEA9CEA2889A}"/>
          </ac:spMkLst>
        </pc:spChg>
        <pc:spChg chg="add mod">
          <ac:chgData name="" userId="" providerId="" clId="Web-{57FA6384-6D64-4017-8C8D-103F9B22F9B7}" dt="2026-10-23T12:37:21.202" v="27" actId="34807"/>
          <ac:spMkLst>
            <pc:docMk/>
            <pc:sldMk cId="917117059" sldId="11927"/>
            <ac:spMk id="34421" creationId="{191C83CA-20AA-B130-DB88-F0C7C765239F}"/>
          </ac:spMkLst>
        </pc:spChg>
        <pc:picChg chg="add mod">
          <ac:chgData name="" userId="" providerId="" clId="Web-{57FA6384-6D64-4017-8C8D-103F9B22F9B7}" dt="2026-10-23T12:37:22.015" v="28" actId="34807"/>
          <ac:picMkLst>
            <pc:docMk/>
            <pc:sldMk cId="917117059" sldId="11927"/>
            <ac:picMk id="34458" creationId="{0630750D-0D92-BCF6-2390-327B1BA10D24}"/>
          </ac:picMkLst>
        </pc:picChg>
        <pc:picChg chg="add mod">
          <ac:chgData name="" userId="" providerId="" clId="Web-{57FA6384-6D64-4017-8C8D-103F9B22F9B7}" dt="2026-10-23T12:37:22.015" v="28" actId="34807"/>
          <ac:picMkLst>
            <pc:docMk/>
            <pc:sldMk cId="917117059" sldId="11927"/>
            <ac:picMk id="34459" creationId="{BB197DA1-803E-712D-E385-3BF8441404D2}"/>
          </ac:picMkLst>
        </pc:picChg>
        <pc:picChg chg="add mod">
          <ac:chgData name="" userId="" providerId="" clId="Web-{57FA6384-6D64-4017-8C8D-103F9B22F9B7}" dt="2026-10-23T12:37:22.015" v="28" actId="34807"/>
          <ac:picMkLst>
            <pc:docMk/>
            <pc:sldMk cId="917117059" sldId="11927"/>
            <ac:picMk id="34460" creationId="{57F599AA-483C-3862-EA4A-C34949178CE8}"/>
          </ac:picMkLst>
        </pc:picChg>
        <pc:picChg chg="add mod">
          <ac:chgData name="" userId="" providerId="" clId="Web-{57FA6384-6D64-4017-8C8D-103F9B22F9B7}" dt="2026-10-23T12:37:22.015" v="28" actId="34807"/>
          <ac:picMkLst>
            <pc:docMk/>
            <pc:sldMk cId="917117059" sldId="11927"/>
            <ac:picMk id="34461" creationId="{E6D4E60D-CC54-5A00-8620-26062CC89C6B}"/>
          </ac:picMkLst>
        </pc:picChg>
        <pc:picChg chg="add mod">
          <ac:chgData name="" userId="" providerId="" clId="Web-{57FA6384-6D64-4017-8C8D-103F9B22F9B7}" dt="2026-10-23T12:37:22.015" v="28" actId="34807"/>
          <ac:picMkLst>
            <pc:docMk/>
            <pc:sldMk cId="917117059" sldId="11927"/>
            <ac:picMk id="34462" creationId="{68C01C32-17A9-C317-B982-CA7F66350533}"/>
          </ac:picMkLst>
        </pc:picChg>
        <pc:picChg chg="add mod">
          <ac:chgData name="" userId="" providerId="" clId="Web-{57FA6384-6D64-4017-8C8D-103F9B22F9B7}" dt="2026-10-23T12:37:22.015" v="28" actId="34807"/>
          <ac:picMkLst>
            <pc:docMk/>
            <pc:sldMk cId="917117059" sldId="11927"/>
            <ac:picMk id="34463" creationId="{7E2899D5-0AAD-5327-FDC4-187161DFAD1C}"/>
          </ac:picMkLst>
        </pc:picChg>
        <pc:picChg chg="add mod">
          <ac:chgData name="" userId="" providerId="" clId="Web-{57FA6384-6D64-4017-8C8D-103F9B22F9B7}" dt="2026-10-23T12:37:22.015" v="28" actId="34807"/>
          <ac:picMkLst>
            <pc:docMk/>
            <pc:sldMk cId="917117059" sldId="11927"/>
            <ac:picMk id="34464" creationId="{EDD7A9BF-41EE-8166-8774-1DE9DEC1E0E7}"/>
          </ac:picMkLst>
        </pc:picChg>
        <pc:picChg chg="add mod">
          <ac:chgData name="" userId="" providerId="" clId="Web-{57FA6384-6D64-4017-8C8D-103F9B22F9B7}" dt="2026-10-23T12:37:22.015" v="28" actId="34807"/>
          <ac:picMkLst>
            <pc:docMk/>
            <pc:sldMk cId="917117059" sldId="11927"/>
            <ac:picMk id="34465" creationId="{B0ECCAC2-E060-5A10-0E68-75D6CEFA5B7B}"/>
          </ac:picMkLst>
        </pc:picChg>
        <pc:picChg chg="add mod">
          <ac:chgData name="" userId="" providerId="" clId="Web-{57FA6384-6D64-4017-8C8D-103F9B22F9B7}" dt="2026-10-23T12:37:22.015" v="28" actId="34807"/>
          <ac:picMkLst>
            <pc:docMk/>
            <pc:sldMk cId="917117059" sldId="11927"/>
            <ac:picMk id="34466" creationId="{5FBDC606-D5EB-10FF-A97C-03877AB9665E}"/>
          </ac:picMkLst>
        </pc:picChg>
      </pc:sldChg>
      <pc:sldChg chg="addSp modSp modNotesTx">
        <pc:chgData name="" userId="" providerId="" clId="Web-{57FA6384-6D64-4017-8C8D-103F9B22F9B7}" dt="2026-10-23T12:37:38.218" v="32" actId="34807"/>
        <pc:sldMkLst>
          <pc:docMk/>
          <pc:sldMk cId="1184318231" sldId="12136"/>
        </pc:sldMkLst>
        <pc:spChg chg="add mod">
          <ac:chgData name="" userId="" providerId="" clId="Web-{57FA6384-6D64-4017-8C8D-103F9B22F9B7}" dt="2026-10-23T12:37:36.484" v="30" actId="34807"/>
          <ac:spMkLst>
            <pc:docMk/>
            <pc:sldMk cId="1184318231" sldId="12136"/>
            <ac:spMk id="34469" creationId="{AA720D46-E02A-71CC-9946-EEB3943C2DFA}"/>
          </ac:spMkLst>
        </pc:spChg>
        <pc:spChg chg="add mod">
          <ac:chgData name="" userId="" providerId="" clId="Web-{57FA6384-6D64-4017-8C8D-103F9B22F9B7}" dt="2026-10-23T12:37:36.484" v="30" actId="34807"/>
          <ac:spMkLst>
            <pc:docMk/>
            <pc:sldMk cId="1184318231" sldId="12136"/>
            <ac:spMk id="34557" creationId="{8114C4C5-A547-E3F7-EFF3-1F62B155DD3A}"/>
          </ac:spMkLst>
        </pc:spChg>
        <pc:spChg chg="add mod">
          <ac:chgData name="" userId="" providerId="" clId="Web-{57FA6384-6D64-4017-8C8D-103F9B22F9B7}" dt="2026-10-23T12:37:36.484" v="30" actId="34807"/>
          <ac:spMkLst>
            <pc:docMk/>
            <pc:sldMk cId="1184318231" sldId="12136"/>
            <ac:spMk id="34742" creationId="{8AA14C8F-9F83-DEA6-6E09-36DB7D843CDA}"/>
          </ac:spMkLst>
        </pc:spChg>
        <pc:spChg chg="add mod">
          <ac:chgData name="" userId="" providerId="" clId="Web-{57FA6384-6D64-4017-8C8D-103F9B22F9B7}" dt="2026-10-23T12:37:36.484" v="30" actId="34807"/>
          <ac:spMkLst>
            <pc:docMk/>
            <pc:sldMk cId="1184318231" sldId="12136"/>
            <ac:spMk id="34766" creationId="{B77AF3CD-D7F9-76DD-10F8-937D706B865E}"/>
          </ac:spMkLst>
        </pc:spChg>
        <pc:spChg chg="add mod">
          <ac:chgData name="" userId="" providerId="" clId="Web-{57FA6384-6D64-4017-8C8D-103F9B22F9B7}" dt="2026-10-23T12:37:36.484" v="30" actId="34807"/>
          <ac:spMkLst>
            <pc:docMk/>
            <pc:sldMk cId="1184318231" sldId="12136"/>
            <ac:spMk id="34791" creationId="{10CFD47A-CC03-27D3-1075-B25684AE02FE}"/>
          </ac:spMkLst>
        </pc:spChg>
        <pc:spChg chg="add mod">
          <ac:chgData name="" userId="" providerId="" clId="Web-{57FA6384-6D64-4017-8C8D-103F9B22F9B7}" dt="2026-10-23T12:37:36.484" v="30" actId="34807"/>
          <ac:spMkLst>
            <pc:docMk/>
            <pc:sldMk cId="1184318231" sldId="12136"/>
            <ac:spMk id="34817" creationId="{9FA7F295-6FD1-7433-6DDC-5F8EA2281CA9}"/>
          </ac:spMkLst>
        </pc:spChg>
        <pc:spChg chg="add mod">
          <ac:chgData name="" userId="" providerId="" clId="Web-{57FA6384-6D64-4017-8C8D-103F9B22F9B7}" dt="2026-10-23T12:37:36.484" v="30" actId="34807"/>
          <ac:spMkLst>
            <pc:docMk/>
            <pc:sldMk cId="1184318231" sldId="12136"/>
            <ac:spMk id="34872" creationId="{2DC1A4BE-0777-F4A0-BB7E-635B9D83EC71}"/>
          </ac:spMkLst>
        </pc:spChg>
        <pc:spChg chg="add mod">
          <ac:chgData name="" userId="" providerId="" clId="Web-{57FA6384-6D64-4017-8C8D-103F9B22F9B7}" dt="2026-10-23T12:37:36.484" v="30" actId="34807"/>
          <ac:spMkLst>
            <pc:docMk/>
            <pc:sldMk cId="1184318231" sldId="12136"/>
            <ac:spMk id="35061" creationId="{4A57C5EE-8A94-DA03-256C-B55DC64BDF90}"/>
          </ac:spMkLst>
        </pc:spChg>
        <pc:spChg chg="add mod">
          <ac:chgData name="" userId="" providerId="" clId="Web-{57FA6384-6D64-4017-8C8D-103F9B22F9B7}" dt="2026-10-23T12:37:36.484" v="30" actId="34807"/>
          <ac:spMkLst>
            <pc:docMk/>
            <pc:sldMk cId="1184318231" sldId="12136"/>
            <ac:spMk id="35096" creationId="{6107CC56-B50A-85C7-3AED-0D2963B94C9D}"/>
          </ac:spMkLst>
        </pc:spChg>
        <pc:spChg chg="add mod">
          <ac:chgData name="" userId="" providerId="" clId="Web-{57FA6384-6D64-4017-8C8D-103F9B22F9B7}" dt="2026-10-23T12:37:36.484" v="30" actId="34807"/>
          <ac:spMkLst>
            <pc:docMk/>
            <pc:sldMk cId="1184318231" sldId="12136"/>
            <ac:spMk id="35246" creationId="{46E15DE0-DA6F-094E-3A69-D88A957C67D7}"/>
          </ac:spMkLst>
        </pc:spChg>
        <pc:picChg chg="add mod">
          <ac:chgData name="" userId="" providerId="" clId="Web-{57FA6384-6D64-4017-8C8D-103F9B22F9B7}" dt="2026-10-23T12:37:37.312" v="31" actId="34807"/>
          <ac:picMkLst>
            <pc:docMk/>
            <pc:sldMk cId="1184318231" sldId="12136"/>
            <ac:picMk id="35287" creationId="{145386CA-DA80-D70D-783A-07C7C1AF8026}"/>
          </ac:picMkLst>
        </pc:picChg>
        <pc:picChg chg="add mod">
          <ac:chgData name="" userId="" providerId="" clId="Web-{57FA6384-6D64-4017-8C8D-103F9B22F9B7}" dt="2026-10-23T12:37:37.312" v="31" actId="34807"/>
          <ac:picMkLst>
            <pc:docMk/>
            <pc:sldMk cId="1184318231" sldId="12136"/>
            <ac:picMk id="35288" creationId="{2A2CFB0E-A61F-D0F8-8E54-B56FD55E433B}"/>
          </ac:picMkLst>
        </pc:picChg>
        <pc:picChg chg="add mod">
          <ac:chgData name="" userId="" providerId="" clId="Web-{57FA6384-6D64-4017-8C8D-103F9B22F9B7}" dt="2026-10-23T12:37:37.312" v="31" actId="34807"/>
          <ac:picMkLst>
            <pc:docMk/>
            <pc:sldMk cId="1184318231" sldId="12136"/>
            <ac:picMk id="35289" creationId="{3D69DE20-B377-A247-F21E-0B6FE9710CDD}"/>
          </ac:picMkLst>
        </pc:picChg>
        <pc:picChg chg="add mod">
          <ac:chgData name="" userId="" providerId="" clId="Web-{57FA6384-6D64-4017-8C8D-103F9B22F9B7}" dt="2026-10-23T12:37:37.312" v="31" actId="34807"/>
          <ac:picMkLst>
            <pc:docMk/>
            <pc:sldMk cId="1184318231" sldId="12136"/>
            <ac:picMk id="35290" creationId="{B95DA5AE-70D0-0CC6-484A-C2EB422CA563}"/>
          </ac:picMkLst>
        </pc:picChg>
      </pc:sldChg>
      <pc:sldChg chg="addSp modSp modNotesTx">
        <pc:chgData name="" userId="" providerId="" clId="Web-{57FA6384-6D64-4017-8C8D-103F9B22F9B7}" dt="2026-10-23T12:37:47.172" v="35" actId="34807"/>
        <pc:sldMkLst>
          <pc:docMk/>
          <pc:sldMk cId="1302422614" sldId="12346"/>
        </pc:sldMkLst>
        <pc:spChg chg="add mod">
          <ac:chgData name="" userId="" providerId="" clId="Web-{57FA6384-6D64-4017-8C8D-103F9B22F9B7}" dt="2026-10-23T12:37:45.609" v="33" actId="34807"/>
          <ac:spMkLst>
            <pc:docMk/>
            <pc:sldMk cId="1302422614" sldId="12346"/>
            <ac:spMk id="35311" creationId="{156D5F29-F8CD-BB08-307E-44F3CB9A1788}"/>
          </ac:spMkLst>
        </pc:spChg>
        <pc:spChg chg="add mod">
          <ac:chgData name="" userId="" providerId="" clId="Web-{57FA6384-6D64-4017-8C8D-103F9B22F9B7}" dt="2026-10-23T12:37:45.609" v="33" actId="34807"/>
          <ac:spMkLst>
            <pc:docMk/>
            <pc:sldMk cId="1302422614" sldId="12346"/>
            <ac:spMk id="35335" creationId="{1AF9B844-2F0F-417C-F704-BD06E8E63A49}"/>
          </ac:spMkLst>
        </pc:spChg>
        <pc:spChg chg="add mod">
          <ac:chgData name="" userId="" providerId="" clId="Web-{57FA6384-6D64-4017-8C8D-103F9B22F9B7}" dt="2026-10-23T12:37:45.609" v="33" actId="34807"/>
          <ac:spMkLst>
            <pc:docMk/>
            <pc:sldMk cId="1302422614" sldId="12346"/>
            <ac:spMk id="35381" creationId="{E1E3E0E6-2368-93A5-C0C4-B16391ACFC7B}"/>
          </ac:spMkLst>
        </pc:spChg>
        <pc:spChg chg="add mod">
          <ac:chgData name="" userId="" providerId="" clId="Web-{57FA6384-6D64-4017-8C8D-103F9B22F9B7}" dt="2026-10-23T12:37:45.609" v="33" actId="34807"/>
          <ac:spMkLst>
            <pc:docMk/>
            <pc:sldMk cId="1302422614" sldId="12346"/>
            <ac:spMk id="35395" creationId="{80A2DB65-7B21-47D8-B9E2-0D2140411B16}"/>
          </ac:spMkLst>
        </pc:spChg>
        <pc:spChg chg="add mod">
          <ac:chgData name="" userId="" providerId="" clId="Web-{57FA6384-6D64-4017-8C8D-103F9B22F9B7}" dt="2026-10-23T12:37:45.609" v="33" actId="34807"/>
          <ac:spMkLst>
            <pc:docMk/>
            <pc:sldMk cId="1302422614" sldId="12346"/>
            <ac:spMk id="35443" creationId="{C8401D7F-E9A6-080E-591D-FCD2F78C3350}"/>
          </ac:spMkLst>
        </pc:spChg>
        <pc:spChg chg="add mod">
          <ac:chgData name="" userId="" providerId="" clId="Web-{57FA6384-6D64-4017-8C8D-103F9B22F9B7}" dt="2026-10-23T12:37:45.609" v="33" actId="34807"/>
          <ac:spMkLst>
            <pc:docMk/>
            <pc:sldMk cId="1302422614" sldId="12346"/>
            <ac:spMk id="35480" creationId="{DADFFCFE-B2D1-5E78-00FC-41EDBCAE1E6E}"/>
          </ac:spMkLst>
        </pc:spChg>
        <pc:spChg chg="add mod">
          <ac:chgData name="" userId="" providerId="" clId="Web-{57FA6384-6D64-4017-8C8D-103F9B22F9B7}" dt="2026-10-23T12:37:45.609" v="33" actId="34807"/>
          <ac:spMkLst>
            <pc:docMk/>
            <pc:sldMk cId="1302422614" sldId="12346"/>
            <ac:spMk id="35500" creationId="{C94E423B-05AB-9F76-BE65-9AB2AD04E462}"/>
          </ac:spMkLst>
        </pc:spChg>
        <pc:spChg chg="add mod">
          <ac:chgData name="" userId="" providerId="" clId="Web-{57FA6384-6D64-4017-8C8D-103F9B22F9B7}" dt="2026-10-23T12:37:45.609" v="33" actId="34807"/>
          <ac:spMkLst>
            <pc:docMk/>
            <pc:sldMk cId="1302422614" sldId="12346"/>
            <ac:spMk id="35521" creationId="{EC249819-E07A-C23D-6596-30C031C22FD3}"/>
          </ac:spMkLst>
        </pc:spChg>
        <pc:spChg chg="add mod">
          <ac:chgData name="" userId="" providerId="" clId="Web-{57FA6384-6D64-4017-8C8D-103F9B22F9B7}" dt="2026-10-23T12:37:45.609" v="33" actId="34807"/>
          <ac:spMkLst>
            <pc:docMk/>
            <pc:sldMk cId="1302422614" sldId="12346"/>
            <ac:spMk id="35543" creationId="{7E7F7D14-B81C-E7F1-58BD-7C7C8CCA9262}"/>
          </ac:spMkLst>
        </pc:spChg>
        <pc:spChg chg="add mod">
          <ac:chgData name="" userId="" providerId="" clId="Web-{57FA6384-6D64-4017-8C8D-103F9B22F9B7}" dt="2026-10-23T12:37:45.609" v="33" actId="34807"/>
          <ac:spMkLst>
            <pc:docMk/>
            <pc:sldMk cId="1302422614" sldId="12346"/>
            <ac:spMk id="35566" creationId="{49267F8A-09CA-1A1C-C2DB-B14D5ADCA707}"/>
          </ac:spMkLst>
        </pc:spChg>
        <pc:picChg chg="add mod">
          <ac:chgData name="" userId="" providerId="" clId="Web-{57FA6384-6D64-4017-8C8D-103F9B22F9B7}" dt="2026-10-23T12:37:46.406" v="34" actId="34807"/>
          <ac:picMkLst>
            <pc:docMk/>
            <pc:sldMk cId="1302422614" sldId="12346"/>
            <ac:picMk id="35616" creationId="{915E04F5-44A1-72D9-0F54-27A1D37E2943}"/>
          </ac:picMkLst>
        </pc:picChg>
        <pc:picChg chg="add mod">
          <ac:chgData name="" userId="" providerId="" clId="Web-{57FA6384-6D64-4017-8C8D-103F9B22F9B7}" dt="2026-10-23T12:37:46.406" v="34" actId="34807"/>
          <ac:picMkLst>
            <pc:docMk/>
            <pc:sldMk cId="1302422614" sldId="12346"/>
            <ac:picMk id="35617" creationId="{F8E3716F-88A5-415B-59B6-DC47CB186036}"/>
          </ac:picMkLst>
        </pc:picChg>
        <pc:picChg chg="add mod">
          <ac:chgData name="" userId="" providerId="" clId="Web-{57FA6384-6D64-4017-8C8D-103F9B22F9B7}" dt="2026-10-23T12:37:46.406" v="34" actId="34807"/>
          <ac:picMkLst>
            <pc:docMk/>
            <pc:sldMk cId="1302422614" sldId="12346"/>
            <ac:picMk id="35618" creationId="{ECA09EB6-9921-4D86-59BA-9FCF4B7274E4}"/>
          </ac:picMkLst>
        </pc:picChg>
        <pc:picChg chg="add mod">
          <ac:chgData name="" userId="" providerId="" clId="Web-{57FA6384-6D64-4017-8C8D-103F9B22F9B7}" dt="2026-10-23T12:37:46.406" v="34" actId="34807"/>
          <ac:picMkLst>
            <pc:docMk/>
            <pc:sldMk cId="1302422614" sldId="12346"/>
            <ac:picMk id="35619" creationId="{C0E0D7C4-2A42-ED94-8BFA-8B3B6F1A7BE8}"/>
          </ac:picMkLst>
        </pc:picChg>
        <pc:picChg chg="add mod">
          <ac:chgData name="" userId="" providerId="" clId="Web-{57FA6384-6D64-4017-8C8D-103F9B22F9B7}" dt="2026-10-23T12:37:46.406" v="34" actId="34807"/>
          <ac:picMkLst>
            <pc:docMk/>
            <pc:sldMk cId="1302422614" sldId="12346"/>
            <ac:picMk id="35620" creationId="{20C5465A-3C60-3F18-EC7A-187377701806}"/>
          </ac:picMkLst>
        </pc:picChg>
        <pc:picChg chg="add mod">
          <ac:chgData name="" userId="" providerId="" clId="Web-{57FA6384-6D64-4017-8C8D-103F9B22F9B7}" dt="2026-10-23T12:37:46.406" v="34" actId="34807"/>
          <ac:picMkLst>
            <pc:docMk/>
            <pc:sldMk cId="1302422614" sldId="12346"/>
            <ac:picMk id="35621" creationId="{6B9BFA04-8096-ACB9-8A79-076454A30EAB}"/>
          </ac:picMkLst>
        </pc:picChg>
        <pc:picChg chg="add mod">
          <ac:chgData name="" userId="" providerId="" clId="Web-{57FA6384-6D64-4017-8C8D-103F9B22F9B7}" dt="2026-10-23T12:37:46.406" v="34" actId="34807"/>
          <ac:picMkLst>
            <pc:docMk/>
            <pc:sldMk cId="1302422614" sldId="12346"/>
            <ac:picMk id="35622" creationId="{BBFA3FBE-55F2-A951-9491-5551797DD6E2}"/>
          </ac:picMkLst>
        </pc:picChg>
      </pc:sldChg>
      <pc:sldChg chg="addSp modSp modNotesTx">
        <pc:chgData name="" userId="" providerId="" clId="Web-{57FA6384-6D64-4017-8C8D-103F9B22F9B7}" dt="2026-10-23T12:43:30.679" v="64" actId="34807"/>
        <pc:sldMkLst>
          <pc:docMk/>
          <pc:sldMk cId="1283465664" sldId="12557"/>
        </pc:sldMkLst>
        <pc:spChg chg="add mod">
          <ac:chgData name="" userId="" providerId="" clId="Web-{57FA6384-6D64-4017-8C8D-103F9B22F9B7}" dt="2026-10-23T12:37:56.984" v="36" actId="34807"/>
          <ac:spMkLst>
            <pc:docMk/>
            <pc:sldMk cId="1283465664" sldId="12557"/>
            <ac:spMk id="35632" creationId="{5D266012-D388-3DCC-14ED-D7F3E197CEB1}"/>
          </ac:spMkLst>
        </pc:spChg>
        <pc:spChg chg="add mod">
          <ac:chgData name="" userId="" providerId="" clId="Web-{57FA6384-6D64-4017-8C8D-103F9B22F9B7}" dt="2026-10-23T12:37:56.984" v="36" actId="34807"/>
          <ac:spMkLst>
            <pc:docMk/>
            <pc:sldMk cId="1283465664" sldId="12557"/>
            <ac:spMk id="35643" creationId="{922D64ED-AB22-F3F3-8FD6-97CAEEE5CC38}"/>
          </ac:spMkLst>
        </pc:spChg>
        <pc:spChg chg="add mod">
          <ac:chgData name="" userId="" providerId="" clId="Web-{57FA6384-6D64-4017-8C8D-103F9B22F9B7}" dt="2026-10-23T12:37:56.984" v="36" actId="34807"/>
          <ac:spMkLst>
            <pc:docMk/>
            <pc:sldMk cId="1283465664" sldId="12557"/>
            <ac:spMk id="35713" creationId="{583C559A-860A-60FB-28EC-B4F74454FB82}"/>
          </ac:spMkLst>
        </pc:spChg>
        <pc:spChg chg="add mod">
          <ac:chgData name="" userId="" providerId="" clId="Web-{57FA6384-6D64-4017-8C8D-103F9B22F9B7}" dt="2026-10-23T12:37:56.984" v="36" actId="34807"/>
          <ac:spMkLst>
            <pc:docMk/>
            <pc:sldMk cId="1283465664" sldId="12557"/>
            <ac:spMk id="35875" creationId="{1494D342-EDA4-5790-D068-AA162526DBC2}"/>
          </ac:spMkLst>
        </pc:spChg>
        <pc:spChg chg="add mod">
          <ac:chgData name="" userId="" providerId="" clId="Web-{57FA6384-6D64-4017-8C8D-103F9B22F9B7}" dt="2026-10-23T12:37:56.984" v="36" actId="34807"/>
          <ac:spMkLst>
            <pc:docMk/>
            <pc:sldMk cId="1283465664" sldId="12557"/>
            <ac:spMk id="35922" creationId="{BD3B2A69-B8C0-2FA8-6CD2-5020847FAD2C}"/>
          </ac:spMkLst>
        </pc:spChg>
        <pc:spChg chg="mod">
          <ac:chgData name="" userId="" providerId="" clId="Web-{57FA6384-6D64-4017-8C8D-103F9B22F9B7}" dt="2026-10-23T12:37:59.985" v="39" actId="34807"/>
          <ac:spMkLst>
            <pc:docMk/>
            <pc:sldMk cId="1283465664" sldId="12557"/>
            <ac:spMk id="35947" creationId="{D877F4A4-A3A0-CD8E-FD26-1DD68203631C}"/>
          </ac:spMkLst>
        </pc:spChg>
        <pc:spChg chg="mod">
          <ac:chgData name="" userId="" providerId="" clId="Web-{57FA6384-6D64-4017-8C8D-103F9B22F9B7}" dt="2026-10-23T12:37:59.985" v="39" actId="34807"/>
          <ac:spMkLst>
            <pc:docMk/>
            <pc:sldMk cId="1283465664" sldId="12557"/>
            <ac:spMk id="36057" creationId="{157AE2E9-EDA3-C457-8C09-764931AEE68E}"/>
          </ac:spMkLst>
        </pc:spChg>
        <pc:spChg chg="add mod">
          <ac:chgData name="" userId="" providerId="" clId="Web-{57FA6384-6D64-4017-8C8D-103F9B22F9B7}" dt="2026-10-23T12:37:56.984" v="36" actId="34807"/>
          <ac:spMkLst>
            <pc:docMk/>
            <pc:sldMk cId="1283465664" sldId="12557"/>
            <ac:spMk id="36118" creationId="{0ACFEB6E-CEEF-5CA2-A3AD-870F654B6BDF}"/>
          </ac:spMkLst>
        </pc:spChg>
        <pc:spChg chg="mod">
          <ac:chgData name="" userId="" providerId="" clId="Web-{57FA6384-6D64-4017-8C8D-103F9B22F9B7}" dt="2026-10-23T12:37:59.985" v="39" actId="34807"/>
          <ac:spMkLst>
            <pc:docMk/>
            <pc:sldMk cId="1283465664" sldId="12557"/>
            <ac:spMk id="36183" creationId="{DE4D261B-148A-B704-9380-BCCD826B58DB}"/>
          </ac:spMkLst>
        </pc:spChg>
        <pc:spChg chg="add mod">
          <ac:chgData name="" userId="" providerId="" clId="Web-{57FA6384-6D64-4017-8C8D-103F9B22F9B7}" dt="2026-10-23T12:37:56.984" v="36" actId="34807"/>
          <ac:spMkLst>
            <pc:docMk/>
            <pc:sldMk cId="1283465664" sldId="12557"/>
            <ac:spMk id="36217" creationId="{460D7FF7-D2C8-A334-FE49-50232268E219}"/>
          </ac:spMkLst>
        </pc:spChg>
        <pc:spChg chg="mod">
          <ac:chgData name="" userId="" providerId="" clId="Web-{57FA6384-6D64-4017-8C8D-103F9B22F9B7}" dt="2026-10-23T12:43:30.679" v="64" actId="34807"/>
          <ac:spMkLst>
            <pc:docMk/>
            <pc:sldMk cId="1283465664" sldId="12557"/>
            <ac:spMk id="36325" creationId="{4A354B72-743C-D1C8-658B-254F36A99FE8}"/>
          </ac:spMkLst>
        </pc:spChg>
        <pc:spChg chg="add mod">
          <ac:chgData name="" userId="" providerId="" clId="Web-{57FA6384-6D64-4017-8C8D-103F9B22F9B7}" dt="2026-10-23T12:37:56.984" v="36" actId="34807"/>
          <ac:spMkLst>
            <pc:docMk/>
            <pc:sldMk cId="1283465664" sldId="12557"/>
            <ac:spMk id="36612" creationId="{01DA2BCF-5F09-39CE-B277-BCFCB6C90EDF}"/>
          </ac:spMkLst>
        </pc:spChg>
        <pc:spChg chg="add mod">
          <ac:chgData name="" userId="" providerId="" clId="Web-{57FA6384-6D64-4017-8C8D-103F9B22F9B7}" dt="2026-10-23T12:37:56.984" v="36" actId="34807"/>
          <ac:spMkLst>
            <pc:docMk/>
            <pc:sldMk cId="1283465664" sldId="12557"/>
            <ac:spMk id="37275" creationId="{0558173D-6694-1225-E2E3-06B3FBC5592A}"/>
          </ac:spMkLst>
        </pc:spChg>
        <pc:spChg chg="add mod">
          <ac:chgData name="" userId="" providerId="" clId="Web-{57FA6384-6D64-4017-8C8D-103F9B22F9B7}" dt="2026-10-23T12:37:56.984" v="36" actId="34807"/>
          <ac:spMkLst>
            <pc:docMk/>
            <pc:sldMk cId="1283465664" sldId="12557"/>
            <ac:spMk id="37452" creationId="{C0E155C3-0068-2543-621F-64738D0E8DA7}"/>
          </ac:spMkLst>
        </pc:spChg>
        <pc:spChg chg="mod">
          <ac:chgData name="" userId="" providerId="" clId="Web-{57FA6384-6D64-4017-8C8D-103F9B22F9B7}" dt="2026-10-23T12:37:59.985" v="39" actId="34807"/>
          <ac:spMkLst>
            <pc:docMk/>
            <pc:sldMk cId="1283465664" sldId="12557"/>
            <ac:spMk id="37638" creationId="{3EA61D87-7916-B8A3-B859-8F6B00F5E025}"/>
          </ac:spMkLst>
        </pc:spChg>
        <pc:picChg chg="add mod">
          <ac:chgData name="" userId="" providerId="" clId="Web-{57FA6384-6D64-4017-8C8D-103F9B22F9B7}" dt="2026-10-23T12:37:57.969" v="37" actId="34807"/>
          <ac:picMkLst>
            <pc:docMk/>
            <pc:sldMk cId="1283465664" sldId="12557"/>
            <ac:picMk id="37901" creationId="{CD989EC1-0974-5710-EDCE-836484A89063}"/>
          </ac:picMkLst>
        </pc:picChg>
      </pc:sldChg>
      <pc:sldChg chg="addSp modSp modNotesTx">
        <pc:chgData name="" userId="" providerId="" clId="Web-{57FA6384-6D64-4017-8C8D-103F9B22F9B7}" dt="2026-10-23T12:54:39.900" v="66" actId="34807"/>
        <pc:sldMkLst>
          <pc:docMk/>
          <pc:sldMk cId="1328341611" sldId="12769"/>
        </pc:sldMkLst>
        <pc:spChg chg="add mod">
          <ac:chgData name="" userId="" providerId="" clId="Web-{57FA6384-6D64-4017-8C8D-103F9B22F9B7}" dt="2026-10-23T12:42:14.709" v="43" actId="34807"/>
          <ac:spMkLst>
            <pc:docMk/>
            <pc:sldMk cId="1328341611" sldId="12769"/>
            <ac:spMk id="37905" creationId="{8385A6F6-C6A0-B35F-E34B-D3C816B7E5B7}"/>
          </ac:spMkLst>
        </pc:spChg>
        <pc:spChg chg="add mod">
          <ac:chgData name="" userId="" providerId="" clId="Web-{57FA6384-6D64-4017-8C8D-103F9B22F9B7}" dt="2026-10-23T12:42:14.709" v="43" actId="34807"/>
          <ac:spMkLst>
            <pc:docMk/>
            <pc:sldMk cId="1328341611" sldId="12769"/>
            <ac:spMk id="37907" creationId="{A1795C47-4C54-013D-4274-13E0616771A2}"/>
          </ac:spMkLst>
        </pc:spChg>
        <pc:spChg chg="add mod">
          <ac:chgData name="" userId="" providerId="" clId="Web-{57FA6384-6D64-4017-8C8D-103F9B22F9B7}" dt="2026-10-23T12:42:14.709" v="43" actId="34807"/>
          <ac:spMkLst>
            <pc:docMk/>
            <pc:sldMk cId="1328341611" sldId="12769"/>
            <ac:spMk id="37940" creationId="{CF8FB8CE-6393-B54F-0595-3F661A770ED1}"/>
          </ac:spMkLst>
        </pc:spChg>
        <pc:spChg chg="mod">
          <ac:chgData name="" userId="" providerId="" clId="Web-{57FA6384-6D64-4017-8C8D-103F9B22F9B7}" dt="2026-10-23T12:54:39.900" v="66" actId="34807"/>
          <ac:spMkLst>
            <pc:docMk/>
            <pc:sldMk cId="1328341611" sldId="12769"/>
            <ac:spMk id="38075" creationId="{10EE3C83-DD94-936D-8DDF-DE114976888A}"/>
          </ac:spMkLst>
        </pc:spChg>
        <pc:spChg chg="add mod">
          <ac:chgData name="" userId="" providerId="" clId="Web-{57FA6384-6D64-4017-8C8D-103F9B22F9B7}" dt="2026-10-23T12:54:39.900" v="66" actId="34807"/>
          <ac:spMkLst>
            <pc:docMk/>
            <pc:sldMk cId="1328341611" sldId="12769"/>
            <ac:spMk id="38094" creationId="{659A76C1-B94E-B2EA-D19A-E60EB6C25520}"/>
          </ac:spMkLst>
        </pc:spChg>
        <pc:spChg chg="mod">
          <ac:chgData name="" userId="" providerId="" clId="Web-{57FA6384-6D64-4017-8C8D-103F9B22F9B7}" dt="2026-10-23T12:54:39.900" v="66" actId="34807"/>
          <ac:spMkLst>
            <pc:docMk/>
            <pc:sldMk cId="1328341611" sldId="12769"/>
            <ac:spMk id="38135" creationId="{8FA0E86B-C307-F52D-B0EC-33014C71EFB4}"/>
          </ac:spMkLst>
        </pc:spChg>
        <pc:spChg chg="mod">
          <ac:chgData name="" userId="" providerId="" clId="Web-{57FA6384-6D64-4017-8C8D-103F9B22F9B7}" dt="2026-10-23T12:54:39.900" v="66" actId="34807"/>
          <ac:spMkLst>
            <pc:docMk/>
            <pc:sldMk cId="1328341611" sldId="12769"/>
            <ac:spMk id="38157" creationId="{212780D9-7F25-180E-3AB5-BC624208FB9C}"/>
          </ac:spMkLst>
        </pc:spChg>
        <pc:spChg chg="mod">
          <ac:chgData name="" userId="" providerId="" clId="Web-{57FA6384-6D64-4017-8C8D-103F9B22F9B7}" dt="2026-10-23T12:54:39.900" v="66" actId="34807"/>
          <ac:spMkLst>
            <pc:docMk/>
            <pc:sldMk cId="1328341611" sldId="12769"/>
            <ac:spMk id="38180" creationId="{FD76DE29-8B7D-0EB6-4964-2DB2D7A40856}"/>
          </ac:spMkLst>
        </pc:spChg>
        <pc:spChg chg="mod">
          <ac:chgData name="" userId="" providerId="" clId="Web-{57FA6384-6D64-4017-8C8D-103F9B22F9B7}" dt="2026-10-23T12:54:39.900" v="66" actId="34807"/>
          <ac:spMkLst>
            <pc:docMk/>
            <pc:sldMk cId="1328341611" sldId="12769"/>
            <ac:spMk id="38204" creationId="{4623CE09-3EC5-66BA-D099-BA5F7D5D0226}"/>
          </ac:spMkLst>
        </pc:spChg>
        <pc:spChg chg="mod">
          <ac:chgData name="" userId="" providerId="" clId="Web-{57FA6384-6D64-4017-8C8D-103F9B22F9B7}" dt="2026-10-23T12:54:39.900" v="66" actId="34807"/>
          <ac:spMkLst>
            <pc:docMk/>
            <pc:sldMk cId="1328341611" sldId="12769"/>
            <ac:spMk id="38229" creationId="{4A7931DA-3376-3CC5-3343-0F5B803076A4}"/>
          </ac:spMkLst>
        </pc:spChg>
        <pc:spChg chg="add mod">
          <ac:chgData name="" userId="" providerId="" clId="Web-{57FA6384-6D64-4017-8C8D-103F9B22F9B7}" dt="2026-10-23T12:54:39.900" v="66" actId="34807"/>
          <ac:spMkLst>
            <pc:docMk/>
            <pc:sldMk cId="1328341611" sldId="12769"/>
            <ac:spMk id="38255" creationId="{E77DD0AA-F9FE-0B41-BB6C-503488FCDE05}"/>
          </ac:spMkLst>
        </pc:spChg>
        <pc:spChg chg="add mod">
          <ac:chgData name="" userId="" providerId="" clId="Web-{57FA6384-6D64-4017-8C8D-103F9B22F9B7}" dt="2026-10-23T12:42:14.709" v="43" actId="34807"/>
          <ac:spMkLst>
            <pc:docMk/>
            <pc:sldMk cId="1328341611" sldId="12769"/>
            <ac:spMk id="38432" creationId="{E4D6F0D9-FE52-5CAF-E084-D926FDAF656D}"/>
          </ac:spMkLst>
        </pc:spChg>
        <pc:spChg chg="add mod">
          <ac:chgData name="" userId="" providerId="" clId="Web-{57FA6384-6D64-4017-8C8D-103F9B22F9B7}" dt="2026-10-23T12:54:39.900" v="66" actId="34807"/>
          <ac:spMkLst>
            <pc:docMk/>
            <pc:sldMk cId="1328341611" sldId="12769"/>
            <ac:spMk id="38534" creationId="{B368BD22-9908-7A9D-86E3-0955C7C5657E}"/>
          </ac:spMkLst>
        </pc:spChg>
        <pc:spChg chg="mod">
          <ac:chgData name="" userId="" providerId="" clId="Web-{57FA6384-6D64-4017-8C8D-103F9B22F9B7}" dt="2026-10-23T12:54:39.900" v="66" actId="34807"/>
          <ac:spMkLst>
            <pc:docMk/>
            <pc:sldMk cId="1328341611" sldId="12769"/>
            <ac:spMk id="38570" creationId="{C2808529-EE22-175E-C839-4EC81E165A2C}"/>
          </ac:spMkLst>
        </pc:spChg>
        <pc:spChg chg="add mod">
          <ac:chgData name="" userId="" providerId="" clId="Web-{57FA6384-6D64-4017-8C8D-103F9B22F9B7}" dt="2026-10-23T12:42:14.709" v="43" actId="34807"/>
          <ac:spMkLst>
            <pc:docMk/>
            <pc:sldMk cId="1328341611" sldId="12769"/>
            <ac:spMk id="38645" creationId="{1E99633E-F644-4201-003B-EE2DA12A4F13}"/>
          </ac:spMkLst>
        </pc:spChg>
        <pc:spChg chg="add mod">
          <ac:chgData name="" userId="" providerId="" clId="Web-{57FA6384-6D64-4017-8C8D-103F9B22F9B7}" dt="2026-10-23T12:42:14.709" v="43" actId="34807"/>
          <ac:spMkLst>
            <pc:docMk/>
            <pc:sldMk cId="1328341611" sldId="12769"/>
            <ac:spMk id="38684" creationId="{A032AE99-B049-C1D1-12F7-88B2625AEE3B}"/>
          </ac:spMkLst>
        </pc:spChg>
        <pc:spChg chg="add mod">
          <ac:chgData name="" userId="" providerId="" clId="Web-{57FA6384-6D64-4017-8C8D-103F9B22F9B7}" dt="2026-10-23T12:42:14.709" v="43" actId="34807"/>
          <ac:spMkLst>
            <pc:docMk/>
            <pc:sldMk cId="1328341611" sldId="12769"/>
            <ac:spMk id="38807" creationId="{9465F97F-7CDD-5FE8-3D46-6678DB9A9995}"/>
          </ac:spMkLst>
        </pc:spChg>
        <pc:picChg chg="add mod">
          <ac:chgData name="" userId="" providerId="" clId="Web-{57FA6384-6D64-4017-8C8D-103F9B22F9B7}" dt="2026-10-23T12:42:15.584" v="44" actId="34807"/>
          <ac:picMkLst>
            <pc:docMk/>
            <pc:sldMk cId="1328341611" sldId="12769"/>
            <ac:picMk id="38851" creationId="{46E9E0F9-C039-20B1-BDFA-40F92F1403E1}"/>
          </ac:picMkLst>
        </pc:picChg>
        <pc:picChg chg="add mod">
          <ac:chgData name="" userId="" providerId="" clId="Web-{57FA6384-6D64-4017-8C8D-103F9B22F9B7}" dt="2026-10-23T12:42:15.584" v="44" actId="34807"/>
          <ac:picMkLst>
            <pc:docMk/>
            <pc:sldMk cId="1328341611" sldId="12769"/>
            <ac:picMk id="38852" creationId="{81DDD207-E340-6960-BD8B-6AF4CC2D85A3}"/>
          </ac:picMkLst>
        </pc:picChg>
        <pc:picChg chg="add mod">
          <ac:chgData name="" userId="" providerId="" clId="Web-{57FA6384-6D64-4017-8C8D-103F9B22F9B7}" dt="2026-10-23T12:42:15.584" v="44" actId="34807"/>
          <ac:picMkLst>
            <pc:docMk/>
            <pc:sldMk cId="1328341611" sldId="12769"/>
            <ac:picMk id="38853" creationId="{9478C4ED-4538-D77A-C522-9401A60445B2}"/>
          </ac:picMkLst>
        </pc:picChg>
        <pc:picChg chg="add mod">
          <ac:chgData name="" userId="" providerId="" clId="Web-{57FA6384-6D64-4017-8C8D-103F9B22F9B7}" dt="2026-10-23T12:42:15.584" v="44" actId="34807"/>
          <ac:picMkLst>
            <pc:docMk/>
            <pc:sldMk cId="1328341611" sldId="12769"/>
            <ac:picMk id="38854" creationId="{CB3B1B7A-C7FE-45C2-B6FE-233EFDC6161B}"/>
          </ac:picMkLst>
        </pc:picChg>
      </pc:sldChg>
      <pc:sldChg chg="addSp modSp modNotesTx">
        <pc:chgData name="" userId="" providerId="" clId="Web-{57FA6384-6D64-4017-8C8D-103F9B22F9B7}" dt="2026-10-23T12:54:50.307" v="67" actId="34807"/>
        <pc:sldMkLst>
          <pc:docMk/>
          <pc:sldMk cId="2377474207" sldId="12982"/>
        </pc:sldMkLst>
        <pc:spChg chg="add mod">
          <ac:chgData name="" userId="" providerId="" clId="Web-{57FA6384-6D64-4017-8C8D-103F9B22F9B7}" dt="2026-10-23T12:42:47.584" v="49" actId="34807"/>
          <ac:spMkLst>
            <pc:docMk/>
            <pc:sldMk cId="2377474207" sldId="12982"/>
            <ac:spMk id="38861" creationId="{3B743F3A-8B7F-C65F-26D1-6BAEA813C552}"/>
          </ac:spMkLst>
        </pc:spChg>
        <pc:spChg chg="add mod">
          <ac:chgData name="" userId="" providerId="" clId="Web-{57FA6384-6D64-4017-8C8D-103F9B22F9B7}" dt="2026-10-23T12:42:47.584" v="49" actId="34807"/>
          <ac:spMkLst>
            <pc:docMk/>
            <pc:sldMk cId="2377474207" sldId="12982"/>
            <ac:spMk id="38876" creationId="{32F9B987-605D-E36D-7A65-473F5E75D432}"/>
          </ac:spMkLst>
        </pc:spChg>
        <pc:spChg chg="mod">
          <ac:chgData name="" userId="" providerId="" clId="Web-{57FA6384-6D64-4017-8C8D-103F9B22F9B7}" dt="2026-10-23T12:54:50.307" v="67" actId="34807"/>
          <ac:spMkLst>
            <pc:docMk/>
            <pc:sldMk cId="2377474207" sldId="12982"/>
            <ac:spMk id="38900" creationId="{51CCF43A-7B24-75B9-8132-F1DAFC2C2C11}"/>
          </ac:spMkLst>
        </pc:spChg>
        <pc:spChg chg="add mod">
          <ac:chgData name="" userId="" providerId="" clId="Web-{57FA6384-6D64-4017-8C8D-103F9B22F9B7}" dt="2026-10-23T12:54:50.307" v="67" actId="34807"/>
          <ac:spMkLst>
            <pc:docMk/>
            <pc:sldMk cId="2377474207" sldId="12982"/>
            <ac:spMk id="38921" creationId="{D6983635-DE8C-04FA-96B9-5C5A69F9BB19}"/>
          </ac:spMkLst>
        </pc:spChg>
        <pc:spChg chg="add mod">
          <ac:chgData name="" userId="" providerId="" clId="Web-{57FA6384-6D64-4017-8C8D-103F9B22F9B7}" dt="2026-10-23T12:42:47.584" v="49" actId="34807"/>
          <ac:spMkLst>
            <pc:docMk/>
            <pc:sldMk cId="2377474207" sldId="12982"/>
            <ac:spMk id="38946" creationId="{1A610513-074E-683A-650D-F214D6038F3E}"/>
          </ac:spMkLst>
        </pc:spChg>
        <pc:spChg chg="add mod">
          <ac:chgData name="" userId="" providerId="" clId="Web-{57FA6384-6D64-4017-8C8D-103F9B22F9B7}" dt="2026-10-23T12:42:47.584" v="49" actId="34807"/>
          <ac:spMkLst>
            <pc:docMk/>
            <pc:sldMk cId="2377474207" sldId="12982"/>
            <ac:spMk id="38975" creationId="{64516853-788D-5589-9D56-7092D7A3F394}"/>
          </ac:spMkLst>
        </pc:spChg>
        <pc:spChg chg="mod">
          <ac:chgData name="" userId="" providerId="" clId="Web-{57FA6384-6D64-4017-8C8D-103F9B22F9B7}" dt="2026-10-23T12:54:50.307" v="67" actId="34807"/>
          <ac:spMkLst>
            <pc:docMk/>
            <pc:sldMk cId="2377474207" sldId="12982"/>
            <ac:spMk id="39008" creationId="{CC14C451-F772-0720-C4DC-97954C3ED13E}"/>
          </ac:spMkLst>
        </pc:spChg>
        <pc:spChg chg="add mod">
          <ac:chgData name="" userId="" providerId="" clId="Web-{57FA6384-6D64-4017-8C8D-103F9B22F9B7}" dt="2026-10-23T12:42:47.584" v="49" actId="34807"/>
          <ac:spMkLst>
            <pc:docMk/>
            <pc:sldMk cId="2377474207" sldId="12982"/>
            <ac:spMk id="39045" creationId="{FAA430A7-5BB6-CAE7-1EFA-43C37D571710}"/>
          </ac:spMkLst>
        </pc:spChg>
        <pc:spChg chg="add mod">
          <ac:chgData name="" userId="" providerId="" clId="Web-{57FA6384-6D64-4017-8C8D-103F9B22F9B7}" dt="2026-10-23T12:54:50.307" v="67" actId="34807"/>
          <ac:spMkLst>
            <pc:docMk/>
            <pc:sldMk cId="2377474207" sldId="12982"/>
            <ac:spMk id="39086" creationId="{8F57B887-47E0-8189-CFEB-7F189BBA71BE}"/>
          </ac:spMkLst>
        </pc:spChg>
        <pc:spChg chg="mod">
          <ac:chgData name="" userId="" providerId="" clId="Web-{57FA6384-6D64-4017-8C8D-103F9B22F9B7}" dt="2026-10-23T12:54:50.307" v="67" actId="34807"/>
          <ac:spMkLst>
            <pc:docMk/>
            <pc:sldMk cId="2377474207" sldId="12982"/>
            <ac:spMk id="39180" creationId="{E5978440-1DF0-8671-7EFE-3CEF4EC8E6EE}"/>
          </ac:spMkLst>
        </pc:spChg>
        <pc:spChg chg="add mod">
          <ac:chgData name="" userId="" providerId="" clId="Web-{57FA6384-6D64-4017-8C8D-103F9B22F9B7}" dt="2026-10-23T12:42:47.584" v="49" actId="34807"/>
          <ac:spMkLst>
            <pc:docMk/>
            <pc:sldMk cId="2377474207" sldId="12982"/>
            <ac:spMk id="39261" creationId="{513B1470-A8BB-7CC2-C583-ADEDF9C27544}"/>
          </ac:spMkLst>
        </pc:spChg>
        <pc:spChg chg="mod">
          <ac:chgData name="" userId="" providerId="" clId="Web-{57FA6384-6D64-4017-8C8D-103F9B22F9B7}" dt="2026-10-23T12:54:50.307" v="67" actId="34807"/>
          <ac:spMkLst>
            <pc:docMk/>
            <pc:sldMk cId="2377474207" sldId="12982"/>
            <ac:spMk id="39290" creationId="{7B306E36-C61C-A260-9FD9-A0092154F041}"/>
          </ac:spMkLst>
        </pc:spChg>
        <pc:spChg chg="add mod">
          <ac:chgData name="" userId="" providerId="" clId="Web-{57FA6384-6D64-4017-8C8D-103F9B22F9B7}" dt="2026-10-23T12:42:47.584" v="49" actId="34807"/>
          <ac:spMkLst>
            <pc:docMk/>
            <pc:sldMk cId="2377474207" sldId="12982"/>
            <ac:spMk id="39351" creationId="{ADEB64FF-502D-6AA3-6CD6-AD32D292A7FD}"/>
          </ac:spMkLst>
        </pc:spChg>
        <pc:spChg chg="add mod">
          <ac:chgData name="" userId="" providerId="" clId="Web-{57FA6384-6D64-4017-8C8D-103F9B22F9B7}" dt="2026-10-23T12:54:50.307" v="67" actId="34807"/>
          <ac:spMkLst>
            <pc:docMk/>
            <pc:sldMk cId="2377474207" sldId="12982"/>
            <ac:spMk id="39416" creationId="{E50B9EB3-9030-BE21-733A-0107CAEE83AA}"/>
          </ac:spMkLst>
        </pc:spChg>
        <pc:picChg chg="add mod">
          <ac:chgData name="" userId="" providerId="" clId="Web-{57FA6384-6D64-4017-8C8D-103F9B22F9B7}" dt="2026-10-23T12:42:30.959" v="47" actId="34807"/>
          <ac:picMkLst>
            <pc:docMk/>
            <pc:sldMk cId="2377474207" sldId="12982"/>
            <ac:picMk id="38855" creationId="{3E8DC0E0-B52F-961C-BC86-BC9547CAAD9E}"/>
          </ac:picMkLst>
        </pc:picChg>
        <pc:picChg chg="add mod">
          <ac:chgData name="" userId="" providerId="" clId="Web-{57FA6384-6D64-4017-8C8D-103F9B22F9B7}" dt="2026-10-23T12:42:48.537" v="50" actId="34807"/>
          <ac:picMkLst>
            <pc:docMk/>
            <pc:sldMk cId="2377474207" sldId="12982"/>
            <ac:picMk id="39451" creationId="{6B7B846C-91FA-6ADF-36AC-55A59CD73159}"/>
          </ac:picMkLst>
        </pc:picChg>
        <pc:picChg chg="add mod">
          <ac:chgData name="" userId="" providerId="" clId="Web-{57FA6384-6D64-4017-8C8D-103F9B22F9B7}" dt="2026-10-23T12:42:48.537" v="50" actId="34807"/>
          <ac:picMkLst>
            <pc:docMk/>
            <pc:sldMk cId="2377474207" sldId="12982"/>
            <ac:picMk id="39452" creationId="{77666DB8-9FBC-3288-B277-2982293616B7}"/>
          </ac:picMkLst>
        </pc:picChg>
        <pc:picChg chg="add mod">
          <ac:chgData name="" userId="" providerId="" clId="Web-{57FA6384-6D64-4017-8C8D-103F9B22F9B7}" dt="2026-10-23T12:42:48.537" v="50" actId="34807"/>
          <ac:picMkLst>
            <pc:docMk/>
            <pc:sldMk cId="2377474207" sldId="12982"/>
            <ac:picMk id="39453" creationId="{89362BB4-139A-44BD-77D1-C3590AB7034B}"/>
          </ac:picMkLst>
        </pc:picChg>
        <pc:picChg chg="add mod">
          <ac:chgData name="" userId="" providerId="" clId="Web-{57FA6384-6D64-4017-8C8D-103F9B22F9B7}" dt="2026-10-23T12:42:48.537" v="50" actId="34807"/>
          <ac:picMkLst>
            <pc:docMk/>
            <pc:sldMk cId="2377474207" sldId="12982"/>
            <ac:picMk id="39454" creationId="{9DB79DEE-9B1D-E8C5-A670-AAFEE87219AC}"/>
          </ac:picMkLst>
        </pc:picChg>
        <pc:picChg chg="add mod">
          <ac:chgData name="" userId="" providerId="" clId="Web-{57FA6384-6D64-4017-8C8D-103F9B22F9B7}" dt="2026-10-23T12:42:48.537" v="50" actId="34807"/>
          <ac:picMkLst>
            <pc:docMk/>
            <pc:sldMk cId="2377474207" sldId="12982"/>
            <ac:picMk id="39455" creationId="{D25C5034-8AA1-4EF8-E260-267E40EA626A}"/>
          </ac:picMkLst>
        </pc:picChg>
        <pc:picChg chg="add mod">
          <ac:chgData name="" userId="" providerId="" clId="Web-{57FA6384-6D64-4017-8C8D-103F9B22F9B7}" dt="2026-10-23T12:42:48.537" v="50" actId="34807"/>
          <ac:picMkLst>
            <pc:docMk/>
            <pc:sldMk cId="2377474207" sldId="12982"/>
            <ac:picMk id="39456" creationId="{85F4CF5C-5E87-02B3-133B-1BCC12A13F46}"/>
          </ac:picMkLst>
        </pc:picChg>
      </pc:sldChg>
      <pc:sldChg chg="addSp modSp modNotesTx">
        <pc:chgData name="" userId="" providerId="" clId="Web-{57FA6384-6D64-4017-8C8D-103F9B22F9B7}" dt="2026-10-23T12:43:06.788" v="55" actId="34807"/>
        <pc:sldMkLst>
          <pc:docMk/>
          <pc:sldMk cId="303247563" sldId="13196"/>
        </pc:sldMkLst>
        <pc:spChg chg="add mod">
          <ac:chgData name="" userId="" providerId="" clId="Web-{57FA6384-6D64-4017-8C8D-103F9B22F9B7}" dt="2026-10-23T12:43:03.616" v="53" actId="34807"/>
          <ac:spMkLst>
            <pc:docMk/>
            <pc:sldMk cId="303247563" sldId="13196"/>
            <ac:spMk id="39459" creationId="{94EA84CA-EA8A-E087-0FED-85758913CC94}"/>
          </ac:spMkLst>
        </pc:spChg>
        <pc:spChg chg="add mod">
          <ac:chgData name="" userId="" providerId="" clId="Web-{57FA6384-6D64-4017-8C8D-103F9B22F9B7}" dt="2026-10-23T12:43:03.616" v="53" actId="34807"/>
          <ac:spMkLst>
            <pc:docMk/>
            <pc:sldMk cId="303247563" sldId="13196"/>
            <ac:spMk id="39561" creationId="{4333FE9C-294D-E4B7-FB81-015878051E34}"/>
          </ac:spMkLst>
        </pc:spChg>
        <pc:spChg chg="add mod">
          <ac:chgData name="" userId="" providerId="" clId="Web-{57FA6384-6D64-4017-8C8D-103F9B22F9B7}" dt="2026-10-23T12:43:03.616" v="53" actId="34807"/>
          <ac:spMkLst>
            <pc:docMk/>
            <pc:sldMk cId="303247563" sldId="13196"/>
            <ac:spMk id="39666" creationId="{2344DE37-6921-8AA3-F4DA-31F939057F4D}"/>
          </ac:spMkLst>
        </pc:spChg>
        <pc:spChg chg="add mod">
          <ac:chgData name="" userId="" providerId="" clId="Web-{57FA6384-6D64-4017-8C8D-103F9B22F9B7}" dt="2026-10-23T12:43:03.616" v="53" actId="34807"/>
          <ac:spMkLst>
            <pc:docMk/>
            <pc:sldMk cId="303247563" sldId="13196"/>
            <ac:spMk id="40584" creationId="{CF2F2329-1FDC-2B67-1B2C-2C677EEFCB0D}"/>
          </ac:spMkLst>
        </pc:spChg>
        <pc:spChg chg="add mod">
          <ac:chgData name="" userId="" providerId="" clId="Web-{57FA6384-6D64-4017-8C8D-103F9B22F9B7}" dt="2026-10-23T12:43:03.616" v="53" actId="34807"/>
          <ac:spMkLst>
            <pc:docMk/>
            <pc:sldMk cId="303247563" sldId="13196"/>
            <ac:spMk id="40632" creationId="{45FE2CF6-0E7F-93D1-4FE6-BD845FD90D62}"/>
          </ac:spMkLst>
        </pc:spChg>
        <pc:spChg chg="add mod">
          <ac:chgData name="" userId="" providerId="" clId="Web-{57FA6384-6D64-4017-8C8D-103F9B22F9B7}" dt="2026-10-23T12:43:03.616" v="53" actId="34807"/>
          <ac:spMkLst>
            <pc:docMk/>
            <pc:sldMk cId="303247563" sldId="13196"/>
            <ac:spMk id="41536" creationId="{6F0AFC86-324B-B403-7E42-48B545732A29}"/>
          </ac:spMkLst>
        </pc:spChg>
        <pc:spChg chg="add mod">
          <ac:chgData name="" userId="" providerId="" clId="Web-{57FA6384-6D64-4017-8C8D-103F9B22F9B7}" dt="2026-10-23T12:43:03.616" v="53" actId="34807"/>
          <ac:spMkLst>
            <pc:docMk/>
            <pc:sldMk cId="303247563" sldId="13196"/>
            <ac:spMk id="45451" creationId="{94FBC1D1-EAA3-80E9-CF8C-5268522A7069}"/>
          </ac:spMkLst>
        </pc:spChg>
        <pc:spChg chg="add mod">
          <ac:chgData name="" userId="" providerId="" clId="Web-{57FA6384-6D64-4017-8C8D-103F9B22F9B7}" dt="2026-10-23T12:43:03.616" v="53" actId="34807"/>
          <ac:spMkLst>
            <pc:docMk/>
            <pc:sldMk cId="303247563" sldId="13196"/>
            <ac:spMk id="46126" creationId="{7D64E8F2-F272-ABB2-5319-8DDC82FDF9AB}"/>
          </ac:spMkLst>
        </pc:spChg>
        <pc:spChg chg="add mod">
          <ac:chgData name="" userId="" providerId="" clId="Web-{57FA6384-6D64-4017-8C8D-103F9B22F9B7}" dt="2026-10-23T12:43:03.616" v="53" actId="34807"/>
          <ac:spMkLst>
            <pc:docMk/>
            <pc:sldMk cId="303247563" sldId="13196"/>
            <ac:spMk id="46716" creationId="{E6A4DE54-D87E-E7A8-A73E-53033A30A171}"/>
          </ac:spMkLst>
        </pc:spChg>
        <pc:spChg chg="add mod">
          <ac:chgData name="" userId="" providerId="" clId="Web-{57FA6384-6D64-4017-8C8D-103F9B22F9B7}" dt="2026-10-23T12:43:03.616" v="53" actId="34807"/>
          <ac:spMkLst>
            <pc:docMk/>
            <pc:sldMk cId="303247563" sldId="13196"/>
            <ac:spMk id="48234" creationId="{2BDEB4A6-D685-A295-EBEC-92D9F7FB73A1}"/>
          </ac:spMkLst>
        </pc:spChg>
        <pc:picChg chg="add mod">
          <ac:chgData name="" userId="" providerId="" clId="Web-{57FA6384-6D64-4017-8C8D-103F9B22F9B7}" dt="2026-10-23T12:43:05.147" v="54" actId="34807"/>
          <ac:picMkLst>
            <pc:docMk/>
            <pc:sldMk cId="303247563" sldId="13196"/>
            <ac:picMk id="51086" creationId="{2D57FD56-99A7-674A-E7CD-99981C36FA96}"/>
          </ac:picMkLst>
        </pc:picChg>
        <pc:picChg chg="add mod">
          <ac:chgData name="" userId="" providerId="" clId="Web-{57FA6384-6D64-4017-8C8D-103F9B22F9B7}" dt="2026-10-23T12:43:05.147" v="54" actId="34807"/>
          <ac:picMkLst>
            <pc:docMk/>
            <pc:sldMk cId="303247563" sldId="13196"/>
            <ac:picMk id="51087" creationId="{8E0902D5-91C8-7AB8-99C7-9AD14477A069}"/>
          </ac:picMkLst>
        </pc:picChg>
        <pc:picChg chg="add mod">
          <ac:chgData name="" userId="" providerId="" clId="Web-{57FA6384-6D64-4017-8C8D-103F9B22F9B7}" dt="2026-10-23T12:43:05.147" v="54" actId="34807"/>
          <ac:picMkLst>
            <pc:docMk/>
            <pc:sldMk cId="303247563" sldId="13196"/>
            <ac:picMk id="51088" creationId="{5791F5A4-47D6-6422-A0FB-0439D43ED6F8}"/>
          </ac:picMkLst>
        </pc:picChg>
        <pc:picChg chg="add mod">
          <ac:chgData name="" userId="" providerId="" clId="Web-{57FA6384-6D64-4017-8C8D-103F9B22F9B7}" dt="2026-10-23T12:43:05.147" v="54" actId="34807"/>
          <ac:picMkLst>
            <pc:docMk/>
            <pc:sldMk cId="303247563" sldId="13196"/>
            <ac:picMk id="51089" creationId="{9E275A9F-8A54-DC4E-C162-F5F5EE5C45AB}"/>
          </ac:picMkLst>
        </pc:picChg>
        <pc:picChg chg="add mod">
          <ac:chgData name="" userId="" providerId="" clId="Web-{57FA6384-6D64-4017-8C8D-103F9B22F9B7}" dt="2026-10-23T12:43:05.147" v="54" actId="34807"/>
          <ac:picMkLst>
            <pc:docMk/>
            <pc:sldMk cId="303247563" sldId="13196"/>
            <ac:picMk id="51090" creationId="{A1E3FC52-AA2A-CCBB-08FF-A6738F280FF3}"/>
          </ac:picMkLst>
        </pc:picChg>
        <pc:picChg chg="add mod">
          <ac:chgData name="" userId="" providerId="" clId="Web-{57FA6384-6D64-4017-8C8D-103F9B22F9B7}" dt="2026-10-23T12:43:05.147" v="54" actId="34807"/>
          <ac:picMkLst>
            <pc:docMk/>
            <pc:sldMk cId="303247563" sldId="13196"/>
            <ac:picMk id="51094" creationId="{9CEFBDA5-DE75-B1F6-7453-24116B7691BD}"/>
          </ac:picMkLst>
        </pc:picChg>
        <pc:picChg chg="add mod">
          <ac:chgData name="" userId="" providerId="" clId="Web-{57FA6384-6D64-4017-8C8D-103F9B22F9B7}" dt="2026-10-23T12:43:05.147" v="54" actId="34807"/>
          <ac:picMkLst>
            <pc:docMk/>
            <pc:sldMk cId="303247563" sldId="13196"/>
            <ac:picMk id="51096" creationId="{09681945-4C64-A262-2708-1BF52B0E62EF}"/>
          </ac:picMkLst>
        </pc:picChg>
        <pc:picChg chg="add mod">
          <ac:chgData name="" userId="" providerId="" clId="Web-{57FA6384-6D64-4017-8C8D-103F9B22F9B7}" dt="2026-10-23T12:43:05.147" v="54" actId="34807"/>
          <ac:picMkLst>
            <pc:docMk/>
            <pc:sldMk cId="303247563" sldId="13196"/>
            <ac:picMk id="51097" creationId="{0180DE6B-F0E7-758C-918C-BFB197F30AA1}"/>
          </ac:picMkLst>
        </pc:picChg>
        <pc:picChg chg="add mod">
          <ac:chgData name="" userId="" providerId="" clId="Web-{57FA6384-6D64-4017-8C8D-103F9B22F9B7}" dt="2026-10-23T12:43:05.147" v="54" actId="34807"/>
          <ac:picMkLst>
            <pc:docMk/>
            <pc:sldMk cId="303247563" sldId="13196"/>
            <ac:picMk id="51098" creationId="{3D1A947A-C9C1-BAE9-A3C7-8645427066BD}"/>
          </ac:picMkLst>
        </pc:picChg>
        <pc:picChg chg="add mod">
          <ac:chgData name="" userId="" providerId="" clId="Web-{57FA6384-6D64-4017-8C8D-103F9B22F9B7}" dt="2026-10-23T12:43:05.147" v="54" actId="34807"/>
          <ac:picMkLst>
            <pc:docMk/>
            <pc:sldMk cId="303247563" sldId="13196"/>
            <ac:picMk id="51100" creationId="{A0DEF99C-EC00-1C94-8059-1B6D7E1D09ED}"/>
          </ac:picMkLst>
        </pc:picChg>
      </pc:sldChg>
      <pc:sldChg chg="addSp delSp modSp modNotesTx">
        <pc:chgData name="" userId="" providerId="" clId="Web-{57FA6384-6D64-4017-8C8D-103F9B22F9B7}" dt="2026-10-23T12:56:18.559" v="71" actId="34807"/>
        <pc:sldMkLst>
          <pc:docMk/>
          <pc:sldMk cId="3162528261" sldId="13411"/>
        </pc:sldMkLst>
        <pc:spChg chg="add del mod">
          <ac:chgData name="" userId="" providerId="" clId="Web-{57FA6384-6D64-4017-8C8D-103F9B22F9B7}" dt="2026-10-23T12:55:43.808" v="68" actId="34807"/>
          <ac:spMkLst>
            <pc:docMk/>
            <pc:sldMk cId="3162528261" sldId="13411"/>
            <ac:spMk id="51166" creationId="{9A6BAA9D-304A-E62C-0269-1FDF36D2DB17}"/>
          </ac:spMkLst>
        </pc:spChg>
        <pc:spChg chg="mod">
          <ac:chgData name="" userId="" providerId="" clId="Web-{57FA6384-6D64-4017-8C8D-103F9B22F9B7}" dt="2026-10-23T12:43:19.960" v="60" actId="34807"/>
          <ac:spMkLst>
            <pc:docMk/>
            <pc:sldMk cId="3162528261" sldId="13411"/>
            <ac:spMk id="51290" creationId="{CBDB6923-636E-0C0E-3A9E-DF3C76FDFC45}"/>
          </ac:spMkLst>
        </pc:spChg>
        <pc:spChg chg="add del mod">
          <ac:chgData name="" userId="" providerId="" clId="Web-{57FA6384-6D64-4017-8C8D-103F9B22F9B7}" dt="2026-10-23T12:55:43.808" v="68" actId="34807"/>
          <ac:spMkLst>
            <pc:docMk/>
            <pc:sldMk cId="3162528261" sldId="13411"/>
            <ac:spMk id="51400" creationId="{D2C13354-B900-9890-AAFE-E2947D596556}"/>
          </ac:spMkLst>
        </pc:spChg>
        <pc:spChg chg="add del mod">
          <ac:chgData name="" userId="" providerId="" clId="Web-{57FA6384-6D64-4017-8C8D-103F9B22F9B7}" dt="2026-10-23T12:55:43.808" v="68" actId="34807"/>
          <ac:spMkLst>
            <pc:docMk/>
            <pc:sldMk cId="3162528261" sldId="13411"/>
            <ac:spMk id="51478" creationId="{ADEB976C-858A-0E12-6BFA-7A7AE358B3BC}"/>
          </ac:spMkLst>
        </pc:spChg>
        <pc:spChg chg="add del mod">
          <ac:chgData name="" userId="" providerId="" clId="Web-{57FA6384-6D64-4017-8C8D-103F9B22F9B7}" dt="2026-10-23T12:55:43.808" v="68" actId="34807"/>
          <ac:spMkLst>
            <pc:docMk/>
            <pc:sldMk cId="3162528261" sldId="13411"/>
            <ac:spMk id="51506" creationId="{59417212-DF05-D303-9611-4DFBEB727928}"/>
          </ac:spMkLst>
        </pc:spChg>
        <pc:spChg chg="mod">
          <ac:chgData name="" userId="" providerId="" clId="Web-{57FA6384-6D64-4017-8C8D-103F9B22F9B7}" dt="2026-10-23T12:43:19.960" v="60" actId="34807"/>
          <ac:spMkLst>
            <pc:docMk/>
            <pc:sldMk cId="3162528261" sldId="13411"/>
            <ac:spMk id="51535" creationId="{3072DA4E-C880-914D-E816-C1C7FB46449F}"/>
          </ac:spMkLst>
        </pc:spChg>
        <pc:spChg chg="mod">
          <ac:chgData name="" userId="" providerId="" clId="Web-{57FA6384-6D64-4017-8C8D-103F9B22F9B7}" dt="2026-10-23T12:43:19.960" v="60" actId="34807"/>
          <ac:spMkLst>
            <pc:docMk/>
            <pc:sldMk cId="3162528261" sldId="13411"/>
            <ac:spMk id="51596" creationId="{699DBC8C-E61D-1220-5048-A817A664C091}"/>
          </ac:spMkLst>
        </pc:spChg>
        <pc:spChg chg="mod">
          <ac:chgData name="" userId="" providerId="" clId="Web-{57FA6384-6D64-4017-8C8D-103F9B22F9B7}" dt="2026-10-23T12:43:19.960" v="60" actId="34807"/>
          <ac:spMkLst>
            <pc:docMk/>
            <pc:sldMk cId="3162528261" sldId="13411"/>
            <ac:spMk id="51661" creationId="{8FA3D289-78B3-20B7-9E9F-C1CF422F453A}"/>
          </ac:spMkLst>
        </pc:spChg>
        <pc:spChg chg="add del mod">
          <ac:chgData name="" userId="" providerId="" clId="Web-{57FA6384-6D64-4017-8C8D-103F9B22F9B7}" dt="2026-10-23T12:55:43.808" v="68" actId="34807"/>
          <ac:spMkLst>
            <pc:docMk/>
            <pc:sldMk cId="3162528261" sldId="13411"/>
            <ac:spMk id="51766" creationId="{D73C9FAD-BE3A-7A20-D4F5-A1FE4C7CB626}"/>
          </ac:spMkLst>
        </pc:spChg>
        <pc:spChg chg="add del mod">
          <ac:chgData name="" userId="" providerId="" clId="Web-{57FA6384-6D64-4017-8C8D-103F9B22F9B7}" dt="2026-10-23T12:55:43.808" v="68" actId="34807"/>
          <ac:spMkLst>
            <pc:docMk/>
            <pc:sldMk cId="3162528261" sldId="13411"/>
            <ac:spMk id="51880" creationId="{36B5A740-7FAB-F908-D59A-DD0825B61CAB}"/>
          </ac:spMkLst>
        </pc:spChg>
        <pc:spChg chg="mod">
          <ac:chgData name="" userId="" providerId="" clId="Web-{57FA6384-6D64-4017-8C8D-103F9B22F9B7}" dt="2026-10-23T12:43:19.960" v="60" actId="34807"/>
          <ac:spMkLst>
            <pc:docMk/>
            <pc:sldMk cId="3162528261" sldId="13411"/>
            <ac:spMk id="51961" creationId="{7E7D2E9A-6EA6-C54E-D70E-8103CE57BBB8}"/>
          </ac:spMkLst>
        </pc:spChg>
        <pc:spChg chg="add del mod">
          <ac:chgData name="" userId="" providerId="" clId="Web-{57FA6384-6D64-4017-8C8D-103F9B22F9B7}" dt="2026-10-23T12:55:43.808" v="68" actId="34807"/>
          <ac:spMkLst>
            <pc:docMk/>
            <pc:sldMk cId="3162528261" sldId="13411"/>
            <ac:spMk id="52003" creationId="{A25A0CE7-4803-0D02-F4C8-186D26F78451}"/>
          </ac:spMkLst>
        </pc:spChg>
        <pc:spChg chg="mod">
          <ac:chgData name="" userId="" providerId="" clId="Web-{57FA6384-6D64-4017-8C8D-103F9B22F9B7}" dt="2026-10-23T12:43:19.960" v="60" actId="34807"/>
          <ac:spMkLst>
            <pc:docMk/>
            <pc:sldMk cId="3162528261" sldId="13411"/>
            <ac:spMk id="52090" creationId="{B2219578-0208-7E4E-53E7-38639D9FA5AC}"/>
          </ac:spMkLst>
        </pc:spChg>
        <pc:spChg chg="add del mod">
          <ac:chgData name="" userId="" providerId="" clId="Web-{57FA6384-6D64-4017-8C8D-103F9B22F9B7}" dt="2026-10-23T12:55:43.808" v="68" actId="34807"/>
          <ac:spMkLst>
            <pc:docMk/>
            <pc:sldMk cId="3162528261" sldId="13411"/>
            <ac:spMk id="52135" creationId="{094AE528-4296-4F67-B9E9-82367E3153FD}"/>
          </ac:spMkLst>
        </pc:spChg>
        <pc:spChg chg="add del mod">
          <ac:chgData name="" userId="" providerId="" clId="Web-{57FA6384-6D64-4017-8C8D-103F9B22F9B7}" dt="2026-10-23T12:55:43.808" v="68" actId="34807"/>
          <ac:spMkLst>
            <pc:docMk/>
            <pc:sldMk cId="3162528261" sldId="13411"/>
            <ac:spMk id="52181" creationId="{31629176-D011-DF74-2A69-1A297F892D96}"/>
          </ac:spMkLst>
        </pc:spChg>
        <pc:spChg chg="add del mod">
          <ac:chgData name="" userId="" providerId="" clId="Web-{57FA6384-6D64-4017-8C8D-103F9B22F9B7}" dt="2026-10-23T12:55:43.808" v="68" actId="34807"/>
          <ac:spMkLst>
            <pc:docMk/>
            <pc:sldMk cId="3162528261" sldId="13411"/>
            <ac:spMk id="52228" creationId="{60579E72-C10E-A7B8-AFF0-B3253F4583B6}"/>
          </ac:spMkLst>
        </pc:spChg>
        <pc:spChg chg="mod">
          <ac:chgData name="" userId="" providerId="" clId="Web-{57FA6384-6D64-4017-8C8D-103F9B22F9B7}" dt="2026-10-23T12:43:19.960" v="60" actId="34807"/>
          <ac:spMkLst>
            <pc:docMk/>
            <pc:sldMk cId="3162528261" sldId="13411"/>
            <ac:spMk id="52375" creationId="{C62F3DB2-42F2-022F-A617-F9A19C0D3290}"/>
          </ac:spMkLst>
        </pc:spChg>
        <pc:spChg chg="mod">
          <ac:chgData name="" userId="" providerId="" clId="Web-{57FA6384-6D64-4017-8C8D-103F9B22F9B7}" dt="2026-10-23T12:43:19.960" v="60" actId="34807"/>
          <ac:spMkLst>
            <pc:docMk/>
            <pc:sldMk cId="3162528261" sldId="13411"/>
            <ac:spMk id="52531" creationId="{3B03A5DF-0C88-70A6-19AA-B768994DCB30}"/>
          </ac:spMkLst>
        </pc:spChg>
        <pc:spChg chg="add mod">
          <ac:chgData name="" userId="" providerId="" clId="Web-{57FA6384-6D64-4017-8C8D-103F9B22F9B7}" dt="2026-10-23T12:56:05.558" v="69" actId="34807"/>
          <ac:spMkLst>
            <pc:docMk/>
            <pc:sldMk cId="3162528261" sldId="13411"/>
            <ac:spMk id="55103" creationId="{3811FC6A-B9B8-F5F5-C7EF-712E1975580E}"/>
          </ac:spMkLst>
        </pc:spChg>
        <pc:spChg chg="add mod">
          <ac:chgData name="" userId="" providerId="" clId="Web-{57FA6384-6D64-4017-8C8D-103F9B22F9B7}" dt="2026-10-23T12:56:05.558" v="69" actId="34807"/>
          <ac:spMkLst>
            <pc:docMk/>
            <pc:sldMk cId="3162528261" sldId="13411"/>
            <ac:spMk id="55108" creationId="{D1917239-4A76-1FB9-07C4-D7E98247B96D}"/>
          </ac:spMkLst>
        </pc:spChg>
        <pc:spChg chg="add mod">
          <ac:chgData name="" userId="" providerId="" clId="Web-{57FA6384-6D64-4017-8C8D-103F9B22F9B7}" dt="2026-10-23T12:56:05.558" v="69" actId="34807"/>
          <ac:spMkLst>
            <pc:docMk/>
            <pc:sldMk cId="3162528261" sldId="13411"/>
            <ac:spMk id="55114" creationId="{15AD7684-B527-13D1-3AB8-5F91AE8EF195}"/>
          </ac:spMkLst>
        </pc:spChg>
        <pc:spChg chg="add mod">
          <ac:chgData name="" userId="" providerId="" clId="Web-{57FA6384-6D64-4017-8C8D-103F9B22F9B7}" dt="2026-10-23T12:56:05.558" v="69" actId="34807"/>
          <ac:spMkLst>
            <pc:docMk/>
            <pc:sldMk cId="3162528261" sldId="13411"/>
            <ac:spMk id="55129" creationId="{10DE829E-1663-544F-8E35-D8622FA9F95D}"/>
          </ac:spMkLst>
        </pc:spChg>
        <pc:spChg chg="add mod">
          <ac:chgData name="" userId="" providerId="" clId="Web-{57FA6384-6D64-4017-8C8D-103F9B22F9B7}" dt="2026-10-23T12:56:05.558" v="69" actId="34807"/>
          <ac:spMkLst>
            <pc:docMk/>
            <pc:sldMk cId="3162528261" sldId="13411"/>
            <ac:spMk id="55159" creationId="{19E6362C-439A-4529-76E8-363C441D3760}"/>
          </ac:spMkLst>
        </pc:spChg>
        <pc:spChg chg="add mod">
          <ac:chgData name="" userId="" providerId="" clId="Web-{57FA6384-6D64-4017-8C8D-103F9B22F9B7}" dt="2026-10-23T12:56:05.558" v="69" actId="34807"/>
          <ac:spMkLst>
            <pc:docMk/>
            <pc:sldMk cId="3162528261" sldId="13411"/>
            <ac:spMk id="55171" creationId="{A5C94923-E809-1CC1-B6A6-092CF75DAAFF}"/>
          </ac:spMkLst>
        </pc:spChg>
        <pc:spChg chg="add mod">
          <ac:chgData name="" userId="" providerId="" clId="Web-{57FA6384-6D64-4017-8C8D-103F9B22F9B7}" dt="2026-10-23T12:56:05.558" v="69" actId="34807"/>
          <ac:spMkLst>
            <pc:docMk/>
            <pc:sldMk cId="3162528261" sldId="13411"/>
            <ac:spMk id="55184" creationId="{8837A139-28EB-7CF1-EFBF-D65C1909C38E}"/>
          </ac:spMkLst>
        </pc:spChg>
        <pc:spChg chg="add mod">
          <ac:chgData name="" userId="" providerId="" clId="Web-{57FA6384-6D64-4017-8C8D-103F9B22F9B7}" dt="2026-10-23T12:56:05.558" v="69" actId="34807"/>
          <ac:spMkLst>
            <pc:docMk/>
            <pc:sldMk cId="3162528261" sldId="13411"/>
            <ac:spMk id="55198" creationId="{C61D75C0-82D3-7A46-2242-51DF272697C3}"/>
          </ac:spMkLst>
        </pc:spChg>
        <pc:spChg chg="add mod">
          <ac:chgData name="" userId="" providerId="" clId="Web-{57FA6384-6D64-4017-8C8D-103F9B22F9B7}" dt="2026-10-23T12:56:05.558" v="69" actId="34807"/>
          <ac:spMkLst>
            <pc:docMk/>
            <pc:sldMk cId="3162528261" sldId="13411"/>
            <ac:spMk id="55229" creationId="{887C0AAC-B3E8-D4B6-1EC8-824E1580E0B8}"/>
          </ac:spMkLst>
        </pc:spChg>
        <pc:spChg chg="add mod">
          <ac:chgData name="" userId="" providerId="" clId="Web-{57FA6384-6D64-4017-8C8D-103F9B22F9B7}" dt="2026-10-23T12:56:05.558" v="69" actId="34807"/>
          <ac:spMkLst>
            <pc:docMk/>
            <pc:sldMk cId="3162528261" sldId="13411"/>
            <ac:spMk id="55246" creationId="{4086DB01-C483-B624-CB57-26C744955B10}"/>
          </ac:spMkLst>
        </pc:spChg>
        <pc:spChg chg="add mod">
          <ac:chgData name="" userId="" providerId="" clId="Web-{57FA6384-6D64-4017-8C8D-103F9B22F9B7}" dt="2026-10-23T12:56:18.559" v="71" actId="34807"/>
          <ac:spMkLst>
            <pc:docMk/>
            <pc:sldMk cId="3162528261" sldId="13411"/>
            <ac:spMk id="55265" creationId="{73C1E209-DDBB-D3C9-717F-E72FD1374A60}"/>
          </ac:spMkLst>
        </pc:spChg>
        <pc:spChg chg="add mod">
          <ac:chgData name="" userId="" providerId="" clId="Web-{57FA6384-6D64-4017-8C8D-103F9B22F9B7}" dt="2026-10-23T12:56:18.559" v="71" actId="34807"/>
          <ac:spMkLst>
            <pc:docMk/>
            <pc:sldMk cId="3162528261" sldId="13411"/>
            <ac:spMk id="55271" creationId="{95D69706-BF0F-58C7-265C-F2441C1FD1D7}"/>
          </ac:spMkLst>
        </pc:spChg>
        <pc:spChg chg="add mod">
          <ac:chgData name="" userId="" providerId="" clId="Web-{57FA6384-6D64-4017-8C8D-103F9B22F9B7}" dt="2026-10-23T12:56:18.559" v="71" actId="34807"/>
          <ac:spMkLst>
            <pc:docMk/>
            <pc:sldMk cId="3162528261" sldId="13411"/>
            <ac:spMk id="55278" creationId="{98248242-A9B4-EB7A-7E54-1247DDF86CD8}"/>
          </ac:spMkLst>
        </pc:spChg>
        <pc:spChg chg="add mod">
          <ac:chgData name="" userId="" providerId="" clId="Web-{57FA6384-6D64-4017-8C8D-103F9B22F9B7}" dt="2026-10-23T12:56:18.559" v="71" actId="34807"/>
          <ac:spMkLst>
            <pc:docMk/>
            <pc:sldMk cId="3162528261" sldId="13411"/>
            <ac:spMk id="55370" creationId="{F684E39C-64AB-2DBC-DA40-E2BB54491271}"/>
          </ac:spMkLst>
        </pc:spChg>
        <pc:spChg chg="add mod">
          <ac:chgData name="" userId="" providerId="" clId="Web-{57FA6384-6D64-4017-8C8D-103F9B22F9B7}" dt="2026-10-23T12:56:18.559" v="71" actId="34807"/>
          <ac:spMkLst>
            <pc:docMk/>
            <pc:sldMk cId="3162528261" sldId="13411"/>
            <ac:spMk id="55421" creationId="{96F30EF8-ECE7-75A2-3F56-57FE5008C27F}"/>
          </ac:spMkLst>
        </pc:spChg>
        <pc:spChg chg="add mod">
          <ac:chgData name="" userId="" providerId="" clId="Web-{57FA6384-6D64-4017-8C8D-103F9B22F9B7}" dt="2026-10-23T12:56:18.559" v="71" actId="34807"/>
          <ac:spMkLst>
            <pc:docMk/>
            <pc:sldMk cId="3162528261" sldId="13411"/>
            <ac:spMk id="55440" creationId="{79E4F4E4-9F4E-54BE-AF8F-EFCDB2B81BBB}"/>
          </ac:spMkLst>
        </pc:spChg>
        <pc:spChg chg="add mod">
          <ac:chgData name="" userId="" providerId="" clId="Web-{57FA6384-6D64-4017-8C8D-103F9B22F9B7}" dt="2026-10-23T12:56:18.559" v="71" actId="34807"/>
          <ac:spMkLst>
            <pc:docMk/>
            <pc:sldMk cId="3162528261" sldId="13411"/>
            <ac:spMk id="55481" creationId="{0EBC22C5-2DA1-CBB3-0D9E-CB3B3EAC7BFD}"/>
          </ac:spMkLst>
        </pc:spChg>
        <pc:spChg chg="add mod">
          <ac:chgData name="" userId="" providerId="" clId="Web-{57FA6384-6D64-4017-8C8D-103F9B22F9B7}" dt="2026-10-23T12:56:18.559" v="71" actId="34807"/>
          <ac:spMkLst>
            <pc:docMk/>
            <pc:sldMk cId="3162528261" sldId="13411"/>
            <ac:spMk id="55503" creationId="{8BC171AA-D219-7BC1-8A88-D30642D98BBC}"/>
          </ac:spMkLst>
        </pc:spChg>
        <pc:spChg chg="add mod">
          <ac:chgData name="" userId="" providerId="" clId="Web-{57FA6384-6D64-4017-8C8D-103F9B22F9B7}" dt="2026-10-23T12:56:18.559" v="71" actId="34807"/>
          <ac:spMkLst>
            <pc:docMk/>
            <pc:sldMk cId="3162528261" sldId="13411"/>
            <ac:spMk id="55628" creationId="{9B350A66-10B9-ADF0-3549-41081B47EF9D}"/>
          </ac:spMkLst>
        </pc:spChg>
        <pc:spChg chg="add mod">
          <ac:chgData name="" userId="" providerId="" clId="Web-{57FA6384-6D64-4017-8C8D-103F9B22F9B7}" dt="2026-10-23T12:56:18.559" v="71" actId="34807"/>
          <ac:spMkLst>
            <pc:docMk/>
            <pc:sldMk cId="3162528261" sldId="13411"/>
            <ac:spMk id="55715" creationId="{6DC17E0E-19C2-FDA6-3842-015BE7E953CE}"/>
          </ac:spMkLst>
        </pc:spChg>
        <pc:picChg chg="add mod">
          <ac:chgData name="" userId="" providerId="" clId="Web-{57FA6384-6D64-4017-8C8D-103F9B22F9B7}" dt="2026-10-23T12:43:17.757" v="58" actId="34807"/>
          <ac:picMkLst>
            <pc:docMk/>
            <pc:sldMk cId="3162528261" sldId="13411"/>
            <ac:picMk id="52586" creationId="{3A479A8A-3B11-E449-E19C-2A04B1501C5C}"/>
          </ac:picMkLst>
        </pc:picChg>
        <pc:picChg chg="add mod">
          <ac:chgData name="" userId="" providerId="" clId="Web-{57FA6384-6D64-4017-8C8D-103F9B22F9B7}" dt="2026-10-23T12:43:17.757" v="58" actId="34807"/>
          <ac:picMkLst>
            <pc:docMk/>
            <pc:sldMk cId="3162528261" sldId="13411"/>
            <ac:picMk id="52587" creationId="{E8990BE4-A66F-401D-F3E6-A0A2FC618BC2}"/>
          </ac:picMkLst>
        </pc:picChg>
        <pc:picChg chg="add mod">
          <ac:chgData name="" userId="" providerId="" clId="Web-{57FA6384-6D64-4017-8C8D-103F9B22F9B7}" dt="2026-10-23T12:43:17.757" v="58" actId="34807"/>
          <ac:picMkLst>
            <pc:docMk/>
            <pc:sldMk cId="3162528261" sldId="13411"/>
            <ac:picMk id="52588" creationId="{1F551BDE-1755-DC5F-B8F6-44CE6B30E930}"/>
          </ac:picMkLst>
        </pc:picChg>
        <pc:picChg chg="add mod">
          <ac:chgData name="" userId="" providerId="" clId="Web-{57FA6384-6D64-4017-8C8D-103F9B22F9B7}" dt="2026-10-23T12:43:17.757" v="58" actId="34807"/>
          <ac:picMkLst>
            <pc:docMk/>
            <pc:sldMk cId="3162528261" sldId="13411"/>
            <ac:picMk id="52589" creationId="{361CDF13-7569-9FB8-8602-6551146A260F}"/>
          </ac:picMkLst>
        </pc:picChg>
        <pc:picChg chg="add mod">
          <ac:chgData name="" userId="" providerId="" clId="Web-{57FA6384-6D64-4017-8C8D-103F9B22F9B7}" dt="2026-10-23T12:56:06.340" v="70" actId="34807"/>
          <ac:picMkLst>
            <pc:docMk/>
            <pc:sldMk cId="3162528261" sldId="13411"/>
            <ac:picMk id="55247" creationId="{A60A0D02-1855-72A9-9647-2A0CE78C4F97}"/>
          </ac:picMkLst>
        </pc:picChg>
        <pc:picChg chg="add mod">
          <ac:chgData name="" userId="" providerId="" clId="Web-{57FA6384-6D64-4017-8C8D-103F9B22F9B7}" dt="2026-10-23T12:56:06.340" v="70" actId="34807"/>
          <ac:picMkLst>
            <pc:docMk/>
            <pc:sldMk cId="3162528261" sldId="13411"/>
            <ac:picMk id="55248" creationId="{CEAA2512-0CD4-A3F0-911E-772EE6687E87}"/>
          </ac:picMkLst>
        </pc:picChg>
        <pc:picChg chg="add mod">
          <ac:chgData name="" userId="" providerId="" clId="Web-{57FA6384-6D64-4017-8C8D-103F9B22F9B7}" dt="2026-10-23T12:56:06.340" v="70" actId="34807"/>
          <ac:picMkLst>
            <pc:docMk/>
            <pc:sldMk cId="3162528261" sldId="13411"/>
            <ac:picMk id="55249" creationId="{0712210D-9C5D-D5A3-CC4B-BF16AD7847FB}"/>
          </ac:picMkLst>
        </pc:picChg>
        <pc:picChg chg="add mod">
          <ac:chgData name="" userId="" providerId="" clId="Web-{57FA6384-6D64-4017-8C8D-103F9B22F9B7}" dt="2026-10-23T12:56:06.340" v="70" actId="34807"/>
          <ac:picMkLst>
            <pc:docMk/>
            <pc:sldMk cId="3162528261" sldId="13411"/>
            <ac:picMk id="55250" creationId="{B2B53EFB-321E-A7F1-23C4-64A577025A94}"/>
          </ac:picMkLst>
        </pc:picChg>
      </pc:sldChg>
      <pc:sldChg chg="addSp modSp modNotesTx">
        <pc:chgData name="" userId="" providerId="" clId="Web-{57FA6384-6D64-4017-8C8D-103F9B22F9B7}" dt="2026-10-23T12:43:30.679" v="64" actId="34807"/>
        <pc:sldMkLst>
          <pc:docMk/>
          <pc:sldMk cId="2661767293" sldId="13627"/>
        </pc:sldMkLst>
        <pc:spChg chg="add mod">
          <ac:chgData name="" userId="" providerId="" clId="Web-{57FA6384-6D64-4017-8C8D-103F9B22F9B7}" dt="2026-10-23T12:43:27.975" v="61" actId="34807"/>
          <ac:spMkLst>
            <pc:docMk/>
            <pc:sldMk cId="2661767293" sldId="13627"/>
            <ac:spMk id="52590" creationId="{68E5CB15-FF48-8DC0-B55E-B8792D2DE0EA}"/>
          </ac:spMkLst>
        </pc:spChg>
        <pc:spChg chg="add mod">
          <ac:chgData name="" userId="" providerId="" clId="Web-{57FA6384-6D64-4017-8C8D-103F9B22F9B7}" dt="2026-10-23T12:43:27.975" v="61" actId="34807"/>
          <ac:spMkLst>
            <pc:docMk/>
            <pc:sldMk cId="2661767293" sldId="13627"/>
            <ac:spMk id="52592" creationId="{60B5CDF0-92B6-8630-EFFA-1C6FA66BA2BF}"/>
          </ac:spMkLst>
        </pc:spChg>
        <pc:spChg chg="add mod">
          <ac:chgData name="" userId="" providerId="" clId="Web-{57FA6384-6D64-4017-8C8D-103F9B22F9B7}" dt="2026-10-23T12:43:27.975" v="61" actId="34807"/>
          <ac:spMkLst>
            <pc:docMk/>
            <pc:sldMk cId="2661767293" sldId="13627"/>
            <ac:spMk id="52595" creationId="{C8610F2E-571E-20A6-C04E-7E0E35E36A10}"/>
          </ac:spMkLst>
        </pc:spChg>
        <pc:spChg chg="add mod">
          <ac:chgData name="" userId="" providerId="" clId="Web-{57FA6384-6D64-4017-8C8D-103F9B22F9B7}" dt="2026-10-23T12:43:27.975" v="61" actId="34807"/>
          <ac:spMkLst>
            <pc:docMk/>
            <pc:sldMk cId="2661767293" sldId="13627"/>
            <ac:spMk id="52617" creationId="{BA5738D9-D8CD-20FA-312F-7F880FA677C4}"/>
          </ac:spMkLst>
        </pc:spChg>
        <pc:spChg chg="add mod">
          <ac:chgData name="" userId="" providerId="" clId="Web-{57FA6384-6D64-4017-8C8D-103F9B22F9B7}" dt="2026-10-23T12:43:27.975" v="61" actId="34807"/>
          <ac:spMkLst>
            <pc:docMk/>
            <pc:sldMk cId="2661767293" sldId="13627"/>
            <ac:spMk id="52655" creationId="{1EE60E45-A323-4A66-04E5-A0F26E246386}"/>
          </ac:spMkLst>
        </pc:spChg>
        <pc:spChg chg="add mod">
          <ac:chgData name="" userId="" providerId="" clId="Web-{57FA6384-6D64-4017-8C8D-103F9B22F9B7}" dt="2026-10-23T12:43:27.975" v="61" actId="34807"/>
          <ac:spMkLst>
            <pc:docMk/>
            <pc:sldMk cId="2661767293" sldId="13627"/>
            <ac:spMk id="52680" creationId="{E7D86FBB-41F0-2783-535A-780D152900F6}"/>
          </ac:spMkLst>
        </pc:spChg>
        <pc:spChg chg="add mod">
          <ac:chgData name="" userId="" providerId="" clId="Web-{57FA6384-6D64-4017-8C8D-103F9B22F9B7}" dt="2026-10-23T12:43:27.975" v="61" actId="34807"/>
          <ac:spMkLst>
            <pc:docMk/>
            <pc:sldMk cId="2661767293" sldId="13627"/>
            <ac:spMk id="52725" creationId="{77B4AA23-669B-F99B-6F31-6811014CB057}"/>
          </ac:spMkLst>
        </pc:spChg>
        <pc:spChg chg="add mod">
          <ac:chgData name="" userId="" providerId="" clId="Web-{57FA6384-6D64-4017-8C8D-103F9B22F9B7}" dt="2026-10-23T12:43:27.975" v="61" actId="34807"/>
          <ac:spMkLst>
            <pc:docMk/>
            <pc:sldMk cId="2661767293" sldId="13627"/>
            <ac:spMk id="52842" creationId="{B8B70083-ED78-43B8-76A3-8D2BF0C43B1C}"/>
          </ac:spMkLst>
        </pc:spChg>
        <pc:spChg chg="add mod">
          <ac:chgData name="" userId="" providerId="" clId="Web-{57FA6384-6D64-4017-8C8D-103F9B22F9B7}" dt="2026-10-23T12:43:27.975" v="61" actId="34807"/>
          <ac:spMkLst>
            <pc:docMk/>
            <pc:sldMk cId="2661767293" sldId="13627"/>
            <ac:spMk id="52865" creationId="{EA2FDA95-F0F1-AEB9-FD83-AB4C160E600C}"/>
          </ac:spMkLst>
        </pc:spChg>
        <pc:spChg chg="mod">
          <ac:chgData name="" userId="" providerId="" clId="Web-{57FA6384-6D64-4017-8C8D-103F9B22F9B7}" dt="2026-10-23T12:43:30.679" v="64" actId="34807"/>
          <ac:spMkLst>
            <pc:docMk/>
            <pc:sldMk cId="2661767293" sldId="13627"/>
            <ac:spMk id="52889" creationId="{782F9A13-7632-0610-549A-3896617503DC}"/>
          </ac:spMkLst>
        </pc:spChg>
        <pc:spChg chg="add mod">
          <ac:chgData name="" userId="" providerId="" clId="Web-{57FA6384-6D64-4017-8C8D-103F9B22F9B7}" dt="2026-10-23T12:43:27.975" v="61" actId="34807"/>
          <ac:spMkLst>
            <pc:docMk/>
            <pc:sldMk cId="2661767293" sldId="13627"/>
            <ac:spMk id="52940" creationId="{5C63FED8-B47C-306B-3681-E9419D055FC1}"/>
          </ac:spMkLst>
        </pc:spChg>
        <pc:picChg chg="add mod">
          <ac:chgData name="" userId="" providerId="" clId="Web-{57FA6384-6D64-4017-8C8D-103F9B22F9B7}" dt="2026-10-23T12:43:28.835" v="62" actId="34807"/>
          <ac:picMkLst>
            <pc:docMk/>
            <pc:sldMk cId="2661767293" sldId="13627"/>
            <ac:picMk id="52968" creationId="{75ECE118-507E-E291-BC73-26F94FCC2276}"/>
          </ac:picMkLst>
        </pc:picChg>
        <pc:picChg chg="add mod">
          <ac:chgData name="" userId="" providerId="" clId="Web-{57FA6384-6D64-4017-8C8D-103F9B22F9B7}" dt="2026-10-23T12:43:28.835" v="62" actId="34807"/>
          <ac:picMkLst>
            <pc:docMk/>
            <pc:sldMk cId="2661767293" sldId="13627"/>
            <ac:picMk id="52969" creationId="{454FF3F0-B91D-8AE7-D1AF-BBF55222DA65}"/>
          </ac:picMkLst>
        </pc:picChg>
      </pc:sldChg>
      <pc:sldChg chg="addSp modSp modNotesTx">
        <pc:chgData name="" userId="" providerId="" clId="Web-{57FA6384-6D64-4017-8C8D-103F9B22F9B7}" dt="2026-10-23T12:43:40.257" v="65" actId="34807"/>
        <pc:sldMkLst>
          <pc:docMk/>
          <pc:sldMk cId="936607863" sldId="14944"/>
        </pc:sldMkLst>
        <pc:spChg chg="add mod">
          <ac:chgData name="" userId="" providerId="" clId="Web-{57FA6384-6D64-4017-8C8D-103F9B22F9B7}" dt="2026-10-23T12:32:09.240" v="8" actId="34807"/>
          <ac:spMkLst>
            <pc:docMk/>
            <pc:sldMk cId="936607863" sldId="14944"/>
            <ac:spMk id="30776" creationId="{544F539D-ABDD-D694-6DD0-5FA1DC18DAFE}"/>
          </ac:spMkLst>
        </pc:spChg>
        <pc:spChg chg="add mod">
          <ac:chgData name="" userId="" providerId="" clId="Web-{57FA6384-6D64-4017-8C8D-103F9B22F9B7}" dt="2026-10-23T12:32:09.240" v="8" actId="34807"/>
          <ac:spMkLst>
            <pc:docMk/>
            <pc:sldMk cId="936607863" sldId="14944"/>
            <ac:spMk id="30864" creationId="{10550232-D2C8-81B7-43D8-70F4D2AE037D}"/>
          </ac:spMkLst>
        </pc:spChg>
        <pc:spChg chg="add mod">
          <ac:chgData name="" userId="" providerId="" clId="Web-{57FA6384-6D64-4017-8C8D-103F9B22F9B7}" dt="2026-10-23T12:32:09.240" v="8" actId="34807"/>
          <ac:spMkLst>
            <pc:docMk/>
            <pc:sldMk cId="936607863" sldId="14944"/>
            <ac:spMk id="30893" creationId="{B164AC64-FCCE-ACBA-68F9-44B05B50B49F}"/>
          </ac:spMkLst>
        </pc:spChg>
        <pc:spChg chg="add mod">
          <ac:chgData name="" userId="" providerId="" clId="Web-{57FA6384-6D64-4017-8C8D-103F9B22F9B7}" dt="2026-10-23T12:32:09.240" v="8" actId="34807"/>
          <ac:spMkLst>
            <pc:docMk/>
            <pc:sldMk cId="936607863" sldId="14944"/>
            <ac:spMk id="30963" creationId="{B24C63D3-3310-1A79-A6FA-E51F98FEA14E}"/>
          </ac:spMkLst>
        </pc:spChg>
        <pc:spChg chg="add mod">
          <ac:chgData name="" userId="" providerId="" clId="Web-{57FA6384-6D64-4017-8C8D-103F9B22F9B7}" dt="2026-10-23T12:32:09.240" v="8" actId="34807"/>
          <ac:spMkLst>
            <pc:docMk/>
            <pc:sldMk cId="936607863" sldId="14944"/>
            <ac:spMk id="30983" creationId="{8D7A2C71-70B1-D711-0443-2470540215F3}"/>
          </ac:spMkLst>
        </pc:spChg>
        <pc:spChg chg="add mod">
          <ac:chgData name="" userId="" providerId="" clId="Web-{57FA6384-6D64-4017-8C8D-103F9B22F9B7}" dt="2026-10-23T12:32:09.240" v="8" actId="34807"/>
          <ac:spMkLst>
            <pc:docMk/>
            <pc:sldMk cId="936607863" sldId="14944"/>
            <ac:spMk id="31004" creationId="{B9A43108-4714-F045-8C16-F49F8935BCE1}"/>
          </ac:spMkLst>
        </pc:spChg>
        <pc:spChg chg="add mod">
          <ac:chgData name="" userId="" providerId="" clId="Web-{57FA6384-6D64-4017-8C8D-103F9B22F9B7}" dt="2026-10-23T12:32:09.240" v="8" actId="34807"/>
          <ac:spMkLst>
            <pc:docMk/>
            <pc:sldMk cId="936607863" sldId="14944"/>
            <ac:spMk id="31049" creationId="{BE8567B8-47E6-5E84-8AB3-89C8D683DA40}"/>
          </ac:spMkLst>
        </pc:spChg>
        <pc:spChg chg="add mod">
          <ac:chgData name="" userId="" providerId="" clId="Web-{57FA6384-6D64-4017-8C8D-103F9B22F9B7}" dt="2026-10-23T12:32:09.240" v="8" actId="34807"/>
          <ac:spMkLst>
            <pc:docMk/>
            <pc:sldMk cId="936607863" sldId="14944"/>
            <ac:spMk id="31073" creationId="{9C23EF48-4273-C7CC-86DC-7A708DD6611E}"/>
          </ac:spMkLst>
        </pc:spChg>
        <pc:spChg chg="add mod">
          <ac:chgData name="" userId="" providerId="" clId="Web-{57FA6384-6D64-4017-8C8D-103F9B22F9B7}" dt="2026-10-23T12:32:09.240" v="8" actId="34807"/>
          <ac:spMkLst>
            <pc:docMk/>
            <pc:sldMk cId="936607863" sldId="14944"/>
            <ac:spMk id="31098" creationId="{1C4455D0-E2EF-B73B-39B9-BA970DBF51BB}"/>
          </ac:spMkLst>
        </pc:spChg>
        <pc:spChg chg="add mod">
          <ac:chgData name="" userId="" providerId="" clId="Web-{57FA6384-6D64-4017-8C8D-103F9B22F9B7}" dt="2026-10-23T12:32:09.240" v="8" actId="34807"/>
          <ac:spMkLst>
            <pc:docMk/>
            <pc:sldMk cId="936607863" sldId="14944"/>
            <ac:spMk id="31208" creationId="{69ECE668-5910-9407-DADB-0679FFFD6A0F}"/>
          </ac:spMkLst>
        </pc:spChg>
        <pc:picChg chg="add mod">
          <ac:chgData name="" userId="" providerId="" clId="Web-{57FA6384-6D64-4017-8C8D-103F9B22F9B7}" dt="2026-10-23T12:43:40.257" v="65" actId="34807"/>
          <ac:picMkLst>
            <pc:docMk/>
            <pc:sldMk cId="936607863" sldId="14944"/>
            <ac:picMk id="31209" creationId="{680640C2-7BD7-32F2-598F-18BE980EBEA0}"/>
          </ac:picMkLst>
        </pc:picChg>
      </pc:sldChg>
      <pc:sldChg chg="addSp modSp modNotesTx">
        <pc:chgData name="" userId="" providerId="" clId="Web-{57FA6384-6D64-4017-8C8D-103F9B22F9B7}" dt="2026-10-23T12:32:23.209" v="14" actId="34807"/>
        <pc:sldMkLst>
          <pc:docMk/>
          <pc:sldMk cId="4271561650" sldId="15167"/>
        </pc:sldMkLst>
        <pc:spChg chg="add mod">
          <ac:chgData name="" userId="" providerId="" clId="Web-{57FA6384-6D64-4017-8C8D-103F9B22F9B7}" dt="2026-10-23T12:32:20.959" v="12" actId="34807"/>
          <ac:spMkLst>
            <pc:docMk/>
            <pc:sldMk cId="4271561650" sldId="15167"/>
            <ac:spMk id="31219" creationId="{45EA11E5-270E-40B2-506F-FF97B48412E0}"/>
          </ac:spMkLst>
        </pc:spChg>
        <pc:spChg chg="add mod">
          <ac:chgData name="" userId="" providerId="" clId="Web-{57FA6384-6D64-4017-8C8D-103F9B22F9B7}" dt="2026-10-23T12:32:20.959" v="12" actId="34807"/>
          <ac:spMkLst>
            <pc:docMk/>
            <pc:sldMk cId="4271561650" sldId="15167"/>
            <ac:spMk id="31224" creationId="{905AD723-A69E-7656-5FA8-7323EF0261D5}"/>
          </ac:spMkLst>
        </pc:spChg>
        <pc:spChg chg="add mod">
          <ac:chgData name="" userId="" providerId="" clId="Web-{57FA6384-6D64-4017-8C8D-103F9B22F9B7}" dt="2026-10-23T12:32:20.959" v="12" actId="34807"/>
          <ac:spMkLst>
            <pc:docMk/>
            <pc:sldMk cId="4271561650" sldId="15167"/>
            <ac:spMk id="31237" creationId="{DAF5B657-919A-69CF-22E8-8DCF7E357D6B}"/>
          </ac:spMkLst>
        </pc:spChg>
        <pc:spChg chg="add mod">
          <ac:chgData name="" userId="" providerId="" clId="Web-{57FA6384-6D64-4017-8C8D-103F9B22F9B7}" dt="2026-10-23T12:32:20.959" v="12" actId="34807"/>
          <ac:spMkLst>
            <pc:docMk/>
            <pc:sldMk cId="4271561650" sldId="15167"/>
            <ac:spMk id="31275" creationId="{6247A3C3-F628-31FC-6F0B-E2AE93A5CC2F}"/>
          </ac:spMkLst>
        </pc:spChg>
        <pc:spChg chg="add mod">
          <ac:chgData name="" userId="" providerId="" clId="Web-{57FA6384-6D64-4017-8C8D-103F9B22F9B7}" dt="2026-10-23T12:32:20.959" v="12" actId="34807"/>
          <ac:spMkLst>
            <pc:docMk/>
            <pc:sldMk cId="4271561650" sldId="15167"/>
            <ac:spMk id="31300" creationId="{6FF3325E-07A2-3353-8171-F38827FC80CF}"/>
          </ac:spMkLst>
        </pc:spChg>
        <pc:spChg chg="add mod">
          <ac:chgData name="" userId="" providerId="" clId="Web-{57FA6384-6D64-4017-8C8D-103F9B22F9B7}" dt="2026-10-23T12:32:20.959" v="12" actId="34807"/>
          <ac:spMkLst>
            <pc:docMk/>
            <pc:sldMk cId="4271561650" sldId="15167"/>
            <ac:spMk id="31345" creationId="{D0B73D4A-0DD3-1315-B867-84B1215BFBAD}"/>
          </ac:spMkLst>
        </pc:spChg>
        <pc:spChg chg="add mod">
          <ac:chgData name="" userId="" providerId="" clId="Web-{57FA6384-6D64-4017-8C8D-103F9B22F9B7}" dt="2026-10-23T12:32:20.959" v="12" actId="34807"/>
          <ac:spMkLst>
            <pc:docMk/>
            <pc:sldMk cId="4271561650" sldId="15167"/>
            <ac:spMk id="31380" creationId="{8F0390B8-2AF1-141E-17A8-0D5C57ED8086}"/>
          </ac:spMkLst>
        </pc:spChg>
        <pc:spChg chg="add mod">
          <ac:chgData name="" userId="" providerId="" clId="Web-{57FA6384-6D64-4017-8C8D-103F9B22F9B7}" dt="2026-10-23T12:32:20.959" v="12" actId="34807"/>
          <ac:spMkLst>
            <pc:docMk/>
            <pc:sldMk cId="4271561650" sldId="15167"/>
            <ac:spMk id="31399" creationId="{885986AC-BB3D-8DD4-E534-3F5D431583E7}"/>
          </ac:spMkLst>
        </pc:spChg>
        <pc:spChg chg="add mod">
          <ac:chgData name="" userId="" providerId="" clId="Web-{57FA6384-6D64-4017-8C8D-103F9B22F9B7}" dt="2026-10-23T12:32:20.959" v="12" actId="34807"/>
          <ac:spMkLst>
            <pc:docMk/>
            <pc:sldMk cId="4271561650" sldId="15167"/>
            <ac:spMk id="31485" creationId="{12782043-D21F-7A44-D478-6479AAEC8B60}"/>
          </ac:spMkLst>
        </pc:spChg>
        <pc:spChg chg="add mod">
          <ac:chgData name="" userId="" providerId="" clId="Web-{57FA6384-6D64-4017-8C8D-103F9B22F9B7}" dt="2026-10-23T12:32:20.959" v="12" actId="34807"/>
          <ac:spMkLst>
            <pc:docMk/>
            <pc:sldMk cId="4271561650" sldId="15167"/>
            <ac:spMk id="31615" creationId="{CBF7D218-9FE1-A988-B88A-DA632E755946}"/>
          </ac:spMkLst>
        </pc:spChg>
        <pc:picChg chg="add mod">
          <ac:chgData name="" userId="" providerId="" clId="Web-{57FA6384-6D64-4017-8C8D-103F9B22F9B7}" dt="2026-10-23T12:32:22.084" v="13" actId="34807"/>
          <ac:picMkLst>
            <pc:docMk/>
            <pc:sldMk cId="4271561650" sldId="15167"/>
            <ac:picMk id="31645" creationId="{7786BE05-F1C9-960D-EC4E-A42A14CB356E}"/>
          </ac:picMkLst>
        </pc:picChg>
        <pc:picChg chg="add mod">
          <ac:chgData name="" userId="" providerId="" clId="Web-{57FA6384-6D64-4017-8C8D-103F9B22F9B7}" dt="2026-10-23T12:32:22.084" v="13" actId="34807"/>
          <ac:picMkLst>
            <pc:docMk/>
            <pc:sldMk cId="4271561650" sldId="15167"/>
            <ac:picMk id="31646" creationId="{08024BF6-1D5B-9692-B4F1-6706FD58C2AE}"/>
          </ac:picMkLst>
        </pc:picChg>
        <pc:picChg chg="add mod">
          <ac:chgData name="" userId="" providerId="" clId="Web-{57FA6384-6D64-4017-8C8D-103F9B22F9B7}" dt="2026-10-23T12:32:22.084" v="13" actId="34807"/>
          <ac:picMkLst>
            <pc:docMk/>
            <pc:sldMk cId="4271561650" sldId="15167"/>
            <ac:picMk id="31647" creationId="{888F2E7D-FAA5-B53E-F16D-0ED763C260BE}"/>
          </ac:picMkLst>
        </pc:picChg>
      </pc:sldChg>
      <pc:sldChg chg="addSp modSp modNotesTx">
        <pc:chgData name="" userId="" providerId="" clId="Web-{57FA6384-6D64-4017-8C8D-103F9B22F9B7}" dt="2026-10-23T12:32:33.100" v="17" actId="34807"/>
        <pc:sldMkLst>
          <pc:docMk/>
          <pc:sldMk cId="2268151088" sldId="15391"/>
        </pc:sldMkLst>
        <pc:spChg chg="add mod">
          <ac:chgData name="" userId="" providerId="" clId="Web-{57FA6384-6D64-4017-8C8D-103F9B22F9B7}" dt="2026-10-23T12:32:30.850" v="15" actId="34807"/>
          <ac:spMkLst>
            <pc:docMk/>
            <pc:sldMk cId="2268151088" sldId="15391"/>
            <ac:spMk id="31650" creationId="{EDB5C946-0BE1-852A-50CB-A6C361339995}"/>
          </ac:spMkLst>
        </pc:spChg>
        <pc:spChg chg="add mod">
          <ac:chgData name="" userId="" providerId="" clId="Web-{57FA6384-6D64-4017-8C8D-103F9B22F9B7}" dt="2026-10-23T12:32:30.850" v="15" actId="34807"/>
          <ac:spMkLst>
            <pc:docMk/>
            <pc:sldMk cId="2268151088" sldId="15391"/>
            <ac:spMk id="31657" creationId="{BA07A0FD-F26D-F300-4A9A-365FFCD5D1E0}"/>
          </ac:spMkLst>
        </pc:spChg>
        <pc:spChg chg="add mod">
          <ac:chgData name="" userId="" providerId="" clId="Web-{57FA6384-6D64-4017-8C8D-103F9B22F9B7}" dt="2026-10-23T12:32:30.850" v="15" actId="34807"/>
          <ac:spMkLst>
            <pc:docMk/>
            <pc:sldMk cId="2268151088" sldId="15391"/>
            <ac:spMk id="31675" creationId="{CF371DD9-BA88-9AE1-E669-0D097B3AA405}"/>
          </ac:spMkLst>
        </pc:spChg>
        <pc:spChg chg="add mod">
          <ac:chgData name="" userId="" providerId="" clId="Web-{57FA6384-6D64-4017-8C8D-103F9B22F9B7}" dt="2026-10-23T12:32:30.850" v="15" actId="34807"/>
          <ac:spMkLst>
            <pc:docMk/>
            <pc:sldMk cId="2268151088" sldId="15391"/>
            <ac:spMk id="31683" creationId="{AB60CB17-E0F9-F49A-7CE7-199C83C33919}"/>
          </ac:spMkLst>
        </pc:spChg>
        <pc:spChg chg="add mod">
          <ac:chgData name="" userId="" providerId="" clId="Web-{57FA6384-6D64-4017-8C8D-103F9B22F9B7}" dt="2026-10-23T12:32:30.850" v="15" actId="34807"/>
          <ac:spMkLst>
            <pc:docMk/>
            <pc:sldMk cId="2268151088" sldId="15391"/>
            <ac:spMk id="31702" creationId="{8D73C9CF-9810-43C5-4D5D-9D8E4C71B111}"/>
          </ac:spMkLst>
        </pc:spChg>
        <pc:spChg chg="add mod">
          <ac:chgData name="" userId="" providerId="" clId="Web-{57FA6384-6D64-4017-8C8D-103F9B22F9B7}" dt="2026-10-23T12:32:30.850" v="15" actId="34807"/>
          <ac:spMkLst>
            <pc:docMk/>
            <pc:sldMk cId="2268151088" sldId="15391"/>
            <ac:spMk id="31725" creationId="{AFA1E26B-FFD8-8C7A-B74C-BBD1D2318716}"/>
          </ac:spMkLst>
        </pc:spChg>
        <pc:spChg chg="add mod">
          <ac:chgData name="" userId="" providerId="" clId="Web-{57FA6384-6D64-4017-8C8D-103F9B22F9B7}" dt="2026-10-23T12:32:30.850" v="15" actId="34807"/>
          <ac:spMkLst>
            <pc:docMk/>
            <pc:sldMk cId="2268151088" sldId="15391"/>
            <ac:spMk id="31752" creationId="{0ECAA700-1BEB-491B-CF51-67F5AB22A225}"/>
          </ac:spMkLst>
        </pc:spChg>
        <pc:spChg chg="add mod">
          <ac:chgData name="" userId="" providerId="" clId="Web-{57FA6384-6D64-4017-8C8D-103F9B22F9B7}" dt="2026-10-23T12:32:30.850" v="15" actId="34807"/>
          <ac:spMkLst>
            <pc:docMk/>
            <pc:sldMk cId="2268151088" sldId="15391"/>
            <ac:spMk id="31767" creationId="{208594AA-1C3A-F1AB-9BA7-9EE62BA271DF}"/>
          </ac:spMkLst>
        </pc:spChg>
        <pc:spChg chg="add mod">
          <ac:chgData name="" userId="" providerId="" clId="Web-{57FA6384-6D64-4017-8C8D-103F9B22F9B7}" dt="2026-10-23T12:32:30.850" v="15" actId="34807"/>
          <ac:spMkLst>
            <pc:docMk/>
            <pc:sldMk cId="2268151088" sldId="15391"/>
            <ac:spMk id="31783" creationId="{D53DDEE7-B41C-4123-B037-40A15EB865CB}"/>
          </ac:spMkLst>
        </pc:spChg>
        <pc:spChg chg="add mod">
          <ac:chgData name="" userId="" providerId="" clId="Web-{57FA6384-6D64-4017-8C8D-103F9B22F9B7}" dt="2026-10-23T12:32:30.850" v="15" actId="34807"/>
          <ac:spMkLst>
            <pc:docMk/>
            <pc:sldMk cId="2268151088" sldId="15391"/>
            <ac:spMk id="31800" creationId="{5D96526C-747B-E849-686E-F44273921CD6}"/>
          </ac:spMkLst>
        </pc:spChg>
        <pc:picChg chg="add mod">
          <ac:chgData name="" userId="" providerId="" clId="Web-{57FA6384-6D64-4017-8C8D-103F9B22F9B7}" dt="2026-10-23T12:32:31.991" v="16" actId="34807"/>
          <ac:picMkLst>
            <pc:docMk/>
            <pc:sldMk cId="2268151088" sldId="15391"/>
            <ac:picMk id="31924" creationId="{4E1F5967-CCC2-11F9-62F6-00D9E8FC2E78}"/>
          </ac:picMkLst>
        </pc:picChg>
      </pc:sldChg>
      <pc:sldChg chg="addSp delSp modSp modNotesTx">
        <pc:chgData name="" userId="" providerId="" clId="Web-{57FA6384-6D64-4017-8C8D-103F9B22F9B7}" dt="2026-10-23T12:40:16.769" v="41" actId="34807"/>
        <pc:sldMkLst>
          <pc:docMk/>
          <pc:sldMk cId="299470252" sldId="15616"/>
        </pc:sldMkLst>
        <pc:spChg chg="add mod">
          <ac:chgData name="" userId="" providerId="" clId="Web-{57FA6384-6D64-4017-8C8D-103F9B22F9B7}" dt="2026-10-23T12:32:44.632" v="18" actId="34807"/>
          <ac:spMkLst>
            <pc:docMk/>
            <pc:sldMk cId="299470252" sldId="15616"/>
            <ac:spMk id="31925" creationId="{CFAF6562-0A03-6473-F7F6-46C39C39906A}"/>
          </ac:spMkLst>
        </pc:spChg>
        <pc:spChg chg="add mod">
          <ac:chgData name="" userId="" providerId="" clId="Web-{57FA6384-6D64-4017-8C8D-103F9B22F9B7}" dt="2026-10-23T12:32:44.632" v="18" actId="34807"/>
          <ac:spMkLst>
            <pc:docMk/>
            <pc:sldMk cId="299470252" sldId="15616"/>
            <ac:spMk id="31927" creationId="{2BDBBD34-A286-0D64-E005-7800D6850E62}"/>
          </ac:spMkLst>
        </pc:spChg>
        <pc:spChg chg="add mod">
          <ac:chgData name="" userId="" providerId="" clId="Web-{57FA6384-6D64-4017-8C8D-103F9B22F9B7}" dt="2026-10-23T12:32:44.632" v="18" actId="34807"/>
          <ac:spMkLst>
            <pc:docMk/>
            <pc:sldMk cId="299470252" sldId="15616"/>
            <ac:spMk id="31934" creationId="{3B56A0CB-5000-DBF8-5D66-4F354B21EC30}"/>
          </ac:spMkLst>
        </pc:spChg>
        <pc:spChg chg="add mod">
          <ac:chgData name="" userId="" providerId="" clId="Web-{57FA6384-6D64-4017-8C8D-103F9B22F9B7}" dt="2026-10-23T12:32:44.632" v="18" actId="34807"/>
          <ac:spMkLst>
            <pc:docMk/>
            <pc:sldMk cId="299470252" sldId="15616"/>
            <ac:spMk id="31939" creationId="{9B8CF4BE-B219-B5FC-5356-AEBF1C5EB6C6}"/>
          </ac:spMkLst>
        </pc:spChg>
        <pc:spChg chg="add mod">
          <ac:chgData name="" userId="" providerId="" clId="Web-{57FA6384-6D64-4017-8C8D-103F9B22F9B7}" dt="2026-10-23T12:32:44.632" v="18" actId="34807"/>
          <ac:spMkLst>
            <pc:docMk/>
            <pc:sldMk cId="299470252" sldId="15616"/>
            <ac:spMk id="31952" creationId="{5622EA36-874C-59B6-8B2D-B3872818AA0B}"/>
          </ac:spMkLst>
        </pc:spChg>
        <pc:spChg chg="add mod">
          <ac:chgData name="" userId="" providerId="" clId="Web-{57FA6384-6D64-4017-8C8D-103F9B22F9B7}" dt="2026-10-23T12:32:44.632" v="18" actId="34807"/>
          <ac:spMkLst>
            <pc:docMk/>
            <pc:sldMk cId="299470252" sldId="15616"/>
            <ac:spMk id="31960" creationId="{DF6F3185-A124-0515-C1AC-B3C1FE7DABF7}"/>
          </ac:spMkLst>
        </pc:spChg>
        <pc:spChg chg="add mod">
          <ac:chgData name="" userId="" providerId="" clId="Web-{57FA6384-6D64-4017-8C8D-103F9B22F9B7}" dt="2026-10-23T12:32:44.632" v="18" actId="34807"/>
          <ac:spMkLst>
            <pc:docMk/>
            <pc:sldMk cId="299470252" sldId="15616"/>
            <ac:spMk id="31979" creationId="{61F9E011-D446-C322-9A77-E9BDB03AC314}"/>
          </ac:spMkLst>
        </pc:spChg>
        <pc:spChg chg="add mod">
          <ac:chgData name="" userId="" providerId="" clId="Web-{57FA6384-6D64-4017-8C8D-103F9B22F9B7}" dt="2026-10-23T12:32:44.632" v="18" actId="34807"/>
          <ac:spMkLst>
            <pc:docMk/>
            <pc:sldMk cId="299470252" sldId="15616"/>
            <ac:spMk id="32029" creationId="{9FEE563E-5BAA-7346-C558-7894C14BF315}"/>
          </ac:spMkLst>
        </pc:spChg>
        <pc:spChg chg="add mod">
          <ac:chgData name="" userId="" providerId="" clId="Web-{57FA6384-6D64-4017-8C8D-103F9B22F9B7}" dt="2026-10-23T12:32:44.632" v="18" actId="34807"/>
          <ac:spMkLst>
            <pc:docMk/>
            <pc:sldMk cId="299470252" sldId="15616"/>
            <ac:spMk id="32060" creationId="{A8002A22-461B-41BC-4772-17A9B6BD4975}"/>
          </ac:spMkLst>
        </pc:spChg>
        <pc:spChg chg="add mod">
          <ac:chgData name="" userId="" providerId="" clId="Web-{57FA6384-6D64-4017-8C8D-103F9B22F9B7}" dt="2026-10-23T12:32:44.632" v="18" actId="34807"/>
          <ac:spMkLst>
            <pc:docMk/>
            <pc:sldMk cId="299470252" sldId="15616"/>
            <ac:spMk id="32077" creationId="{16949BEC-881D-52EC-71B9-3664D06622D1}"/>
          </ac:spMkLst>
        </pc:spChg>
        <pc:spChg chg="mod">
          <ac:chgData name="" userId="" providerId="" clId="Web-{57FA6384-6D64-4017-8C8D-103F9B22F9B7}" dt="2026-10-23T12:40:16.769" v="41" actId="34807"/>
          <ac:spMkLst>
            <pc:docMk/>
            <pc:sldMk cId="299470252" sldId="15616"/>
            <ac:spMk id="32114" creationId="{E7ABA722-3419-4686-EBBC-373AB859202F}"/>
          </ac:spMkLst>
        </pc:spChg>
        <pc:spChg chg="del">
          <ac:chgData name="" userId="" providerId="" clId="Web-{57FA6384-6D64-4017-8C8D-103F9B22F9B7}" dt="2026-10-23T12:40:16.769" v="41" actId="34807"/>
          <ac:spMkLst>
            <pc:docMk/>
            <pc:sldMk cId="299470252" sldId="15616"/>
            <ac:spMk id="32134" creationId="{24C806F4-F27D-F642-B8B2-59AACFC27A74}"/>
          </ac:spMkLst>
        </pc:spChg>
        <pc:spChg chg="add mod">
          <ac:chgData name="" userId="" providerId="" clId="Web-{57FA6384-6D64-4017-8C8D-103F9B22F9B7}" dt="2026-10-23T12:40:16.034" v="40" actId="34807"/>
          <ac:spMkLst>
            <pc:docMk/>
            <pc:sldMk cId="299470252" sldId="15616"/>
            <ac:spMk id="37902" creationId="{6B8D1E42-F88E-D68B-09F3-DC40C892C689}"/>
          </ac:spMkLst>
        </pc:spChg>
        <pc:spChg chg="add mod">
          <ac:chgData name="" userId="" providerId="" clId="Web-{57FA6384-6D64-4017-8C8D-103F9B22F9B7}" dt="2026-10-23T12:40:16.034" v="40" actId="34807"/>
          <ac:spMkLst>
            <pc:docMk/>
            <pc:sldMk cId="299470252" sldId="15616"/>
            <ac:spMk id="37904" creationId="{9C407A15-5FCB-F70A-3E12-DD99598F1409}"/>
          </ac:spMkLst>
        </pc:spChg>
        <pc:picChg chg="add mod">
          <ac:chgData name="" userId="" providerId="" clId="Web-{57FA6384-6D64-4017-8C8D-103F9B22F9B7}" dt="2026-10-23T12:32:45.866" v="19" actId="34807"/>
          <ac:picMkLst>
            <pc:docMk/>
            <pc:sldMk cId="299470252" sldId="15616"/>
            <ac:picMk id="32135" creationId="{D97523BF-CDAB-46CF-53D3-88B2630AC455}"/>
          </ac:picMkLst>
        </pc:picChg>
        <pc:picChg chg="add mod">
          <ac:chgData name="" userId="" providerId="" clId="Web-{57FA6384-6D64-4017-8C8D-103F9B22F9B7}" dt="2026-10-23T12:32:45.866" v="19" actId="34807"/>
          <ac:picMkLst>
            <pc:docMk/>
            <pc:sldMk cId="299470252" sldId="15616"/>
            <ac:picMk id="32136" creationId="{075631DA-DACE-B3FB-96ED-CA8795E433CE}"/>
          </ac:picMkLst>
        </pc:picChg>
        <pc:picChg chg="add mod">
          <ac:chgData name="" userId="" providerId="" clId="Web-{57FA6384-6D64-4017-8C8D-103F9B22F9B7}" dt="2026-10-23T12:32:45.866" v="19" actId="34807"/>
          <ac:picMkLst>
            <pc:docMk/>
            <pc:sldMk cId="299470252" sldId="15616"/>
            <ac:picMk id="32137" creationId="{2C2DAD7F-9164-CB50-2CD5-8839247DCCA3}"/>
          </ac:picMkLst>
        </pc:picChg>
        <pc:picChg chg="add mod">
          <ac:chgData name="" userId="" providerId="" clId="Web-{57FA6384-6D64-4017-8C8D-103F9B22F9B7}" dt="2026-10-23T12:32:45.866" v="19" actId="34807"/>
          <ac:picMkLst>
            <pc:docMk/>
            <pc:sldMk cId="299470252" sldId="15616"/>
            <ac:picMk id="32138" creationId="{B4C4B00D-41D5-84BB-E354-0D6B479239A7}"/>
          </ac:picMkLst>
        </pc:picChg>
      </pc:sldChg>
      <pc:sldChg chg="addSp modSp modNotesTx">
        <pc:chgData name="" userId="" providerId="" clId="Web-{57FA6384-6D64-4017-8C8D-103F9B22F9B7}" dt="2026-10-23T12:33:16.117" v="23" actId="34807"/>
        <pc:sldMkLst>
          <pc:docMk/>
          <pc:sldMk cId="3776325952" sldId="15842"/>
        </pc:sldMkLst>
        <pc:spChg chg="add mod">
          <ac:chgData name="" userId="" providerId="" clId="Web-{57FA6384-6D64-4017-8C8D-103F9B22F9B7}" dt="2026-10-23T12:33:14.086" v="22" actId="34807"/>
          <ac:spMkLst>
            <pc:docMk/>
            <pc:sldMk cId="3776325952" sldId="15842"/>
            <ac:spMk id="32145" creationId="{1DC06BF8-6EA7-44FF-E705-0F425C01A0BD}"/>
          </ac:spMkLst>
        </pc:spChg>
        <pc:spChg chg="add mod">
          <ac:chgData name="" userId="" providerId="" clId="Web-{57FA6384-6D64-4017-8C8D-103F9B22F9B7}" dt="2026-10-23T12:33:14.086" v="22" actId="34807"/>
          <ac:spMkLst>
            <pc:docMk/>
            <pc:sldMk cId="3776325952" sldId="15842"/>
            <ac:spMk id="32175" creationId="{0E3AABD7-4484-F821-3E41-73BE0552AA44}"/>
          </ac:spMkLst>
        </pc:spChg>
        <pc:spChg chg="add mod">
          <ac:chgData name="" userId="" providerId="" clId="Web-{57FA6384-6D64-4017-8C8D-103F9B22F9B7}" dt="2026-10-23T12:33:14.086" v="22" actId="34807"/>
          <ac:spMkLst>
            <pc:docMk/>
            <pc:sldMk cId="3776325952" sldId="15842"/>
            <ac:spMk id="32184" creationId="{E13A2001-B395-6EFF-9FD0-126C0ACAB532}"/>
          </ac:spMkLst>
        </pc:spChg>
        <pc:spChg chg="add mod">
          <ac:chgData name="" userId="" providerId="" clId="Web-{57FA6384-6D64-4017-8C8D-103F9B22F9B7}" dt="2026-10-23T12:33:14.086" v="22" actId="34807"/>
          <ac:spMkLst>
            <pc:docMk/>
            <pc:sldMk cId="3776325952" sldId="15842"/>
            <ac:spMk id="32259" creationId="{C83EA5B9-8BBF-09FA-7A7C-5E4C10BCE22C}"/>
          </ac:spMkLst>
        </pc:spChg>
        <pc:spChg chg="add mod">
          <ac:chgData name="" userId="" providerId="" clId="Web-{57FA6384-6D64-4017-8C8D-103F9B22F9B7}" dt="2026-10-23T12:33:14.086" v="22" actId="34807"/>
          <ac:spMkLst>
            <pc:docMk/>
            <pc:sldMk cId="3776325952" sldId="15842"/>
            <ac:spMk id="32349" creationId="{835F5B10-711A-BAEE-78DF-3CE74DDF1C50}"/>
          </ac:spMkLst>
        </pc:spChg>
        <pc:spChg chg="add mod">
          <ac:chgData name="" userId="" providerId="" clId="Web-{57FA6384-6D64-4017-8C8D-103F9B22F9B7}" dt="2026-10-23T12:33:14.086" v="22" actId="34807"/>
          <ac:spMkLst>
            <pc:docMk/>
            <pc:sldMk cId="3776325952" sldId="15842"/>
            <ac:spMk id="32415" creationId="{45BC951B-A9C6-868D-F9AB-235A4C89F313}"/>
          </ac:spMkLst>
        </pc:spChg>
        <pc:spChg chg="add mod">
          <ac:chgData name="" userId="" providerId="" clId="Web-{57FA6384-6D64-4017-8C8D-103F9B22F9B7}" dt="2026-10-23T12:33:14.086" v="22" actId="34807"/>
          <ac:spMkLst>
            <pc:docMk/>
            <pc:sldMk cId="3776325952" sldId="15842"/>
            <ac:spMk id="32439" creationId="{7CD23AFB-207A-EC19-E8DF-7AE9072DF12D}"/>
          </ac:spMkLst>
        </pc:spChg>
        <pc:spChg chg="add mod">
          <ac:chgData name="" userId="" providerId="" clId="Web-{57FA6384-6D64-4017-8C8D-103F9B22F9B7}" dt="2026-10-23T12:33:14.086" v="22" actId="34807"/>
          <ac:spMkLst>
            <pc:docMk/>
            <pc:sldMk cId="3776325952" sldId="15842"/>
            <ac:spMk id="32517" creationId="{B706A9A9-735D-85A1-A8CF-4EDE112AF484}"/>
          </ac:spMkLst>
        </pc:spChg>
        <pc:spChg chg="add mod">
          <ac:chgData name="" userId="" providerId="" clId="Web-{57FA6384-6D64-4017-8C8D-103F9B22F9B7}" dt="2026-10-23T12:33:14.086" v="22" actId="34807"/>
          <ac:spMkLst>
            <pc:docMk/>
            <pc:sldMk cId="3776325952" sldId="15842"/>
            <ac:spMk id="32805" creationId="{9165BD6C-60C4-BED6-0011-DD34BBE59868}"/>
          </ac:spMkLst>
        </pc:spChg>
        <pc:spChg chg="add mod">
          <ac:chgData name="" userId="" providerId="" clId="Web-{57FA6384-6D64-4017-8C8D-103F9B22F9B7}" dt="2026-10-23T12:33:14.086" v="22" actId="34807"/>
          <ac:spMkLst>
            <pc:docMk/>
            <pc:sldMk cId="3776325952" sldId="15842"/>
            <ac:spMk id="33174" creationId="{FA1B7579-D427-119D-CAAC-F7D6ED76F2BF}"/>
          </ac:spMkLst>
        </pc:spChg>
        <pc:picChg chg="add mod">
          <ac:chgData name="" userId="" providerId="" clId="Web-{57FA6384-6D64-4017-8C8D-103F9B22F9B7}" dt="2026-10-23T12:32:56.914" v="21" actId="34807"/>
          <ac:picMkLst>
            <pc:docMk/>
            <pc:sldMk cId="3776325952" sldId="15842"/>
            <ac:picMk id="32139" creationId="{18D923FD-140A-4226-0851-EFB35D4A4C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448F3-5ACF-4753-96E0-AB44B969FEA6}" type="datetimeFigureOut">
              <a:t>28.10.2026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53654-600B-4302-80A0-D02B08D7C4DF}" type="slidenum">
              <a:t>‹#›</a:t>
            </a:fld>
            <a:endParaRPr lang="en-US"/>
          </a:p>
        </p:txBody>
      </p:sp>
    </p:spTree>
    <p:extLst>
      <p:ext uri="{BB962C8B-B14F-4D97-AF65-F5344CB8AC3E}">
        <p14:creationId xmlns:p14="http://schemas.microsoft.com/office/powerpoint/2010/main" val="1728091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S01 | More homes ready, with control intact: a proposal to validate.</a:t>
            </a:r>
          </a:p>
          <a:p>
            <a:pPr algn="l">
              <a:lnSpc>
                <a:spcPct val="105000"/>
              </a:lnSpc>
              <a:buNone/>
            </a:pPr>
            <a:r>
              <a:rPr lang="en-GB" sz="1200" b="0">
                <a:solidFill>
                  <a:srgbClr val="000000"/>
                </a:solidFill>
                <a:latin typeface="Arial"/>
              </a:rPr>
              <a:t>SAY within the existing 40-second opening: Zava Forward is a proposal for a controlled retrofit workflow, not five autonomous managers. We will follow one fictional home, explain the required delivery scenario and the evidence behind the technology choices, then ask for the next bounded validation decision. People retain resident choice, professional acceptance and Finance authority. The delivery pace and benefits are hypotheses to test, not a forecast or outcome I can promise today.</a:t>
            </a:r>
          </a:p>
          <a:p>
            <a:pPr algn="l">
              <a:lnSpc>
                <a:spcPct val="105000"/>
              </a:lnSpc>
              <a:buNone/>
            </a:pPr>
            <a:r>
              <a:rPr lang="en-GB" sz="1200" b="0">
                <a:solidFill>
                  <a:srgbClr val="000000"/>
                </a:solidFill>
                <a:latin typeface="Arial"/>
              </a:rPr>
              <a:t>The case ambition, dated regulatory evidence and live operational duties are different things. We will keep those distinctions visible. This presentation neither renews spending authority nor asks for production approval.</a:t>
            </a:r>
          </a:p>
          <a:p>
            <a:pPr algn="l">
              <a:lnSpc>
                <a:spcPct val="105000"/>
              </a:lnSpc>
              <a:buNone/>
            </a:pPr>
            <a:r>
              <a:rPr lang="en-GB" sz="1200" b="0">
                <a:solidFill>
                  <a:srgbClr val="000000"/>
                </a:solidFill>
                <a:latin typeface="Arial"/>
              </a:rPr>
              <a:t>SOURCES: docs/case_study_48_original.md; docs/case_study_48_addendum.md; docs/reference/regulatory/README.md. Company information, sector scenarios, synthetic exercises and observed technical integration remain separate evidence classes.</a:t>
            </a:r>
          </a:p>
          <a:p>
            <a:pPr algn="l">
              <a:lnSpc>
                <a:spcPct val="105000"/>
              </a:lnSpc>
              <a:buNone/>
            </a:pPr>
            <a:r>
              <a:rPr lang="en-GB" sz="1200" b="0">
                <a:solidFill>
                  <a:srgbClr val="000000"/>
                </a:solidFill>
                <a:latin typeface="Arial"/>
              </a:rPr>
              <a:t>TIMING: 40 s for this slide (all builds together) · 00:00-00:40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1</a:t>
            </a:fld>
            <a:endParaRPr lang="en-US"/>
          </a:p>
        </p:txBody>
      </p:sp>
    </p:spTree>
    <p:extLst>
      <p:ext uri="{BB962C8B-B14F-4D97-AF65-F5344CB8AC3E}">
        <p14:creationId xmlns:p14="http://schemas.microsoft.com/office/powerpoint/2010/main" val="220760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S02 | Modelled scale, not a measured stock cohort or universal legal deadline.</a:t>
            </a:r>
          </a:p>
          <a:p>
            <a:pPr algn="l">
              <a:lnSpc>
                <a:spcPct val="105000"/>
              </a:lnSpc>
              <a:buNone/>
            </a:pPr>
            <a:r>
              <a:rPr lang="en-GB" sz="1200" b="0">
                <a:solidFill>
                  <a:srgbClr val="000000"/>
                </a:solidFill>
                <a:latin typeface="Arial"/>
              </a:rPr>
              <a:t>SAY: The case has 60,000 fictional homes. Applying the assumed 26 percent below-C share gives the displayed 15,600-home scenario, not a measured company survey. The other national rates applied to that stock are illustrations of potential scale, not identified residents, statutory hazard diagnoses or verified local demand. The 2030 date is the case/planning ambition; current legal applicability and commencement need separate verification.</a:t>
            </a:r>
          </a:p>
          <a:p>
            <a:pPr algn="l">
              <a:lnSpc>
                <a:spcPct val="105000"/>
              </a:lnSpc>
              <a:buNone/>
            </a:pPr>
            <a:r>
              <a:rPr lang="en-GB" sz="1200" b="0">
                <a:solidFill>
                  <a:srgbClr val="000000"/>
                </a:solidFill>
                <a:latin typeface="Arial"/>
              </a:rPr>
              <a:t>The service question is how to prepare evidence, keep the next action owned and reach accepted handover without weakening resident choice or independent review. This is a proposed value test, not proof of capacity, funding, legal compliance or a housing outcome.</a:t>
            </a:r>
          </a:p>
          <a:p>
            <a:pPr algn="l">
              <a:lnSpc>
                <a:spcPct val="105000"/>
              </a:lnSpc>
              <a:buNone/>
            </a:pPr>
            <a:r>
              <a:rPr lang="en-GB" sz="1200" b="0">
                <a:solidFill>
                  <a:srgbClr val="000000"/>
                </a:solidFill>
                <a:latin typeface="Arial"/>
              </a:rPr>
              <a:t>SOURCES: docs/case_study_48_original.md; docs/case_study_48_addendum.md; docs/reference/research/sector/uk-social-housing-retrofit-damp-stats-report.md; docs/reference/regulatory/README.md. Preserve national-versus-company denominators and source dates; do not convert scenario arithmetic into a legal obligation.</a:t>
            </a:r>
          </a:p>
          <a:p>
            <a:pPr algn="l">
              <a:lnSpc>
                <a:spcPct val="105000"/>
              </a:lnSpc>
              <a:buNone/>
            </a:pPr>
            <a:r>
              <a:rPr lang="en-GB" sz="1200" b="0">
                <a:solidFill>
                  <a:srgbClr val="000000"/>
                </a:solidFill>
                <a:latin typeface="Arial"/>
              </a:rPr>
              <a:t>TIMING: 70 s for this slide (all builds together) · 00:40-01:50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2</a:t>
            </a:fld>
            <a:endParaRPr lang="en-US"/>
          </a:p>
        </p:txBody>
      </p:sp>
    </p:spTree>
    <p:extLst>
      <p:ext uri="{BB962C8B-B14F-4D97-AF65-F5344CB8AC3E}">
        <p14:creationId xmlns:p14="http://schemas.microsoft.com/office/powerpoint/2010/main" val="205408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S03 | Three timelines. Different legal and policy status.</a:t>
            </a:r>
          </a:p>
          <a:p>
            <a:pPr algn="l">
              <a:lnSpc>
                <a:spcPct val="105000"/>
              </a:lnSpc>
              <a:buNone/>
            </a:pPr>
            <a:r>
              <a:rPr lang="en-GB" sz="1200" b="0">
                <a:solidFill>
                  <a:srgbClr val="000000"/>
                </a:solidFill>
                <a:latin typeface="Arial"/>
              </a:rPr>
              <a:t>SAY within the existing 70-second slot: We need to distinguish three kinds of evidence. The retained register classifies Phase 1 regulations as in force, Phase 2 material as guidance for a planned expansion, and energy-efficiency and Decent Homes material as policy. These are not interchangeable legal duties. A cold or inefficient home is not automatically a legally classified hazard. Applicability, severity and the actual legal criteria require competent assessment. A policy ambition is not proof of a universal commenced EPC duty.</a:t>
            </a:r>
          </a:p>
          <a:p>
            <a:pPr algn="l">
              <a:lnSpc>
                <a:spcPct val="105000"/>
              </a:lnSpc>
              <a:buNone/>
            </a:pPr>
            <a:r>
              <a:rPr lang="en-GB" sz="1200" b="0">
                <a:solidFill>
                  <a:srgbClr val="000000"/>
                </a:solidFill>
                <a:latin typeface="Arial"/>
              </a:rPr>
              <a:t>The operating implication is still clear: know the state of the home, who owns the next action and which evidence supports it. A resident hazard report goes straight to the independent human safety service, never waits for retrofit analytics or an AI verdict.</a:t>
            </a:r>
          </a:p>
          <a:p>
            <a:pPr algn="l">
              <a:lnSpc>
                <a:spcPct val="105000"/>
              </a:lnSpc>
              <a:buNone/>
            </a:pPr>
            <a:r>
              <a:rPr lang="en-GB" sz="1200" b="0">
                <a:solidFill>
                  <a:srgbClr val="000000"/>
                </a:solidFill>
                <a:latin typeface="Arial"/>
              </a:rPr>
              <a:t>EVIDENCE: docs/reference/regulatory/README.md classifies the retained snapshots, their authority and monitoring cadence. The register states 19 September 2026 retrieval and a 15 October register update. This presentation synthesis is dated 29 October, but did not make a fresh official amendment, commencement or applicability check.</a:t>
            </a:r>
          </a:p>
          <a:p>
            <a:pPr algn="l">
              <a:lnSpc>
                <a:spcPct val="105000"/>
              </a:lnSpc>
              <a:buNone/>
            </a:pPr>
            <a:r>
              <a:rPr lang="en-GB" sz="1200" b="0">
                <a:solidFill>
                  <a:srgbClr val="000000"/>
                </a:solidFill>
                <a:latin typeface="Arial"/>
              </a:rPr>
              <a:t>BOUNDARY: no new statutory timetable, provider duty, legal interpretation, compliance finding or rule is activated here. Named legal/compliance/funding or competent professional review and current official-source checks remain required before consequential use. Keep the original case ambition separate from adopted operational duties.</a:t>
            </a:r>
          </a:p>
          <a:p>
            <a:pPr algn="l">
              <a:lnSpc>
                <a:spcPct val="105000"/>
              </a:lnSpc>
              <a:buNone/>
            </a:pPr>
            <a:r>
              <a:rPr lang="en-GB" sz="1200" b="0">
                <a:solidFill>
                  <a:srgbClr val="000000"/>
                </a:solidFill>
                <a:latin typeface="Arial"/>
              </a:rPr>
              <a:t>SOURCES: docs/reference/regulatory/README.md, Authority and Use and Change Assessment and Monitoring Register; docs/case_study_48_addendum.md. Original source snapshots and earlier claims remain in the pinned baseline and history, not silently rewritten as current law.</a:t>
            </a:r>
          </a:p>
          <a:p>
            <a:pPr algn="l">
              <a:lnSpc>
                <a:spcPct val="105000"/>
              </a:lnSpc>
              <a:buNone/>
            </a:pPr>
            <a:r>
              <a:rPr lang="en-GB" sz="1200" b="0">
                <a:solidFill>
                  <a:srgbClr val="000000"/>
                </a:solidFill>
                <a:latin typeface="Arial"/>
              </a:rPr>
              <a:t>NAVIGATION: source-currentness answer B24/page 51. Existing fixed slide-jump links remain; use the actual page number when returning.</a:t>
            </a:r>
          </a:p>
          <a:p>
            <a:pPr algn="l">
              <a:lnSpc>
                <a:spcPct val="105000"/>
              </a:lnSpc>
              <a:buNone/>
            </a:pPr>
            <a:r>
              <a:rPr lang="en-GB" sz="1200" b="0">
                <a:solidFill>
                  <a:srgbClr val="000000"/>
                </a:solidFill>
                <a:latin typeface="Arial"/>
              </a:rPr>
              <a:t>TIMING: 70 s for this slide (all builds together) · 01:50-03:00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3</a:t>
            </a:fld>
            <a:endParaRPr lang="en-US"/>
          </a:p>
        </p:txBody>
      </p:sp>
    </p:spTree>
    <p:extLst>
      <p:ext uri="{BB962C8B-B14F-4D97-AF65-F5344CB8AC3E}">
        <p14:creationId xmlns:p14="http://schemas.microsoft.com/office/powerpoint/2010/main" val="1364935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S04 | Homes don't stall on ambition. They stall between teams.</a:t>
            </a:r>
          </a:p>
          <a:p>
            <a:pPr algn="l">
              <a:lnSpc>
                <a:spcPct val="105000"/>
              </a:lnSpc>
              <a:buNone/>
            </a:pPr>
            <a:r>
              <a:rPr lang="en-GB" sz="1200" b="0">
                <a:solidFill>
                  <a:srgbClr val="000000"/>
                </a:solidFill>
                <a:latin typeface="Arial"/>
              </a:rPr>
              <a:t>SAY: The case brief describes a programme behind plan. Our desk research and role instruments suggest a coordination problem to test, not a finding from observed staff or resident interviews. A stock record and survey may conflict; funding needs reviewed evidence; residents retain choice; contractor completion is not independent quality acceptance or handover. Funding availability and actual company capacity remain unknown.</a:t>
            </a:r>
          </a:p>
          <a:p>
            <a:pPr algn="l">
              <a:lnSpc>
                <a:spcPct val="105000"/>
              </a:lnSpc>
              <a:buNone/>
            </a:pPr>
            <a:r>
              <a:rPr lang="en-GB" sz="1200" b="0">
                <a:solidFill>
                  <a:srgbClr val="000000"/>
                </a:solidFill>
                <a:latin typeface="Arial"/>
              </a:rPr>
              <a:t>The proposed management question is not how many recommendations were generated. It is which homes reached accepted handover, what effort it took, and which unresolved exception has an accountable owner. Test that on one same-home journey before claiming the workflow changes outcomes.</a:t>
            </a:r>
          </a:p>
          <a:p>
            <a:pPr algn="l">
              <a:lnSpc>
                <a:spcPct val="105000"/>
              </a:lnSpc>
              <a:buNone/>
            </a:pPr>
            <a:r>
              <a:rPr lang="en-GB" sz="1200" b="0">
                <a:solidFill>
                  <a:srgbClr val="000000"/>
                </a:solidFill>
                <a:latin typeface="Arial"/>
              </a:rPr>
              <a:t>SOURCES: docs/case_study_48_addendum.md; docs/reference/research/ux/customer-journeys/customer-journey-atlas.md; docs/reference/research/company/agent-request-challenge.md. These are case facts, declared assumptions and research hypotheses, not company commitments or measured benefits.</a:t>
            </a:r>
          </a:p>
          <a:p>
            <a:pPr algn="l">
              <a:lnSpc>
                <a:spcPct val="105000"/>
              </a:lnSpc>
              <a:buNone/>
            </a:pPr>
            <a:r>
              <a:rPr lang="en-GB" sz="1200" b="0">
                <a:solidFill>
                  <a:srgbClr val="000000"/>
                </a:solidFill>
                <a:latin typeface="Arial"/>
              </a:rPr>
              <a:t>NAVIGATION: B01/page 28; question index page 27. Native links are fixed destinations, not dynamic caller return.</a:t>
            </a:r>
          </a:p>
          <a:p>
            <a:pPr algn="l">
              <a:lnSpc>
                <a:spcPct val="105000"/>
              </a:lnSpc>
              <a:buNone/>
            </a:pPr>
            <a:r>
              <a:rPr lang="en-GB" sz="1200" b="0">
                <a:solidFill>
                  <a:srgbClr val="000000"/>
                </a:solidFill>
                <a:latin typeface="Arial"/>
              </a:rPr>
              <a:t>TIMING: 50 s for this slide (all builds together) · 03:00-03:50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4</a:t>
            </a:fld>
            <a:endParaRPr lang="en-US"/>
          </a:p>
        </p:txBody>
      </p:sp>
    </p:spTree>
    <p:extLst>
      <p:ext uri="{BB962C8B-B14F-4D97-AF65-F5344CB8AC3E}">
        <p14:creationId xmlns:p14="http://schemas.microsoft.com/office/powerpoint/2010/main" val="1575926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S05 | Modelled delivery pace and conditional economics, not a validated forecast.</a:t>
            </a:r>
          </a:p>
          <a:p>
            <a:pPr algn="l">
              <a:lnSpc>
                <a:spcPct val="105000"/>
              </a:lnSpc>
              <a:buNone/>
            </a:pPr>
            <a:r>
              <a:rPr lang="en-GB" sz="1200" b="0">
                <a:solidFill>
                  <a:srgbClr val="000000"/>
                </a:solidFill>
                <a:latin typeface="Arial"/>
              </a:rPr>
              <a:t>SAY: This is a scenario, not an assured delivery commitment. Applying the assumed 26 percent below-C share to the fictional 60,000-home stock gives 15,600 homes. A straight-line planning window gives the required pace shown on the chart; it does not demonstrate achievable throughput, confirmed stock condition or supplier capacity. Test the constraints before calling it a forecast.</a:t>
            </a:r>
          </a:p>
          <a:p>
            <a:pPr algn="l">
              <a:lnSpc>
                <a:spcPct val="105000"/>
              </a:lnSpc>
              <a:buNone/>
            </a:pPr>
            <a:r>
              <a:rPr lang="en-GB" sz="1200" b="0">
                <a:solidFill>
                  <a:srgbClr val="000000"/>
                </a:solidFill>
                <a:latin typeface="Arial"/>
              </a:rPr>
              <a:t>Click to the cost build. The dated GBP 6,082 benchmark gives about GBP 95 million of works for that modelled cohort. A hypothetical 50 percent share gives about GBP 47.4 million of conditional grant potential. This is arithmetic under assumptions, not an entitlement, a confirmed allocation, a current scheme offer or evidence that funding is available. Finance/funder review must verify eligibility, scheme rules, allocation, award and claim. A proportional share of a national pot is not a provider award.</a:t>
            </a:r>
          </a:p>
          <a:p>
            <a:pPr algn="l">
              <a:lnSpc>
                <a:spcPct val="105000"/>
              </a:lnSpc>
              <a:buNone/>
            </a:pPr>
            <a:r>
              <a:rPr lang="en-GB" sz="1200" b="0">
                <a:solidFill>
                  <a:srgbClr val="000000"/>
                </a:solidFill>
                <a:latin typeface="Arial"/>
              </a:rPr>
              <a:t>The exact recovered scenario and separate fictional package remain on the next build and in the protected cost appendices. Keep GBP works/funding and USD technology distinct. No cash, improved grant capture, AI saving, full TCO or accepted-outcome unit cost is established.</a:t>
            </a:r>
          </a:p>
          <a:p>
            <a:pPr algn="l">
              <a:lnSpc>
                <a:spcPct val="105000"/>
              </a:lnSpc>
              <a:buNone/>
            </a:pPr>
            <a:r>
              <a:rPr lang="en-GB" sz="1200" b="0">
                <a:solidFill>
                  <a:srgbClr val="000000"/>
                </a:solidFill>
                <a:latin typeface="Arial"/>
              </a:rPr>
              <a:t>SOURCES: docs/capstone/history/cowork-main-presentation/evidence/ai-cost-evidence.md, Recovered Council Comparison; docs/case_study_48_addendum.md, Numerical Targets and Attribution; docs/reference/research/sector/uk-social-housing-retrofit-damp-stats-report.md. These are dated benchmarks and modelled assumptions, not a quotation or measured company outcome.</a:t>
            </a:r>
          </a:p>
          <a:p>
            <a:pPr algn="l">
              <a:lnSpc>
                <a:spcPct val="105000"/>
              </a:lnSpc>
              <a:buNone/>
            </a:pPr>
            <a:r>
              <a:rPr lang="en-GB" sz="1200" b="0">
                <a:solidFill>
                  <a:srgbClr val="000000"/>
                </a:solidFill>
                <a:latin typeface="Arial"/>
              </a:rPr>
              <a:t>EVIDENCE: inherited chart labels are read as this explicitly qualified planning scenario. Current official scheme and legal applicability checks remain required before a consequential use. Related answer B08/page 35 and B09/page 36. Both build pages share the existing 90-second slot.</a:t>
            </a:r>
          </a:p>
          <a:p>
            <a:pPr algn="l">
              <a:lnSpc>
                <a:spcPct val="105000"/>
              </a:lnSpc>
              <a:buNone/>
            </a:pPr>
            <a:r>
              <a:rPr lang="en-GB" sz="1200" b="0">
                <a:solidFill>
                  <a:srgbClr val="000000"/>
                </a:solidFill>
                <a:latin typeface="Arial"/>
              </a:rPr>
              <a:t>TIMING: 90 s for this slide (all builds together) · 03:50-05:20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5</a:t>
            </a:fld>
            <a:endParaRPr lang="en-US"/>
          </a:p>
        </p:txBody>
      </p:sp>
    </p:spTree>
    <p:extLst>
      <p:ext uri="{BB962C8B-B14F-4D97-AF65-F5344CB8AC3E}">
        <p14:creationId xmlns:p14="http://schemas.microsoft.com/office/powerpoint/2010/main" val="2685112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S05 | Forecast: every Zava home at EPC C by April 2030.</a:t>
            </a:r>
          </a:p>
          <a:p>
            <a:r>
              <a:rPr lang="en-US"/>
              <a:t>The 15,600-home cohort is modelled as 60,000 x 26%, not a measured stock survey. GBP 6,082/home x 15,600 = GBP 94,879,200 works (about GBP 95m). Conditional grant: min(50% x GBP 6,082, GBP 7,500) = GBP 3,041/home; x 15,600 = GBP 47,439,600. This assumes all homes and benchmark costs qualify, sufficient allocation, award and successful claims; none is established.</a:t>
            </a:r>
          </a:p>
          <a:p>
            <a:r>
              <a:rPr lang="en-US"/>
              <a:t>E21 inference planning scenario: 6,884 tokens / five historical runs = 1,376.8/run; assumed x10 = 13,768/task; x20 tasks/home = 275,360 tokens/home. At the historical secondary-source USD 1.60/million assumption dated 2026-10-23, inference = USD 0.440576/home x 15,600 = USD 6,872.9856, rounded USD 6,873. Not verified current deployment pricing or measured accepted work. Full project TCO is unpriced. Keep USD and GBP separate; no percentage without Finance-approved dated FX.</a:t>
            </a:r>
          </a:p>
          <a:p>
            <a:r>
              <a:rPr lang="en-US"/>
              <a:t>Source: evidence/ai-cost-evidence.md, Recovered Council Comparison (2026-10-24), E21. The planning scenario does not satisfy issue #435 acceptance, grant approval or spending authority. RELATED ANSWER: B08; question index slide 27.</a:t>
            </a:r>
          </a:p>
          <a:p>
            <a:r>
              <a:rPr lang="en-US"/>
              <a:t>TIMING: 90 s for this slide (all builds together) · 03:50-05:20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6</a:t>
            </a:fld>
            <a:endParaRPr lang="en-US"/>
          </a:p>
        </p:txBody>
      </p:sp>
    </p:spTree>
    <p:extLst>
      <p:ext uri="{BB962C8B-B14F-4D97-AF65-F5344CB8AC3E}">
        <p14:creationId xmlns:p14="http://schemas.microsoft.com/office/powerpoint/2010/main" val="1724919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S06 | Six weeks of product work sit under these slides.</a:t>
            </a:r>
          </a:p>
          <a:p>
            <a:r>
              <a:rPr lang="en-US"/>
              <a:t>
TIMING: 60 s for this slide (all builds together) · 05:20-06:20 on the 23:45 narration clock.</a:t>
            </a:r>
          </a:p>
          <a:p>
            <a:r>
              <a:rPr lang="en-US"/>
              <a:t>
</a:t>
            </a:r>
          </a:p>
          <a:p>
            <a:r>
              <a:rPr lang="en-US"/>
              <a:t>
SAY</a:t>
            </a:r>
          </a:p>
          <a:p>
            <a:r>
              <a:rPr lang="en-US"/>
              <a:t>
These counts show activity, not accepted value; the lesson is to preserve short, usable feedback loops.</a:t>
            </a:r>
          </a:p>
          <a:p>
            <a:r>
              <a:rPr lang="en-US"/>
              <a:t>
</a:t>
            </a:r>
          </a:p>
          <a:p>
            <a:r>
              <a:rPr lang="en-US"/>
              <a:t>
These slides sit on six weeks of product work: 480 commits, 233 merged pull requests and six architecture decision records. A business requirements document and a product requirements document with 142 requirements and 196 acceptance criteria. 34 research documents, 28 journey maps, a what-if study with 20 scenarios and a backlog of 189 items generated from all of it.</a:t>
            </a:r>
          </a:p>
          <a:p>
            <a:r>
              <a:rPr lang="en-US"/>
              <a:t>
</a:t>
            </a:r>
          </a:p>
          <a:p>
            <a:r>
              <a:rPr lang="en-US"/>
              <a:t>
The recorded contributors are one architect, GitHub Copilot and automation. These activity counts do not validate a long coordinator loop or establish accepted delivery for Zava.</a:t>
            </a:r>
          </a:p>
          <a:p>
            <a:r>
              <a:rPr lang="en-US"/>
              <a:t>
</a:t>
            </a:r>
          </a:p>
          <a:p>
            <a:r>
              <a:rPr lang="en-US"/>
              <a:t>
This is a product-management story first: understand the problem, test the assumptions, then build.</a:t>
            </a:r>
          </a:p>
          <a:p>
            <a:r>
              <a:rPr lang="en-US"/>
              <a:t>
</a:t>
            </a:r>
          </a:p>
          <a:p>
            <a:r>
              <a:rPr lang="en-US"/>
              <a:t>
SOURCES AND CALCULATIONS</a:t>
            </a:r>
          </a:p>
          <a:p>
            <a:r>
              <a:rPr lang="en-US"/>
              <a:t>
Repository home page and pull request search, 23 Oct 2026: 480 commits on main, 233 merged pull requests, 3 contributors; docs/adrs (6 ADRs); BRD v0.19.0 (52 FR, 12 NFR, 103 AC) and PRD v0.18.0 (61 FR, 17 NFR, 93 AC); docs/reference/research (34 documents); journey atlas (28 maps); agent what-if study (20 scenarios); AMA Plan board (189 items). BRD created 11 Sep 2026; first pull request 20 Sep 2026.</a:t>
            </a:r>
          </a:p>
          <a:p>
            <a:r>
              <a:rPr lang="en-US"/>
              <a:t>
</a:t>
            </a:r>
          </a:p>
        </p:txBody>
      </p:sp>
      <p:sp>
        <p:nvSpPr>
          <p:cNvPr id="4" name="Slide Number Placeholder 3"/>
          <p:cNvSpPr>
            <a:spLocks noGrp="1"/>
          </p:cNvSpPr>
          <p:nvPr>
            <p:ph type="sldNum" sz="quarter" idx="5"/>
          </p:nvPr>
        </p:nvSpPr>
        <p:spPr/>
        <p:txBody>
          <a:bodyPr/>
          <a:lstStyle/>
          <a:p>
            <a:fld id="{DFA53654-600B-4302-80A0-D02B08D7C4DF}" type="slidenum">
              <a:rPr lang="en-US"/>
              <a:t>7</a:t>
            </a:fld>
            <a:endParaRPr lang="en-US"/>
          </a:p>
        </p:txBody>
      </p:sp>
    </p:spTree>
    <p:extLst>
      <p:ext uri="{BB962C8B-B14F-4D97-AF65-F5344CB8AC3E}">
        <p14:creationId xmlns:p14="http://schemas.microsoft.com/office/powerpoint/2010/main" val="3555075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S07 | Research into design</a:t>
            </a:r>
          </a:p>
          <a:p>
            <a:pPr algn="l">
              <a:lnSpc>
                <a:spcPct val="105000"/>
              </a:lnSpc>
              <a:buNone/>
            </a:pPr>
            <a:r>
              <a:rPr lang="en-GB" sz="1200" b="0">
                <a:solidFill>
                  <a:srgbClr val="000000"/>
                </a:solidFill>
                <a:latin typeface="Arial"/>
              </a:rPr>
              <a:t>TIMING: 60 s for this slide (all builds together) · 06:20-07:20 on the 23:45 narration clock.</a:t>
            </a:r>
          </a:p>
          <a:p>
            <a:pPr algn="l">
              <a:lnSpc>
                <a:spcPct val="105000"/>
              </a:lnSpc>
              <a:buNone/>
            </a:pPr>
            <a:endParaRPr lang="en-GB" sz="1200" b="0">
              <a:solidFill>
                <a:srgbClr val="000000"/>
              </a:solidFill>
              <a:latin typeface="Arial"/>
            </a:endParaRPr>
          </a:p>
          <a:p>
            <a:pPr algn="l">
              <a:lnSpc>
                <a:spcPct val="105000"/>
              </a:lnSpc>
              <a:buNone/>
            </a:pPr>
            <a:r>
              <a:rPr lang="en-GB" sz="1200" b="0">
                <a:solidFill>
                  <a:srgbClr val="000000"/>
                </a:solidFill>
                <a:latin typeface="Arial"/>
              </a:rPr>
              <a:t>SPEAKER SCRIPT</a:t>
            </a:r>
          </a:p>
          <a:p>
            <a:pPr algn="l">
              <a:lnSpc>
                <a:spcPct val="105000"/>
              </a:lnSpc>
              <a:buNone/>
            </a:pPr>
            <a:r>
              <a:rPr lang="en-GB" sz="1200" b="0">
                <a:solidFill>
                  <a:srgbClr val="000000"/>
                </a:solidFill>
                <a:latin typeface="Arial"/>
              </a:rPr>
              <a:t>We began with the people moving a home forward, not an agent for every department. Nine company-role research instruments contributed to desk research. The atlas covers 28 stage-based maps and 24 bounded opportunities.</a:t>
            </a:r>
          </a:p>
          <a:p>
            <a:pPr algn="l">
              <a:lnSpc>
                <a:spcPct val="105000"/>
              </a:lnSpc>
              <a:buNone/>
            </a:pPr>
            <a:r>
              <a:rPr lang="en-GB" sz="1200" b="0">
                <a:solidFill>
                  <a:srgbClr val="000000"/>
                </a:solidFill>
                <a:latin typeface="Arial"/>
              </a:rPr>
              <a:t>Across the eight-stage journey, three hypotheses recur: people repeat their story, a sent promise has no accepted receiver, and a changed scope leaves a review stale. The design response is one case, a named receiving owner, and separate decisions whose dependencies can be checked.</a:t>
            </a:r>
          </a:p>
          <a:p>
            <a:pPr algn="l">
              <a:lnSpc>
                <a:spcPct val="105000"/>
              </a:lnSpc>
              <a:buNone/>
            </a:pPr>
            <a:r>
              <a:rPr lang="en-GB" sz="1200" b="0">
                <a:solidFill>
                  <a:srgbClr val="000000"/>
                </a:solidFill>
                <a:latin typeface="Arial"/>
              </a:rPr>
              <a:t>These maps informed the design; they are not direct resident or staff research. The next test is whether real people can complete these tasks, including assisted routes, without transferring effort or weakening choice.</a:t>
            </a:r>
          </a:p>
          <a:p>
            <a:pPr algn="l">
              <a:lnSpc>
                <a:spcPct val="105000"/>
              </a:lnSpc>
              <a:buNone/>
            </a:pPr>
            <a:r>
              <a:rPr lang="en-GB" sz="1200" b="0">
                <a:solidFill>
                  <a:srgbClr val="000000"/>
                </a:solidFill>
                <a:latin typeface="Arial"/>
              </a:rPr>
              <a:t>DIAGRAM TEXT EQUIVALENT</a:t>
            </a:r>
          </a:p>
          <a:p>
            <a:pPr algn="l">
              <a:lnSpc>
                <a:spcPct val="105000"/>
              </a:lnSpc>
              <a:buNone/>
            </a:pPr>
            <a:r>
              <a:rPr lang="en-GB" sz="1200" b="0">
                <a:solidFill>
                  <a:srgbClr val="000000"/>
                </a:solidFill>
                <a:latin typeface="Arial"/>
              </a:rPr>
              <a:t>Eight connected, numbered native chevrons: 1 report or nominate -&gt; 2 understand home and household -&gt; 3 decide scope and feasibility -&gt; 4 coordinate ready work -&gt; 5 deliver and capture -&gt; 6 inspect and remedy -&gt; 7 handover and live with measures -&gt; 8 reconcile and learn. Stage-linked pain hypotheses: 1-2 repeated story, test one sourced case and safe sharing; 4 unowned promises, test a named receiver with sender chase until accepted; 3 and 6 stale reviews, test separate version-bound decisions and reopen affected reviews. Arrows attach these hypotheses below the relevant journey stages; words and numbers carry the meaning without colour.</a:t>
            </a:r>
          </a:p>
          <a:p>
            <a:pPr algn="l">
              <a:lnSpc>
                <a:spcPct val="105000"/>
              </a:lnSpc>
              <a:buNone/>
            </a:pPr>
            <a:r>
              <a:rPr lang="en-GB" sz="1200" b="0">
                <a:solidFill>
                  <a:srgbClr val="000000"/>
                </a:solidFill>
                <a:latin typeface="Arial"/>
              </a:rPr>
              <a:t>EVIDENCE AND LIMITS</a:t>
            </a:r>
          </a:p>
          <a:p>
            <a:pPr algn="l">
              <a:lnSpc>
                <a:spcPct val="105000"/>
              </a:lnSpc>
              <a:buNone/>
            </a:pPr>
            <a:r>
              <a:rPr lang="en-GB" sz="1200" b="0">
                <a:solidFill>
                  <a:srgbClr val="000000"/>
                </a:solidFill>
                <a:latin typeface="Arial"/>
              </a:rPr>
              <a:t>The 27 companion maps plus the atlas leasehold-service staff map make 28 stage-based maps; two added subjourneys are not silently counted as additional maps.</a:t>
            </a:r>
          </a:p>
          <a:p>
            <a:pPr algn="l">
              <a:lnSpc>
                <a:spcPct val="105000"/>
              </a:lnSpc>
              <a:buNone/>
            </a:pPr>
            <a:r>
              <a:rPr lang="en-GB" sz="1200" b="0">
                <a:solidFill>
                  <a:srgbClr val="000000"/>
                </a:solidFill>
                <a:latin typeface="Arial"/>
              </a:rPr>
              <a:t>All pain and gain statements are hypotheses or desired outcomes, not measured emotion scores, quotations, customer endorsement or delivered gains.</a:t>
            </a:r>
          </a:p>
          <a:p>
            <a:pPr algn="l">
              <a:lnSpc>
                <a:spcPct val="105000"/>
              </a:lnSpc>
              <a:buNone/>
            </a:pPr>
            <a:r>
              <a:rPr lang="en-GB" sz="1200" b="0">
                <a:solidFill>
                  <a:srgbClr val="000000"/>
                </a:solidFill>
                <a:latin typeface="Arial"/>
              </a:rPr>
              <a:t>Resident choice, independent professional and Finance decisions, assisted routes and independent hazard intake remain intact.</a:t>
            </a:r>
          </a:p>
          <a:p>
            <a:pPr algn="l">
              <a:lnSpc>
                <a:spcPct val="105000"/>
              </a:lnSpc>
              <a:buNone/>
            </a:pPr>
            <a:r>
              <a:rPr lang="en-GB" sz="1200" b="0">
                <a:solidFill>
                  <a:srgbClr val="000000"/>
                </a:solidFill>
                <a:latin typeface="Arial"/>
              </a:rPr>
              <a:t>SOURCES</a:t>
            </a:r>
          </a:p>
          <a:p>
            <a:pPr algn="l">
              <a:lnSpc>
                <a:spcPct val="105000"/>
              </a:lnSpc>
              <a:buNone/>
            </a:pPr>
            <a:r>
              <a:rPr lang="en-GB" sz="1200" b="0">
                <a:solidFill>
                  <a:srgbClr val="000000"/>
                </a:solidFill>
                <a:latin typeface="Arial"/>
              </a:rPr>
              <a:t>docs/reference/research/ux/customer-journeys/customer-journey-atlas.md</a:t>
            </a:r>
          </a:p>
          <a:p>
            <a:pPr algn="l">
              <a:lnSpc>
                <a:spcPct val="105000"/>
              </a:lnSpc>
              <a:buNone/>
            </a:pPr>
            <a:r>
              <a:rPr lang="en-GB" sz="1200" b="0">
                <a:solidFill>
                  <a:srgbClr val="000000"/>
                </a:solidFill>
                <a:latin typeface="Arial"/>
              </a:rPr>
              <a:t>docs/reference/research/ux/customer-journeys/residents.md</a:t>
            </a:r>
          </a:p>
          <a:p>
            <a:pPr algn="l">
              <a:lnSpc>
                <a:spcPct val="105000"/>
              </a:lnSpc>
              <a:buNone/>
            </a:pPr>
            <a:r>
              <a:rPr lang="en-GB" sz="1200" b="0">
                <a:solidFill>
                  <a:srgbClr val="000000"/>
                </a:solidFill>
                <a:latin typeface="Arial"/>
              </a:rPr>
              <a:t>docs/reference/research/ux/customer-journeys/programme.md</a:t>
            </a:r>
          </a:p>
          <a:p>
            <a:pPr algn="l">
              <a:lnSpc>
                <a:spcPct val="105000"/>
              </a:lnSpc>
              <a:buNone/>
            </a:pPr>
            <a:r>
              <a:rPr lang="en-GB" sz="1200" b="0">
                <a:solidFill>
                  <a:srgbClr val="000000"/>
                </a:solidFill>
                <a:latin typeface="Arial"/>
              </a:rPr>
              <a:t>docs/reference/research/ux/customer-journeys/finance.md</a:t>
            </a:r>
          </a:p>
          <a:p>
            <a:pPr algn="l">
              <a:lnSpc>
                <a:spcPct val="105000"/>
              </a:lnSpc>
              <a:buNone/>
            </a:pPr>
            <a:r>
              <a:rPr lang="en-GB" sz="1200" b="0">
                <a:solidFill>
                  <a:srgbClr val="000000"/>
                </a:solidFill>
                <a:latin typeface="Arial"/>
              </a:rPr>
              <a:t>NAVIGATION</a:t>
            </a:r>
          </a:p>
          <a:p>
            <a:pPr algn="l">
              <a:lnSpc>
                <a:spcPct val="105000"/>
              </a:lnSpc>
              <a:buNone/>
            </a:pPr>
            <a:r>
              <a:rPr lang="en-GB" sz="1200" b="0">
                <a:solidFill>
                  <a:srgbClr val="000000"/>
                </a:solidFill>
                <a:latin typeface="Arial"/>
              </a:rPr>
              <a:t>S07 main route; B12 research-validation answer is slide 39. Existing footer/navigation is unchanged.</a:t>
            </a:r>
          </a:p>
          <a:p>
            <a:pPr algn="l">
              <a:lnSpc>
                <a:spcPct val="105000"/>
              </a:lnSpc>
              <a:buNone/>
            </a:pPr>
            <a:r>
              <a:rPr lang="en-GB" sz="1200" b="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rPr lang="en-US"/>
              <a:t>8</a:t>
            </a:fld>
            <a:endParaRPr lang="en-US"/>
          </a:p>
        </p:txBody>
      </p:sp>
    </p:spTree>
    <p:extLst>
      <p:ext uri="{BB962C8B-B14F-4D97-AF65-F5344CB8AC3E}">
        <p14:creationId xmlns:p14="http://schemas.microsoft.com/office/powerpoint/2010/main" val="1944759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S08 | We challenged the brief to make it shippable.
TIMING: 70 s for this slide (all builds together) · 07:20-08:30 on the 23:45 narration clock.
SAY
The original brief asked for five autonomous AI agents, from stock prioritisation to quality verification, with autonomy up to level four. We took the brief seriously, and that is exactly why we challenged it.
We ran it past nine role instruments. Their verdict was clear: none of the five should run end to end. So we kept all five responsibilities as five bounded assistants on one proposal service.
We also refused the easy story that the spreadsheets are the problem. As our requirements put it, Zava does not have a spreadsheet problem, it has a delivery control problem that spreadsheets make harder to see. The first investment is data ownership and workflow, then AI.
We kept AI, and changed its job: AI prepares, people decide, because consent, safety and money need a named human.
The portal is optional, not rejected. Issue #441 assesses resident self-service to reduce avoidable status calls and protect staff working time. Phone, email, letter and visits stay available. Portal/workflow comes first; any resident-answer assistant is separately gated, human-reviewed and off for routine automation. No benefit has been measured.
SOURCES AND CALCULATIONS
Issue #441, read 23 October 2026: owner-confirmed Option B reuses case/API authority; portal/workflow first, resident-answer task separately gated. Its latest public comment reports a Research-stage integration blocker and no published PR. The owner reports local work in progress, not inspected implementation or approval. Per-message human review remains normative; routine automation stays off pending requirements-owner disposition and separate release approval.
Original case brief: five agents with autonomy L2-L4 (E01); agent-request challenge and agent what-if study: "none of the five requested agents should be end-to-end" (E03, WIS); BRD L161-166 spreadsheet quote; discovery brief: first investment is data ownership and workflow instrumentation; PRD: one proposal service, not five applications; architecture README: no resident portal required, separate workers deferred, Foundry Agent Service not used.
RELATED ANSWERS: B03 = slide 30; B14 = slide 41.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9</a:t>
            </a:fld>
            <a:endParaRPr lang="en-US"/>
          </a:p>
        </p:txBody>
      </p:sp>
    </p:spTree>
    <p:extLst>
      <p:ext uri="{BB962C8B-B14F-4D97-AF65-F5344CB8AC3E}">
        <p14:creationId xmlns:p14="http://schemas.microsoft.com/office/powerpoint/2010/main" val="2716447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S09 | Every prototype taught us something we kept.
TIMING: 50 s for this slide (all builds together) · 08:30-09:20 on the 23:45 narration clock.
SAY
We did not design this on a whiteboard. Every prototype taught us something we kept.
It started on 20 September with a review of the open decisions in the requirements. The first prototype gave each role its own perspective, and taught us that roles need their own queues. On 6 October we reviewed eleven perspectives, nine workflow filters and eight constructed cases, found inconsistent owner labels, and fixed them in the requirements. Two days later the MVP replaced the prototype with one shared workbench.
On 11 October we made real AI, Azure SQL and Blob storage mandatory, and the decision-model and generative calls worked. By 14 October five assistants were making real, citation-validated proposals backed by 73 SQL tests, and the evidence survived a service restart. This morning we merged the Tokenomics requirements: AI is managed by cost per accepted outcome.
Twenty-five days from the first prototype review to five real assistants. Every lesson became a requirement, a decision or a test.
SOURCES AND CALCULATIONS
PR #1 (opened 20 Sep 2026); PR #19 four role-based task perspectives (PRD L1726); 6 Oct HTML review (PRD L1736-1746); 8 Oct MVP replaced prototype (PRD L414-419); 11 Oct real AI, SQL and Azure required (ADD L182-213); PR #58 (ADD L277-285); five-assistant exercise 13-14 Oct (ADD L252-273; PRD L588-621): 5 citation-validated proposals, 6,884 tokens, 73 SQL tests, persistence across restart; PR #433 Tokenomics (merged 23 Oct 2026). "25 days" = 20 Sep to 14 Oct.
</a:t>
            </a:r>
          </a:p>
        </p:txBody>
      </p:sp>
      <p:sp>
        <p:nvSpPr>
          <p:cNvPr id="4" name="Slide Number Placeholder 3"/>
          <p:cNvSpPr>
            <a:spLocks noGrp="1"/>
          </p:cNvSpPr>
          <p:nvPr>
            <p:ph type="sldNum" sz="quarter" idx="5"/>
          </p:nvPr>
        </p:nvSpPr>
        <p:spPr/>
        <p:txBody>
          <a:bodyPr/>
          <a:lstStyle/>
          <a:p>
            <a:fld id="{DFA53654-600B-4302-80A0-D02B08D7C4DF}" type="slidenum">
              <a:rPr lang="en-US"/>
              <a:t>10</a:t>
            </a:fld>
            <a:endParaRPr lang="en-US"/>
          </a:p>
        </p:txBody>
      </p:sp>
    </p:spTree>
    <p:extLst>
      <p:ext uri="{BB962C8B-B14F-4D97-AF65-F5344CB8AC3E}">
        <p14:creationId xmlns:p14="http://schemas.microsoft.com/office/powerpoint/2010/main" val="301692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S10 | We stress-tested the economics before we wrote the product.</a:t>
            </a:r>
          </a:p>
          <a:p>
            <a:r>
              <a:rPr lang="en-US"/>
              <a:t>Use source S09's restored comparison without extending the existing narration slot. The historical HA benchmark is GBP 6,082 per home, not a quotation and not the fictional GBP 20,000 package. For 15,600 modelled homes: 15,600 x GBP 6,082 = GBP 94,879,200 (GBP 94.9m). Conditional grant = min(50% x GBP 6,082, GBP 7,500) = GBP 3,041/home; 15,600 x GBP 3,041 = GBP 47,439,600 (GBP 47.4m). Assume every home and full benchmark cost eligible, sufficient allocation, award and successful claims. Current scheme rules, caps, dates and availability require Finance/funder review. The other grant bars are separate sensitivities, not awards.</a:t>
            </a:r>
          </a:p>
          <a:p>
            <a:r>
              <a:rPr lang="en-US"/>
              <a:t>The fictional package stays separate: GBP 18,000 contractor + GBP 2,000 internal = GBP 20,000 gross base cash. GBP 2,000 contingency gives GBP 22,000 envelope. Fictional GBP 7,500 grant gives GBP 12,500 provider base; fully spent contingency gives GBP 14,500. At GBP 12,000 eligible cost and a fictional 50% ceiling, grant is GBP 6,000 and provider base GBP 14,000. An award is not cash.</a:t>
            </a:r>
          </a:p>
          <a:p>
            <a:r>
              <a:rPr lang="en-US"/>
              <a:t>Documentation supports eligible, evidenced applications and claims; it does not create eligibility or promise award/payment. No additional grant income or reduced clawback measured. Evidence: E02 and E21, evidence/ai-cost-evidence.md, Recovered Council Comparison (2026-10-24). Transition to product/runtime decisions. RELATED ANSWER: B09 = slide 36; index slide 27.</a:t>
            </a:r>
          </a:p>
          <a:p>
            <a:r>
              <a:rPr lang="en-US"/>
              <a:t>TIMING: 70 s for this slide (all builds together) · 09:20-10:30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11</a:t>
            </a:fld>
            <a:endParaRPr lang="en-US"/>
          </a:p>
        </p:txBody>
      </p:sp>
    </p:spTree>
    <p:extLst>
      <p:ext uri="{BB962C8B-B14F-4D97-AF65-F5344CB8AC3E}">
        <p14:creationId xmlns:p14="http://schemas.microsoft.com/office/powerpoint/2010/main" val="1471284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S11 | Meet the Workbench: every home, one owner, one next step.
TIMING: 70 s for this slide (all builds together) · 10:30-11:40 on the 23:45 narration clock.
SAY
This is the product. We call it the Workbench, and it is deliberately simple.
Every person opens to their cases. Every case shows one next owner, a plain status and the evidence behind it. When two sources disagree, the case does not disappear into an amber dot: it goes to the person who can resolve it, with the clock visible.
AI sits in the side panel. It prepares a summary, a letter or a funding pack, and a person accepts it or rejects it with a reason. Nothing is approved by a model.
This is not a slideware concept. The work-queue signals, controlled bulk edits, hazard referral, grant and claim states, forecasts and the accept-or-reject AI suggestions are already delivered in the MVP backlog. What you see here is the product view of that delivered work, with fictional homes.
SOURCES AND CALCULATIONS
AMA Plan project snapshot 2026-10-23 07:21 UTC (E20): Done items #77, #78, #85, #95, #102, #105, #106; epic #73 and feature #76. Prototype learnings and owner feedback PR #26 (E15).
RELATED ANSWERS: B02 = slide 29.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12</a:t>
            </a:fld>
            <a:endParaRPr lang="en-US"/>
          </a:p>
        </p:txBody>
      </p:sp>
    </p:spTree>
    <p:extLst>
      <p:ext uri="{BB962C8B-B14F-4D97-AF65-F5344CB8AC3E}">
        <p14:creationId xmlns:p14="http://schemas.microsoft.com/office/powerpoint/2010/main" val="4176965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S12 | The same-home service blueprint</a:t>
            </a:r>
          </a:p>
          <a:p>
            <a:pPr algn="l">
              <a:lnSpc>
                <a:spcPct val="105000"/>
              </a:lnSpc>
              <a:buNone/>
            </a:pPr>
            <a:r>
              <a:rPr lang="en-GB" sz="1200" b="0">
                <a:solidFill>
                  <a:srgbClr val="000000"/>
                </a:solidFill>
                <a:latin typeface="Arial"/>
              </a:rPr>
              <a:t>TIMING: 60 s for this slide (all builds together) · 11:40-12:40 on the 23:45 narration clock.</a:t>
            </a:r>
          </a:p>
          <a:p>
            <a:pPr algn="l">
              <a:lnSpc>
                <a:spcPct val="105000"/>
              </a:lnSpc>
              <a:buNone/>
            </a:pPr>
            <a:endParaRPr lang="en-GB" sz="1200" b="0">
              <a:solidFill>
                <a:srgbClr val="000000"/>
              </a:solidFill>
              <a:latin typeface="Arial"/>
            </a:endParaRPr>
          </a:p>
          <a:p>
            <a:pPr algn="l">
              <a:lnSpc>
                <a:spcPct val="105000"/>
              </a:lnSpc>
              <a:buNone/>
            </a:pPr>
            <a:r>
              <a:rPr lang="en-GB" sz="1200" b="0">
                <a:solidFill>
                  <a:srgbClr val="000000"/>
                </a:solidFill>
                <a:latin typeface="Arial"/>
              </a:rPr>
              <a:t>SPEAKER SCRIPT</a:t>
            </a:r>
          </a:p>
          <a:p>
            <a:pPr algn="l">
              <a:lnSpc>
                <a:spcPct val="105000"/>
              </a:lnSpc>
              <a:buNone/>
            </a:pPr>
            <a:r>
              <a:rPr lang="en-GB" sz="1200" b="0">
                <a:solidFill>
                  <a:srgbClr val="000000"/>
                </a:solidFill>
                <a:latin typeface="Arial"/>
              </a:rPr>
              <a:t>Follow the same fictional home across five moments, with the resident, delivery team and Finance plus QA visible together. This is a service blueprint synthesised from research, not an actual system trace or a claim that every feature is delivered.</a:t>
            </a:r>
          </a:p>
          <a:p>
            <a:pPr algn="l">
              <a:lnSpc>
                <a:spcPct val="105000"/>
              </a:lnSpc>
              <a:buNone/>
            </a:pPr>
            <a:r>
              <a:rPr lang="en-GB" sz="1200" b="0">
                <a:solidFill>
                  <a:srgbClr val="000000"/>
                </a:solidFill>
                <a:latin typeface="Arial"/>
              </a:rPr>
              <a:t>The resident can agree, defer or decline specific works. Delivery accepts competent capacity, not merely an offered date. Independent QA can return work; resident handover does not settle a claim or create cash.</a:t>
            </a:r>
          </a:p>
          <a:p>
            <a:pPr algn="l">
              <a:lnSpc>
                <a:spcPct val="105000"/>
              </a:lnSpc>
              <a:buNone/>
            </a:pPr>
            <a:r>
              <a:rPr lang="en-GB" sz="1200" b="0">
                <a:solidFill>
                  <a:srgbClr val="000000"/>
                </a:solidFill>
                <a:latin typeface="Arial"/>
              </a:rPr>
              <a:t>When scope changes, the exception has a named receiver. Only dependent reviews reopen, with a separate resident update. Hazard intake never waits for the retrofit workflow, and a survey visit or booking is never inferred works consent.</a:t>
            </a:r>
          </a:p>
          <a:p>
            <a:pPr algn="l">
              <a:lnSpc>
                <a:spcPct val="105000"/>
              </a:lnSpc>
              <a:buNone/>
            </a:pPr>
            <a:r>
              <a:rPr lang="en-GB" sz="1200" b="0">
                <a:solidFill>
                  <a:srgbClr val="000000"/>
                </a:solidFill>
                <a:latin typeface="Arial"/>
              </a:rPr>
              <a:t>DIAGRAM TEXT EQUIVALENT</a:t>
            </a:r>
          </a:p>
          <a:p>
            <a:pPr algn="l">
              <a:lnSpc>
                <a:spcPct val="105000"/>
              </a:lnSpc>
              <a:buNone/>
            </a:pPr>
            <a:r>
              <a:rPr lang="en-GB" sz="1200" b="0">
                <a:solidFill>
                  <a:srgbClr val="000000"/>
                </a:solidFill>
                <a:latin typeface="Arial"/>
              </a:rPr>
              <a:t>Five columns: report/understand; choose scope; book/deliver; inspect/handover; claim/reconcile. Three lanes: resident choice and aftercare; delivery evidence, design, capacity and remedy; Finance and independent QA route, affordability, inspection and cash. At scope choice Finance owns budget and the resident owns works choice; independent QA accepts or returns at inspection. Amber cells explicitly labelled CHANGE mark scope review reopening and commitment-version rechecking; the CHANGE EXCEPTION rail names the receiver, reopens affected reviews and updates the resident. Hazard intake stays a parallel independent human route. Labels, not colour alone, identify the exception.</a:t>
            </a:r>
          </a:p>
          <a:p>
            <a:pPr algn="l">
              <a:lnSpc>
                <a:spcPct val="105000"/>
              </a:lnSpc>
              <a:buNone/>
            </a:pPr>
            <a:r>
              <a:rPr lang="en-GB" sz="1200" b="0">
                <a:solidFill>
                  <a:srgbClr val="000000"/>
                </a:solidFill>
                <a:latin typeface="Arial"/>
              </a:rPr>
              <a:t>EVIDENCE AND LIMITS</a:t>
            </a:r>
          </a:p>
          <a:p>
            <a:pPr algn="l">
              <a:lnSpc>
                <a:spcPct val="105000"/>
              </a:lnSpc>
              <a:buNone/>
            </a:pPr>
            <a:r>
              <a:rPr lang="en-GB" sz="1200" b="0">
                <a:solidFill>
                  <a:srgbClr val="000000"/>
                </a:solidFill>
                <a:latin typeface="Arial"/>
              </a:rPr>
              <a:t>Fictional synthesis, not a customer observation, live transaction trace, delivered-feature checklist or measured outcome.</a:t>
            </a:r>
          </a:p>
          <a:p>
            <a:pPr algn="l">
              <a:lnSpc>
                <a:spcPct val="105000"/>
              </a:lnSpc>
              <a:buNone/>
            </a:pPr>
            <a:r>
              <a:rPr lang="en-GB" sz="1200" b="0">
                <a:solidFill>
                  <a:srgbClr val="000000"/>
                </a:solidFill>
                <a:latin typeface="Arial"/>
              </a:rPr>
              <a:t>Finance and QA share a drawing lane, not a decision authority: professional review, resident consent, Finance approval, independent QA, handover and financial closure remain separate.</a:t>
            </a:r>
          </a:p>
          <a:p>
            <a:pPr algn="l">
              <a:lnSpc>
                <a:spcPct val="105000"/>
              </a:lnSpc>
              <a:buNone/>
            </a:pPr>
            <a:r>
              <a:rPr lang="en-GB" sz="1200" b="0">
                <a:solidFill>
                  <a:srgbClr val="000000"/>
                </a:solidFill>
                <a:latin typeface="Arial"/>
              </a:rPr>
              <a:t>Phone, letter, visits and assisted service remain usable; no portal is required. Hazards, withdrawal, safeguarding and redress do not wait for the sequential rail.</a:t>
            </a:r>
          </a:p>
          <a:p>
            <a:pPr algn="l">
              <a:lnSpc>
                <a:spcPct val="105000"/>
              </a:lnSpc>
              <a:buNone/>
            </a:pPr>
            <a:r>
              <a:rPr lang="en-GB" sz="1200" b="0">
                <a:solidFill>
                  <a:srgbClr val="000000"/>
                </a:solidFill>
                <a:latin typeface="Arial"/>
              </a:rPr>
              <a:t>SOURCES</a:t>
            </a:r>
          </a:p>
          <a:p>
            <a:pPr algn="l">
              <a:lnSpc>
                <a:spcPct val="105000"/>
              </a:lnSpc>
              <a:buNone/>
            </a:pPr>
            <a:r>
              <a:rPr lang="en-GB" sz="1200" b="0">
                <a:solidFill>
                  <a:srgbClr val="000000"/>
                </a:solidFill>
                <a:latin typeface="Arial"/>
              </a:rPr>
              <a:t>docs/reference/research/ux/customer-journeys/customer-journey-atlas.md</a:t>
            </a:r>
          </a:p>
          <a:p>
            <a:pPr algn="l">
              <a:lnSpc>
                <a:spcPct val="105000"/>
              </a:lnSpc>
              <a:buNone/>
            </a:pPr>
            <a:r>
              <a:rPr lang="en-GB" sz="1200" b="0">
                <a:solidFill>
                  <a:srgbClr val="000000"/>
                </a:solidFill>
                <a:latin typeface="Arial"/>
              </a:rPr>
              <a:t>docs/reference/research/ux/customer-journeys/residents.md</a:t>
            </a:r>
          </a:p>
          <a:p>
            <a:pPr algn="l">
              <a:lnSpc>
                <a:spcPct val="105000"/>
              </a:lnSpc>
              <a:buNone/>
            </a:pPr>
            <a:r>
              <a:rPr lang="en-GB" sz="1200" b="0">
                <a:solidFill>
                  <a:srgbClr val="000000"/>
                </a:solidFill>
                <a:latin typeface="Arial"/>
              </a:rPr>
              <a:t>docs/reference/research/ux/customer-journeys/programme.md</a:t>
            </a:r>
          </a:p>
          <a:p>
            <a:pPr algn="l">
              <a:lnSpc>
                <a:spcPct val="105000"/>
              </a:lnSpc>
              <a:buNone/>
            </a:pPr>
            <a:r>
              <a:rPr lang="en-GB" sz="1200" b="0">
                <a:solidFill>
                  <a:srgbClr val="000000"/>
                </a:solidFill>
                <a:latin typeface="Arial"/>
              </a:rPr>
              <a:t>docs/reference/research/ux/customer-journeys/finance.md</a:t>
            </a:r>
          </a:p>
          <a:p>
            <a:pPr algn="l">
              <a:lnSpc>
                <a:spcPct val="105000"/>
              </a:lnSpc>
              <a:buNone/>
            </a:pPr>
            <a:r>
              <a:rPr lang="en-GB" sz="1200" b="0">
                <a:solidFill>
                  <a:srgbClr val="000000"/>
                </a:solidFill>
                <a:latin typeface="Arial"/>
              </a:rPr>
              <a:t>docs/case_study_48_addendum.md</a:t>
            </a:r>
          </a:p>
          <a:p>
            <a:pPr algn="l">
              <a:lnSpc>
                <a:spcPct val="105000"/>
              </a:lnSpc>
              <a:buNone/>
            </a:pPr>
            <a:r>
              <a:rPr lang="en-GB" sz="1200" b="0">
                <a:solidFill>
                  <a:srgbClr val="000000"/>
                </a:solidFill>
                <a:latin typeface="Arial"/>
              </a:rPr>
              <a:t>NAVIGATION</a:t>
            </a:r>
          </a:p>
          <a:p>
            <a:pPr algn="l">
              <a:lnSpc>
                <a:spcPct val="105000"/>
              </a:lnSpc>
              <a:buNone/>
            </a:pPr>
            <a:r>
              <a:rPr lang="en-GB" sz="1200" b="0">
                <a:solidFill>
                  <a:srgbClr val="000000"/>
                </a:solidFill>
                <a:latin typeface="Arial"/>
              </a:rPr>
              <a:t>S12 main route; existing B06 and B23 answer references and all package relationships remain unchanged.</a:t>
            </a:r>
          </a:p>
          <a:p>
            <a:pPr algn="l">
              <a:lnSpc>
                <a:spcPct val="105000"/>
              </a:lnSpc>
              <a:buNone/>
            </a:pPr>
            <a:r>
              <a:rPr lang="en-GB" sz="1200" b="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rPr lang="en-US"/>
              <a:t>13</a:t>
            </a:fld>
            <a:endParaRPr lang="en-US"/>
          </a:p>
        </p:txBody>
      </p:sp>
    </p:spTree>
    <p:extLst>
      <p:ext uri="{BB962C8B-B14F-4D97-AF65-F5344CB8AC3E}">
        <p14:creationId xmlns:p14="http://schemas.microsoft.com/office/powerpoint/2010/main" val="1143418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189 backlog items, 16 epics, one coherent product.
TIMING: 50 s for this slide (all builds together) · 12:40-13:30 on the 23:45 narration clock.
SAY
Behind the workbench is a real, structured product backlog. 189 items across 16 epics, generated from the business requirements, the product requirements and the architecture decisions.
54 are delivered, 24 are in progress and 111 are queued and ready to be picked up in dependency order. Every item traces back to a requirement and forward to a pull request with its evidence.
This is what makes the plan credible: we are not asking you to imagine a product. We are showing you the inventory of one, and the order we will build the rest in.
SOURCES AND CALCULATIONS
AMA Plan project snapshot (E20): 189 items; labels: 16 epic, 110 feature, 34 story, 29 other; status 54 Done, 24 In Progress, 111 Todo. Per-epic counts computed from item area labels (items outside the 16 epic areas: 28).
</a:t>
            </a:r>
          </a:p>
        </p:txBody>
      </p:sp>
      <p:sp>
        <p:nvSpPr>
          <p:cNvPr id="4" name="Slide Number Placeholder 3"/>
          <p:cNvSpPr>
            <a:spLocks noGrp="1"/>
          </p:cNvSpPr>
          <p:nvPr>
            <p:ph type="sldNum" sz="quarter" idx="5"/>
          </p:nvPr>
        </p:nvSpPr>
        <p:spPr/>
        <p:txBody>
          <a:bodyPr/>
          <a:lstStyle/>
          <a:p>
            <a:fld id="{DFA53654-600B-4302-80A0-D02B08D7C4DF}" type="slidenum">
              <a:rPr lang="en-US"/>
              <a:t>14</a:t>
            </a:fld>
            <a:endParaRPr lang="en-US"/>
          </a:p>
        </p:txBody>
      </p:sp>
    </p:spTree>
    <p:extLst>
      <p:ext uri="{BB962C8B-B14F-4D97-AF65-F5344CB8AC3E}">
        <p14:creationId xmlns:p14="http://schemas.microsoft.com/office/powerpoint/2010/main" val="1054251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S14 | Start Monday with the spreadsheets you already run.</a:t>
            </a:r>
          </a:p>
          <a:p>
            <a:r>
              <a:rPr lang="en-US"/>
              <a:t>
TIMING: 70 s for this slide (all builds together) · 13:30-14:40 on the 23:45 narration clock.</a:t>
            </a:r>
          </a:p>
          <a:p>
            <a:r>
              <a:rPr lang="en-US"/>
              <a:t>
</a:t>
            </a:r>
          </a:p>
          <a:p>
            <a:r>
              <a:rPr lang="en-US"/>
              <a:t>
SAY</a:t>
            </a:r>
          </a:p>
          <a:p>
            <a:r>
              <a:rPr lang="en-US"/>
              <a:t>
Adoption is where good products die, so we designed the first day, not just the hundredth.</a:t>
            </a:r>
          </a:p>
          <a:p>
            <a:r>
              <a:rPr lang="en-US"/>
              <a:t>
</a:t>
            </a:r>
          </a:p>
          <a:p>
            <a:r>
              <a:rPr lang="en-US"/>
              <a:t>
Zava runs the programme on spreadsheets today. On day one the importer takes those workbooks, previews them, validates every row, quarantines anything that fails and never modifies the source file. Then we run side by side with named Excel editors, compare read-only, and only when the team trusts the numbers do the workbooks become read-only. It is a strangler plan, not a big bang.</a:t>
            </a:r>
          </a:p>
          <a:p>
            <a:r>
              <a:rPr lang="en-US"/>
              <a:t>
</a:t>
            </a:r>
          </a:p>
          <a:p>
            <a:r>
              <a:rPr lang="en-US"/>
              <a:t>
Going the other way, anything in the workbench exports to Excel or CSV, without write-back, so Finance's models and the board pack keep working. Stakeholder progress packs are already delivered, and evidence export is being built.</a:t>
            </a:r>
          </a:p>
          <a:p>
            <a:r>
              <a:rPr lang="en-US"/>
              <a:t>
</a:t>
            </a:r>
          </a:p>
          <a:p>
            <a:r>
              <a:rPr lang="en-US"/>
              <a:t>
In the historical MVP of 12-14 October, Entra ID sign-in and Microsoft Graph profile integration were demonstrated. Current staff sign-in/Graph acceptance remains outstanding. For the wider Microsoft 365 integration, operations alerts can flow to a Teams channel, a SharePoint evidence library is designed in, and Teams review nudges are on the roadmap. Microsoft 365 is where people work and documents live; the workbench stays the system of record, and a hazard is never routed through a Teams nudge.</a:t>
            </a:r>
          </a:p>
          <a:p>
            <a:r>
              <a:rPr lang="en-US"/>
              <a:t>
</a:t>
            </a:r>
          </a:p>
          <a:p>
            <a:r>
              <a:rPr lang="en-US"/>
              <a:t>
SOURCES AND CALCULATIONS</a:t>
            </a:r>
          </a:p>
          <a:p>
            <a:r>
              <a:rPr lang="en-US"/>
              <a:t>
PRD FR-029/AC-031 (import declared Excel structures; quarantine; source unchanged), FR-030 (export to Excel or CSV, no write-back), NFR-010, transition plan L235-243, performance targets L1283; infra/main.bicep (entraClientId, teamsWebhookUrl, evidenceStore=sharepoint option); architecture README (EasyAuth sign-in; Graph User.Read profile photo; SharePoint adapter not yet implemented; Teams never an approval or safety path); AMA Plan #80 (Todo), #100 (In Progress), #102 (Done).</a:t>
            </a:r>
          </a:p>
          <a:p>
            <a:r>
              <a:rPr lang="en-US"/>
              <a:t>
</a:t>
            </a:r>
          </a:p>
          <a:p>
            <a:r>
              <a:rPr lang="en-US"/>
              <a:t>
RELATED ANSWERS: B20 = slide 47. Question index = slide 27.</a:t>
            </a:r>
          </a:p>
          <a:p>
            <a:r>
              <a:rPr lang="en-US"/>
              <a:t>
</a:t>
            </a:r>
          </a:p>
        </p:txBody>
      </p:sp>
      <p:sp>
        <p:nvSpPr>
          <p:cNvPr id="4" name="Slide Number Placeholder 3"/>
          <p:cNvSpPr>
            <a:spLocks noGrp="1"/>
          </p:cNvSpPr>
          <p:nvPr>
            <p:ph type="sldNum" sz="quarter" idx="5"/>
          </p:nvPr>
        </p:nvSpPr>
        <p:spPr/>
        <p:txBody>
          <a:bodyPr/>
          <a:lstStyle/>
          <a:p>
            <a:fld id="{DFA53654-600B-4302-80A0-D02B08D7C4DF}" type="slidenum">
              <a:rPr lang="en-US"/>
              <a:t>15</a:t>
            </a:fld>
            <a:endParaRPr lang="en-US"/>
          </a:p>
        </p:txBody>
      </p:sp>
    </p:spTree>
    <p:extLst>
      <p:ext uri="{BB962C8B-B14F-4D97-AF65-F5344CB8AC3E}">
        <p14:creationId xmlns:p14="http://schemas.microsoft.com/office/powerpoint/2010/main" val="523821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S15 | Five assists. One workflow. People decide.</a:t>
            </a:r>
          </a:p>
          <a:p>
            <a:pPr algn="l">
              <a:lnSpc>
                <a:spcPct val="105000"/>
              </a:lnSpc>
              <a:buNone/>
            </a:pPr>
            <a:r>
              <a:rPr lang="en-GB" sz="1200" b="0">
                <a:solidFill>
                  <a:srgbClr val="000000"/>
                </a:solidFill>
                <a:latin typeface="Arial"/>
              </a:rPr>
              <a:t>SAY within the retained 70-second slot: We kept the five business responsibilities, not five autonomous managers. The shared API owns permissions, versions and workflow. Rules do arithmetic and ranking; Decision 1 can select a supplied value or abstain; generative AI can prepare a sourced draft. A person still owns consequential decisions. We did not assume every structured field needs AI: a parser is the comparator. A separate worker or another model must earn its place through measured quality, effort, latency or recovery need. Integration has been observed historically; useful human-accepted work and current end-to-end acceptance remain separate.</a:t>
            </a:r>
          </a:p>
          <a:p>
            <a:pPr algn="l">
              <a:lnSpc>
                <a:spcPct val="105000"/>
              </a:lnSpc>
              <a:buNone/>
            </a:pPr>
            <a:r>
              <a:rPr lang="en-GB" sz="1200" b="0">
                <a:solidFill>
                  <a:srgbClr val="000000"/>
                </a:solidFill>
                <a:latin typeface="Arial"/>
              </a:rPr>
              <a:t>RATIONALE: ADR 0002 retains deterministic priorities and shared-API proposal services. Decision 1 is not a workflow engine and provides no provider rationale. Thresholds are application rules, not calibrated accuracy guarantees. Azure hosting preference does not establish a model-quality advantage.</a:t>
            </a:r>
          </a:p>
          <a:p>
            <a:pPr algn="l">
              <a:lnSpc>
                <a:spcPct val="105000"/>
              </a:lnSpc>
              <a:buNone/>
            </a:pPr>
            <a:r>
              <a:rPr lang="en-GB" sz="1200" b="0">
                <a:solidFill>
                  <a:srgbClr val="000000"/>
                </a:solidFill>
                <a:latin typeface="Arial"/>
              </a:rPr>
              <a:t>CURRENT SOURCE DISTINCTION: the employee chat has one read-only agent with five explicitly selected advisory skills; these are not five independently deployed managers or a new approval channel. Five proposal capabilities and the chat skill set are different surfaces.</a:t>
            </a:r>
          </a:p>
          <a:p>
            <a:pPr algn="l">
              <a:lnSpc>
                <a:spcPct val="105000"/>
              </a:lnSpc>
              <a:buNone/>
            </a:pPr>
            <a:r>
              <a:rPr lang="en-GB" sz="1200" b="0">
                <a:solidFill>
                  <a:srgbClr val="000000"/>
                </a:solidFill>
                <a:latin typeface="Arial"/>
              </a:rPr>
              <a:t>QUALITY LIMIT: the current agents guide retains an unsupported-claim-with-valid-citation counterexample as a critical enablement failure. Citation identifiers are not semantic truth. Named human review is not itself proof of effective review.</a:t>
            </a:r>
          </a:p>
          <a:p>
            <a:pPr algn="l">
              <a:lnSpc>
                <a:spcPct val="105000"/>
              </a:lnSpc>
              <a:buNone/>
            </a:pPr>
            <a:r>
              <a:rPr lang="en-GB" sz="1200" b="0">
                <a:solidFill>
                  <a:srgbClr val="000000"/>
                </a:solidFill>
                <a:latin typeface="Arial"/>
              </a:rPr>
              <a:t>NOT SELECTED: AI-owned ranking, consent, safety release, signatures, funding or payment approval. Deferred workers/queues are an operating option only when measured need justifies them. No task or proactive authority is enabled here.</a:t>
            </a:r>
          </a:p>
          <a:p>
            <a:pPr algn="l">
              <a:lnSpc>
                <a:spcPct val="105000"/>
              </a:lnSpc>
              <a:buNone/>
            </a:pPr>
            <a:r>
              <a:rPr lang="en-GB" sz="1200" b="0">
                <a:solidFill>
                  <a:srgbClr val="000000"/>
                </a:solidFill>
                <a:latin typeface="Arial"/>
              </a:rPr>
              <a:t>SOURCES: docs/adrs/0002-pilot-readiness-architecture.md; docs/ideas/typesafe-system-one-agent-fit.md; docs/reference/research/decision-1-behaviour-specification.md; src/agents/README.md; src/api/README.md.</a:t>
            </a:r>
          </a:p>
          <a:p>
            <a:pPr algn="l">
              <a:lnSpc>
                <a:spcPct val="105000"/>
              </a:lnSpc>
              <a:buNone/>
            </a:pPr>
            <a:r>
              <a:rPr lang="en-GB" sz="1200" b="0">
                <a:solidFill>
                  <a:srgbClr val="000000"/>
                </a:solidFill>
                <a:latin typeface="Arial"/>
              </a:rPr>
              <a:t>EVIDENCE: repository synthesis dated 2026-10-29; historical real-inference observations, source controls and missing acceptance are distinct. Value is a hypothesis, not a saving.</a:t>
            </a:r>
          </a:p>
          <a:p>
            <a:pPr algn="l">
              <a:lnSpc>
                <a:spcPct val="105000"/>
              </a:lnSpc>
              <a:buNone/>
            </a:pPr>
            <a:r>
              <a:rPr lang="en-GB" sz="1200" b="0">
                <a:solidFill>
                  <a:srgbClr val="000000"/>
                </a:solidFill>
                <a:latin typeface="Arial"/>
              </a:rPr>
              <a:t>DELIVERY: gesture once across the five responsibilities, then contrast the three tools. Pause on 'a person still owns consequential decisions'. For detail use B04 on page 31, B10 on page 37 and B20 on page 47. Native fixed slide-jump navigation is preserved, not reclassified as dynamic caller return.</a:t>
            </a:r>
          </a:p>
          <a:p>
            <a:pPr algn="l">
              <a:lnSpc>
                <a:spcPct val="105000"/>
              </a:lnSpc>
              <a:buNone/>
            </a:pPr>
            <a:r>
              <a:rPr lang="en-GB" sz="1200" b="0">
                <a:solidFill>
                  <a:srgbClr val="000000"/>
                </a:solidFill>
                <a:latin typeface="Arial"/>
              </a:rPr>
              <a:t>TIMING: 70 s for this slide (all builds together) · 14:40-15:50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16</a:t>
            </a:fld>
            <a:endParaRPr lang="en-US"/>
          </a:p>
        </p:txBody>
      </p:sp>
    </p:spTree>
    <p:extLst>
      <p:ext uri="{BB962C8B-B14F-4D97-AF65-F5344CB8AC3E}">
        <p14:creationId xmlns:p14="http://schemas.microsoft.com/office/powerpoint/2010/main" val="285842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1 of 3 - click through to the next build]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And the edges where people work: spreadsheets come in through a validated import and go out as Excel, CSV, progress packs and evidence; Microsoft 365 provides sign-in, profile, operations alerts and, next, a SharePoint evidence library. The workbench stays the system of record.
SOURCES AND CALCULATIONS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17</a:t>
            </a:fld>
            <a:endParaRPr lang="en-US"/>
          </a:p>
        </p:txBody>
      </p:sp>
    </p:spTree>
    <p:extLst>
      <p:ext uri="{BB962C8B-B14F-4D97-AF65-F5344CB8AC3E}">
        <p14:creationId xmlns:p14="http://schemas.microsoft.com/office/powerpoint/2010/main" val="1358899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2 of 3 - click through to the next build]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And the edges where people work: spreadsheets come in through a validated import and go out as Excel, CSV, progress packs and evidence; Microsoft 365 provides sign-in, profile, operations alerts and, next, a SharePoint evidence library. The workbench stays the system of record.
CURRENT DEPLOYMENT QUALIFICATION (24 OCTOBER 2026)
Implemented source functionality and historical exercise observations are not a claim of current deployed access. The cutover evidence pack records four-route 403 responses and unmet staff sign-in/Graph prerequisites. Current browser/role, SQL and real-AI acceptance remain outstanding. Do not describe Entra or Graph as currently live on the strength of this diagram.
SOURCES AND CALCULATIONS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18</a:t>
            </a:fld>
            <a:endParaRPr lang="en-US"/>
          </a:p>
        </p:txBody>
      </p:sp>
    </p:spTree>
    <p:extLst>
      <p:ext uri="{BB962C8B-B14F-4D97-AF65-F5344CB8AC3E}">
        <p14:creationId xmlns:p14="http://schemas.microsoft.com/office/powerpoint/2010/main" val="5635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3 of 3 - complete slide]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In-use monitoring closes the feedback loop: sensors or a labelled simulator send temperature and humidity via IoT Hub Basic, through API checks into SQL; deterministic signals ask a person to review. This accepted exercise design is not live integration or diagnosis. Resident reports bypass it. Excel and Microsoft 365 remain; #441 assesses optional resident self-service, not a deployed portal.
CURRENT DEPLOYMENT QUALIFICATION (24 OCTOBER 2026)
Implemented source functionality and historical exercise observations are not a claim of current deployed access. The cutover evidence pack records four-route 403 responses and unmet staff sign-in/Graph prerequisites. Current browser/role, SQL and real-AI acceptance remain outstanding. Do not describe Entra or Graph as currently live on the strength of this diagram.
SOURCES AND CALCULATIONS
ADR 0003, decision 6 and implementation status: Basic IoT Hub is accepted for exercise device-to-cloud telemetry; live identity, transport, derived analysis and review-task acceptance remain separate gates. Signals never suppress resident reports, diagnose hazards, change priority or release holds. Issue #441, read 23 October 2026: optional portal/workflow first; bounded resident-answer task separately gated, per-message human review normative and routine automation off. No measured call reduction or time saving is claimed.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19</a:t>
            </a:fld>
            <a:endParaRPr lang="en-US"/>
          </a:p>
        </p:txBody>
      </p:sp>
    </p:spTree>
    <p:extLst>
      <p:ext uri="{BB962C8B-B14F-4D97-AF65-F5344CB8AC3E}">
        <p14:creationId xmlns:p14="http://schemas.microsoft.com/office/powerpoint/2010/main" val="691386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S17 | Seven checkpoints between an AI draft and a real-world decision.
TIMING: 60 s for this slide (all builds together) · 17:40-18:40 on the 23:45 narration clock.
SAY
Here is how we keep AI useful and safe at the same time. Seven checkpoints sit between an AI draft and anything that happens in the real world.
The user is signed in. Their role and case scope are checked. The model only sees permitted evidence, with source and version IDs. The call is bounded, with a finite allowance and an expiry. The output is checked for schema, citations and freshness, and anything stale or broken stops. A person with current permissions accepts it or rejects it with a reason. And the real decision, consent, quality acceptance or a Finance approval, is a separate step with its own audit trail.
If anything fails, the work falls back to its owner, never to an approval. And safety hazards bypass the AI path entirely: they go straight to the people who own them.
SOURCES AND CALCULATIONS
Controlled AI flow text alternative (diagram 04); five-assistant runtime, scoped evidence, finite allowances, unreviewed output (E09); AMA Plan #105 task registry and proposal envelope, #106 accept or reject with reason and workflow-only fallback (Done).
RELATED ANSWERS: B07 = slide 34; B16 = slide 43; B21 = slide 48.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20</a:t>
            </a:fld>
            <a:endParaRPr lang="en-US"/>
          </a:p>
        </p:txBody>
      </p:sp>
    </p:spTree>
    <p:extLst>
      <p:ext uri="{BB962C8B-B14F-4D97-AF65-F5344CB8AC3E}">
        <p14:creationId xmlns:p14="http://schemas.microsoft.com/office/powerpoint/2010/main" val="312205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S18 | Model inference. Measure accepted value.</a:t>
            </a:r>
          </a:p>
          <a:p>
            <a:r>
              <a:rPr lang="en-US"/>
              <a:t>SAY (50 seconds, existing slot): Our planning calculation puts model inference at about 44 US cents per home: twenty assumed tasks, each using ten times the historical mean token count. Across 15,600 modelled homes, that is about USD 6,873; double the workload and it becomes about USD 0.88 per home. The rate is a dated secondary-source assumption, not a verified deployment price. Only inference has this modelled unit cost; the full project still needs costing. Accepted-outcome cost remains unknown. Count hosting, review, correction, assurance and support, then divide by human-accepted work above an agreed quality floor. Finite tokens and expiry are not money caps. Complete metering and task, period and request-depth controls remain proposed.</a:t>
            </a:r>
          </a:p>
          <a:p>
            <a:r>
              <a:rPr lang="en-US"/>
              <a:t>WORKINGS: 6,884 / 5 = 1,376.8 tokens/run (no human acceptance); x10 = 13,768/task; x20 = 275,360/home; /1,000,000 x USD 1.60 = USD 0.440576/home; x15,600 = USD 6,872.9856. Double = USD 0.881152/home and USD 13,745.9712 cohort. Retries, chat, evaluations, other models and future prices may increase use.</a:t>
            </a:r>
          </a:p>
          <a:p>
            <a:r>
              <a:rPr lang="en-US"/>
              <a:t>Evidence E21: evidence/ai-cost-evidence.md, Recovered Council Comparison (2026-10-24), secondary price as at 2026-10-23; E19 five-run observation; E05 BRD FR-052/NFR-012/OD-51 and PRD AC-107-110 (not run). Issue #435's prior adverse finding is preserved: this owner-requested labelled scenario does not satisfy measured-price, quality, acceptance or saving gates. No spending or production authority. RELATED ANSWERS: B05 slide 32; B25 slide 52; B26 slide 53; B27 slide 54. Index slide 27.</a:t>
            </a:r>
          </a:p>
          <a:p>
            <a:r>
              <a:rPr lang="en-US"/>
              <a:t>TIMING: 50 s for this slide (all builds together) · 18:40-19:30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21</a:t>
            </a:fld>
            <a:endParaRPr lang="en-US"/>
          </a:p>
        </p:txBody>
      </p:sp>
    </p:spTree>
    <p:extLst>
      <p:ext uri="{BB962C8B-B14F-4D97-AF65-F5344CB8AC3E}">
        <p14:creationId xmlns:p14="http://schemas.microsoft.com/office/powerpoint/2010/main" val="831321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dirty="0">
                <a:solidFill>
                  <a:srgbClr val="000000"/>
                </a:solidFill>
                <a:latin typeface="Arial"/>
              </a:rPr>
              <a:t>S19 | Delivery learning: Everything But the Software</a:t>
            </a:r>
          </a:p>
          <a:p>
            <a:pPr algn="l">
              <a:lnSpc>
                <a:spcPct val="105000"/>
              </a:lnSpc>
              <a:buNone/>
            </a:pPr>
            <a:r>
              <a:rPr lang="en-GB" sz="1200" b="0" dirty="0">
                <a:solidFill>
                  <a:srgbClr val="000000"/>
                </a:solidFill>
                <a:latin typeface="Arial"/>
              </a:rPr>
              <a:t>TIMING: 60 s for this slide (all builds together) · 19:30-20:30 on the 23:45 narration clock.</a:t>
            </a:r>
          </a:p>
          <a:p>
            <a:pPr algn="l">
              <a:lnSpc>
                <a:spcPct val="105000"/>
              </a:lnSpc>
              <a:buNone/>
            </a:pPr>
            <a:endParaRPr lang="en-GB" sz="1200" b="0" dirty="0">
              <a:solidFill>
                <a:srgbClr val="000000"/>
              </a:solidFill>
              <a:latin typeface="Arial"/>
            </a:endParaRPr>
          </a:p>
          <a:p>
            <a:pPr algn="l">
              <a:lnSpc>
                <a:spcPct val="105000"/>
              </a:lnSpc>
              <a:buNone/>
            </a:pPr>
            <a:r>
              <a:rPr lang="en-GB" sz="1200" b="0" dirty="0">
                <a:solidFill>
                  <a:srgbClr val="000000"/>
                </a:solidFill>
                <a:latin typeface="Arial"/>
              </a:rPr>
              <a:t>SPEAKER SCRIPT</a:t>
            </a:r>
          </a:p>
          <a:p>
            <a:pPr algn="l">
              <a:lnSpc>
                <a:spcPct val="105000"/>
              </a:lnSpc>
              <a:buNone/>
            </a:pPr>
            <a:r>
              <a:rPr lang="en-GB" sz="1200" b="0" dirty="0">
                <a:solidFill>
                  <a:srgbClr val="000000"/>
                </a:solidFill>
                <a:latin typeface="Arial"/>
              </a:rPr>
              <a:t>The latest delivery lesson is the draft paper Everything But the Software, with author clarification dated 25 October 2026. Table 2 (Before and during the delivery loop) records 183 merged pull requests over 15-24 October and 36,755 words appended to the knowledge-base log over 15-22 October. These are different windows; the author could no longer use the replacement.</a:t>
            </a:r>
          </a:p>
          <a:p>
            <a:pPr algn="l">
              <a:lnSpc>
                <a:spcPct val="105000"/>
              </a:lnSpc>
              <a:buNone/>
            </a:pPr>
            <a:r>
              <a:rPr lang="en-GB" sz="1200" b="0" dirty="0">
                <a:solidFill>
                  <a:srgbClr val="000000"/>
                </a:solidFill>
                <a:latin typeface="Arial"/>
              </a:rPr>
              <a:t>This is an exploratory single case with rival explanations, not causal proof that agents degrade software. It challenges counting output as usable delivery. My proposed feedback rail is feature, tests, use journey, then keep, cut or tidy before adding more.</a:t>
            </a:r>
          </a:p>
          <a:p>
            <a:pPr algn="l">
              <a:lnSpc>
                <a:spcPct val="105000"/>
              </a:lnSpc>
              <a:buNone/>
            </a:pPr>
            <a:r>
              <a:rPr lang="en-GB" sz="1200" b="0" dirty="0">
                <a:solidFill>
                  <a:srgbClr val="000000"/>
                </a:solidFill>
                <a:latin typeface="Arial"/>
              </a:rPr>
              <a:t>The research question is whether an additional agent can perform bounded reflection and course correction, not whether reflection is exclusively human. The selected S1 comparison is four runs per arm, ten features and full CR1. The proposed consolidation experiment is paused, registration is pending and there are no study results. HVE has human stops by default; the long coordinator loop was owner-designed. B/C share an equal extra budget while A has less time; differing tests and notes also prevent isolating pure refactoring.</a:t>
            </a:r>
          </a:p>
          <a:p>
            <a:pPr algn="l">
              <a:lnSpc>
                <a:spcPct val="105000"/>
              </a:lnSpc>
              <a:buNone/>
            </a:pPr>
            <a:r>
              <a:rPr lang="en-GB" sz="1200" b="0" dirty="0">
                <a:solidFill>
                  <a:srgbClr val="000000"/>
                </a:solidFill>
                <a:latin typeface="Arial"/>
              </a:rPr>
              <a:t>The paper experiment is separate. </a:t>
            </a:r>
            <a:r>
              <a:rPr lang="en-GB" sz="1200" b="0" dirty="0" err="1">
                <a:solidFill>
                  <a:srgbClr val="000000"/>
                </a:solidFill>
                <a:latin typeface="Arial"/>
              </a:rPr>
              <a:t>Zava's</a:t>
            </a:r>
            <a:r>
              <a:rPr lang="en-GB" sz="1200" b="0" dirty="0">
                <a:solidFill>
                  <a:srgbClr val="000000"/>
                </a:solidFill>
                <a:latin typeface="Arial"/>
              </a:rPr>
              <a:t> next decision is to validate one usable home journey against the comparator.</a:t>
            </a:r>
          </a:p>
          <a:p>
            <a:pPr algn="l">
              <a:lnSpc>
                <a:spcPct val="105000"/>
              </a:lnSpc>
              <a:buNone/>
            </a:pPr>
            <a:r>
              <a:rPr lang="en-GB" sz="1200" b="0" dirty="0">
                <a:solidFill>
                  <a:srgbClr val="000000"/>
                </a:solidFill>
                <a:latin typeface="Arial"/>
              </a:rPr>
              <a:t>DIAGRAM TEXT EQUIVALENT</a:t>
            </a:r>
          </a:p>
          <a:p>
            <a:pPr algn="l">
              <a:lnSpc>
                <a:spcPct val="105000"/>
              </a:lnSpc>
              <a:buNone/>
            </a:pPr>
            <a:r>
              <a:rPr lang="en-GB" sz="1200" b="0" dirty="0">
                <a:solidFill>
                  <a:srgbClr val="000000"/>
                </a:solidFill>
                <a:latin typeface="Arial"/>
              </a:rPr>
              <a:t>Contrast: 183 merged PRs over 15-24 October and 36,755 added knowledge-base log words over 15-22 October versus the author unable to use the replacement. Proposed feedback rail: Feature -&gt; Tests -&gt; Use journey -&gt; Keep/cut/tidy -&gt; next feature. The paper's bounded experiment is paused, registration pending and no results; this is an exploratory non-causal single case, not published or accepted research.</a:t>
            </a:r>
          </a:p>
          <a:p>
            <a:pPr algn="l">
              <a:lnSpc>
                <a:spcPct val="105000"/>
              </a:lnSpc>
              <a:buNone/>
            </a:pPr>
            <a:r>
              <a:rPr lang="en-GB" sz="1200" b="0" dirty="0">
                <a:solidFill>
                  <a:srgbClr val="000000"/>
                </a:solidFill>
                <a:latin typeface="Arial"/>
              </a:rPr>
              <a:t>EVIDENCE AND LIMITS</a:t>
            </a:r>
          </a:p>
          <a:p>
            <a:pPr algn="l">
              <a:lnSpc>
                <a:spcPct val="105000"/>
              </a:lnSpc>
              <a:buNone/>
            </a:pPr>
            <a:r>
              <a:rPr lang="en-GB" sz="1200" b="0" dirty="0">
                <a:solidFill>
                  <a:srgbClr val="000000"/>
                </a:solidFill>
                <a:latin typeface="Arial"/>
              </a:rPr>
              <a:t>Table 2 defines 183 merged PRs as 15-24 October and 36,755 appended log words as 15-22 October. These are retrospective activity measures, not controlled productivity or causation measures.</a:t>
            </a:r>
          </a:p>
          <a:p>
            <a:pPr algn="l">
              <a:lnSpc>
                <a:spcPct val="105000"/>
              </a:lnSpc>
              <a:buNone/>
            </a:pPr>
            <a:r>
              <a:rPr lang="en-GB" sz="1200" b="0" dirty="0">
                <a:solidFill>
                  <a:srgbClr val="000000"/>
                </a:solidFill>
                <a:latin typeface="Arial"/>
              </a:rPr>
              <a:t>The paper's 192 initial issues, the dated 23 October board snapshot of 189 items and the 183-PR window are distinct scopes and must never be substituted for one another.</a:t>
            </a:r>
          </a:p>
          <a:p>
            <a:pPr algn="l">
              <a:lnSpc>
                <a:spcPct val="105000"/>
              </a:lnSpc>
              <a:buNone/>
            </a:pPr>
            <a:r>
              <a:rPr lang="en-GB" sz="1200" b="0" dirty="0">
                <a:solidFill>
                  <a:srgbClr val="000000"/>
                </a:solidFill>
                <a:latin typeface="Arial"/>
              </a:rPr>
              <a:t>Experiment execution is paused, registration pending, exact tagged materials still to be supplied; no study results or retrospective preregistration claim.</a:t>
            </a:r>
          </a:p>
          <a:p>
            <a:pPr algn="l">
              <a:lnSpc>
                <a:spcPct val="105000"/>
              </a:lnSpc>
              <a:buNone/>
            </a:pPr>
            <a:r>
              <a:rPr lang="en-GB" sz="1200" b="0" dirty="0">
                <a:solidFill>
                  <a:srgbClr val="000000"/>
                </a:solidFill>
                <a:latin typeface="Arial"/>
              </a:rPr>
              <a:t>HVE normally stops for human handoffs. The case coordinator loop was owner-designed; it is not the default HVE workflow. Existing cost caveats remain unvalidated prices.</a:t>
            </a:r>
          </a:p>
          <a:p>
            <a:pPr algn="l">
              <a:lnSpc>
                <a:spcPct val="105000"/>
              </a:lnSpc>
              <a:buNone/>
            </a:pPr>
            <a:r>
              <a:rPr lang="en-GB" sz="1200" b="0" dirty="0">
                <a:solidFill>
                  <a:srgbClr val="000000"/>
                </a:solidFill>
                <a:latin typeface="Arial"/>
              </a:rPr>
              <a:t>SOURCES</a:t>
            </a:r>
          </a:p>
          <a:p>
            <a:pPr algn="l">
              <a:lnSpc>
                <a:spcPct val="105000"/>
              </a:lnSpc>
              <a:buNone/>
            </a:pPr>
            <a:r>
              <a:rPr lang="en-GB" sz="1200" b="0" dirty="0">
                <a:solidFill>
                  <a:srgbClr val="000000"/>
                </a:solidFill>
                <a:latin typeface="Arial"/>
              </a:rPr>
              <a:t>docs/capstone/thought-leadership/everything-but-the-software/</a:t>
            </a:r>
            <a:r>
              <a:rPr lang="en-GB" sz="1200" b="0" dirty="0" err="1">
                <a:solidFill>
                  <a:srgbClr val="000000"/>
                </a:solidFill>
                <a:latin typeface="Arial"/>
              </a:rPr>
              <a:t>main.tex</a:t>
            </a:r>
            <a:endParaRPr lang="en-GB" sz="1200" b="0" dirty="0">
              <a:solidFill>
                <a:srgbClr val="000000"/>
              </a:solidFill>
              <a:latin typeface="Arial"/>
            </a:endParaRPr>
          </a:p>
          <a:p>
            <a:pPr algn="l">
              <a:lnSpc>
                <a:spcPct val="105000"/>
              </a:lnSpc>
              <a:buNone/>
            </a:pPr>
            <a:r>
              <a:rPr lang="en-GB" sz="1200" b="0" dirty="0">
                <a:solidFill>
                  <a:srgbClr val="000000"/>
                </a:solidFill>
                <a:latin typeface="Arial"/>
              </a:rPr>
              <a:t>docs/capstone/thought-leadership/everything-but-the-software/README.md</a:t>
            </a:r>
          </a:p>
          <a:p>
            <a:pPr algn="l">
              <a:lnSpc>
                <a:spcPct val="105000"/>
              </a:lnSpc>
              <a:buNone/>
            </a:pPr>
            <a:r>
              <a:rPr lang="en-GB" sz="1200" b="0" dirty="0">
                <a:solidFill>
                  <a:srgbClr val="000000"/>
                </a:solidFill>
                <a:latin typeface="Arial"/>
              </a:rPr>
              <a:t>NAVIGATION</a:t>
            </a:r>
          </a:p>
          <a:p>
            <a:pPr algn="l">
              <a:lnSpc>
                <a:spcPct val="105000"/>
              </a:lnSpc>
              <a:buNone/>
            </a:pPr>
            <a:r>
              <a:rPr lang="en-GB" sz="1200" b="0" dirty="0">
                <a:solidFill>
                  <a:srgbClr val="000000"/>
                </a:solidFill>
                <a:latin typeface="Arial"/>
              </a:rPr>
              <a:t>S19 main route; B13 on slide 40 carries method context and planned experiment detail. Existing footer and links remain unchanged.</a:t>
            </a:r>
          </a:p>
          <a:p>
            <a:pPr algn="l">
              <a:lnSpc>
                <a:spcPct val="105000"/>
              </a:lnSpc>
              <a:buNone/>
            </a:pPr>
            <a:r>
              <a:rPr lang="en-GB" sz="1200" b="0" dirty="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rPr lang="en-US"/>
              <a:t>22</a:t>
            </a:fld>
            <a:endParaRPr lang="en-US"/>
          </a:p>
        </p:txBody>
      </p:sp>
    </p:spTree>
    <p:extLst>
      <p:ext uri="{BB962C8B-B14F-4D97-AF65-F5344CB8AC3E}">
        <p14:creationId xmlns:p14="http://schemas.microsoft.com/office/powerpoint/2010/main" val="419536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S20 | Validate, pilot, scale: on the clock to April 2030.
TIMING: 60 s for this slide (all builds together) · 20:30-21:30 on the 23:45 narration clock.
SAY
Here is the plan, on the real calendar.
Phase 0, six to eight weeks: validate one connected journey against a paired comparator, so we measure what the workflow improves and what the AI adds on top.
Then a six to nine month pilot with clear targets from our requirements: at least 50 accepted handovers from 80 to 100 candidate homes, cycle time at least 20 per cent shorter and 25 per cent fewer coordination hours per home. It lands inside the wave 3 funding window, which runs to March 2028.
Then scale. The arithmetic is fixed: 88 homes a week to reach 15,600 homes by 1 April 2030. The workbench is how Zava runs that pace with control intact.
SOURCES AND CALCULATIONS
BRD BG-011 pilot proposal (Phase 0 6-8 weeks; pilot 6-9 months; ≥50 accepted handovers from 80-100 candidates; ≥20% shorter cycle time; 25% fewer coordination hours per home; targets under review, OD-18); measurement design (E10); Awaab's Law phase 2 30 Nov 2026 (MHCLG); WH:SHF wave 3 spend by 31 Mar 2028; EPC C 1 Apr 2030 (MHCLG/DESNZ); pace from the forecast slide.
RELATED ANSWERS: B17 = slide 44.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23</a:t>
            </a:fld>
            <a:endParaRPr lang="en-US"/>
          </a:p>
        </p:txBody>
      </p:sp>
    </p:spTree>
    <p:extLst>
      <p:ext uri="{BB962C8B-B14F-4D97-AF65-F5344CB8AC3E}">
        <p14:creationId xmlns:p14="http://schemas.microsoft.com/office/powerpoint/2010/main" val="2395363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S21 | Decision today: fund the validation gate.
TIMING: 60 s for this slide (all builds together) · 21:30-22:30 on the 23:45 narration clock.
SAY
So here is the decision I am asking for today: fund Phase 0, six to eight weeks to validate one connected journey.
The scope is one connected journey and a paired comparator. The owners are named roles: the programme defines accepted progress, Finance sets the cost boundary and approves the spend, the technical owner proves the deployment, and control reviewers own acceptance.
We measure accepted handovers per week, preparation and review time, rework and the cost per accepted outcome. When quality, control and net value clear the bar, we scale. That is a small, finite commitment that buys a decision-quality answer, on the way to 88 homes a week.
SOURCES AND CALCULATIONS
Decision card from the authoring package S16 (E02, E10, E11, E13).
RELATED ANSWERS: B15 = slide 42.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24</a:t>
            </a:fld>
            <a:endParaRPr lang="en-US"/>
          </a:p>
        </p:txBody>
      </p:sp>
    </p:spTree>
    <p:extLst>
      <p:ext uri="{BB962C8B-B14F-4D97-AF65-F5344CB8AC3E}">
        <p14:creationId xmlns:p14="http://schemas.microsoft.com/office/powerpoint/2010/main" val="198055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S22 | One home, one exception, one accountable next step.</a:t>
            </a:r>
          </a:p>
          <a:p>
            <a:pPr algn="l">
              <a:lnSpc>
                <a:spcPct val="105000"/>
              </a:lnSpc>
              <a:buNone/>
            </a:pPr>
            <a:r>
              <a:rPr lang="en-GB" sz="1200" b="0">
                <a:solidFill>
                  <a:srgbClr val="000000"/>
                </a:solidFill>
                <a:latin typeface="Arial"/>
              </a:rPr>
              <a:t>SAY: We confirm the route at preflight. The default is a labelled repository-evidence walkthrough, not a recording and not fresh inference. Use the live exercise only when the exact build, role, SQL state, permitted task and effective finite authority have actually passed preflight. If neither route has inspectable evidence, say that the demo is unavailable.</a:t>
            </a:r>
          </a:p>
          <a:p>
            <a:pPr algn="l">
              <a:lnSpc>
                <a:spcPct val="105000"/>
              </a:lnSpc>
              <a:buNone/>
            </a:pPr>
            <a:r>
              <a:rPr lang="en-GB" sz="1200" b="0">
                <a:solidFill>
                  <a:srgbClr val="000000"/>
                </a:solidFill>
                <a:latin typeface="Arial"/>
              </a:rPr>
              <a:t>Within two minutes show the fictional home, the evidence conflict, its accountable owner and the boundary between a draft and a human decision. The full prepared route is eight minutes plus two for questions or one recovery. Do not promise every step as working in a live system. Name what is observed, what is a source contract and what remains unproved.</a:t>
            </a:r>
          </a:p>
          <a:p>
            <a:pPr algn="l">
              <a:lnSpc>
                <a:spcPct val="105000"/>
              </a:lnSpc>
              <a:buNone/>
            </a:pPr>
            <a:r>
              <a:rPr lang="en-GB" sz="1200" b="0">
                <a:solidFill>
                  <a:srgbClr val="000000"/>
                </a:solidFill>
                <a:latin typeface="Arial"/>
              </a:rPr>
              <a:t>SOURCES: docs/capstone/demo/runbook.md; docs/capstone/pitch/README.md; current src component guides. No live operation, data export, sending, approval, paid model call or spending authority is granted by this introduction.</a:t>
            </a:r>
          </a:p>
          <a:p>
            <a:pPr algn="l">
              <a:lnSpc>
                <a:spcPct val="105000"/>
              </a:lnSpc>
              <a:buNone/>
            </a:pPr>
            <a:r>
              <a:rPr lang="en-GB" sz="1200" b="0">
                <a:solidFill>
                  <a:srgbClr val="000000"/>
                </a:solidFill>
                <a:latin typeface="Arial"/>
              </a:rPr>
              <a:t>NAVIGATION: S23/page 26 is the close after the separate demo. Its retained 30 seconds already belong to the presentation narration allocation.</a:t>
            </a:r>
          </a:p>
          <a:p>
            <a:pPr algn="l">
              <a:lnSpc>
                <a:spcPct val="105000"/>
              </a:lnSpc>
              <a:buNone/>
            </a:pPr>
            <a:r>
              <a:rPr lang="en-GB" sz="1200" b="0">
                <a:solidFill>
                  <a:srgbClr val="000000"/>
                </a:solidFill>
                <a:latin typeface="Arial"/>
              </a:rPr>
              <a:t>TIMING: 45 s for this slide (all builds together) · 22:30-23:15 on the 23:45 narration clock.</a:t>
            </a:r>
          </a:p>
        </p:txBody>
      </p:sp>
      <p:sp>
        <p:nvSpPr>
          <p:cNvPr id="4" name="Slide Number Placeholder 3"/>
          <p:cNvSpPr>
            <a:spLocks noGrp="1"/>
          </p:cNvSpPr>
          <p:nvPr>
            <p:ph type="sldNum" sz="quarter" idx="5"/>
          </p:nvPr>
        </p:nvSpPr>
        <p:spPr/>
        <p:txBody>
          <a:bodyPr/>
          <a:lstStyle/>
          <a:p>
            <a:fld id="{DFA53654-600B-4302-80A0-D02B08D7C4DF}" type="slidenum">
              <a:rPr lang="en-US"/>
              <a:t>25</a:t>
            </a:fld>
            <a:endParaRPr lang="en-US"/>
          </a:p>
        </p:txBody>
      </p:sp>
    </p:spTree>
    <p:extLst>
      <p:ext uri="{BB962C8B-B14F-4D97-AF65-F5344CB8AC3E}">
        <p14:creationId xmlns:p14="http://schemas.microsoft.com/office/powerpoint/2010/main" val="3416257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S23 | More homes ready, with control intact.
TIMING: 30 s for this slide (all builds together) · 23:15-23:45 on the 23:45 narration clock.
SAY
Let me close where we started. 15,600 homes to lift by 2030, thousands more to keep safe, and a product that runs that programme one accountable decision at a time.
Agree the validation gate. Name the owners. And let's start the 2030 run.
Thank you.
SOURCES AND CALCULATIONS
Summary of the forecast and decision slides.
</a:t>
            </a:r>
          </a:p>
        </p:txBody>
      </p:sp>
      <p:sp>
        <p:nvSpPr>
          <p:cNvPr id="4" name="Slide Number Placeholder 3"/>
          <p:cNvSpPr>
            <a:spLocks noGrp="1"/>
          </p:cNvSpPr>
          <p:nvPr>
            <p:ph type="sldNum" sz="quarter" idx="5"/>
          </p:nvPr>
        </p:nvSpPr>
        <p:spPr/>
        <p:txBody>
          <a:bodyPr/>
          <a:lstStyle/>
          <a:p>
            <a:fld id="{DFA53654-600B-4302-80A0-D02B08D7C4DF}" type="slidenum">
              <a:rPr lang="en-US"/>
              <a:t>26</a:t>
            </a:fld>
            <a:endParaRPr lang="en-US"/>
          </a:p>
        </p:txBody>
      </p:sp>
    </p:spTree>
    <p:extLst>
      <p:ext uri="{BB962C8B-B14F-4D97-AF65-F5344CB8AC3E}">
        <p14:creationId xmlns:p14="http://schemas.microsoft.com/office/powerpoint/2010/main" val="3743019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QX | Question index - appendix, navigation only
NOT PART OF THE SPOKEN ROUTE. Slide 26 (S23, the close) is the last spoken slide. Do not advance into the appendix during the talk.
HOW TO NAVIGATE
In Slide Show, type the slide number and press Enter to jump to an answer (for example 52 + Enter for B25). Each answer slide shows the main slide to return to and its number. Question index = slide 27.
The live build engine could not create clickable internal hyperlinks or hidden slides; add them in desktop PowerPoint using the link map in the build handoff before delivery, then validate them in the target viewer.
INTERRUPTION PROTOCOL (from audience-and-delivery.md)
1. Restate: "Your question is whether [business concern], rather than simply whether the model works."
2. Answer first in one sentence. State the relevant evidence and its limit.
3. Ask for a decision only when appropriate; otherwise park the deeper detail with an owner and return to the current main slide.
Bridges: "The short answer is no: that is a proposed control, not an observed one." | "There are two questions there: whether the workflow works, and whether AI improves it. We test them separately." | "I do not have a defensible unit price today. Here is the denominator and evidence the next gate must produce." | "We retained the five responsibilities and changed the autonomy." | "That would change the authority boundary; it needs a separate decision."
Do not say a decision has been made because the audience did not object. A full backup explanation replaces detail on the main route; it does not add free time.
FULL QUESTION LIST (slide titles B01-B27)
B01 (slide 28, return S04 slide 4): Why not fix the process and hire more people instead?
B02 (slide 29, return S11 slide 12): Is this replacing our housing system or integrating with it?
B03 (slide 30, return S08 slide 9): Why did you not build exactly the five agents we requested?
B04 (slide 31, return S15 slide 16): How do Decision Models reduce cost and response time?
B05 (slide 32, return S18 slide 21): What does the technology cost today?
B06 (slide 33, return S12 slide 13): How do residents retain choice, especially without digital access?
B07 (slide 34, return S17 slide 20): What stops a human from rubber-stamping AI?
B08 (slide 35, return S05 slide 6): Will this double retrofit delivery and capture GBP 40 million?
B09 (slide 36, return S10 slide 11): What is the per-home business case and cash exposure?
B10 (slide 37, return S16 slide 19): Why not deploy each agent independently?
B11 (slide 38, return S15 slide 16): What proves the AI is real and useful rather than a template?
B12 (slide 39, return S07 slide 8): Did you validate this with real residents and staff?
B13 (slide 40, return S19 slide 22): How did the requirements become an agent-delivered backlog?
B14 (slide 41, return S08 slide 9): Is this actually agentic if so much is deterministic?
B15 (slide 42, return S21 slide 24): What exactly must happen before a pilot or production decision?
B16 (slide 43, return S17 slide 20): What happens if the model, cloud or deployment fails?
B17 (slide 44, return S20 slide 23): When can we go live and who owns the next step?
B18 (slide 45, return S22 slide 25): Can you demonstrate a new live action right now?
B19 (slide 46, return S16 slide 19): Where do sensors fit and can AI diagnose damp or mould?
B20 (slide 47, return S14 slide 15): Why Azure instead of M365, Power Platform or buying a product?
B21 (slide 48, return S17 slide 20): How do you prevent hallucinations and prompt injection?
B22 (slide 49, return S16 slide 19): Can customer data leave the UK or train a provider's model?
B23 (slide 50, return S12 slide 13): How will you know this is fair and accessible?
B24 (slide 51, return S03 slide 3): How will you keep policy, law and funding rules current?
B25 (slide 52, return S18 slide 21): What is your Tokenomics unit and can the AI bill run away?
B26 (slide 53, return S18 slide 21): Why not cache every answer and route everything to the cheapest model?
B27 (slide 54, return S18 slide 21): What stops chat and agent sprawl multiplying hidden calls?
</a:t>
            </a:r>
          </a:p>
        </p:txBody>
      </p:sp>
      <p:sp>
        <p:nvSpPr>
          <p:cNvPr id="4" name="Slide Number Placeholder 3"/>
          <p:cNvSpPr>
            <a:spLocks noGrp="1"/>
          </p:cNvSpPr>
          <p:nvPr>
            <p:ph type="sldNum" sz="quarter" idx="5"/>
          </p:nvPr>
        </p:nvSpPr>
        <p:spPr/>
        <p:txBody>
          <a:bodyPr/>
          <a:lstStyle/>
          <a:p>
            <a:fld id="{DFA53654-600B-4302-80A0-D02B08D7C4DF}" type="slidenum">
              <a:t>27</a:t>
            </a:fld>
            <a:endParaRPr lang="en-US"/>
          </a:p>
        </p:txBody>
      </p:sp>
    </p:spTree>
    <p:extLst>
      <p:ext uri="{BB962C8B-B14F-4D97-AF65-F5344CB8AC3E}">
        <p14:creationId xmlns:p14="http://schemas.microsoft.com/office/powerpoint/2010/main" val="3685430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B01 | Why not fix the process and hire more people instead?</a:t>
            </a:r>
          </a:p>
          <a:p>
            <a:pPr algn="l">
              <a:lnSpc>
                <a:spcPct val="105000"/>
              </a:lnSpc>
              <a:buNone/>
            </a:pPr>
            <a:r>
              <a:rPr lang="en-GB" sz="1200" b="0">
                <a:solidFill>
                  <a:srgbClr val="000000"/>
                </a:solidFill>
                <a:latin typeface="Arial"/>
              </a:rPr>
              <a:t>Question-led appendix answer | Audience: CEO / COO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We should fix the process regardless. Clear ownership, valid evidence and reliable handoffs are prerequisites, not an AI benefit. The proposal separates workflow improvement from incremental AI value through two comparisons. Additional staff or contractor capacity may still be necessary; the demonstrator does not establish the staffing plan. If rules and templates deliver the better accepted-task result, retain them and report the negative AI finding.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Process improvement is the baseline</a:t>
            </a:r>
          </a:p>
          <a:p>
            <a:pPr algn="l">
              <a:lnSpc>
                <a:spcPct val="105000"/>
              </a:lnSpc>
              <a:buNone/>
            </a:pPr>
            <a:r>
              <a:rPr lang="en-GB" sz="1200" b="0">
                <a:solidFill>
                  <a:srgbClr val="000000"/>
                </a:solidFill>
                <a:latin typeface="Arial"/>
              </a:rPr>
              <a:t>- AI must beat the same workflow without AI</a:t>
            </a:r>
          </a:p>
          <a:p>
            <a:pPr algn="l">
              <a:lnSpc>
                <a:spcPct val="105000"/>
              </a:lnSpc>
              <a:buNone/>
            </a:pPr>
            <a:r>
              <a:rPr lang="en-GB" sz="1200" b="0">
                <a:solidFill>
                  <a:srgbClr val="000000"/>
                </a:solidFill>
                <a:latin typeface="Arial"/>
              </a:rPr>
              <a:t>- Physical delivery capacity still limits throughput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Three options with explicit trade-offs: manual/process only; workflow + rules; workflow + bounded AI.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S04 (slide 4), the bottleneck between teams.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E10 | docs/reference/research/company/pilot-measurement-challenge.md | Comparison 1 and Comparison 2; frozen protocol; benefits scorecard and attribution caveat</a:t>
            </a:r>
          </a:p>
          <a:p>
            <a:pPr algn="l">
              <a:lnSpc>
                <a:spcPct val="105000"/>
              </a:lnSpc>
              <a:buNone/>
            </a:pPr>
            <a:r>
              <a:rPr lang="en-GB" sz="1200" b="0">
                <a:solidFill>
                  <a:srgbClr val="000000"/>
                </a:solidFill>
                <a:latin typeface="Arial"/>
              </a:rPr>
              <a:t>   Classification: Measurement design and owner-directed modernisation comparison</a:t>
            </a:r>
          </a:p>
          <a:p>
            <a:pPr algn="l">
              <a:lnSpc>
                <a:spcPct val="105000"/>
              </a:lnSpc>
              <a:buNone/>
            </a:pPr>
            <a:r>
              <a:rPr lang="en-GB" sz="1200" b="0">
                <a:solidFill>
                  <a:srgbClr val="000000"/>
                </a:solidFill>
                <a:latin typeface="Arial"/>
              </a:rPr>
              <a:t>   Supports: Separate workflow improvement from incremental AI value; accepted handover and net total effort</a:t>
            </a:r>
          </a:p>
          <a:p>
            <a:pPr algn="l">
              <a:lnSpc>
                <a:spcPct val="105000"/>
              </a:lnSpc>
              <a:buNone/>
            </a:pPr>
            <a:r>
              <a:rPr lang="en-GB" sz="1200" b="0">
                <a:solidFill>
                  <a:srgbClr val="000000"/>
                </a:solidFill>
                <a:latin typeface="Arial"/>
              </a:rPr>
              <a:t>   Limit: Not an executed comparison, causal proof or numerical benefit.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Saved time is capacity until Finance confirms a real value destination.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28</a:t>
            </a:fld>
            <a:endParaRPr lang="en-US"/>
          </a:p>
        </p:txBody>
      </p:sp>
    </p:spTree>
    <p:extLst>
      <p:ext uri="{BB962C8B-B14F-4D97-AF65-F5344CB8AC3E}">
        <p14:creationId xmlns:p14="http://schemas.microsoft.com/office/powerpoint/2010/main" val="3772987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B02 | Is this replacing our housing system or integrating with it?</a:t>
            </a:r>
          </a:p>
          <a:p>
            <a:pPr algn="l">
              <a:lnSpc>
                <a:spcPct val="105000"/>
              </a:lnSpc>
              <a:buNone/>
            </a:pPr>
            <a:r>
              <a:rPr lang="en-GB" sz="1200" b="0">
                <a:solidFill>
                  <a:srgbClr val="000000"/>
                </a:solidFill>
                <a:latin typeface="Arial"/>
              </a:rPr>
              <a:t>Question-led appendix answer | Audience: CIO / COO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Do not treat the demonstrator as a replacement decision. It explores the coordination layer and controlled records. Current application documentation explicitly says there is no live integration with housing or repairs systems. Production appraisal must identify authoritative systems, field ownership, APIs, event and reconciliation contracts, security, retention and the manual service route. A configured or designed M365 path is not an implemented enterprise integration.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Demonstrator of coordination and evidence contracts</a:t>
            </a:r>
          </a:p>
          <a:p>
            <a:pPr algn="l">
              <a:lnSpc>
                <a:spcPct val="105000"/>
              </a:lnSpc>
              <a:buNone/>
            </a:pPr>
            <a:r>
              <a:rPr lang="en-GB" sz="1200" b="0">
                <a:solidFill>
                  <a:srgbClr val="000000"/>
                </a:solidFill>
                <a:latin typeface="Arial"/>
              </a:rPr>
              <a:t>- No live housing/repairs integration proven</a:t>
            </a:r>
          </a:p>
          <a:p>
            <a:pPr algn="l">
              <a:lnSpc>
                <a:spcPct val="105000"/>
              </a:lnSpc>
              <a:buNone/>
            </a:pPr>
            <a:r>
              <a:rPr lang="en-GB" sz="1200" b="0">
                <a:solidFill>
                  <a:srgbClr val="000000"/>
                </a:solidFill>
                <a:latin typeface="Arial"/>
              </a:rPr>
              <a:t>- Integration scope, authority and migration need separate discovery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Current workbench solid; customer systems outlined and labelled 'future integration appraisal'.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S11 (slide 12), meet the workbench.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E06 | docs/architecture/README.md; docs/architecture/assets/README.md; infra/main.bicep | Executive and Technical Architecture; interaction contracts; Icon Source and Terms; modelDeployments and profile parameters</a:t>
            </a:r>
          </a:p>
          <a:p>
            <a:pPr algn="l">
              <a:lnSpc>
                <a:spcPct val="105000"/>
              </a:lnSpc>
              <a:buNone/>
            </a:pPr>
            <a:r>
              <a:rPr lang="en-GB" sz="1200" b="0">
                <a:solidFill>
                  <a:srgbClr val="000000"/>
                </a:solidFill>
                <a:latin typeface="Arial"/>
              </a:rPr>
              <a:t>   Classification: Source-based architecture and dated historical handover</a:t>
            </a:r>
          </a:p>
          <a:p>
            <a:pPr algn="l">
              <a:lnSpc>
                <a:spcPct val="105000"/>
              </a:lnSpc>
              <a:buNone/>
            </a:pPr>
            <a:r>
              <a:rPr lang="en-GB" sz="1200" b="0">
                <a:solidFill>
                  <a:srgbClr val="000000"/>
                </a:solidFill>
                <a:latin typeface="Arial"/>
              </a:rPr>
              <a:t>   Supports: Single-API assistants, SQL/Blob, Entra, managed identities, model contracts, configured operations and official icons</a:t>
            </a:r>
          </a:p>
          <a:p>
            <a:pPr algn="l">
              <a:lnSpc>
                <a:spcPct val="105000"/>
              </a:lnSpc>
              <a:buNone/>
            </a:pPr>
            <a:r>
              <a:rPr lang="en-GB" sz="1200" b="0">
                <a:solidFill>
                  <a:srgbClr val="000000"/>
                </a:solidFill>
                <a:latin typeface="Arial"/>
              </a:rPr>
              <a:t>   Limit: Historical source/deployment evidence, not fresh Azure inventory. GlobalStandard does not establish UK-only processing.</a:t>
            </a:r>
          </a:p>
          <a:p>
            <a:pPr algn="l">
              <a:lnSpc>
                <a:spcPct val="105000"/>
              </a:lnSpc>
              <a:buNone/>
            </a:pPr>
            <a:r>
              <a:rPr lang="en-GB" sz="1200" b="0">
                <a:solidFill>
                  <a:srgbClr val="000000"/>
                </a:solidFill>
                <a:latin typeface="Arial"/>
              </a:rPr>
              <a:t>E07 | src/api/README.md | Honest limits; Run it locally; role/context and controlled feature contracts</a:t>
            </a:r>
          </a:p>
          <a:p>
            <a:pPr algn="l">
              <a:lnSpc>
                <a:spcPct val="105000"/>
              </a:lnSpc>
              <a:buNone/>
            </a:pPr>
            <a:r>
              <a:rPr lang="en-GB" sz="1200" b="0">
                <a:solidFill>
                  <a:srgbClr val="000000"/>
                </a:solidFill>
                <a:latin typeface="Arial"/>
              </a:rPr>
              <a:t>   Classification: Implementation documentation with explicit dated limitations</a:t>
            </a:r>
          </a:p>
          <a:p>
            <a:pPr algn="l">
              <a:lnSpc>
                <a:spcPct val="105000"/>
              </a:lnSpc>
              <a:buNone/>
            </a:pPr>
            <a:r>
              <a:rPr lang="en-GB" sz="1200" b="0">
                <a:solidFill>
                  <a:srgbClr val="000000"/>
                </a:solidFill>
                <a:latin typeface="Arial"/>
              </a:rPr>
              <a:t>   Supports: Real historical Azure SQL/model checks, 60,000 stock versus 980 programme cases, no live housing integration and current acceptance boundaries</a:t>
            </a:r>
          </a:p>
          <a:p>
            <a:pPr algn="l">
              <a:lnSpc>
                <a:spcPct val="105000"/>
              </a:lnSpc>
              <a:buNone/>
            </a:pPr>
            <a:r>
              <a:rPr lang="en-GB" sz="1200" b="0">
                <a:solidFill>
                  <a:srgbClr val="000000"/>
                </a:solidFill>
                <a:latin typeface="Arial"/>
              </a:rPr>
              <a:t>   Limit: Local/scripted checks and older deployment results do not establish current staff access, production scale, restore or semantic quality.</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29</a:t>
            </a:fld>
            <a:endParaRPr lang="en-US"/>
          </a:p>
        </p:txBody>
      </p:sp>
    </p:spTree>
    <p:extLst>
      <p:ext uri="{BB962C8B-B14F-4D97-AF65-F5344CB8AC3E}">
        <p14:creationId xmlns:p14="http://schemas.microsoft.com/office/powerpoint/2010/main" val="35320965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B03 | Why did you not build exactly the five agents we requested?</a:t>
            </a:r>
          </a:p>
          <a:p>
            <a:pPr algn="l">
              <a:lnSpc>
                <a:spcPct val="105000"/>
              </a:lnSpc>
              <a:buNone/>
            </a:pPr>
            <a:r>
              <a:rPr lang="en-GB" sz="1200" b="0">
                <a:solidFill>
                  <a:srgbClr val="000000"/>
                </a:solidFill>
                <a:latin typeface="Arial"/>
              </a:rPr>
              <a:t>Question-led appendix answer | Audience: CEO / sponsor / CTO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We kept stock prioritisation, assessment preparation, funding evidence, coordination and quality evidence. We changed the mechanism where the original autonomy could imply authority that belongs to residents or accountable professionals. Known policy remains deterministic, models prepare unreviewed proposals and people make separate controlled decisions. One API hosts the current assistants; independent queue workers remain deferred. Historical five-path real inference is evidence of bounded invocation, not standing autonomy.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Five requested responsibilities are preserved</a:t>
            </a:r>
          </a:p>
          <a:p>
            <a:pPr algn="l">
              <a:lnSpc>
                <a:spcPct val="105000"/>
              </a:lnSpc>
              <a:buNone/>
            </a:pPr>
            <a:r>
              <a:rPr lang="en-GB" sz="1200" b="0">
                <a:solidFill>
                  <a:srgbClr val="000000"/>
                </a:solidFill>
                <a:latin typeface="Arial"/>
              </a:rPr>
              <a:t>- Autonomy is bounded by decision rights and risk</a:t>
            </a:r>
          </a:p>
          <a:p>
            <a:pPr algn="l">
              <a:lnSpc>
                <a:spcPct val="105000"/>
              </a:lnSpc>
              <a:buNone/>
            </a:pPr>
            <a:r>
              <a:rPr lang="en-GB" sz="1200" b="0">
                <a:solidFill>
                  <a:srgbClr val="000000"/>
                </a:solidFill>
                <a:latin typeface="Arial"/>
              </a:rPr>
              <a:t>- Five assistants != five independent runtimes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Five-row mapping: original responsibility -&gt; bounded help -&gt; human decision owner. Funding -&gt; Finance submits; quality -&gt; independent professional accepts; coordination -&gt; resident agrees; stock -&gt; approved policy/human review; assessment -&gt; qualified reviewer.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S08 (slide 9), what we challenged.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E01 | docs/case_study_48_original.md | Business Challenge; Agentic Architecture Brief; Expected Outcomes; Business Case</a:t>
            </a:r>
          </a:p>
          <a:p>
            <a:pPr algn="l">
              <a:lnSpc>
                <a:spcPct val="105000"/>
              </a:lnSpc>
              <a:buNone/>
            </a:pPr>
            <a:r>
              <a:rPr lang="en-GB" sz="1200" b="0">
                <a:solidFill>
                  <a:srgbClr val="000000"/>
                </a:solidFill>
                <a:latin typeface="Arial"/>
              </a:rPr>
              <a:t>   Classification: Original case brief, including unvalidated outcome ambitions</a:t>
            </a:r>
          </a:p>
          <a:p>
            <a:pPr algn="l">
              <a:lnSpc>
                <a:spcPct val="105000"/>
              </a:lnSpc>
              <a:buNone/>
            </a:pPr>
            <a:r>
              <a:rPr lang="en-GB" sz="1200" b="0">
                <a:solidFill>
                  <a:srgbClr val="000000"/>
                </a:solidFill>
                <a:latin typeface="Arial"/>
              </a:rPr>
              <a:t>   Supports: 60,000-home scale and five requested responsibilities/autonomy levels</a:t>
            </a:r>
          </a:p>
          <a:p>
            <a:pPr algn="l">
              <a:lnSpc>
                <a:spcPct val="105000"/>
              </a:lnSpc>
              <a:buNone/>
            </a:pPr>
            <a:r>
              <a:rPr lang="en-GB" sz="1200" b="0">
                <a:solidFill>
                  <a:srgbClr val="000000"/>
                </a:solidFill>
                <a:latin typeface="Arial"/>
              </a:rPr>
              <a:t>   Limit: Original regulatory wording and GBP 40m/doubling claims are not current legal findings or observed results.</a:t>
            </a:r>
          </a:p>
          <a:p>
            <a:pPr algn="l">
              <a:lnSpc>
                <a:spcPct val="105000"/>
              </a:lnSpc>
              <a:buNone/>
            </a:pPr>
            <a:r>
              <a:rPr lang="en-GB" sz="1200" b="0">
                <a:solidFill>
                  <a:srgbClr val="000000"/>
                </a:solidFill>
                <a:latin typeface="Arial"/>
              </a:rPr>
              <a:t>E03 | docs/reference/research/company/agent-request-challenge.md | Summary and five-agent request challenge; see ai-cost-evidence.md for precise line citations</a:t>
            </a:r>
          </a:p>
          <a:p>
            <a:pPr algn="l">
              <a:lnSpc>
                <a:spcPct val="105000"/>
              </a:lnSpc>
              <a:buNone/>
            </a:pPr>
            <a:r>
              <a:rPr lang="en-GB" sz="1200" b="0">
                <a:solidFill>
                  <a:srgbClr val="000000"/>
                </a:solidFill>
                <a:latin typeface="Arial"/>
              </a:rPr>
              <a:t>   Classification: Consultative design analysis</a:t>
            </a:r>
          </a:p>
          <a:p>
            <a:pPr algn="l">
              <a:lnSpc>
                <a:spcPct val="105000"/>
              </a:lnSpc>
              <a:buNone/>
            </a:pPr>
            <a:r>
              <a:rPr lang="en-GB" sz="1200" b="0">
                <a:solidFill>
                  <a:srgbClr val="000000"/>
                </a:solidFill>
                <a:latin typeface="Arial"/>
              </a:rPr>
              <a:t>   Supports: Retain five business capabilities while challenging autonomy, service proliferation and agent-first design</a:t>
            </a:r>
          </a:p>
          <a:p>
            <a:pPr algn="l">
              <a:lnSpc>
                <a:spcPct val="105000"/>
              </a:lnSpc>
              <a:buNone/>
            </a:pPr>
            <a:r>
              <a:rPr lang="en-GB" sz="1200" b="0">
                <a:solidFill>
                  <a:srgbClr val="000000"/>
                </a:solidFill>
                <a:latin typeface="Arial"/>
              </a:rPr>
              <a:t>   Limit: Not a customer approval or a measured comparison of architecture options.</a:t>
            </a:r>
          </a:p>
          <a:p>
            <a:pPr algn="l">
              <a:lnSpc>
                <a:spcPct val="105000"/>
              </a:lnSpc>
              <a:buNone/>
            </a:pPr>
            <a:r>
              <a:rPr lang="en-GB" sz="1200" b="0">
                <a:solidFill>
                  <a:srgbClr val="000000"/>
                </a:solidFill>
                <a:latin typeface="Arial"/>
              </a:rPr>
              <a:t>E06 | docs/architecture/README.md; docs/architecture/assets/README.md; infra/main.bicep | Executive and Technical Architecture; interaction contracts; Icon Source and Terms; modelDeployments and profile parameters</a:t>
            </a:r>
          </a:p>
          <a:p>
            <a:pPr algn="l">
              <a:lnSpc>
                <a:spcPct val="105000"/>
              </a:lnSpc>
              <a:buNone/>
            </a:pPr>
            <a:r>
              <a:rPr lang="en-GB" sz="1200" b="0">
                <a:solidFill>
                  <a:srgbClr val="000000"/>
                </a:solidFill>
                <a:latin typeface="Arial"/>
              </a:rPr>
              <a:t>   Classification: Source-based architecture and dated historical handover</a:t>
            </a:r>
          </a:p>
          <a:p>
            <a:pPr algn="l">
              <a:lnSpc>
                <a:spcPct val="105000"/>
              </a:lnSpc>
              <a:buNone/>
            </a:pPr>
            <a:r>
              <a:rPr lang="en-GB" sz="1200" b="0">
                <a:solidFill>
                  <a:srgbClr val="000000"/>
                </a:solidFill>
                <a:latin typeface="Arial"/>
              </a:rPr>
              <a:t>   Supports: Single-API assistants, SQL/Blob, Entra, managed identities, model contracts, configured operations and official icons</a:t>
            </a:r>
          </a:p>
          <a:p>
            <a:pPr algn="l">
              <a:lnSpc>
                <a:spcPct val="105000"/>
              </a:lnSpc>
              <a:buNone/>
            </a:pPr>
            <a:r>
              <a:rPr lang="en-GB" sz="1200" b="0">
                <a:solidFill>
                  <a:srgbClr val="000000"/>
                </a:solidFill>
                <a:latin typeface="Arial"/>
              </a:rPr>
              <a:t>   Limit: Historical source/deployment evidence, not fresh Azure inventory. GlobalStandard does not establish UK-only processing.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Five assistants are not five autonomous managers or five active workers.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30</a:t>
            </a:fld>
            <a:endParaRPr lang="en-US"/>
          </a:p>
        </p:txBody>
      </p:sp>
    </p:spTree>
    <p:extLst>
      <p:ext uri="{BB962C8B-B14F-4D97-AF65-F5344CB8AC3E}">
        <p14:creationId xmlns:p14="http://schemas.microsoft.com/office/powerpoint/2010/main" val="18201934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B04 | Why consider Decision 1, and when should we not use it?</a:t>
            </a:r>
          </a:p>
          <a:p>
            <a:pPr algn="l">
              <a:lnSpc>
                <a:spcPct val="105000"/>
              </a:lnSpc>
              <a:buNone/>
            </a:pPr>
            <a:r>
              <a:rPr lang="en-GB" sz="1200" b="0">
                <a:solidFill>
                  <a:srgbClr val="000000"/>
                </a:solidFill>
                <a:latin typeface="Arial"/>
              </a:rPr>
              <a:t>SHORT ANSWER: It is a conditional closed-question scoring tool, not a proven cost or latency improvement. Use deterministic parsing for a clear labelled EPC field unless a like-for-like comparison demonstrates an incremental benefit.</a:t>
            </a:r>
          </a:p>
          <a:p>
            <a:pPr algn="l">
              <a:lnSpc>
                <a:spcPct val="105000"/>
              </a:lnSpc>
              <a:buNone/>
            </a:pPr>
            <a:r>
              <a:rPr lang="en-GB" sz="1200" b="0">
                <a:solidFill>
                  <a:srgbClr val="000000"/>
                </a:solidFill>
                <a:latin typeface="Arial"/>
              </a:rPr>
              <a:t>CHOICE: Decision 1 selects one supplied candidate or abstains; the evidence-support task is binary. Generative inference produces the cited narrative. Rules retain calculations, priorities, source freshness and approval gates. Neither model receives workflow credentials or approval authority.</a:t>
            </a:r>
          </a:p>
          <a:p>
            <a:pPr algn="l">
              <a:lnSpc>
                <a:spcPct val="105000"/>
              </a:lnSpc>
              <a:buNone/>
            </a:pPr>
            <a:r>
              <a:rPr lang="en-GB" sz="1200" b="0">
                <a:solidFill>
                  <a:srgbClr val="000000"/>
                </a:solidFill>
                <a:latin typeface="Arial"/>
              </a:rPr>
              <a:t>DISCARDED ASSUMPTION: one general-purpose agent for every task. A model call is not required for deterministic arithmetic or an exact labelled field. Decision 1 does not generate an explanation; the application must not invent a provider rationale.</a:t>
            </a:r>
          </a:p>
          <a:p>
            <a:pPr algn="l">
              <a:lnSpc>
                <a:spcPct val="105000"/>
              </a:lnSpc>
              <a:buNone/>
            </a:pPr>
            <a:r>
              <a:rPr lang="en-GB" sz="1200" b="0">
                <a:solidFill>
                  <a:srgbClr val="000000"/>
                </a:solidFill>
                <a:latin typeface="Arial"/>
              </a:rPr>
              <a:t>EVALUATE: the same held-out cases across manual/template, parser/rules, Decision/templates, generation and hybrid arms where relevant. Include errors, abstentions, reviewer checks, corrections, re-review, latency, operating costs and failure/manual handling. Binary support results cannot establish three-class macro-F1.</a:t>
            </a:r>
          </a:p>
          <a:p>
            <a:pPr algn="l">
              <a:lnSpc>
                <a:spcPct val="105000"/>
              </a:lnSpc>
              <a:buNone/>
            </a:pPr>
            <a:r>
              <a:rPr lang="en-GB" sz="1200" b="0">
                <a:solidFill>
                  <a:srgbClr val="000000"/>
                </a:solidFill>
                <a:latin typeface="Arial"/>
              </a:rPr>
              <a:t>LIMITS: the historical probability/margin thresholds were not calibrated on held-out human-labelled data. Actual source-bound calls show feasibility, not accuracy or human value. The current critical unsupported-claim-with-valid-citation finding stays open; a valid citation ID does not prove a supported claim.</a:t>
            </a:r>
          </a:p>
          <a:p>
            <a:pPr algn="l">
              <a:lnSpc>
                <a:spcPct val="105000"/>
              </a:lnSpc>
              <a:buNone/>
            </a:pPr>
            <a:r>
              <a:rPr lang="en-GB" sz="1200" b="0">
                <a:solidFill>
                  <a:srgbClr val="000000"/>
                </a:solidFill>
                <a:latin typeface="Arial"/>
              </a:rPr>
              <a:t>REVERSAL: retain the simpler parser/workflow if quality or net effort does not improve. This is a proposed adoption test, not a funded experiment or approval to enable a task.</a:t>
            </a:r>
          </a:p>
          <a:p>
            <a:pPr algn="l">
              <a:lnSpc>
                <a:spcPct val="105000"/>
              </a:lnSpc>
              <a:buNone/>
            </a:pPr>
            <a:r>
              <a:rPr lang="en-GB" sz="1200" b="0">
                <a:solidFill>
                  <a:srgbClr val="000000"/>
                </a:solidFill>
                <a:latin typeface="Arial"/>
              </a:rPr>
              <a:t>SOURCES: docs/reference/research/decision-1-behaviour-specification.md (2026-10-11 specification of pinned historical behaviour); docs/ideas/typesafe-system-one-agent-fit.md; src/agents/README.md. Repository synthesis dated 2026-10-29, not fresh provider documentation or a new model run.</a:t>
            </a:r>
          </a:p>
          <a:p>
            <a:pPr algn="l">
              <a:lnSpc>
                <a:spcPct val="105000"/>
              </a:lnSpc>
              <a:buNone/>
            </a:pPr>
            <a:r>
              <a:rPr lang="en-GB" sz="1200" b="0">
                <a:solidFill>
                  <a:srgbClr val="000000"/>
                </a:solidFill>
                <a:latin typeface="Arial"/>
              </a:rPr>
              <a:t>NAVIGATION: B04, page 31; question index page 27; fixed topic S15/page 16. Existing native slide-jump links are retained exactly.</a:t>
            </a:r>
          </a:p>
        </p:txBody>
      </p:sp>
      <p:sp>
        <p:nvSpPr>
          <p:cNvPr id="4" name="Slide Number Placeholder 3"/>
          <p:cNvSpPr>
            <a:spLocks noGrp="1"/>
          </p:cNvSpPr>
          <p:nvPr>
            <p:ph type="sldNum" sz="quarter" idx="5"/>
          </p:nvPr>
        </p:nvSpPr>
        <p:spPr/>
        <p:txBody>
          <a:bodyPr/>
          <a:lstStyle/>
          <a:p>
            <a:fld id="{DFA53654-600B-4302-80A0-D02B08D7C4DF}" type="slidenum">
              <a:t>31</a:t>
            </a:fld>
            <a:endParaRPr lang="en-US"/>
          </a:p>
        </p:txBody>
      </p:sp>
    </p:spTree>
    <p:extLst>
      <p:ext uri="{BB962C8B-B14F-4D97-AF65-F5344CB8AC3E}">
        <p14:creationId xmlns:p14="http://schemas.microsoft.com/office/powerpoint/2010/main" val="3901201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B05 | What does the technology cost today?</a:t>
            </a:r>
          </a:p>
          <a:p>
            <a:pPr algn="l">
              <a:lnSpc>
                <a:spcPct val="105000"/>
              </a:lnSpc>
              <a:buNone/>
            </a:pPr>
            <a:r>
              <a:rPr lang="en-GB" sz="1200" b="0">
                <a:solidFill>
                  <a:srgbClr val="000000"/>
                </a:solidFill>
                <a:latin typeface="Arial"/>
              </a:rPr>
              <a:t>Question-led appendix answer, CFO; outside spoken route.</a:t>
            </a:r>
          </a:p>
          <a:p>
            <a:pPr algn="l">
              <a:lnSpc>
                <a:spcPct val="105000"/>
              </a:lnSpc>
              <a:buNone/>
            </a:pPr>
            <a:r>
              <a:rPr lang="en-GB" sz="1200" b="0">
                <a:solidFill>
                  <a:srgbClr val="000000"/>
                </a:solidFill>
                <a:latin typeface="Arial"/>
              </a:rPr>
              <a:t>The owner-set USD 700 replacement October all-in forecast ceiling is dated 22 October; not additional spend or a production quote. Authority expires 2026-10-25T16:02Z. Activation remains blocked by refreshed post-change forecast, bounded outside-group U and remaining prerequisites. USD 242.36 is partial 11-22 October resource-group accrued cost, estimated until invoiced and subject to lag. USD 535.33 is pre-change, not current forecast or upper bound. USD 450/month is historical, not current authority. U is unknown, not zero. No post-change saving is measured.</a:t>
            </a:r>
          </a:p>
          <a:p>
            <a:pPr algn="l">
              <a:lnSpc>
                <a:spcPct val="105000"/>
              </a:lnSpc>
              <a:buNone/>
            </a:pPr>
            <a:r>
              <a:rPr lang="en-GB" sz="1200" b="0">
                <a:solidFill>
                  <a:srgbClr val="000000"/>
                </a:solidFill>
                <a:latin typeface="Arial"/>
              </a:rPr>
              <a:t>SEPARATE FUTURE APPRAISAL: P + USD 6,872.9856 total, divided by 15,600 for cost per planned home. P is all non-inference same-period project costs in USD, including implementation, integration, hosting, support, security, evaluation and human review. P remains unpriced; no full-project total, payback or project-to-works percentage. Never add the October USD 700 ceiling and included AI spend as separate independent costs, nor treat it as a 41-month quote. Use approved dated FX before any USD/GBP comparison.</a:t>
            </a:r>
          </a:p>
          <a:p>
            <a:pPr algn="l">
              <a:lnSpc>
                <a:spcPct val="105000"/>
              </a:lnSpc>
              <a:buNone/>
            </a:pPr>
            <a:r>
              <a:rPr lang="en-GB" sz="1200" b="0">
                <a:solidFill>
                  <a:srgbClr val="000000"/>
                </a:solidFill>
                <a:latin typeface="Arial"/>
              </a:rPr>
              <a:t>E11 dated owner decision; E05 unexecuted money-control requirements; E21 recovered inference scenario in evidence/ai-cost-evidence.md (2026-10-24), secondary price as at 2026-10-23. No issue #435 acceptance. Native buttons use fixed slide jumps, not dynamic caller return. Navigate deliberately to the interrupted page; topic S18 slide 21 is fixed. Question index slide 27.</a:t>
            </a:r>
          </a:p>
        </p:txBody>
      </p:sp>
      <p:sp>
        <p:nvSpPr>
          <p:cNvPr id="4" name="Slide Number Placeholder 3"/>
          <p:cNvSpPr>
            <a:spLocks noGrp="1"/>
          </p:cNvSpPr>
          <p:nvPr>
            <p:ph type="sldNum" sz="quarter" idx="5"/>
          </p:nvPr>
        </p:nvSpPr>
        <p:spPr/>
        <p:txBody>
          <a:bodyPr/>
          <a:lstStyle/>
          <a:p>
            <a:fld id="{DFA53654-600B-4302-80A0-D02B08D7C4DF}" type="slidenum">
              <a:t>32</a:t>
            </a:fld>
            <a:endParaRPr lang="en-US"/>
          </a:p>
        </p:txBody>
      </p:sp>
    </p:spTree>
    <p:extLst>
      <p:ext uri="{BB962C8B-B14F-4D97-AF65-F5344CB8AC3E}">
        <p14:creationId xmlns:p14="http://schemas.microsoft.com/office/powerpoint/2010/main" val="134073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B06 | How do residents retain choice, especially without digital access?</a:t>
            </a:r>
          </a:p>
          <a:p>
            <a:pPr algn="l">
              <a:lnSpc>
                <a:spcPct val="105000"/>
              </a:lnSpc>
              <a:buNone/>
            </a:pPr>
            <a:r>
              <a:rPr lang="en-GB" sz="1200" b="0">
                <a:solidFill>
                  <a:srgbClr val="000000"/>
                </a:solidFill>
                <a:latin typeface="Arial"/>
              </a:rPr>
              <a:t>Question-led appendix answer | Audience: CEO / resident-services leader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The current workbench is staff-facing; an optional resident portal is under assessment in issue #441. The hypothesis is that self-service status access could reduce avoidable calls and long interruptions of staff working time, without shifting work onto residents. Test staff interruption time, total handling/review effort, resident effort, access and comprehension; no saving is measured. Owner-confirmed Option B reuses existing case/API authority: portal/workflow first, any bounded resident-answer task separately gated. Per-message human review remains normative and routine automation is off. Phone, email, letters, visits and accessible assisted routes remain available without detriment. Preferred/safe contact and task-limited representative rights must be explicit. Sent does not mean received; silence, portal use and access never mean works consent. The issue remains open with a Research-stage integration blocker and no published PR at the retrieved snapshot. Direct resident research, privacy and accessibility acceptance remain separate gates.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Optional portal under assessment; assisted routes stay. Issue #441 retrieved 2026-10-23: https://github.com/jmservera/ama/issues/441 and latest comment https://github.com/jmservera/ama/issues/441#issuecomment-6374724922. The owner reports unpublished local work; this presentation does not inspect or accept it.</a:t>
            </a:r>
          </a:p>
          <a:p>
            <a:pPr algn="l">
              <a:lnSpc>
                <a:spcPct val="105000"/>
              </a:lnSpc>
              <a:buNone/>
            </a:pPr>
            <a:r>
              <a:rPr lang="en-GB" sz="1200" b="0">
                <a:solidFill>
                  <a:srgbClr val="000000"/>
                </a:solidFill>
                <a:latin typeface="Arial"/>
              </a:rPr>
              <a:t>- Offer != agreement; silence != consent</a:t>
            </a:r>
          </a:p>
          <a:p>
            <a:pPr algn="l">
              <a:lnSpc>
                <a:spcPct val="105000"/>
              </a:lnSpc>
              <a:buNone/>
            </a:pPr>
            <a:r>
              <a:rPr lang="en-GB" sz="1200" b="0">
                <a:solidFill>
                  <a:srgbClr val="000000"/>
                </a:solidFill>
                <a:latin typeface="Arial"/>
              </a:rPr>
              <a:t>- Representative authority is task-limited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Resident at the centre, digital and assisted routes of equal visual weight. No invented quote or photograph presented as a real resident.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S12 (slide 13), one home, end to end.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E08 | docs/adrs/0003-journey-derived-capabilities-runtime-fit.md; docs/reference/research/ux/customer-journeys/customer-journey-atlas.md | Context and Decisions 1-5; journey-derived authority, offer/commitment and independent closure</a:t>
            </a:r>
          </a:p>
          <a:p>
            <a:pPr algn="l">
              <a:lnSpc>
                <a:spcPct val="105000"/>
              </a:lnSpc>
              <a:buNone/>
            </a:pPr>
            <a:r>
              <a:rPr lang="en-GB" sz="1200" b="0">
                <a:solidFill>
                  <a:srgbClr val="000000"/>
                </a:solidFill>
                <a:latin typeface="Arial"/>
              </a:rPr>
              <a:t>   Classification: Owner-accepted scoped ADR direction and role-instrument desk research</a:t>
            </a:r>
          </a:p>
          <a:p>
            <a:pPr algn="l">
              <a:lnSpc>
                <a:spcPct val="105000"/>
              </a:lnSpc>
              <a:buNone/>
            </a:pPr>
            <a:r>
              <a:rPr lang="en-GB" sz="1200" b="0">
                <a:solidFill>
                  <a:srgbClr val="000000"/>
                </a:solidFill>
                <a:latin typeface="Arial"/>
              </a:rPr>
              <a:t>   Supports: Separate offers, resident decisions, representative authority, remedies and controlled progression</a:t>
            </a:r>
          </a:p>
          <a:p>
            <a:pPr algn="l">
              <a:lnSpc>
                <a:spcPct val="105000"/>
              </a:lnSpc>
              <a:buNone/>
            </a:pPr>
            <a:r>
              <a:rPr lang="en-GB" sz="1200" b="0">
                <a:solidFill>
                  <a:srgbClr val="000000"/>
                </a:solidFill>
                <a:latin typeface="Arial"/>
              </a:rPr>
              <a:t>   Limit: No direct resident/staff validation, professional appointment or lawful-processing acceptance.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</a:t>
            </a:r>
          </a:p>
          <a:p>
            <a:pPr algn="l">
              <a:lnSpc>
                <a:spcPct val="105000"/>
              </a:lnSpc>
              <a:buNone/>
            </a:pPr>
            <a:r>
              <a:rPr lang="en-GB" sz="1200" b="0">
                <a:solidFill>
                  <a:srgbClr val="000000"/>
                </a:solidFill>
                <a:latin typeface="Arial"/>
              </a:rPr>
              <a:t>   Classification: Accepted Basic IoT Hub exercise direction; partial engineering; separate human/legal gates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</a:t>
            </a:r>
          </a:p>
          <a:p>
            <a:pPr algn="l">
              <a:lnSpc>
                <a:spcPct val="105000"/>
              </a:lnSpc>
              <a:buNone/>
            </a:pPr>
            <a:r>
              <a:rPr lang="en-GB" sz="1200" b="0">
                <a:solidFill>
                  <a:srgbClr val="000000"/>
                </a:solidFill>
                <a:latin typeface="Arial"/>
              </a:rPr>
              <a:t>   Limit: No current legal determination, live telemetry, qualified assessment, fairness or WCAG-conformance claim.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The home is fictional and explicitly labelled as such; no resident, testimonial or approval is invented.</a:t>
            </a:r>
          </a:p>
          <a:p>
            <a:pPr algn="l">
              <a:lnSpc>
                <a:spcPct val="105000"/>
              </a:lnSpc>
              <a:buNone/>
            </a:pPr>
            <a:r>
              <a:rPr lang="en-GB" sz="1200" b="0">
                <a:solidFill>
                  <a:srgbClr val="000000"/>
                </a:solidFill>
                <a:latin typeface="Arial"/>
              </a:rPr>
              <a:t>- No legal-currentness, WCAG-conformance, production-readiness or completed human-validation claim follows from this package.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33</a:t>
            </a:fld>
            <a:endParaRPr lang="en-US"/>
          </a:p>
        </p:txBody>
      </p:sp>
    </p:spTree>
    <p:extLst>
      <p:ext uri="{BB962C8B-B14F-4D97-AF65-F5344CB8AC3E}">
        <p14:creationId xmlns:p14="http://schemas.microsoft.com/office/powerpoint/2010/main" val="12211694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B07 | What stops a human from rubber-stamping AI?</a:t>
            </a:r>
          </a:p>
          <a:p>
            <a:pPr algn="l">
              <a:lnSpc>
                <a:spcPct val="105000"/>
              </a:lnSpc>
              <a:buNone/>
            </a:pPr>
            <a:r>
              <a:rPr lang="en-GB" sz="1200" b="0">
                <a:solidFill>
                  <a:srgbClr val="000000"/>
                </a:solidFill>
                <a:latin typeface="Arial"/>
              </a:rPr>
              <a:t>Question-led appendix answer | Audience: Risk / compliance / COO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The contract requires source verification, current permissions and version checks. Proposal acceptance does not execute the separate domain approval. No-self-approval and distinct professional decisions reduce the risk of one actor accepting everything. But a workflow control cannot prove that a human has enough competence, time or incentive to challenge a draft. That requires an agreed review protocol, realistic task tests, challenge/correction and monitoring. The package does not claim that protocol has been ratified.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Source verification before proposal acceptance</a:t>
            </a:r>
          </a:p>
          <a:p>
            <a:pPr algn="l">
              <a:lnSpc>
                <a:spcPct val="105000"/>
              </a:lnSpc>
              <a:buNone/>
            </a:pPr>
            <a:r>
              <a:rPr lang="en-GB" sz="1200" b="0">
                <a:solidFill>
                  <a:srgbClr val="000000"/>
                </a:solidFill>
                <a:latin typeface="Arial"/>
              </a:rPr>
              <a:t>- Current permission, evidence and independent authority</a:t>
            </a:r>
          </a:p>
          <a:p>
            <a:pPr algn="l">
              <a:lnSpc>
                <a:spcPct val="105000"/>
              </a:lnSpc>
              <a:buNone/>
            </a:pPr>
            <a:r>
              <a:rPr lang="en-GB" sz="1200" b="0">
                <a:solidFill>
                  <a:srgbClr val="000000"/>
                </a:solidFill>
                <a:latin typeface="Arial"/>
              </a:rPr>
              <a:t>- Meaningful oversight remains a human acceptance gate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diagrams/04-controlled-ai-flow.svg, with review and separate domain action highlighted.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S17 (slide 20), controls by design.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</a:t>
            </a:r>
          </a:p>
          <a:p>
            <a:pPr algn="l">
              <a:lnSpc>
                <a:spcPct val="105000"/>
              </a:lnSpc>
              <a:buNone/>
            </a:pPr>
            <a:r>
              <a:rPr lang="en-GB" sz="1200" b="0">
                <a:solidFill>
                  <a:srgbClr val="000000"/>
                </a:solidFill>
                <a:latin typeface="Arial"/>
              </a:rPr>
              <a:t>   Classification: Accepted Basic IoT Hub exercise direction; partial engineering; separate human/legal gates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</a:t>
            </a:r>
          </a:p>
          <a:p>
            <a:pPr algn="l">
              <a:lnSpc>
                <a:spcPct val="105000"/>
              </a:lnSpc>
              <a:buNone/>
            </a:pPr>
            <a:r>
              <a:rPr lang="en-GB" sz="1200" b="0">
                <a:solidFill>
                  <a:srgbClr val="000000"/>
                </a:solidFill>
                <a:latin typeface="Arial"/>
              </a:rPr>
              <a:t>   Limit: No current legal determination, live telemetry, qualified assessment, fairness or WCAG-conformance claim.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TEXT ALTERNATIVE (diagram 04: controlled AI flow)</a:t>
            </a:r>
          </a:p>
          <a:p>
            <a:pPr algn="l">
              <a:lnSpc>
                <a:spcPct val="105000"/>
              </a:lnSpc>
              <a:buNone/>
            </a:pPr>
            <a:r>
              <a:rPr lang="en-GB" sz="1200" b="0">
                <a:solidFill>
                  <a:srgbClr val="000000"/>
                </a:solidFill>
                <a:latin typeface="Arial"/>
              </a:rPr>
              <a:t>Capture current role/case scope, permitted evidence and source/version IDs. Make a bounded model call outside the database lock. Validate schema, citations and freshness; reject or retain explicit errors rather than fabricate a success. Store a valid output as unreviewed. A person checks the source and current permissions; a separate domain action still needs its own authority. Model failure, disabled assistance or exhausted allowance leaves owned manual work. Hazards bypass the optional AI path. Citation presence is not semantic truth.</a:t>
            </a:r>
          </a:p>
          <a:p>
            <a:pPr algn="l">
              <a:lnSpc>
                <a:spcPct val="105000"/>
              </a:lnSpc>
              <a:buNone/>
            </a:pPr>
            <a:r>
              <a:rPr lang="en-GB" sz="1200" b="0">
                <a:solidFill>
                  <a:srgbClr val="000000"/>
                </a:solidFill>
                <a:latin typeface="Arial"/>
              </a:rPr>
              <a:t>Use four appears for explanation; keep the failure strip always visible. Do not animate a token stream to imply fresh inference.</a:t>
            </a:r>
          </a:p>
          <a:p>
            <a:pPr algn="l">
              <a:lnSpc>
                <a:spcPct val="105000"/>
              </a:lnSpc>
              <a:buNone/>
            </a:pPr>
            <a:r>
              <a:rPr lang="en-GB" sz="1200" b="0">
                <a:solidFill>
                  <a:srgbClr val="000000"/>
                </a:solidFill>
                <a:latin typeface="Arial"/>
              </a:rPr>
              <a:t>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34</a:t>
            </a:fld>
            <a:endParaRPr lang="en-US"/>
          </a:p>
        </p:txBody>
      </p:sp>
    </p:spTree>
    <p:extLst>
      <p:ext uri="{BB962C8B-B14F-4D97-AF65-F5344CB8AC3E}">
        <p14:creationId xmlns:p14="http://schemas.microsoft.com/office/powerpoint/2010/main" val="40507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B08 | Will this double retrofit delivery and capture GBP 40 million?</a:t>
            </a:r>
          </a:p>
          <a:p>
            <a:pPr algn="l">
              <a:lnSpc>
                <a:spcPct val="105000"/>
              </a:lnSpc>
              <a:buNone/>
            </a:pPr>
            <a:r>
              <a:rPr lang="en-GB" sz="1200" b="0">
                <a:solidFill>
                  <a:srgbClr val="000000"/>
                </a:solidFill>
                <a:latin typeface="Arial"/>
              </a:rPr>
              <a:t>Question-led appendix answer | Audience: CEO / CFO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Those are original brief ambitions: the outcomes the pilot measures. Programme throughput depends on survey, technical, contractor, material, resident and QA capacity as well as administration. The modelled scenarios cannot establish actual grant availability or secured cash. Measure accepted handovers and the whole cost of the work. Present benefit ranges only after a baseline, causal limitations and sensitivity analysis are agreed. Do not turn saved minutes into a cash saving without a Finance-approved mechanism.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Original brief ambitions: the outcomes the pilot measures</a:t>
            </a:r>
          </a:p>
          <a:p>
            <a:pPr algn="l">
              <a:lnSpc>
                <a:spcPct val="105000"/>
              </a:lnSpc>
              <a:buNone/>
            </a:pPr>
            <a:r>
              <a:rPr lang="en-GB" sz="1200" b="0">
                <a:solidFill>
                  <a:srgbClr val="000000"/>
                </a:solidFill>
                <a:latin typeface="Arial"/>
              </a:rPr>
              <a:t>- Capacity, scope, eligibility and cash all constrain value</a:t>
            </a:r>
          </a:p>
          <a:p>
            <a:pPr algn="l">
              <a:lnSpc>
                <a:spcPct val="105000"/>
              </a:lnSpc>
              <a:buNone/>
            </a:pPr>
            <a:r>
              <a:rPr lang="en-GB" sz="1200" b="0">
                <a:solidFill>
                  <a:srgbClr val="000000"/>
                </a:solidFill>
                <a:latin typeface="Arial"/>
              </a:rPr>
              <a:t>- Frozen cohorts and attributable comparisons required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Ambition -&gt; dependencies -&gt; test -&gt; observed result, with the final cell explicitly outstanding.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S05 (slide 6), the forecast.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E01 | docs/case_study_48_original.md | Business Challenge; Agentic Architecture Brief; Expected Outcomes; Business Case</a:t>
            </a:r>
          </a:p>
          <a:p>
            <a:pPr algn="l">
              <a:lnSpc>
                <a:spcPct val="105000"/>
              </a:lnSpc>
              <a:buNone/>
            </a:pPr>
            <a:r>
              <a:rPr lang="en-GB" sz="1200" b="0">
                <a:solidFill>
                  <a:srgbClr val="000000"/>
                </a:solidFill>
                <a:latin typeface="Arial"/>
              </a:rPr>
              <a:t>   Classification: Original case brief, including unvalidated outcome ambitions</a:t>
            </a:r>
          </a:p>
          <a:p>
            <a:pPr algn="l">
              <a:lnSpc>
                <a:spcPct val="105000"/>
              </a:lnSpc>
              <a:buNone/>
            </a:pPr>
            <a:r>
              <a:rPr lang="en-GB" sz="1200" b="0">
                <a:solidFill>
                  <a:srgbClr val="000000"/>
                </a:solidFill>
                <a:latin typeface="Arial"/>
              </a:rPr>
              <a:t>   Supports: 60,000-home scale and five requested responsibilities/autonomy levels</a:t>
            </a:r>
          </a:p>
          <a:p>
            <a:pPr algn="l">
              <a:lnSpc>
                <a:spcPct val="105000"/>
              </a:lnSpc>
              <a:buNone/>
            </a:pPr>
            <a:r>
              <a:rPr lang="en-GB" sz="1200" b="0">
                <a:solidFill>
                  <a:srgbClr val="000000"/>
                </a:solidFill>
                <a:latin typeface="Arial"/>
              </a:rPr>
              <a:t>   Limit: Original regulatory wording and GBP 40m/doubling claims are not current legal findings or observed results.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E10 | docs/reference/research/company/pilot-measurement-challenge.md | Comparison 1 and Comparison 2; frozen protocol; benefits scorecard and attribution caveat</a:t>
            </a:r>
          </a:p>
          <a:p>
            <a:pPr algn="l">
              <a:lnSpc>
                <a:spcPct val="105000"/>
              </a:lnSpc>
              <a:buNone/>
            </a:pPr>
            <a:r>
              <a:rPr lang="en-GB" sz="1200" b="0">
                <a:solidFill>
                  <a:srgbClr val="000000"/>
                </a:solidFill>
                <a:latin typeface="Arial"/>
              </a:rPr>
              <a:t>   Classification: Measurement design and owner-directed modernisation comparison</a:t>
            </a:r>
          </a:p>
          <a:p>
            <a:pPr algn="l">
              <a:lnSpc>
                <a:spcPct val="105000"/>
              </a:lnSpc>
              <a:buNone/>
            </a:pPr>
            <a:r>
              <a:rPr lang="en-GB" sz="1200" b="0">
                <a:solidFill>
                  <a:srgbClr val="000000"/>
                </a:solidFill>
                <a:latin typeface="Arial"/>
              </a:rPr>
              <a:t>   Supports: Separate workflow improvement from incremental AI value; accepted handover and net total effort</a:t>
            </a:r>
          </a:p>
          <a:p>
            <a:pPr algn="l">
              <a:lnSpc>
                <a:spcPct val="105000"/>
              </a:lnSpc>
              <a:buNone/>
            </a:pPr>
            <a:r>
              <a:rPr lang="en-GB" sz="1200" b="0">
                <a:solidFill>
                  <a:srgbClr val="000000"/>
                </a:solidFill>
                <a:latin typeface="Arial"/>
              </a:rPr>
              <a:t>   Limit: Not an executed comparison, causal proof or numerical benefit.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The 60,000-home stock, the 980-case retained programme and small test cohorts are different populations.</a:t>
            </a:r>
          </a:p>
          <a:p>
            <a:pPr algn="l">
              <a:lnSpc>
                <a:spcPct val="105000"/>
              </a:lnSpc>
              <a:buNone/>
            </a:pPr>
            <a:r>
              <a:rPr lang="en-GB" sz="1200" b="0">
                <a:solidFill>
                  <a:srgbClr val="000000"/>
                </a:solidFill>
                <a:latin typeface="Arial"/>
              </a:rPr>
              <a:t>- Saved time is capacity until Finance confirms a real value destination.</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35</a:t>
            </a:fld>
            <a:endParaRPr lang="en-US"/>
          </a:p>
        </p:txBody>
      </p:sp>
    </p:spTree>
    <p:extLst>
      <p:ext uri="{BB962C8B-B14F-4D97-AF65-F5344CB8AC3E}">
        <p14:creationId xmlns:p14="http://schemas.microsoft.com/office/powerpoint/2010/main" val="2593555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B09 | What is the per-home business case and cash exposure?</a:t>
            </a:r>
          </a:p>
          <a:p>
            <a:pPr algn="l">
              <a:lnSpc>
                <a:spcPct val="105000"/>
              </a:lnSpc>
              <a:buNone/>
            </a:pPr>
            <a:r>
              <a:rPr lang="en-GB" sz="1200" b="0">
                <a:solidFill>
                  <a:srgbClr val="000000"/>
                </a:solidFill>
                <a:latin typeface="Arial"/>
              </a:rPr>
              <a:t>Question-led appendix answer, CFO/asset executive; outside spoken route.</a:t>
            </a:r>
          </a:p>
          <a:p>
            <a:pPr algn="l">
              <a:lnSpc>
                <a:spcPct val="105000"/>
              </a:lnSpc>
              <a:buNone/>
            </a:pPr>
            <a:r>
              <a:rPr lang="en-GB" sz="1200" b="0">
                <a:solidFill>
                  <a:srgbClr val="000000"/>
                </a:solidFill>
                <a:latin typeface="Arial"/>
              </a:rPr>
              <a:t>Historical HA benchmark GBP 6,082/home x 15,600 = GBP 94,879,200 works. Conditional grant min(50% x GBP 6,082, GBP 7,500) = GBP 3,041/home; x15,600 = GBP 47,439,600. Remaining works contribution GBP 3,041/home before other costs. All homes/full benchmark cost eligibility, allocation, award and successful claims are assumed, not established. Current official conditions, caps and dates need Finance/funder verification.</a:t>
            </a:r>
          </a:p>
          <a:p>
            <a:pPr algn="l">
              <a:lnSpc>
                <a:spcPct val="105000"/>
              </a:lnSpc>
              <a:buNone/>
            </a:pPr>
            <a:r>
              <a:rPr lang="en-GB" sz="1200" b="0">
                <a:solidFill>
                  <a:srgbClr val="000000"/>
                </a:solidFill>
                <a:latin typeface="Arial"/>
              </a:rPr>
              <a:t>SEPARATE FICTIONAL PACKAGE: GBP 18,000 contractor + GBP 2,000 internal = GBP 20,000 base. GBP 2,000 contingency gives GBP 22,000 envelope. Eligible GBP 16,000 less fictional GBP 7,500 grant = GBP 8,500 match; plus GBP 4,000 ineligible = GBP 12,500 provider base. Fully spent contingency gives GBP 14,500 exposure. At GBP 12,000 eligible cost, fictional 50% cap gives GBP 6,000 grant and GBP 14,000 provider base. Gross cash before grant receipt remains GBP 20,000.</a:t>
            </a:r>
          </a:p>
          <a:p>
            <a:pPr algn="l">
              <a:lnSpc>
                <a:spcPct val="105000"/>
              </a:lnSpc>
              <a:buNone/>
            </a:pPr>
            <a:r>
              <a:rPr lang="en-GB" sz="1200" b="0">
                <a:solidFill>
                  <a:srgbClr val="000000"/>
                </a:solidFill>
                <a:latin typeface="Arial"/>
              </a:rPr>
              <a:t>EVIDENCE PACK: eligible home/measure -&gt; reviewed assessment -&gt; cost and completion evidence -&gt; reviewed application -&gt; award -&gt; claim -&gt; cash. Real schemes define evidence and approvals. Documentation supports valid applications and claims; it does not create eligibility, allocation, award or cash. No extra grant income or reduced returns/clawback measured.</a:t>
            </a:r>
          </a:p>
          <a:p>
            <a:pPr algn="l">
              <a:lnSpc>
                <a:spcPct val="105000"/>
              </a:lnSpc>
              <a:buNone/>
            </a:pPr>
            <a:r>
              <a:rPr lang="en-GB" sz="1200" b="0">
                <a:solidFill>
                  <a:srgbClr val="000000"/>
                </a:solidFill>
                <a:latin typeface="Arial"/>
              </a:rPr>
              <a:t>E02 exercise fixtures; E21 evidence/ai-cost-evidence.md, Recovered Council Comparison (2026-10-24). Keep GBP works distinct from USD technology; no comparison percentage without approved FX. Native buttons use fixed slide jumps, not dynamic caller return. Navigate deliberately to the interrupted page; topic S10 slide 11 is fixed. Question index slide 27.</a:t>
            </a:r>
          </a:p>
        </p:txBody>
      </p:sp>
      <p:sp>
        <p:nvSpPr>
          <p:cNvPr id="4" name="Slide Number Placeholder 3"/>
          <p:cNvSpPr>
            <a:spLocks noGrp="1"/>
          </p:cNvSpPr>
          <p:nvPr>
            <p:ph type="sldNum" sz="quarter" idx="5"/>
          </p:nvPr>
        </p:nvSpPr>
        <p:spPr/>
        <p:txBody>
          <a:bodyPr/>
          <a:lstStyle/>
          <a:p>
            <a:fld id="{DFA53654-600B-4302-80A0-D02B08D7C4DF}" type="slidenum">
              <a:t>36</a:t>
            </a:fld>
            <a:endParaRPr lang="en-US"/>
          </a:p>
        </p:txBody>
      </p:sp>
    </p:spTree>
    <p:extLst>
      <p:ext uri="{BB962C8B-B14F-4D97-AF65-F5344CB8AC3E}">
        <p14:creationId xmlns:p14="http://schemas.microsoft.com/office/powerpoint/2010/main" val="1178623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B10 | Why not deploy each assistant independently?</a:t>
            </a:r>
          </a:p>
          <a:p>
            <a:pPr algn="l">
              <a:lnSpc>
                <a:spcPct val="105000"/>
              </a:lnSpc>
              <a:buNone/>
            </a:pPr>
            <a:r>
              <a:rPr lang="en-GB" sz="1200" b="0">
                <a:solidFill>
                  <a:srgbClr val="000000"/>
                </a:solidFill>
                <a:latin typeface="Arial"/>
              </a:rPr>
              <a:t>SHORT ANSWER: Five business responsibilities do not require five independently operated services. The retained shared-API design avoids extra distributed state, retry and deployment boundaries while testing controlled end-to-end work.</a:t>
            </a:r>
          </a:p>
          <a:p>
            <a:pPr algn="l">
              <a:lnSpc>
                <a:spcPct val="105000"/>
              </a:lnSpc>
              <a:buNone/>
            </a:pPr>
            <a:r>
              <a:rPr lang="en-GB" sz="1200" b="0">
                <a:solidFill>
                  <a:srgbClr val="000000"/>
                </a:solidFill>
                <a:latin typeface="Arial"/>
              </a:rPr>
              <a:t>RUNTIME: ADR 0002 chooses Container Apps over AKS for the application baseline to avoid cluster operating overhead. No measured claim of lower total cost or higher availability is made. Introduce a queue or worker only for a demonstrated isolation, scaling, long-running work or recovery requirement. Deferred topology is not the deployed five-assistant runtime.</a:t>
            </a:r>
          </a:p>
          <a:p>
            <a:pPr algn="l">
              <a:lnSpc>
                <a:spcPct val="105000"/>
              </a:lnSpc>
              <a:buNone/>
            </a:pPr>
            <a:r>
              <a:rPr lang="en-GB" sz="1200" b="0">
                <a:solidFill>
                  <a:srgbClr val="000000"/>
                </a:solidFill>
                <a:latin typeface="Arial"/>
              </a:rPr>
              <a:t>PERSISTENCE: Azure SQL owns relational transitions, versioned state and the audit/ledger design; Blob holds evidence bytes with references and hashes in SQL. A shared JSON file has concurrency weaknesses. Cosmos DB is not ruled out universally, but a document-oriented store is a less direct fit for this retained relational/gated transition contract. PostgreSQL remains a viable alternative when portability matters, with separate audit/control engineering. No benchmark or completed migration appraisal is implied.</a:t>
            </a:r>
          </a:p>
          <a:p>
            <a:pPr algn="l">
              <a:lnSpc>
                <a:spcPct val="105000"/>
              </a:lnSpc>
              <a:buNone/>
            </a:pPr>
            <a:r>
              <a:rPr lang="en-GB" sz="1200" b="0">
                <a:solidFill>
                  <a:srgbClr val="000000"/>
                </a:solidFill>
                <a:latin typeface="Arial"/>
              </a:rPr>
              <a:t>IDENTITY: Entra plus trusted platform ingress authenticates; every request still needs server-enforced role, case and field checks. A shared password, browser hiding or model prompt is not equivalent authorisation. Sign-in is not professional, resident or financial authority.</a:t>
            </a:r>
          </a:p>
          <a:p>
            <a:pPr algn="l">
              <a:lnSpc>
                <a:spcPct val="105000"/>
              </a:lnSpc>
              <a:buNone/>
            </a:pPr>
            <a:r>
              <a:rPr lang="en-GB" sz="1200" b="0">
                <a:solidFill>
                  <a:srgbClr val="000000"/>
                </a:solidFill>
                <a:latin typeface="Arial"/>
              </a:rPr>
              <a:t>CURRENT STRUCTURE: the five src distributions are core, agents, api, orchestrator and importer. Python package boundaries are not evidence of five deployed autonomous workers. Use src/README.md for current commands; preserve old mvp paths only in explicitly historical evidence.</a:t>
            </a:r>
          </a:p>
          <a:p>
            <a:pPr algn="l">
              <a:lnSpc>
                <a:spcPct val="105000"/>
              </a:lnSpc>
              <a:buNone/>
            </a:pPr>
            <a:r>
              <a:rPr lang="en-GB" sz="1200" b="0">
                <a:solidFill>
                  <a:srgbClr val="000000"/>
                </a:solidFill>
                <a:latin typeface="Arial"/>
              </a:rPr>
              <a:t>VALUE HYPOTHESIS: fewer conflicting updates and fewer operating boundaries. Verify human effort, recovery and load before treating architectural simplicity as a measured benefit.</a:t>
            </a:r>
          </a:p>
          <a:p>
            <a:pPr algn="l">
              <a:lnSpc>
                <a:spcPct val="105000"/>
              </a:lnSpc>
              <a:buNone/>
            </a:pPr>
            <a:r>
              <a:rPr lang="en-GB" sz="1200" b="0">
                <a:solidFill>
                  <a:srgbClr val="000000"/>
                </a:solidFill>
                <a:latin typeface="Arial"/>
              </a:rPr>
              <a:t>SOURCES: docs/adrs/0002-pilot-readiness-architecture.md (runtime, data-store and identity decisions); docs/adrs/0006-src-layout-and-cutover.md; src/README.md. Repository synthesis 2026-10-29; no fresh deployment or platform test.</a:t>
            </a:r>
          </a:p>
          <a:p>
            <a:pPr algn="l">
              <a:lnSpc>
                <a:spcPct val="105000"/>
              </a:lnSpc>
              <a:buNone/>
            </a:pPr>
            <a:r>
              <a:rPr lang="en-GB" sz="1200" b="0">
                <a:solidFill>
                  <a:srgbClr val="000000"/>
                </a:solidFill>
                <a:latin typeface="Arial"/>
              </a:rPr>
              <a:t>NAVIGATION: B10, page 37; question index page 27; fixed topic S16/page 19. Existing native slide-jump links remain unchanged.</a:t>
            </a:r>
          </a:p>
        </p:txBody>
      </p:sp>
      <p:sp>
        <p:nvSpPr>
          <p:cNvPr id="4" name="Slide Number Placeholder 3"/>
          <p:cNvSpPr>
            <a:spLocks noGrp="1"/>
          </p:cNvSpPr>
          <p:nvPr>
            <p:ph type="sldNum" sz="quarter" idx="5"/>
          </p:nvPr>
        </p:nvSpPr>
        <p:spPr/>
        <p:txBody>
          <a:bodyPr/>
          <a:lstStyle/>
          <a:p>
            <a:fld id="{DFA53654-600B-4302-80A0-D02B08D7C4DF}" type="slidenum">
              <a:t>37</a:t>
            </a:fld>
            <a:endParaRPr lang="en-US"/>
          </a:p>
        </p:txBody>
      </p:sp>
    </p:spTree>
    <p:extLst>
      <p:ext uri="{BB962C8B-B14F-4D97-AF65-F5344CB8AC3E}">
        <p14:creationId xmlns:p14="http://schemas.microsoft.com/office/powerpoint/2010/main" val="661897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B11 | What proves the AI is real and useful rather than a template?</a:t>
            </a:r>
          </a:p>
          <a:p>
            <a:pPr algn="l">
              <a:lnSpc>
                <a:spcPct val="105000"/>
              </a:lnSpc>
              <a:buNone/>
            </a:pPr>
            <a:r>
              <a:rPr lang="en-GB" sz="1200" b="0">
                <a:solidFill>
                  <a:srgbClr val="000000"/>
                </a:solidFill>
                <a:latin typeface="Arial"/>
              </a:rPr>
              <a:t>Question-led appendix answer | Audience: CTO / panel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Use the dated provider/model/usage receipt and actual output source, not a visually fluent paragraph. Historical real calls and persistence are documented. A template or replay can support a fallback demonstration only when labelled; it cannot pass the real-inference gate. Semantic quality, critical omissions, unsafe advice, fairness, review burden and incremental value require separate evaluation. Current live readiness must be re-established rather than inferred from the historical call.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Provider/model/usage and source=ai evidence</a:t>
            </a:r>
          </a:p>
          <a:p>
            <a:pPr algn="l">
              <a:lnSpc>
                <a:spcPct val="105000"/>
              </a:lnSpc>
              <a:buNone/>
            </a:pPr>
            <a:r>
              <a:rPr lang="en-GB" sz="1200" b="0">
                <a:solidFill>
                  <a:srgbClr val="000000"/>
                </a:solidFill>
                <a:latin typeface="Arial"/>
              </a:rPr>
              <a:t>- Template/replay is clearly labelled as a fallback</a:t>
            </a:r>
          </a:p>
          <a:p>
            <a:pPr algn="l">
              <a:lnSpc>
                <a:spcPct val="105000"/>
              </a:lnSpc>
              <a:buNone/>
            </a:pPr>
            <a:r>
              <a:rPr lang="en-GB" sz="1200" b="0">
                <a:solidFill>
                  <a:srgbClr val="000000"/>
                </a:solidFill>
                <a:latin typeface="Arial"/>
              </a:rPr>
              <a:t>- Real invocation proven; calibrated quality and value come from the pilot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Three evidence cards: invocation; semantic acceptance; incremental value. Keep the latter gates outstanding.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S15 (slide 16), AI where it earns its place.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E07 | src/api/README.md | Honest limits; Run it locally; role/context and controlled feature contracts</a:t>
            </a:r>
          </a:p>
          <a:p>
            <a:pPr algn="l">
              <a:lnSpc>
                <a:spcPct val="105000"/>
              </a:lnSpc>
              <a:buNone/>
            </a:pPr>
            <a:r>
              <a:rPr lang="en-GB" sz="1200" b="0">
                <a:solidFill>
                  <a:srgbClr val="000000"/>
                </a:solidFill>
                <a:latin typeface="Arial"/>
              </a:rPr>
              <a:t>   Classification: Implementation documentation with explicit dated limitations</a:t>
            </a:r>
          </a:p>
          <a:p>
            <a:pPr algn="l">
              <a:lnSpc>
                <a:spcPct val="105000"/>
              </a:lnSpc>
              <a:buNone/>
            </a:pPr>
            <a:r>
              <a:rPr lang="en-GB" sz="1200" b="0">
                <a:solidFill>
                  <a:srgbClr val="000000"/>
                </a:solidFill>
                <a:latin typeface="Arial"/>
              </a:rPr>
              <a:t>   Supports: Real historical Azure SQL/model checks, 60,000 stock versus 980 programme cases, no live housing integration and current acceptance boundaries</a:t>
            </a:r>
          </a:p>
          <a:p>
            <a:pPr algn="l">
              <a:lnSpc>
                <a:spcPct val="105000"/>
              </a:lnSpc>
              <a:buNone/>
            </a:pPr>
            <a:r>
              <a:rPr lang="en-GB" sz="1200" b="0">
                <a:solidFill>
                  <a:srgbClr val="000000"/>
                </a:solidFill>
                <a:latin typeface="Arial"/>
              </a:rPr>
              <a:t>   Limit: Local/scripted checks and older deployment results do not establish current staff access, production scale, restore or semantic quality.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E04 | docs/ideas/typesafe-system-one-agent-fit.md | Observed Feasibility and Parallel Value Experiment, 2026-10-11; task suitability and serving limitations</a:t>
            </a:r>
          </a:p>
          <a:p>
            <a:pPr algn="l">
              <a:lnSpc>
                <a:spcPct val="105000"/>
              </a:lnSpc>
              <a:buNone/>
            </a:pPr>
            <a:r>
              <a:rPr lang="en-GB" sz="1200" b="0">
                <a:solidFill>
                  <a:srgbClr val="000000"/>
                </a:solidFill>
                <a:latin typeface="Arial"/>
              </a:rPr>
              <a:t>   Classification: Dated research, feasibility observations and experiment proposals</a:t>
            </a:r>
          </a:p>
          <a:p>
            <a:pPr algn="l">
              <a:lnSpc>
                <a:spcPct val="105000"/>
              </a:lnSpc>
              <a:buNone/>
            </a:pPr>
            <a:r>
              <a:rPr lang="en-GB" sz="1200" b="0">
                <a:solidFill>
                  <a:srgbClr val="000000"/>
                </a:solidFill>
                <a:latin typeface="Arial"/>
              </a:rPr>
              <a:t>   Supports: Decision 1 candidate scoring and screening distinct from rules and generation</a:t>
            </a:r>
          </a:p>
          <a:p>
            <a:pPr algn="l">
              <a:lnSpc>
                <a:spcPct val="105000"/>
              </a:lnSpc>
              <a:buNone/>
            </a:pPr>
            <a:r>
              <a:rPr lang="en-GB" sz="1200" b="0">
                <a:solidFill>
                  <a:srgbClr val="000000"/>
                </a:solidFill>
                <a:latin typeface="Arial"/>
              </a:rPr>
              <a:t>   Limit: No general cheaper/faster, calibrated quality, Foundry tier availability or accepted-outcome saving claim.</a:t>
            </a:r>
          </a:p>
          <a:p>
            <a:pPr algn="l">
              <a:lnSpc>
                <a:spcPct val="105000"/>
              </a:lnSpc>
              <a:buNone/>
            </a:pPr>
            <a:r>
              <a:rPr lang="en-GB" sz="1200" b="0">
                <a:solidFill>
                  <a:srgbClr val="000000"/>
                </a:solidFill>
                <a:latin typeface="Arial"/>
              </a:rPr>
              <a:t>E13 | docs/architecture/cutover-evidence-pack.md; infra/README.md | Bounded RG Publication Continuation, 2026-10-19; Current Exercise Handover; Direct Entra Setup and Acceptance</a:t>
            </a:r>
          </a:p>
          <a:p>
            <a:pPr algn="l">
              <a:lnSpc>
                <a:spcPct val="105000"/>
              </a:lnSpc>
              <a:buNone/>
            </a:pPr>
            <a:r>
              <a:rPr lang="en-GB" sz="1200" b="0">
                <a:solidFill>
                  <a:srgbClr val="000000"/>
                </a:solidFill>
                <a:latin typeface="Arial"/>
              </a:rPr>
              <a:t>   Classification: Dated actual cloud observations, failed attempts and source runbook</a:t>
            </a:r>
          </a:p>
          <a:p>
            <a:pPr algn="l">
              <a:lnSpc>
                <a:spcPct val="105000"/>
              </a:lnSpc>
              <a:buNone/>
            </a:pPr>
            <a:r>
              <a:rPr lang="en-GB" sz="1200" b="0">
                <a:solidFill>
                  <a:srgbClr val="000000"/>
                </a:solidFill>
                <a:latin typeface="Arial"/>
              </a:rPr>
              <a:t>   Supports: Current cutover blockers; exact live versus local evidence; preflight, rollback, private backing and owner sign-off requirements</a:t>
            </a:r>
          </a:p>
          <a:p>
            <a:pPr algn="l">
              <a:lnSpc>
                <a:spcPct val="105000"/>
              </a:lnSpc>
              <a:buNone/>
            </a:pPr>
            <a:r>
              <a:rPr lang="en-GB" sz="1200" b="0">
                <a:solidFill>
                  <a:srgbClr val="000000"/>
                </a:solidFill>
                <a:latin typeface="Arial"/>
              </a:rPr>
              <a:t>   Limit: No fresh deployment, paid call or genuine staff session performed for this presentation package.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- 6,884 tokens across five runs is a historical observation without human acceptance - not a price, a quality result or an accepted-outcome denominator.</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38</a:t>
            </a:fld>
            <a:endParaRPr lang="en-US"/>
          </a:p>
        </p:txBody>
      </p:sp>
    </p:spTree>
    <p:extLst>
      <p:ext uri="{BB962C8B-B14F-4D97-AF65-F5344CB8AC3E}">
        <p14:creationId xmlns:p14="http://schemas.microsoft.com/office/powerpoint/2010/main" val="7660696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B12 | Research validation and representative maps</a:t>
            </a:r>
          </a:p>
          <a:p>
            <a:pPr algn="l">
              <a:lnSpc>
                <a:spcPct val="105000"/>
              </a:lnSpc>
              <a:buNone/>
            </a:pPr>
            <a:endParaRPr lang="en-GB" sz="1200" b="0">
              <a:solidFill>
                <a:srgbClr val="000000"/>
              </a:solidFill>
              <a:latin typeface="Arial"/>
            </a:endParaRPr>
          </a:p>
          <a:p>
            <a:pPr algn="l">
              <a:lnSpc>
                <a:spcPct val="105000"/>
              </a:lnSpc>
              <a:buNone/>
            </a:pPr>
            <a:r>
              <a:rPr lang="en-GB" sz="1200" b="0">
                <a:solidFill>
                  <a:srgbClr val="000000"/>
                </a:solidFill>
                <a:latin typeface="Arial"/>
              </a:rPr>
              <a:t>SPEAKER SCRIPT</a:t>
            </a:r>
          </a:p>
          <a:p>
            <a:pPr algn="l">
              <a:lnSpc>
                <a:spcPct val="105000"/>
              </a:lnSpc>
              <a:buNone/>
            </a:pPr>
            <a:r>
              <a:rPr lang="en-GB" sz="1200" b="0">
                <a:solidFill>
                  <a:srgbClr val="000000"/>
                </a:solidFill>
                <a:latin typeface="Arial"/>
              </a:rPr>
              <a:t>The plain answer is no: this design has not been validated through direct resident or staff research. Owner feedback, prototype review and nine role instruments informed it, but none is customer endorsement.</a:t>
            </a:r>
          </a:p>
          <a:p>
            <a:pPr algn="l">
              <a:lnSpc>
                <a:spcPct val="105000"/>
              </a:lnSpc>
              <a:buNone/>
            </a:pPr>
            <a:r>
              <a:rPr lang="en-GB" sz="1200" b="0">
                <a:solidFill>
                  <a:srgbClr val="000000"/>
                </a:solidFill>
                <a:latin typeface="Arial"/>
              </a:rPr>
              <a:t>These three representative maps expose testable hypotheses: the resident needs meaningful choice without repeating the story; the assessor needs traceable preparation and observations; the Finance preparer needs version-correct evidence and separate cash reconciliation.</a:t>
            </a:r>
          </a:p>
          <a:p>
            <a:pPr algn="l">
              <a:lnSpc>
                <a:spcPct val="105000"/>
              </a:lnSpc>
              <a:buNone/>
            </a:pPr>
            <a:r>
              <a:rPr lang="en-GB" sz="1200" b="0">
                <a:solidFill>
                  <a:srgbClr val="000000"/>
                </a:solidFill>
                <a:latin typeface="Arial"/>
              </a:rPr>
              <a:t>The next empirical work is direct, privacy-governed task and comprehension testing with relevant residents and staff, including assisted routes, access needs, handoff failures and net effort. Desired gains stay hypotheses until that evidence exists.</a:t>
            </a:r>
          </a:p>
          <a:p>
            <a:pPr algn="l">
              <a:lnSpc>
                <a:spcPct val="105000"/>
              </a:lnSpc>
              <a:buNone/>
            </a:pPr>
            <a:r>
              <a:rPr lang="en-GB" sz="1200" b="0">
                <a:solidFill>
                  <a:srgbClr val="000000"/>
                </a:solidFill>
                <a:latin typeface="Arial"/>
              </a:rPr>
              <a:t>DIAGRAM TEXT EQUIVALENT</a:t>
            </a:r>
          </a:p>
          <a:p>
            <a:pPr algn="l">
              <a:lnSpc>
                <a:spcPct val="105000"/>
              </a:lnSpc>
              <a:buNone/>
            </a:pPr>
            <a:r>
              <a:rPr lang="en-GB" sz="1200" b="0">
                <a:solidFill>
                  <a:srgbClr val="000000"/>
                </a:solidFill>
                <a:latin typeface="Arial"/>
              </a:rPr>
              <a:t>Three horizontal maps, each made of five connected, numbered native chevrons. Resident: 1 hear/report -&gt; 2 survey -&gt; 3 choose works -&gt; 4 appointment -&gt; 5 live with measures. Pain hypothesis: repeated story or pressure; desired gain: meaningful choice and owned aftercare. Assessor: 1 prepare -&gt; 2 arrange access -&gt; 3 observe -&gt; 4 write up -&gt; 5 clarify/revisit. Pain hypothesis: missing records or re-keying; desired gain: sourced, traceable assessment. Finance preparer: 1 establish need -&gt; 2 check route -&gt; 3 assemble case -&gt; 4 maintain award/claim evidence -&gt; 5 reconcile. Pain hypothesis: conflicting versions or unsupported scope; desired gain: a defensible pack. Stage labels, numbers and hypothesis/gain text preserve meaning without colour. No user validation or emotion score is asserted.</a:t>
            </a:r>
          </a:p>
          <a:p>
            <a:pPr algn="l">
              <a:lnSpc>
                <a:spcPct val="105000"/>
              </a:lnSpc>
              <a:buNone/>
            </a:pPr>
            <a:r>
              <a:rPr lang="en-GB" sz="1200" b="0">
                <a:solidFill>
                  <a:srgbClr val="000000"/>
                </a:solidFill>
                <a:latin typeface="Arial"/>
              </a:rPr>
              <a:t>EVIDENCE AND LIMITS</a:t>
            </a:r>
          </a:p>
          <a:p>
            <a:pPr algn="l">
              <a:lnSpc>
                <a:spcPct val="105000"/>
              </a:lnSpc>
              <a:buNone/>
            </a:pPr>
            <a:r>
              <a:rPr lang="en-GB" sz="1200" b="0">
                <a:solidFill>
                  <a:srgbClr val="000000"/>
                </a:solidFill>
                <a:latin typeface="Arial"/>
              </a:rPr>
              <a:t>No direct resident/staff interviews, observation, task validation, acceptance or endorsement is supplied by owner feedback or role-agent instruments.</a:t>
            </a:r>
          </a:p>
          <a:p>
            <a:pPr algn="l">
              <a:lnSpc>
                <a:spcPct val="105000"/>
              </a:lnSpc>
              <a:buNone/>
            </a:pPr>
            <a:r>
              <a:rPr lang="en-GB" sz="1200" b="0">
                <a:solidFill>
                  <a:srgbClr val="000000"/>
                </a:solidFill>
                <a:latin typeface="Arial"/>
              </a:rPr>
              <a:t>These are three representative maps from the 28-map research coverage, not exhaustive validated user coverage. Pain hypotheses and desired gains are not measurements.</a:t>
            </a:r>
          </a:p>
          <a:p>
            <a:pPr algn="l">
              <a:lnSpc>
                <a:spcPct val="105000"/>
              </a:lnSpc>
              <a:buNone/>
            </a:pPr>
            <a:r>
              <a:rPr lang="en-GB" sz="1200" b="0">
                <a:solidFill>
                  <a:srgbClr val="000000"/>
                </a:solidFill>
                <a:latin typeface="Arial"/>
              </a:rPr>
              <a:t>The next empirical validation needs appropriate privacy/research controls and relevant people; no participant recruitment, completion date or result is invented.</a:t>
            </a:r>
          </a:p>
          <a:p>
            <a:pPr algn="l">
              <a:lnSpc>
                <a:spcPct val="105000"/>
              </a:lnSpc>
              <a:buNone/>
            </a:pPr>
            <a:r>
              <a:rPr lang="en-GB" sz="1200" b="0">
                <a:solidFill>
                  <a:srgbClr val="000000"/>
                </a:solidFill>
                <a:latin typeface="Arial"/>
              </a:rPr>
              <a:t>SOURCES</a:t>
            </a:r>
          </a:p>
          <a:p>
            <a:pPr algn="l">
              <a:lnSpc>
                <a:spcPct val="105000"/>
              </a:lnSpc>
              <a:buNone/>
            </a:pPr>
            <a:r>
              <a:rPr lang="en-GB" sz="1200" b="0">
                <a:solidFill>
                  <a:srgbClr val="000000"/>
                </a:solidFill>
                <a:latin typeface="Arial"/>
              </a:rPr>
              <a:t>docs/reference/research/ux/customer-journeys/customer-journey-atlas.md</a:t>
            </a:r>
          </a:p>
          <a:p>
            <a:pPr algn="l">
              <a:lnSpc>
                <a:spcPct val="105000"/>
              </a:lnSpc>
              <a:buNone/>
            </a:pPr>
            <a:r>
              <a:rPr lang="en-GB" sz="1200" b="0">
                <a:solidFill>
                  <a:srgbClr val="000000"/>
                </a:solidFill>
                <a:latin typeface="Arial"/>
              </a:rPr>
              <a:t>docs/reference/research/ux/customer-journeys/residents.md</a:t>
            </a:r>
          </a:p>
          <a:p>
            <a:pPr algn="l">
              <a:lnSpc>
                <a:spcPct val="105000"/>
              </a:lnSpc>
              <a:buNone/>
            </a:pPr>
            <a:r>
              <a:rPr lang="en-GB" sz="1200" b="0">
                <a:solidFill>
                  <a:srgbClr val="000000"/>
                </a:solidFill>
                <a:latin typeface="Arial"/>
              </a:rPr>
              <a:t>docs/reference/research/ux/customer-journeys/programme.md</a:t>
            </a:r>
          </a:p>
          <a:p>
            <a:pPr algn="l">
              <a:lnSpc>
                <a:spcPct val="105000"/>
              </a:lnSpc>
              <a:buNone/>
            </a:pPr>
            <a:r>
              <a:rPr lang="en-GB" sz="1200" b="0">
                <a:solidFill>
                  <a:srgbClr val="000000"/>
                </a:solidFill>
                <a:latin typeface="Arial"/>
              </a:rPr>
              <a:t>docs/reference/research/ux/customer-journeys/finance.md</a:t>
            </a:r>
          </a:p>
          <a:p>
            <a:pPr algn="l">
              <a:lnSpc>
                <a:spcPct val="105000"/>
              </a:lnSpc>
              <a:buNone/>
            </a:pPr>
            <a:r>
              <a:rPr lang="en-GB" sz="1200" b="0">
                <a:solidFill>
                  <a:srgbClr val="000000"/>
                </a:solidFill>
                <a:latin typeface="Arial"/>
              </a:rPr>
              <a:t>NAVIGATION</a:t>
            </a:r>
          </a:p>
          <a:p>
            <a:pPr algn="l">
              <a:lnSpc>
                <a:spcPct val="105000"/>
              </a:lnSpc>
              <a:buNone/>
            </a:pPr>
            <a:r>
              <a:rPr lang="en-GB" sz="1200" b="0">
                <a:solidFill>
                  <a:srgbClr val="000000"/>
                </a:solidFill>
                <a:latin typeface="Arial"/>
              </a:rPr>
              <a:t>B12 appendix answer. Preserve Last Slide Viewed caller, fixed Topic: S07 / slide 8, and Index: slide 27 controls.</a:t>
            </a:r>
          </a:p>
          <a:p>
            <a:pPr algn="l">
              <a:lnSpc>
                <a:spcPct val="105000"/>
              </a:lnSpc>
              <a:buNone/>
            </a:pPr>
            <a:r>
              <a:rPr lang="en-GB" sz="1200" b="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t>39</a:t>
            </a:fld>
            <a:endParaRPr lang="en-US"/>
          </a:p>
        </p:txBody>
      </p:sp>
    </p:spTree>
    <p:extLst>
      <p:ext uri="{BB962C8B-B14F-4D97-AF65-F5344CB8AC3E}">
        <p14:creationId xmlns:p14="http://schemas.microsoft.com/office/powerpoint/2010/main" val="7471234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dirty="0">
                <a:solidFill>
                  <a:srgbClr val="000000"/>
                </a:solidFill>
                <a:latin typeface="Arial"/>
              </a:rPr>
              <a:t>B13 | HVE delivery context and planned consolidation experiment</a:t>
            </a:r>
          </a:p>
          <a:p>
            <a:pPr algn="l">
              <a:lnSpc>
                <a:spcPct val="105000"/>
              </a:lnSpc>
              <a:buNone/>
            </a:pPr>
            <a:endParaRPr lang="en-GB" sz="1200" b="0" dirty="0">
              <a:solidFill>
                <a:srgbClr val="000000"/>
              </a:solidFill>
              <a:latin typeface="Arial"/>
            </a:endParaRPr>
          </a:p>
          <a:p>
            <a:pPr algn="l">
              <a:lnSpc>
                <a:spcPct val="105000"/>
              </a:lnSpc>
              <a:buNone/>
            </a:pPr>
            <a:r>
              <a:rPr lang="en-GB" sz="1200" b="0" dirty="0">
                <a:solidFill>
                  <a:srgbClr val="000000"/>
                </a:solidFill>
                <a:latin typeface="Arial"/>
              </a:rPr>
              <a:t>SPEAKER SCRIPT</a:t>
            </a:r>
          </a:p>
          <a:p>
            <a:pPr algn="l">
              <a:lnSpc>
                <a:spcPct val="105000"/>
              </a:lnSpc>
              <a:buNone/>
            </a:pPr>
            <a:r>
              <a:rPr lang="en-GB" sz="1200" b="0" dirty="0">
                <a:solidFill>
                  <a:srgbClr val="000000"/>
                </a:solidFill>
                <a:latin typeface="Arial"/>
              </a:rPr>
              <a:t>The original deck and notes preserve this concrete trace in their 23 October 2026 snapshot: BRD/PRD -&gt; epic #73 -&gt; feature #76 -&gt; story #77 -&gt; PR #376. Story #77 concerns queue definitions and versioned reset; PR #376 records local browser verification. A general upstream BRD/PRD label is used, not a newly asserted requirement ID. PR evidence is not whole-journey acceptance, current cloud readiness or human acceptance. This retained dated trace is not a fresh remote issue verification. HVE supplied research, plan, implement and review context, normally with human handoffs. The owner-designed coordinator connected those loops; that automation is not a default HVE claim.</a:t>
            </a:r>
          </a:p>
          <a:p>
            <a:pPr algn="l">
              <a:lnSpc>
                <a:spcPct val="105000"/>
              </a:lnSpc>
              <a:buNone/>
            </a:pPr>
            <a:r>
              <a:rPr lang="en-GB" sz="1200" b="0" dirty="0">
                <a:solidFill>
                  <a:srgbClr val="000000"/>
                </a:solidFill>
                <a:latin typeface="Arial"/>
              </a:rPr>
              <a:t>The planned first pass compares three packages: A adds features only; B adds a review/refactor step, behaviour-pinning tests and an architectural DESIGN.md note; C uses the same extra budget for read-only review, no changed tests and an issue-oriented REVIEW.md note. It uses S1, four independent runs per arm, ten features and the unforeseen change request CR1.</a:t>
            </a:r>
          </a:p>
          <a:p>
            <a:pPr algn="l">
              <a:lnSpc>
                <a:spcPct val="105000"/>
              </a:lnSpc>
              <a:buNone/>
            </a:pPr>
            <a:r>
              <a:rPr lang="en-GB" sz="1200" b="0" dirty="0">
                <a:solidFill>
                  <a:srgbClr val="000000"/>
                </a:solidFill>
                <a:latin typeface="Arial"/>
              </a:rPr>
              <a:t>B and C can use up to 50 percent more agent time per feature than A. B versus C also changes tests and the notes read by later sessions, so it cannot isolate refactoring. The study is paused and registration pending, with no results. An extra agent is not an independent source of truth.</a:t>
            </a:r>
          </a:p>
          <a:p>
            <a:pPr algn="l">
              <a:lnSpc>
                <a:spcPct val="105000"/>
              </a:lnSpc>
              <a:buNone/>
            </a:pPr>
            <a:r>
              <a:rPr lang="en-GB" sz="1200" b="0" dirty="0">
                <a:solidFill>
                  <a:srgbClr val="000000"/>
                </a:solidFill>
                <a:latin typeface="Arial"/>
              </a:rPr>
              <a:t>Keep the dated 23 October board snapshot of 189 items separate from the paper's 192 initial issues and its 183 merged PRs over 15-24 October. A closed item or local test does not establish usable delivery, current cloud readiness or customer acceptance.</a:t>
            </a:r>
          </a:p>
          <a:p>
            <a:pPr algn="l">
              <a:lnSpc>
                <a:spcPct val="105000"/>
              </a:lnSpc>
              <a:buNone/>
            </a:pPr>
            <a:r>
              <a:rPr lang="en-GB" sz="1200" b="0" dirty="0">
                <a:solidFill>
                  <a:srgbClr val="000000"/>
                </a:solidFill>
                <a:latin typeface="Arial"/>
              </a:rPr>
              <a:t>DIAGRAM TEXT EQUIVALENT</a:t>
            </a:r>
          </a:p>
          <a:p>
            <a:pPr algn="l">
              <a:lnSpc>
                <a:spcPct val="105000"/>
              </a:lnSpc>
              <a:buNone/>
            </a:pPr>
            <a:r>
              <a:rPr lang="en-GB" sz="1200" b="0" dirty="0">
                <a:solidFill>
                  <a:srgbClr val="000000"/>
                </a:solidFill>
                <a:latin typeface="Arial"/>
              </a:rPr>
              <a:t>Top rail, retained 23 October 2026 snapshot: BRD/PRD -&gt; epic #73 -&gt; feature #76 -&gt; story #77 -&gt; PR #376. PR evidence is not whole-journey acceptance. HVE normally has human stops; the coordinator was owner-designed. Separate paper question: can another agent supply bounded reflection between features? Three planned arms: A feature-only, no extra review budget; B feature plus review/refactor, optional behaviour-pinning tests and architectural DESIGN.md; C feature plus equal-budget read-only review and issue REVIEW.md, without test changes. Four runs per arm, ten features and full unforeseen CR1. B/C use extra time versus A, and B/C tests and notes confound pure-refactoring attribution. Paused, registration pending, no results; the case is exploratory and not causal proof.</a:t>
            </a:r>
          </a:p>
          <a:p>
            <a:pPr algn="l">
              <a:lnSpc>
                <a:spcPct val="105000"/>
              </a:lnSpc>
              <a:buNone/>
            </a:pPr>
            <a:r>
              <a:rPr lang="en-GB" sz="1200" b="0" dirty="0">
                <a:solidFill>
                  <a:srgbClr val="000000"/>
                </a:solidFill>
                <a:latin typeface="Arial"/>
              </a:rPr>
              <a:t>EVIDENCE AND LIMITS</a:t>
            </a:r>
          </a:p>
          <a:p>
            <a:pPr algn="l">
              <a:lnSpc>
                <a:spcPct val="105000"/>
              </a:lnSpc>
              <a:buNone/>
            </a:pPr>
            <a:r>
              <a:rPr lang="en-GB" sz="1200" b="0" dirty="0">
                <a:solidFill>
                  <a:srgbClr val="000000"/>
                </a:solidFill>
                <a:latin typeface="Arial"/>
              </a:rPr>
              <a:t>The selected 25 October design supersedes older ancillary eight-feature protocols. The private tagged kit remains untouched; exact snapshot and completed registration remain to be supplied.</a:t>
            </a:r>
          </a:p>
          <a:p>
            <a:pPr algn="l">
              <a:lnSpc>
                <a:spcPct val="105000"/>
              </a:lnSpc>
              <a:buNone/>
            </a:pPr>
            <a:r>
              <a:rPr lang="en-GB" sz="1200" b="0" dirty="0">
                <a:solidFill>
                  <a:srgbClr val="000000"/>
                </a:solidFill>
                <a:latin typeface="Arial"/>
              </a:rPr>
              <a:t>Execution paused; no study results. Earlier runs remain pre-registration and cannot enter fresh registered confirmatory analysis. No study run, model call or spending is authorised by this slide.</a:t>
            </a:r>
          </a:p>
          <a:p>
            <a:pPr algn="l">
              <a:lnSpc>
                <a:spcPct val="105000"/>
              </a:lnSpc>
              <a:buNone/>
            </a:pPr>
            <a:r>
              <a:rPr lang="en-GB" sz="1200" b="0" dirty="0">
                <a:solidFill>
                  <a:srgbClr val="000000"/>
                </a:solidFill>
                <a:latin typeface="Arial"/>
              </a:rPr>
              <a:t>The additional agent is a separate session with a bounded responsibility, not an independent truth source or proof that reflection is exclusively human.</a:t>
            </a:r>
          </a:p>
          <a:p>
            <a:pPr algn="l">
              <a:lnSpc>
                <a:spcPct val="105000"/>
              </a:lnSpc>
              <a:buNone/>
            </a:pPr>
            <a:r>
              <a:rPr lang="en-GB" sz="1200" b="0" dirty="0">
                <a:solidFill>
                  <a:srgbClr val="000000"/>
                </a:solidFill>
                <a:latin typeface="Arial"/>
              </a:rPr>
              <a:t>B versus A is not time-matched. B versus C compares the entire consolidation package, including differing tests and DESIGN.md versus REVIEW.md notes, not refactoring alone.</a:t>
            </a:r>
          </a:p>
          <a:p>
            <a:pPr algn="l">
              <a:lnSpc>
                <a:spcPct val="105000"/>
              </a:lnSpc>
              <a:buNone/>
            </a:pPr>
            <a:r>
              <a:rPr lang="en-GB" sz="1200" b="0" dirty="0">
                <a:solidFill>
                  <a:srgbClr val="000000"/>
                </a:solidFill>
                <a:latin typeface="Arial"/>
              </a:rPr>
              <a:t>Existing B13 title is retained as the requirements-to-backlog context question; the answer now extends to delivery learning and the proposed experiment. Existing footer source labels remain historical; current evidence paths are in these notes.</a:t>
            </a:r>
          </a:p>
          <a:p>
            <a:pPr algn="l">
              <a:lnSpc>
                <a:spcPct val="105000"/>
              </a:lnSpc>
              <a:buNone/>
            </a:pPr>
            <a:r>
              <a:rPr lang="en-GB" sz="1200" b="0" dirty="0">
                <a:solidFill>
                  <a:srgbClr val="000000"/>
                </a:solidFill>
                <a:latin typeface="Arial"/>
              </a:rPr>
              <a:t>SOURCES</a:t>
            </a:r>
          </a:p>
          <a:p>
            <a:pPr algn="l">
              <a:lnSpc>
                <a:spcPct val="105000"/>
              </a:lnSpc>
              <a:buNone/>
            </a:pPr>
            <a:r>
              <a:rPr lang="en-GB" sz="1200" b="0" dirty="0">
                <a:solidFill>
                  <a:srgbClr val="000000"/>
                </a:solidFill>
                <a:latin typeface="Arial"/>
              </a:rPr>
              <a:t>docs/capstone/deck/zava-forward-cowork-v2-draft.pptx</a:t>
            </a:r>
          </a:p>
          <a:p>
            <a:pPr algn="l">
              <a:lnSpc>
                <a:spcPct val="105000"/>
              </a:lnSpc>
              <a:buNone/>
            </a:pPr>
            <a:r>
              <a:rPr lang="en-GB" sz="1200" b="0" dirty="0">
                <a:solidFill>
                  <a:srgbClr val="000000"/>
                </a:solidFill>
                <a:latin typeface="Arial"/>
              </a:rPr>
              <a:t>docs/capstone/thought-leadership/everything-but-the-software/</a:t>
            </a:r>
            <a:r>
              <a:rPr lang="en-GB" sz="1200" b="0" dirty="0" err="1">
                <a:solidFill>
                  <a:srgbClr val="000000"/>
                </a:solidFill>
                <a:latin typeface="Arial"/>
              </a:rPr>
              <a:t>main.tex</a:t>
            </a:r>
            <a:endParaRPr lang="en-GB" sz="1200" b="0" dirty="0">
              <a:solidFill>
                <a:srgbClr val="000000"/>
              </a:solidFill>
              <a:latin typeface="Arial"/>
            </a:endParaRPr>
          </a:p>
          <a:p>
            <a:pPr algn="l">
              <a:lnSpc>
                <a:spcPct val="105000"/>
              </a:lnSpc>
              <a:buNone/>
            </a:pPr>
            <a:r>
              <a:rPr lang="en-GB" sz="1200" b="0" dirty="0">
                <a:solidFill>
                  <a:srgbClr val="000000"/>
                </a:solidFill>
                <a:latin typeface="Arial"/>
              </a:rPr>
              <a:t>docs/capstone/thought-leadership/everything-but-the-software/README.md</a:t>
            </a:r>
          </a:p>
          <a:p>
            <a:pPr algn="l">
              <a:lnSpc>
                <a:spcPct val="105000"/>
              </a:lnSpc>
              <a:buNone/>
            </a:pPr>
            <a:r>
              <a:rPr lang="en-GB" sz="1200" b="0" dirty="0">
                <a:solidFill>
                  <a:srgbClr val="000000"/>
                </a:solidFill>
                <a:latin typeface="Arial"/>
              </a:rPr>
              <a:t>NAVIGATION</a:t>
            </a:r>
          </a:p>
          <a:p>
            <a:pPr algn="l">
              <a:lnSpc>
                <a:spcPct val="105000"/>
              </a:lnSpc>
              <a:buNone/>
            </a:pPr>
            <a:r>
              <a:rPr lang="en-GB" sz="1200" b="0" dirty="0">
                <a:solidFill>
                  <a:srgbClr val="000000"/>
                </a:solidFill>
                <a:latin typeface="Arial"/>
              </a:rPr>
              <a:t>B13 appendix answer. Preserve Last Slide Viewed caller, fixed Topic: S19 / slide 22, and Index: slide 27. B14 autonomy on slide 41 remains entirely byte-identical.</a:t>
            </a:r>
          </a:p>
          <a:p>
            <a:pPr algn="l">
              <a:lnSpc>
                <a:spcPct val="105000"/>
              </a:lnSpc>
              <a:buNone/>
            </a:pPr>
            <a:r>
              <a:rPr lang="en-GB" sz="1200" b="0" dirty="0">
                <a:solidFill>
                  <a:srgbClr val="000000"/>
                </a:solidFill>
                <a:latin typeface="Arial"/>
              </a:rPr>
              <a:t>Existing source footers are retained verbatim; the paths above identify the sources for this revision.</a:t>
            </a:r>
          </a:p>
        </p:txBody>
      </p:sp>
      <p:sp>
        <p:nvSpPr>
          <p:cNvPr id="4" name="Slide Number Placeholder 3"/>
          <p:cNvSpPr>
            <a:spLocks noGrp="1"/>
          </p:cNvSpPr>
          <p:nvPr>
            <p:ph type="sldNum" sz="quarter" idx="5"/>
          </p:nvPr>
        </p:nvSpPr>
        <p:spPr/>
        <p:txBody>
          <a:bodyPr/>
          <a:lstStyle/>
          <a:p>
            <a:fld id="{DFA53654-600B-4302-80A0-D02B08D7C4DF}" type="slidenum">
              <a:t>40</a:t>
            </a:fld>
            <a:endParaRPr lang="en-US"/>
          </a:p>
        </p:txBody>
      </p:sp>
    </p:spTree>
    <p:extLst>
      <p:ext uri="{BB962C8B-B14F-4D97-AF65-F5344CB8AC3E}">
        <p14:creationId xmlns:p14="http://schemas.microsoft.com/office/powerpoint/2010/main" val="8550758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B14 | Is this actually agentic if so much is deterministic?</a:t>
            </a:r>
          </a:p>
          <a:p>
            <a:pPr algn="l">
              <a:lnSpc>
                <a:spcPct val="105000"/>
              </a:lnSpc>
              <a:buNone/>
            </a:pPr>
            <a:r>
              <a:rPr lang="en-GB" sz="1200" b="0">
                <a:solidFill>
                  <a:srgbClr val="000000"/>
                </a:solidFill>
                <a:latin typeface="Arial"/>
              </a:rPr>
              <a:t>Question-led appendix answer | Audience: Innovation leader / CTO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The architecture deliberately assigns different jobs to rules, models and humans. Models reason over permitted context and prepare drafts or flags; the application determines eligibility and protects state; people retain decisions requiring consent, professional judgement or delegation. That is a bounded AI-assisted operating model. We should not inflate the current autonomy to satisfy the word agentic. Future autonomous actions require an explicit, evaluated task contract and authorised boundary.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Reasoning and preparation are bounded capabilities</a:t>
            </a:r>
          </a:p>
          <a:p>
            <a:pPr algn="l">
              <a:lnSpc>
                <a:spcPct val="105000"/>
              </a:lnSpc>
              <a:buNone/>
            </a:pPr>
            <a:r>
              <a:rPr lang="en-GB" sz="1200" b="0">
                <a:solidFill>
                  <a:srgbClr val="000000"/>
                </a:solidFill>
                <a:latin typeface="Arial"/>
              </a:rPr>
              <a:t>- Deterministic orchestration protects controlled state</a:t>
            </a:r>
          </a:p>
          <a:p>
            <a:pPr algn="l">
              <a:lnSpc>
                <a:spcPct val="105000"/>
              </a:lnSpc>
              <a:buNone/>
            </a:pPr>
            <a:r>
              <a:rPr lang="en-GB" sz="1200" b="0">
                <a:solidFill>
                  <a:srgbClr val="000000"/>
                </a:solidFill>
                <a:latin typeface="Arial"/>
              </a:rPr>
              <a:t>- Autonomy is task-specific, not a marketing label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Three ownership bands: policy/state; reasoning/preparation; accountable decision.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S08 (slide 9), what we challenged.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E03 | docs/reference/research/company/agent-request-challenge.md | Summary and five-agent request challenge; see ai-cost-evidence.md for precise line citations</a:t>
            </a:r>
          </a:p>
          <a:p>
            <a:pPr algn="l">
              <a:lnSpc>
                <a:spcPct val="105000"/>
              </a:lnSpc>
              <a:buNone/>
            </a:pPr>
            <a:r>
              <a:rPr lang="en-GB" sz="1200" b="0">
                <a:solidFill>
                  <a:srgbClr val="000000"/>
                </a:solidFill>
                <a:latin typeface="Arial"/>
              </a:rPr>
              <a:t>   Classification: Consultative design analysis</a:t>
            </a:r>
          </a:p>
          <a:p>
            <a:pPr algn="l">
              <a:lnSpc>
                <a:spcPct val="105000"/>
              </a:lnSpc>
              <a:buNone/>
            </a:pPr>
            <a:r>
              <a:rPr lang="en-GB" sz="1200" b="0">
                <a:solidFill>
                  <a:srgbClr val="000000"/>
                </a:solidFill>
                <a:latin typeface="Arial"/>
              </a:rPr>
              <a:t>   Supports: Retain five business capabilities while challenging autonomy, service proliferation and agent-first design</a:t>
            </a:r>
          </a:p>
          <a:p>
            <a:pPr algn="l">
              <a:lnSpc>
                <a:spcPct val="105000"/>
              </a:lnSpc>
              <a:buNone/>
            </a:pPr>
            <a:r>
              <a:rPr lang="en-GB" sz="1200" b="0">
                <a:solidFill>
                  <a:srgbClr val="000000"/>
                </a:solidFill>
                <a:latin typeface="Arial"/>
              </a:rPr>
              <a:t>   Limit: Not a customer approval or a measured comparison of architecture options.</a:t>
            </a:r>
          </a:p>
          <a:p>
            <a:pPr algn="l">
              <a:lnSpc>
                <a:spcPct val="105000"/>
              </a:lnSpc>
              <a:buNone/>
            </a:pPr>
            <a:r>
              <a:rPr lang="en-GB" sz="1200" b="0">
                <a:solidFill>
                  <a:srgbClr val="000000"/>
                </a:solidFill>
                <a:latin typeface="Arial"/>
              </a:rPr>
              <a:t>E06 | docs/architecture/README.md; docs/architecture/assets/README.md; infra/main.bicep | Executive and Technical Architecture; interaction contracts; Icon Source and Terms; modelDeployments and profile parameters</a:t>
            </a:r>
          </a:p>
          <a:p>
            <a:pPr algn="l">
              <a:lnSpc>
                <a:spcPct val="105000"/>
              </a:lnSpc>
              <a:buNone/>
            </a:pPr>
            <a:r>
              <a:rPr lang="en-GB" sz="1200" b="0">
                <a:solidFill>
                  <a:srgbClr val="000000"/>
                </a:solidFill>
                <a:latin typeface="Arial"/>
              </a:rPr>
              <a:t>   Classification: Source-based architecture and dated historical handover</a:t>
            </a:r>
          </a:p>
          <a:p>
            <a:pPr algn="l">
              <a:lnSpc>
                <a:spcPct val="105000"/>
              </a:lnSpc>
              <a:buNone/>
            </a:pPr>
            <a:r>
              <a:rPr lang="en-GB" sz="1200" b="0">
                <a:solidFill>
                  <a:srgbClr val="000000"/>
                </a:solidFill>
                <a:latin typeface="Arial"/>
              </a:rPr>
              <a:t>   Supports: Single-API assistants, SQL/Blob, Entra, managed identities, model contracts, configured operations and official icons</a:t>
            </a:r>
          </a:p>
          <a:p>
            <a:pPr algn="l">
              <a:lnSpc>
                <a:spcPct val="105000"/>
              </a:lnSpc>
              <a:buNone/>
            </a:pPr>
            <a:r>
              <a:rPr lang="en-GB" sz="1200" b="0">
                <a:solidFill>
                  <a:srgbClr val="000000"/>
                </a:solidFill>
                <a:latin typeface="Arial"/>
              </a:rPr>
              <a:t>   Limit: Historical source/deployment evidence, not fresh Azure inventory. GlobalStandard does not establish UK-only processing.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Five assistants are not five autonomous managers or five active workers.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41</a:t>
            </a:fld>
            <a:endParaRPr lang="en-US"/>
          </a:p>
        </p:txBody>
      </p:sp>
    </p:spTree>
    <p:extLst>
      <p:ext uri="{BB962C8B-B14F-4D97-AF65-F5344CB8AC3E}">
        <p14:creationId xmlns:p14="http://schemas.microsoft.com/office/powerpoint/2010/main" val="546610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B15 | What exactly must happen before a pilot or production decision?</a:t>
            </a:r>
          </a:p>
          <a:p>
            <a:pPr algn="l">
              <a:lnSpc>
                <a:spcPct val="105000"/>
              </a:lnSpc>
              <a:buNone/>
            </a:pPr>
            <a:r>
              <a:rPr lang="en-GB" sz="1200" b="0">
                <a:solidFill>
                  <a:srgbClr val="000000"/>
                </a:solidFill>
                <a:latin typeface="Arial"/>
              </a:rPr>
              <a:t>Question-led appendix answer | Audience: CEO / CIO / risk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Agree a bounded scope, named accountable owners, data and processing approvals, current cost and an evaluation protocol. Prove genuine staff access and role denial, task-bound real inference and SQL persistence on the selected deployment. Complete human task/comprehension, accessibility, safety/privacy and professional acceptance, plus recovery and value tests. Do not infer readiness from an ARM success, fixture test, document merge or a rubric comment. The current pack recommends a gate; it does not claim that gate is passed.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Current deployment, roles, SQL and real-AI evidence</a:t>
            </a:r>
          </a:p>
          <a:p>
            <a:pPr algn="l">
              <a:lnSpc>
                <a:spcPct val="105000"/>
              </a:lnSpc>
              <a:buNone/>
            </a:pPr>
            <a:r>
              <a:rPr lang="en-GB" sz="1200" b="0">
                <a:solidFill>
                  <a:srgbClr val="000000"/>
                </a:solidFill>
                <a:latin typeface="Arial"/>
              </a:rPr>
              <a:t>- Human, privacy, professional and accessibility acceptance</a:t>
            </a:r>
          </a:p>
          <a:p>
            <a:pPr algn="l">
              <a:lnSpc>
                <a:spcPct val="105000"/>
              </a:lnSpc>
              <a:buNone/>
            </a:pPr>
            <a:r>
              <a:rPr lang="en-GB" sz="1200" b="0">
                <a:solidFill>
                  <a:srgbClr val="000000"/>
                </a:solidFill>
                <a:latin typeface="Arial"/>
              </a:rPr>
              <a:t>- Measured value, cost, recovery and explicit release decision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Three mandatory gates with owner role and required artifact, all labelled pending until evidence exists.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S21 (slide 24), the decision.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</a:t>
            </a:r>
          </a:p>
          <a:p>
            <a:pPr algn="l">
              <a:lnSpc>
                <a:spcPct val="105000"/>
              </a:lnSpc>
              <a:buNone/>
            </a:pPr>
            <a:r>
              <a:rPr lang="en-GB" sz="1200" b="0">
                <a:solidFill>
                  <a:srgbClr val="000000"/>
                </a:solidFill>
                <a:latin typeface="Arial"/>
              </a:rPr>
              <a:t>   Classification: Accepted Basic IoT Hub exercise direction; partial engineering; separate human/legal gates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</a:t>
            </a:r>
          </a:p>
          <a:p>
            <a:pPr algn="l">
              <a:lnSpc>
                <a:spcPct val="105000"/>
              </a:lnSpc>
              <a:buNone/>
            </a:pPr>
            <a:r>
              <a:rPr lang="en-GB" sz="1200" b="0">
                <a:solidFill>
                  <a:srgbClr val="000000"/>
                </a:solidFill>
                <a:latin typeface="Arial"/>
              </a:rPr>
              <a:t>   Limit: No current legal determination, live telemetry, qualified assessment, fairness or WCAG-conformance claim.</a:t>
            </a:r>
          </a:p>
          <a:p>
            <a:pPr algn="l">
              <a:lnSpc>
                <a:spcPct val="105000"/>
              </a:lnSpc>
              <a:buNone/>
            </a:pPr>
            <a:r>
              <a:rPr lang="en-GB" sz="1200" b="0">
                <a:solidFill>
                  <a:srgbClr val="000000"/>
                </a:solidFill>
                <a:latin typeface="Arial"/>
              </a:rPr>
              <a:t>E13 | docs/architecture/cutover-evidence-pack.md; infra/README.md | Bounded RG Publication Continuation, 2026-10-19; Current Exercise Handover; Direct Entra Setup and Acceptance</a:t>
            </a:r>
          </a:p>
          <a:p>
            <a:pPr algn="l">
              <a:lnSpc>
                <a:spcPct val="105000"/>
              </a:lnSpc>
              <a:buNone/>
            </a:pPr>
            <a:r>
              <a:rPr lang="en-GB" sz="1200" b="0">
                <a:solidFill>
                  <a:srgbClr val="000000"/>
                </a:solidFill>
                <a:latin typeface="Arial"/>
              </a:rPr>
              <a:t>   Classification: Dated actual cloud observations, failed attempts and source runbook</a:t>
            </a:r>
          </a:p>
          <a:p>
            <a:pPr algn="l">
              <a:lnSpc>
                <a:spcPct val="105000"/>
              </a:lnSpc>
              <a:buNone/>
            </a:pPr>
            <a:r>
              <a:rPr lang="en-GB" sz="1200" b="0">
                <a:solidFill>
                  <a:srgbClr val="000000"/>
                </a:solidFill>
                <a:latin typeface="Arial"/>
              </a:rPr>
              <a:t>   Supports: Current cutover blockers; exact live versus local evidence; preflight, rollback, private backing and owner sign-off requirements</a:t>
            </a:r>
          </a:p>
          <a:p>
            <a:pPr algn="l">
              <a:lnSpc>
                <a:spcPct val="105000"/>
              </a:lnSpc>
              <a:buNone/>
            </a:pPr>
            <a:r>
              <a:rPr lang="en-GB" sz="1200" b="0">
                <a:solidFill>
                  <a:srgbClr val="000000"/>
                </a:solidFill>
                <a:latin typeface="Arial"/>
              </a:rPr>
              <a:t>   Limit: No fresh deployment, paid call or genuine staff session performed for this presentation package.</a:t>
            </a:r>
          </a:p>
          <a:p>
            <a:pPr algn="l">
              <a:lnSpc>
                <a:spcPct val="105000"/>
              </a:lnSpc>
              <a:buNone/>
            </a:pPr>
            <a:r>
              <a:rPr lang="en-GB" sz="1200" b="0">
                <a:solidFill>
                  <a:srgbClr val="000000"/>
                </a:solidFill>
                <a:latin typeface="Arial"/>
              </a:rPr>
              <a:t>E17 | docs/reference/method/ama-capstone-assessment-guide.md; delivery-method-evidence.md; docs/capstone/README.md | Full 20 assessment criteria, individual/section floors and required evidence</a:t>
            </a:r>
          </a:p>
          <a:p>
            <a:pPr algn="l">
              <a:lnSpc>
                <a:spcPct val="105000"/>
              </a:lnSpc>
              <a:buNone/>
            </a:pPr>
            <a:r>
              <a:rPr lang="en-GB" sz="1200" b="0">
                <a:solidFill>
                  <a:srgbClr val="000000"/>
                </a:solidFill>
                <a:latin typeface="Arial"/>
              </a:rPr>
              <a:t>   Classification: Published assessment requirements and preparation gap mapping</a:t>
            </a:r>
          </a:p>
          <a:p>
            <a:pPr algn="l">
              <a:lnSpc>
                <a:spcPct val="105000"/>
              </a:lnSpc>
              <a:buNone/>
            </a:pPr>
            <a:r>
              <a:rPr lang="en-GB" sz="1200" b="0">
                <a:solidFill>
                  <a:srgbClr val="000000"/>
                </a:solidFill>
                <a:latin typeface="Arial"/>
              </a:rPr>
              <a:t>   Supports: Full final deck/architecture/pitch challenge, including live delivery and thought-leadership evidence</a:t>
            </a:r>
          </a:p>
          <a:p>
            <a:pPr algn="l">
              <a:lnSpc>
                <a:spcPct val="105000"/>
              </a:lnSpc>
              <a:buNone/>
            </a:pPr>
            <a:r>
              <a:rPr lang="en-GB" sz="1200" b="0">
                <a:solidFill>
                  <a:srgbClr val="000000"/>
                </a:solidFill>
                <a:latin typeface="Arial"/>
              </a:rPr>
              <a:t>   Limit: This authoring package is not a fresh rubric score, final deck acceptance or a rehearsal transcript.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No legal-currentness, WCAG-conformance, production-readiness or completed human-validation claim follows from this package.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42</a:t>
            </a:fld>
            <a:endParaRPr lang="en-US"/>
          </a:p>
        </p:txBody>
      </p:sp>
    </p:spTree>
    <p:extLst>
      <p:ext uri="{BB962C8B-B14F-4D97-AF65-F5344CB8AC3E}">
        <p14:creationId xmlns:p14="http://schemas.microsoft.com/office/powerpoint/2010/main" val="36690575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B16 | What happens if the model, cloud or deployment fails?</a:t>
            </a:r>
          </a:p>
          <a:p>
            <a:pPr algn="l">
              <a:lnSpc>
                <a:spcPct val="105000"/>
              </a:lnSpc>
              <a:buNone/>
            </a:pPr>
            <a:r>
              <a:rPr lang="en-GB" sz="1200" b="0">
                <a:solidFill>
                  <a:srgbClr val="000000"/>
                </a:solidFill>
                <a:latin typeface="Arial"/>
              </a:rPr>
              <a:t>Question-led appendix answer | Audience: COO / CIO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An unavailable, stale or disabled assistant must not change controlled state or suppress a hazard. Preserve the owned manual route and the evidence needed to resume. In migration, stop and account for producers and claims before switching consumers; do not run competing generations or reseed away a failure. Historical SQL restart results are bounded persistence evidence, not a whole-system backup/restore or disaster-recovery result. Operational targets and drills remain acceptance work.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No approval from failure or stale evidence</a:t>
            </a:r>
          </a:p>
          <a:p>
            <a:pPr algn="l">
              <a:lnSpc>
                <a:spcPct val="105000"/>
              </a:lnSpc>
              <a:buNone/>
            </a:pPr>
            <a:r>
              <a:rPr lang="en-GB" sz="1200" b="0">
                <a:solidFill>
                  <a:srgbClr val="000000"/>
                </a:solidFill>
                <a:latin typeface="Arial"/>
              </a:rPr>
              <a:t>- Owned manual work and independent safety handling</a:t>
            </a:r>
          </a:p>
          <a:p>
            <a:pPr algn="l">
              <a:lnSpc>
                <a:spcPct val="105000"/>
              </a:lnSpc>
              <a:buNone/>
            </a:pPr>
            <a:r>
              <a:rPr lang="en-GB" sz="1200" b="0">
                <a:solidFill>
                  <a:srgbClr val="000000"/>
                </a:solidFill>
                <a:latin typeface="Arial"/>
              </a:rPr>
              <a:t>- Restart proven; full restore drill is the next milestone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diagrams/05-operations.svg. Use an explicit manual lane; no unsupported availability percentage, RTO or RPO.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S17 (slide 20), controls by design.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E06 | docs/architecture/README.md; docs/architecture/assets/README.md; infra/main.bicep | Executive and Technical Architecture; interaction contracts; Icon Source and Terms; modelDeployments and profile parameters</a:t>
            </a:r>
          </a:p>
          <a:p>
            <a:pPr algn="l">
              <a:lnSpc>
                <a:spcPct val="105000"/>
              </a:lnSpc>
              <a:buNone/>
            </a:pPr>
            <a:r>
              <a:rPr lang="en-GB" sz="1200" b="0">
                <a:solidFill>
                  <a:srgbClr val="000000"/>
                </a:solidFill>
                <a:latin typeface="Arial"/>
              </a:rPr>
              <a:t>   Classification: Source-based architecture and dated historical handover</a:t>
            </a:r>
          </a:p>
          <a:p>
            <a:pPr algn="l">
              <a:lnSpc>
                <a:spcPct val="105000"/>
              </a:lnSpc>
              <a:buNone/>
            </a:pPr>
            <a:r>
              <a:rPr lang="en-GB" sz="1200" b="0">
                <a:solidFill>
                  <a:srgbClr val="000000"/>
                </a:solidFill>
                <a:latin typeface="Arial"/>
              </a:rPr>
              <a:t>   Supports: Single-API assistants, SQL/Blob, Entra, managed identities, model contracts, configured operations and official icons</a:t>
            </a:r>
          </a:p>
          <a:p>
            <a:pPr algn="l">
              <a:lnSpc>
                <a:spcPct val="105000"/>
              </a:lnSpc>
              <a:buNone/>
            </a:pPr>
            <a:r>
              <a:rPr lang="en-GB" sz="1200" b="0">
                <a:solidFill>
                  <a:srgbClr val="000000"/>
                </a:solidFill>
                <a:latin typeface="Arial"/>
              </a:rPr>
              <a:t>   Limit: Historical source/deployment evidence, not fresh Azure inventory. GlobalStandard does not establish UK-only processing.</a:t>
            </a:r>
          </a:p>
          <a:p>
            <a:pPr algn="l">
              <a:lnSpc>
                <a:spcPct val="105000"/>
              </a:lnSpc>
              <a:buNone/>
            </a:pPr>
            <a:r>
              <a:rPr lang="en-GB" sz="1200" b="0">
                <a:solidFill>
                  <a:srgbClr val="000000"/>
                </a:solidFill>
                <a:latin typeface="Arial"/>
              </a:rPr>
              <a:t>E07 | src/api/README.md | Honest limits; Run it locally; role/context and controlled feature contracts</a:t>
            </a:r>
          </a:p>
          <a:p>
            <a:pPr algn="l">
              <a:lnSpc>
                <a:spcPct val="105000"/>
              </a:lnSpc>
              <a:buNone/>
            </a:pPr>
            <a:r>
              <a:rPr lang="en-GB" sz="1200" b="0">
                <a:solidFill>
                  <a:srgbClr val="000000"/>
                </a:solidFill>
                <a:latin typeface="Arial"/>
              </a:rPr>
              <a:t>   Classification: Implementation documentation with explicit dated limitations</a:t>
            </a:r>
          </a:p>
          <a:p>
            <a:pPr algn="l">
              <a:lnSpc>
                <a:spcPct val="105000"/>
              </a:lnSpc>
              <a:buNone/>
            </a:pPr>
            <a:r>
              <a:rPr lang="en-GB" sz="1200" b="0">
                <a:solidFill>
                  <a:srgbClr val="000000"/>
                </a:solidFill>
                <a:latin typeface="Arial"/>
              </a:rPr>
              <a:t>   Supports: Real historical Azure SQL/model checks, 60,000 stock versus 980 programme cases, no live housing integration and current acceptance boundaries</a:t>
            </a:r>
          </a:p>
          <a:p>
            <a:pPr algn="l">
              <a:lnSpc>
                <a:spcPct val="105000"/>
              </a:lnSpc>
              <a:buNone/>
            </a:pPr>
            <a:r>
              <a:rPr lang="en-GB" sz="1200" b="0">
                <a:solidFill>
                  <a:srgbClr val="000000"/>
                </a:solidFill>
                <a:latin typeface="Arial"/>
              </a:rPr>
              <a:t>   Limit: Local/scripted checks and older deployment results do not establish current staff access, production scale, restore or semantic quality.</a:t>
            </a:r>
          </a:p>
          <a:p>
            <a:pPr algn="l">
              <a:lnSpc>
                <a:spcPct val="105000"/>
              </a:lnSpc>
              <a:buNone/>
            </a:pPr>
            <a:r>
              <a:rPr lang="en-GB" sz="1200" b="0">
                <a:solidFill>
                  <a:srgbClr val="000000"/>
                </a:solidFill>
                <a:latin typeface="Arial"/>
              </a:rPr>
              <a:t>E13 | docs/architecture/cutover-evidence-pack.md; infra/README.md | Bounded RG Publication Continuation, 2026-10-19; Current Exercise Handover; Direct Entra Setup and Acceptance</a:t>
            </a:r>
          </a:p>
          <a:p>
            <a:pPr algn="l">
              <a:lnSpc>
                <a:spcPct val="105000"/>
              </a:lnSpc>
              <a:buNone/>
            </a:pPr>
            <a:r>
              <a:rPr lang="en-GB" sz="1200" b="0">
                <a:solidFill>
                  <a:srgbClr val="000000"/>
                </a:solidFill>
                <a:latin typeface="Arial"/>
              </a:rPr>
              <a:t>   Classification: Dated actual cloud observations, failed attempts and source runbook</a:t>
            </a:r>
          </a:p>
          <a:p>
            <a:pPr algn="l">
              <a:lnSpc>
                <a:spcPct val="105000"/>
              </a:lnSpc>
              <a:buNone/>
            </a:pPr>
            <a:r>
              <a:rPr lang="en-GB" sz="1200" b="0">
                <a:solidFill>
                  <a:srgbClr val="000000"/>
                </a:solidFill>
                <a:latin typeface="Arial"/>
              </a:rPr>
              <a:t>   Supports: Current cutover blockers; exact live versus local evidence; preflight, rollback, private backing and owner sign-off requirements</a:t>
            </a:r>
          </a:p>
          <a:p>
            <a:pPr algn="l">
              <a:lnSpc>
                <a:spcPct val="105000"/>
              </a:lnSpc>
              <a:buNone/>
            </a:pPr>
            <a:r>
              <a:rPr lang="en-GB" sz="1200" b="0">
                <a:solidFill>
                  <a:srgbClr val="000000"/>
                </a:solidFill>
                <a:latin typeface="Arial"/>
              </a:rPr>
              <a:t>   Limit: No fresh deployment, paid call or genuine staff session performed for this presentation package.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TEXT ALTERNATIVE (diagram 05: operations)</a:t>
            </a:r>
          </a:p>
          <a:p>
            <a:pPr algn="l">
              <a:lnSpc>
                <a:spcPct val="105000"/>
              </a:lnSpc>
              <a:buNone/>
            </a:pPr>
            <a:r>
              <a:rPr lang="en-GB" sz="1200" b="0">
                <a:solidFill>
                  <a:srgbClr val="000000"/>
                </a:solidFill>
                <a:latin typeface="Arial"/>
              </a:rPr>
              <a:t>Access uses Entra, managed identities and Key Vault references. Source configuration includes private backing services. Container Apps, Registry and CI form the runtime/release picture; Monitor/Log Analytics and scoped usage support operations. An Azure budget alert is a notification, not a spending stop. Expansion requires genuine sign-in/role denial, SQL persistence, task-bound inference, restore/recovery, human acceptance and current costs/ terms. Whole-system recovery and production readiness are not established.</a:t>
            </a:r>
          </a:p>
          <a:p>
            <a:pPr algn="l">
              <a:lnSpc>
                <a:spcPct val="105000"/>
              </a:lnSpc>
              <a:buNone/>
            </a:pPr>
            <a:r>
              <a:rPr lang="en-GB" sz="1200" b="0">
                <a:solidFill>
                  <a:srgbClr val="000000"/>
                </a:solidFill>
                <a:latin typeface="Arial"/>
              </a:rPr>
              <a:t>This is a responsibility/control view, not a deployment/network topology. No connectors are needed: the three columns are concerns, not request hops.</a:t>
            </a:r>
          </a:p>
          <a:p>
            <a:pPr algn="l">
              <a:lnSpc>
                <a:spcPct val="105000"/>
              </a:lnSpc>
              <a:buNone/>
            </a:pPr>
            <a:r>
              <a:rPr lang="en-GB" sz="1200" b="0">
                <a:solidFill>
                  <a:srgbClr val="000000"/>
                </a:solidFill>
                <a:latin typeface="Arial"/>
              </a:rPr>
              <a:t>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43</a:t>
            </a:fld>
            <a:endParaRPr lang="en-US"/>
          </a:p>
        </p:txBody>
      </p:sp>
    </p:spTree>
    <p:extLst>
      <p:ext uri="{BB962C8B-B14F-4D97-AF65-F5344CB8AC3E}">
        <p14:creationId xmlns:p14="http://schemas.microsoft.com/office/powerpoint/2010/main" val="27289100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B17 | When can we go live and who owns the next step?</a:t>
            </a:r>
          </a:p>
          <a:p>
            <a:pPr algn="l">
              <a:lnSpc>
                <a:spcPct val="105000"/>
              </a:lnSpc>
              <a:buNone/>
            </a:pPr>
            <a:r>
              <a:rPr lang="en-GB" sz="1200" b="0">
                <a:solidFill>
                  <a:srgbClr val="000000"/>
                </a:solidFill>
                <a:latin typeface="Arial"/>
              </a:rPr>
              <a:t>Question-led appendix answer | Audience: CEO / sponsor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The next commitment should be a named owner and deliverable: an agreed validation scope, refreshed cost and current deployment prerequisites. The historical four-week exercise plan is not a newly approved go-live promise. Technical access/capacity, human review and processing decisions affect the sequence. Establish dates after those dependencies and the finite test are authorised. A commercial pilot and an operational release remain separate decisions.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Dependency-led plan: dates follow the gates</a:t>
            </a:r>
          </a:p>
          <a:p>
            <a:pPr algn="l">
              <a:lnSpc>
                <a:spcPct val="105000"/>
              </a:lnSpc>
              <a:buNone/>
            </a:pPr>
            <a:r>
              <a:rPr lang="en-GB" sz="1200" b="0">
                <a:solidFill>
                  <a:srgbClr val="000000"/>
                </a:solidFill>
                <a:latin typeface="Arial"/>
              </a:rPr>
              <a:t>- Programme owns scope; Finance owns spend review</a:t>
            </a:r>
          </a:p>
          <a:p>
            <a:pPr algn="l">
              <a:lnSpc>
                <a:spcPct val="105000"/>
              </a:lnSpc>
              <a:buNone/>
            </a:pPr>
            <a:r>
              <a:rPr lang="en-GB" sz="1200" b="0">
                <a:solidFill>
                  <a:srgbClr val="000000"/>
                </a:solidFill>
                <a:latin typeface="Arial"/>
              </a:rPr>
              <a:t>- Technical and control owners supply acceptance evidence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Readiness sequence with dependencies rather than calendar dates.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S20 (slide 23), the roadmap.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E11 | docs/case_study_48_addendum.md; docs/reference/README.md | Finite Costed Execution Plan Options, 2026-10-20; 2026-10-22 USD 700 revision and post-change correction</a:t>
            </a:r>
          </a:p>
          <a:p>
            <a:pPr algn="l">
              <a:lnSpc>
                <a:spcPct val="105000"/>
              </a:lnSpc>
              <a:buNone/>
            </a:pPr>
            <a:r>
              <a:rPr lang="en-GB" sz="1200" b="0">
                <a:solidFill>
                  <a:srgbClr val="000000"/>
                </a:solidFill>
                <a:latin typeface="Arial"/>
              </a:rPr>
              <a:t>   Classification: 2026-10-22 owner budget decision, separate unexecuted planning proposals and historical scoped observations</a:t>
            </a:r>
          </a:p>
          <a:p>
            <a:pPr algn="l">
              <a:lnSpc>
                <a:spcPct val="105000"/>
              </a:lnSpc>
              <a:buNone/>
            </a:pPr>
            <a:r>
              <a:rPr lang="en-GB" sz="1200" b="0">
                <a:solidFill>
                  <a:srgbClr val="000000"/>
                </a:solidFill>
                <a:latin typeface="Arial"/>
              </a:rPr>
              <a:t>   Supports: USD 700 owner-set October all-in forecast ceiling with 2026-10-25T16:02Z expiry; USD 535.33 pre-change forecast requires refresh; outside-group costs unknown</a:t>
            </a:r>
          </a:p>
          <a:p>
            <a:pPr algn="l">
              <a:lnSpc>
                <a:spcPct val="105000"/>
              </a:lnSpc>
              <a:buNone/>
            </a:pPr>
            <a:r>
              <a:rPr lang="en-GB" sz="1200" b="0">
                <a:solidFill>
                  <a:srgbClr val="000000"/>
                </a:solidFill>
                <a:latin typeface="Arial"/>
              </a:rPr>
              <a:t>   Limit: Not a production price, current bill or unconditional tranche approval. Separate planning and acceptance gates remain blocked.</a:t>
            </a:r>
          </a:p>
          <a:p>
            <a:pPr algn="l">
              <a:lnSpc>
                <a:spcPct val="105000"/>
              </a:lnSpc>
              <a:buNone/>
            </a:pPr>
            <a:r>
              <a:rPr lang="en-GB" sz="1200" b="0">
                <a:solidFill>
                  <a:srgbClr val="000000"/>
                </a:solidFill>
                <a:latin typeface="Arial"/>
              </a:rPr>
              <a:t>E13 | docs/architecture/cutover-evidence-pack.md; infra/README.md | Bounded RG Publication Continuation, 2026-10-19; Current Exercise Handover; Direct Entra Setup and Acceptance</a:t>
            </a:r>
          </a:p>
          <a:p>
            <a:pPr algn="l">
              <a:lnSpc>
                <a:spcPct val="105000"/>
              </a:lnSpc>
              <a:buNone/>
            </a:pPr>
            <a:r>
              <a:rPr lang="en-GB" sz="1200" b="0">
                <a:solidFill>
                  <a:srgbClr val="000000"/>
                </a:solidFill>
                <a:latin typeface="Arial"/>
              </a:rPr>
              <a:t>   Classification: Dated actual cloud observations, failed attempts and source runbook</a:t>
            </a:r>
          </a:p>
          <a:p>
            <a:pPr algn="l">
              <a:lnSpc>
                <a:spcPct val="105000"/>
              </a:lnSpc>
              <a:buNone/>
            </a:pPr>
            <a:r>
              <a:rPr lang="en-GB" sz="1200" b="0">
                <a:solidFill>
                  <a:srgbClr val="000000"/>
                </a:solidFill>
                <a:latin typeface="Arial"/>
              </a:rPr>
              <a:t>   Supports: Current cutover blockers; exact live versus local evidence; preflight, rollback, private backing and owner sign-off requirements</a:t>
            </a:r>
          </a:p>
          <a:p>
            <a:pPr algn="l">
              <a:lnSpc>
                <a:spcPct val="105000"/>
              </a:lnSpc>
              <a:buNone/>
            </a:pPr>
            <a:r>
              <a:rPr lang="en-GB" sz="1200" b="0">
                <a:solidFill>
                  <a:srgbClr val="000000"/>
                </a:solidFill>
                <a:latin typeface="Arial"/>
              </a:rPr>
              <a:t>   Limit: No fresh deployment, paid call or genuine staff session performed for this presentation package.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USD 700 is the owner-set October all-in forecast ceiling - not a monthly production cost or unconditional tranche authority. Execution prerequisites remain blocked and authority expires 2026-10-25T16:02Z. USD 450/month is historical.</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44</a:t>
            </a:fld>
            <a:endParaRPr lang="en-US"/>
          </a:p>
        </p:txBody>
      </p:sp>
    </p:spTree>
    <p:extLst>
      <p:ext uri="{BB962C8B-B14F-4D97-AF65-F5344CB8AC3E}">
        <p14:creationId xmlns:p14="http://schemas.microsoft.com/office/powerpoint/2010/main" val="6346187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B18 | Can you demonstrate a new live action right now?</a:t>
            </a:r>
          </a:p>
          <a:p>
            <a:pPr algn="l">
              <a:lnSpc>
                <a:spcPct val="105000"/>
              </a:lnSpc>
              <a:buNone/>
            </a:pPr>
            <a:r>
              <a:rPr lang="en-GB" sz="1200" b="0">
                <a:solidFill>
                  <a:srgbClr val="000000"/>
                </a:solidFill>
                <a:latin typeface="Arial"/>
              </a:rPr>
              <a:t>Question-led appendix answer | Audience: Any executive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Only if it is already within the preflighted, authorised demonstration boundary. We will not grant a role, bypass private networking, enable assistant authority, submit a grant or send a resident message on the fly. A ten-minute demonstration should show known behaviour and a failure boundary, not become an infrastructure repair session. If live access fails, switch once to the prepared evidence route and say exactly what it does and does not prove.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Only pre-authorised, reversible constructed scope</a:t>
            </a:r>
          </a:p>
          <a:p>
            <a:pPr algn="l">
              <a:lnSpc>
                <a:spcPct val="105000"/>
              </a:lnSpc>
              <a:buNone/>
            </a:pPr>
            <a:r>
              <a:rPr lang="en-GB" sz="1200" b="0">
                <a:solidFill>
                  <a:srgbClr val="000000"/>
                </a:solidFill>
                <a:latin typeface="Arial"/>
              </a:rPr>
              <a:t>- No unplanned role, network, spend or data changes</a:t>
            </a:r>
          </a:p>
          <a:p>
            <a:pPr algn="l">
              <a:lnSpc>
                <a:spcPct val="105000"/>
              </a:lnSpc>
              <a:buNone/>
            </a:pPr>
            <a:r>
              <a:rPr lang="en-GB" sz="1200" b="0">
                <a:solidFill>
                  <a:srgbClr val="000000"/>
                </a:solidFill>
                <a:latin typeface="Arial"/>
              </a:rPr>
              <a:t>- Fallback is visibly labelled evidence, never simulated live proof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Demo route selector: live passed / labelled evidence / unavailable. No silent mock fallback.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S22 (slide 25), the demo.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E07 | src/api/README.md | Honest limits; Run it locally; role/context and controlled feature contracts</a:t>
            </a:r>
          </a:p>
          <a:p>
            <a:pPr algn="l">
              <a:lnSpc>
                <a:spcPct val="105000"/>
              </a:lnSpc>
              <a:buNone/>
            </a:pPr>
            <a:r>
              <a:rPr lang="en-GB" sz="1200" b="0">
                <a:solidFill>
                  <a:srgbClr val="000000"/>
                </a:solidFill>
                <a:latin typeface="Arial"/>
              </a:rPr>
              <a:t>   Classification: Implementation documentation with explicit dated limitations</a:t>
            </a:r>
          </a:p>
          <a:p>
            <a:pPr algn="l">
              <a:lnSpc>
                <a:spcPct val="105000"/>
              </a:lnSpc>
              <a:buNone/>
            </a:pPr>
            <a:r>
              <a:rPr lang="en-GB" sz="1200" b="0">
                <a:solidFill>
                  <a:srgbClr val="000000"/>
                </a:solidFill>
                <a:latin typeface="Arial"/>
              </a:rPr>
              <a:t>   Supports: Real historical Azure SQL/model checks, 60,000 stock versus 980 programme cases, no live housing integration and current acceptance boundaries</a:t>
            </a:r>
          </a:p>
          <a:p>
            <a:pPr algn="l">
              <a:lnSpc>
                <a:spcPct val="105000"/>
              </a:lnSpc>
              <a:buNone/>
            </a:pPr>
            <a:r>
              <a:rPr lang="en-GB" sz="1200" b="0">
                <a:solidFill>
                  <a:srgbClr val="000000"/>
                </a:solidFill>
                <a:latin typeface="Arial"/>
              </a:rPr>
              <a:t>   Limit: Local/scripted checks and older deployment results do not establish current staff access, production scale, restore or semantic quality.</a:t>
            </a:r>
          </a:p>
          <a:p>
            <a:pPr algn="l">
              <a:lnSpc>
                <a:spcPct val="105000"/>
              </a:lnSpc>
              <a:buNone/>
            </a:pPr>
            <a:r>
              <a:rPr lang="en-GB" sz="1200" b="0">
                <a:solidFill>
                  <a:srgbClr val="000000"/>
                </a:solidFill>
                <a:latin typeface="Arial"/>
              </a:rPr>
              <a:t>E13 | docs/architecture/cutover-evidence-pack.md; infra/README.md | Bounded RG Publication Continuation, 2026-10-19; Current Exercise Handover; Direct Entra Setup and Acceptance</a:t>
            </a:r>
          </a:p>
          <a:p>
            <a:pPr algn="l">
              <a:lnSpc>
                <a:spcPct val="105000"/>
              </a:lnSpc>
              <a:buNone/>
            </a:pPr>
            <a:r>
              <a:rPr lang="en-GB" sz="1200" b="0">
                <a:solidFill>
                  <a:srgbClr val="000000"/>
                </a:solidFill>
                <a:latin typeface="Arial"/>
              </a:rPr>
              <a:t>   Classification: Dated actual cloud observations, failed attempts and source runbook</a:t>
            </a:r>
          </a:p>
          <a:p>
            <a:pPr algn="l">
              <a:lnSpc>
                <a:spcPct val="105000"/>
              </a:lnSpc>
              <a:buNone/>
            </a:pPr>
            <a:r>
              <a:rPr lang="en-GB" sz="1200" b="0">
                <a:solidFill>
                  <a:srgbClr val="000000"/>
                </a:solidFill>
                <a:latin typeface="Arial"/>
              </a:rPr>
              <a:t>   Supports: Current cutover blockers; exact live versus local evidence; preflight, rollback, private backing and owner sign-off requirements</a:t>
            </a:r>
          </a:p>
          <a:p>
            <a:pPr algn="l">
              <a:lnSpc>
                <a:spcPct val="105000"/>
              </a:lnSpc>
              <a:buNone/>
            </a:pPr>
            <a:r>
              <a:rPr lang="en-GB" sz="1200" b="0">
                <a:solidFill>
                  <a:srgbClr val="000000"/>
                </a:solidFill>
                <a:latin typeface="Arial"/>
              </a:rPr>
              <a:t>   Limit: No fresh deployment, paid call or genuine staff session performed for this presentation package.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45</a:t>
            </a:fld>
            <a:endParaRPr lang="en-US"/>
          </a:p>
        </p:txBody>
      </p:sp>
    </p:spTree>
    <p:extLst>
      <p:ext uri="{BB962C8B-B14F-4D97-AF65-F5344CB8AC3E}">
        <p14:creationId xmlns:p14="http://schemas.microsoft.com/office/powerpoint/2010/main" val="30399630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B19 | Where do sensors fit, and can AI diagnose damp or mould?</a:t>
            </a:r>
          </a:p>
          <a:p>
            <a:pPr algn="l">
              <a:lnSpc>
                <a:spcPct val="105000"/>
              </a:lnSpc>
              <a:buNone/>
            </a:pPr>
            <a:r>
              <a:rPr lang="en-GB" sz="1200" b="0">
                <a:solidFill>
                  <a:srgbClr val="000000"/>
                </a:solidFill>
                <a:latin typeface="Arial"/>
              </a:rPr>
              <a:t>SHORT ANSWER: No diagnosis. The source design admits bounded synthetic observations and can request accountable human review. Reports from residents bypass this analytics route and go directly to the independent human safety service.</a:t>
            </a:r>
          </a:p>
          <a:p>
            <a:pPr algn="l">
              <a:lnSpc>
                <a:spcPct val="105000"/>
              </a:lnSpc>
              <a:buNone/>
            </a:pPr>
            <a:r>
              <a:rPr lang="en-GB" sz="1200" b="0">
                <a:solidFill>
                  <a:srgbClr val="000000"/>
                </a:solidFill>
                <a:latin typeface="Arial"/>
              </a:rPr>
              <a:t>UPDATED ROUTE: exact synthetic X.509 device binding -&gt; IoT Hub Basic B1/one unit -&gt; custom private Event Hub with Hub-only Data Sender -&gt; keyless receiver -&gt; API validation and SQL admission/replay/DQ -&gt; human review. Event Hubs alone was not selected as the device identity boundary; the adapter serves the separate private keyless-consumption requirement.</a:t>
            </a:r>
          </a:p>
          <a:p>
            <a:pPr algn="l">
              <a:lnSpc>
                <a:spcPct val="105000"/>
              </a:lnSpc>
              <a:buNone/>
            </a:pPr>
            <a:r>
              <a:rPr lang="en-GB" sz="1200" b="0">
                <a:solidFill>
                  <a:srgbClr val="000000"/>
                </a:solidFill>
                <a:latin typeface="Arial"/>
              </a:rPr>
              <a:t>WHY NOT STANDARD OR A STREAMING ESTATE: this exercise needs one-way intake, not remote device commands, twins, DPS or device-management automation. Tier or Eventhouse/Eventstream additions need their own workload, cost and control justification. No device provisioning, credential issue or paid run is authorised by a diagram.</a:t>
            </a:r>
          </a:p>
          <a:p>
            <a:pPr algn="l">
              <a:lnSpc>
                <a:spcPct val="105000"/>
              </a:lnSpc>
              <a:buNone/>
            </a:pPr>
            <a:r>
              <a:rPr lang="en-GB" sz="1200" b="0">
                <a:solidFill>
                  <a:srgbClr val="000000"/>
                </a:solidFill>
                <a:latin typeface="Arial"/>
              </a:rPr>
              <a:t>EVIDENCE: later 27 October work adds finite SDK adapters, exact canonical bindings, seeded replay, source metadata fencing, retained SQL outcomes, bounded rate/time/message admission and local fake-network/constructed-SQLite regressions. Do not describe that newer engineering as absent, but it does not prove actual routed identity, credential lifecycle, Azure SQL restart or live acceptance.</a:t>
            </a:r>
          </a:p>
          <a:p>
            <a:pPr algn="l">
              <a:lnSpc>
                <a:spcPct val="105000"/>
              </a:lnSpc>
              <a:buNone/>
            </a:pPr>
            <a:r>
              <a:rPr lang="en-GB" sz="1200" b="0">
                <a:solidFill>
                  <a:srgbClr val="000000"/>
                </a:solidFill>
                <a:latin typeface="Arial"/>
              </a:rPr>
              <a:t>SYNTHETIC SCALE: the separate reconciled 60,000 x 730 daily history contains 43.8 million paired observations. The separate three-per-day scenario averages 2.08 records/second at fictional full stock; neither is a burst, load or capacity result. Simulated choices are not real resident consent; constructed physics are not calibrated sensing.</a:t>
            </a:r>
          </a:p>
          <a:p>
            <a:pPr algn="l">
              <a:lnSpc>
                <a:spcPct val="105000"/>
              </a:lnSpc>
              <a:buNone/>
            </a:pPr>
            <a:r>
              <a:rPr lang="en-GB" sz="1200" b="0">
                <a:solidFill>
                  <a:srgbClr val="000000"/>
                </a:solidFill>
                <a:latin typeface="Arial"/>
              </a:rPr>
              <a:t>REMAINING GATES: actual issued/revoked identities, approved private routing and role propagation, current cost/headroom/alerts, live Hub/SQL reconciliation, retention, lawful basis, calibration and competent review. Source-only authorisation and declared references are not proof those gates passed.</a:t>
            </a:r>
          </a:p>
          <a:p>
            <a:pPr algn="l">
              <a:lnSpc>
                <a:spcPct val="105000"/>
              </a:lnSpc>
              <a:buNone/>
            </a:pPr>
            <a:r>
              <a:rPr lang="en-GB" sz="1200" b="0">
                <a:solidFill>
                  <a:srgbClr val="000000"/>
                </a:solidFill>
                <a:latin typeface="Arial"/>
              </a:rPr>
              <a:t>SOURCES: docs/adrs/0003-journey-derived-capabilities-runtime-fit.md; docs/reference/research/iot-sensor-analytics-research-plan.md; src/api/README.md; infra/README.md. Repository synthesis dated 2026-10-29; no Azure or sensor run performed.</a:t>
            </a:r>
          </a:p>
          <a:p>
            <a:pPr algn="l">
              <a:lnSpc>
                <a:spcPct val="105000"/>
              </a:lnSpc>
              <a:buNone/>
            </a:pPr>
            <a:r>
              <a:rPr lang="en-GB" sz="1200" b="0">
                <a:solidFill>
                  <a:srgbClr val="000000"/>
                </a:solidFill>
                <a:latin typeface="Arial"/>
              </a:rPr>
              <a:t>NAVIGATION: B19, page 46; question index page 27; fixed topic S16/page 19. Existing native navigation is preserved.</a:t>
            </a:r>
          </a:p>
        </p:txBody>
      </p:sp>
      <p:sp>
        <p:nvSpPr>
          <p:cNvPr id="4" name="Slide Number Placeholder 3"/>
          <p:cNvSpPr>
            <a:spLocks noGrp="1"/>
          </p:cNvSpPr>
          <p:nvPr>
            <p:ph type="sldNum" sz="quarter" idx="5"/>
          </p:nvPr>
        </p:nvSpPr>
        <p:spPr/>
        <p:txBody>
          <a:bodyPr/>
          <a:lstStyle/>
          <a:p>
            <a:fld id="{DFA53654-600B-4302-80A0-D02B08D7C4DF}" type="slidenum">
              <a:t>46</a:t>
            </a:fld>
            <a:endParaRPr lang="en-US"/>
          </a:p>
        </p:txBody>
      </p:sp>
    </p:spTree>
    <p:extLst>
      <p:ext uri="{BB962C8B-B14F-4D97-AF65-F5344CB8AC3E}">
        <p14:creationId xmlns:p14="http://schemas.microsoft.com/office/powerpoint/2010/main" val="27501384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B20 | Why this platform now, and when would Microsoft Fabric add value?</a:t>
            </a:r>
          </a:p>
          <a:p>
            <a:pPr algn="l">
              <a:lnSpc>
                <a:spcPct val="105000"/>
              </a:lnSpc>
              <a:buNone/>
            </a:pPr>
            <a:r>
              <a:rPr lang="en-GB" sz="1200" b="0">
                <a:solidFill>
                  <a:srgbClr val="000000"/>
                </a:solidFill>
                <a:latin typeface="Arial"/>
              </a:rPr>
              <a:t>SHORT ANSWER: keep the API, core domain logic and Azure SQL as operational authority. Fabric has a credible conditional role as read-only analytics, not as the programme's transaction, consent or approval engine. Reporting requirements remain in scope even when a new platform is deferred.</a:t>
            </a:r>
          </a:p>
          <a:p>
            <a:pPr algn="l">
              <a:lnSpc>
                <a:spcPct val="105000"/>
              </a:lnSpc>
              <a:buNone/>
            </a:pPr>
            <a:r>
              <a:rPr lang="en-GB" sz="1200" b="0">
                <a:solidFill>
                  <a:srgbClr val="000000"/>
                </a:solidFill>
                <a:latin typeface="Arial"/>
              </a:rPr>
              <a:t>WHY AZURE / NOT SELECTED NOW: the retained application needs controlled relational transitions, version-bound reviews, scoped evidence and auditable human decisions. Container Apps, Entra, SQL and Blob reuse the established contracts. Keep Excel and M365 as bounded inputs and assisted working routes. Low-code and a bought product remain alternatives for a real fit/integration/control-cost appraisal; no completed procurement or categorical product inferiority is claimed.</a:t>
            </a:r>
          </a:p>
          <a:p>
            <a:pPr algn="l">
              <a:lnSpc>
                <a:spcPct val="105000"/>
              </a:lnSpc>
              <a:buNone/>
            </a:pPr>
            <a:r>
              <a:rPr lang="en-GB" sz="1200" b="0">
                <a:solidFill>
                  <a:srgbClr val="000000"/>
                </a:solidFill>
                <a:latin typeface="Arial"/>
              </a:rPr>
              <a:t>WHAT FABRIC COULD ADD: reusable cross-source portfolio history, shared business measures, repeatable extracts and stakeholder reporting. Data Factory could help recurring heterogeneous extracts; a small OneLake/semantic-model path could reduce repeated preparation across reports. Eventhouse/Eventstream need a distinct retained time-series or latency question, not automatic inclusion. The 43.8 million reconciled synthetic daily observations make historical analysis credible, but prove neither SQL inadequacy nor F2 sufficiency.</a:t>
            </a:r>
          </a:p>
          <a:p>
            <a:pPr algn="l">
              <a:lnSpc>
                <a:spcPct val="105000"/>
              </a:lnSpc>
              <a:buNone/>
            </a:pPr>
            <a:r>
              <a:rPr lang="en-GB" sz="1200" b="0">
                <a:solidFill>
                  <a:srgbClr val="000000"/>
                </a:solidFill>
                <a:latin typeface="Arial"/>
              </a:rPr>
              <a:t>SMALLER COMPARATOR: governed SQL aggregate/history views plus Power BI Import, or approved file-based extracts. Consider DirectQuery only for an evidenced freshness need because it adds source/network query load. Power BI does not inherently require a lakehouse or a new Fabric estate. Compare identical permitted synthetic data and KPI definitions: accepted handovers, stage dwell and returns for one frozen cohort, keeping unknown times and denominators explicit.</a:t>
            </a:r>
          </a:p>
          <a:p>
            <a:pPr algn="l">
              <a:lnSpc>
                <a:spcPct val="105000"/>
              </a:lnSpc>
              <a:buNone/>
            </a:pPr>
            <a:r>
              <a:rPr lang="en-GB" sz="1200" b="0">
                <a:solidFill>
                  <a:srgbClr val="000000"/>
                </a:solidFill>
                <a:latin typeface="Arial"/>
              </a:rPr>
              <a:t>REJECTION BOUNDARY: Fabric SQL currently cannot create ledger and ledger-history tables in the dated assessment, so it is not an equivalent replacement for the deliberate Azure SQL ledger control. This does not mean every current ledger table is ineligible for mirroring: eligible current-state tables and excluded ledger history are different. A warehouse or read-only endpoint cannot replace operational writes and concurrency contracts.</a:t>
            </a:r>
          </a:p>
          <a:p>
            <a:pPr algn="l">
              <a:lnSpc>
                <a:spcPct val="105000"/>
              </a:lnSpc>
              <a:buNone/>
            </a:pPr>
            <a:r>
              <a:rPr lang="en-GB" sz="1200" b="0">
                <a:solidFill>
                  <a:srgbClr val="000000"/>
                </a:solidFill>
                <a:latin typeface="Arial"/>
              </a:rPr>
              <a:t>SECURITY / HISTORY: application role/case/field projections are not invoked by mirroring. Source SQL row/column permissions, masking and sensitivity labels are not automatically propagated to OneLake; Direct Lake/file access needs its own protection. Do not copy case narratives, resident/staff chat, opt-in memory or representative grants by default. A current-state mirror and short Delta retention are not retained business-event history or an audit archive. Design corrections, withdrawal, retention and recovery explicitly.</a:t>
            </a:r>
          </a:p>
          <a:p>
            <a:pPr algn="l">
              <a:lnSpc>
                <a:spcPct val="105000"/>
              </a:lnSpc>
              <a:buNone/>
            </a:pPr>
            <a:r>
              <a:rPr lang="en-GB" sz="1200" b="0">
                <a:solidFill>
                  <a:srgbClr val="000000"/>
                </a:solidFill>
                <a:latin typeface="Arial"/>
              </a:rPr>
              <a:t>FULL COST: the assessment's public F2 USD 262.80/month view had no selected region and is not a UK South or agreement quote. A standard VNet gateway consumes four CU-hours/member-hour versus F2's two CU-hours/hour, before analytical work; do not apply that meter to every private route. Include capacity, storage, viewer licensing, gateway/private path, source load, operations, review and shared-capacity opportunity cost. Pausing compute does not erase retained storage charges. No saving or positive return is established.</a:t>
            </a:r>
          </a:p>
          <a:p>
            <a:pPr algn="l">
              <a:lnSpc>
                <a:spcPct val="105000"/>
              </a:lnSpc>
              <a:buNone/>
            </a:pPr>
            <a:r>
              <a:rPr lang="en-GB" sz="1200" b="0">
                <a:solidFill>
                  <a:srgbClr val="000000"/>
                </a:solidFill>
                <a:latin typeface="Arial"/>
              </a:rPr>
              <a:t>REVISIT GATE: a named recurring FR-020..024 question with source/history/freshness/concurrency and quality criteria; approved minimal data projection, security/privacy/retention owners; current shared-capacity headroom or a complete dedicated-capacity cost boundary; then a bounded like-for-like comparison of reconciliation, effort, refresh/query latency, source load, CU/cost, cross-role denial and stopped-capacity/recovery behaviour. Select the least complex configuration that answers the question. An approved shared capacity could make this worthwhile sooner.</a:t>
            </a:r>
          </a:p>
          <a:p>
            <a:pPr algn="l">
              <a:lnSpc>
                <a:spcPct val="105000"/>
              </a:lnSpc>
              <a:buNone/>
            </a:pPr>
            <a:r>
              <a:rPr lang="en-GB" sz="1200" b="0">
                <a:solidFill>
                  <a:srgbClr val="000000"/>
                </a:solidFill>
                <a:latin typeface="Arial"/>
              </a:rPr>
              <a:t>BUDGET / AUTHORITY: the recorded USD 700 all-in October ceiling was not extra Fabric funding. Its scoped execution authority expired on 2026-10-25T16:02Z; comparable current all-in headroom remains Unknown/Blocked. This presentation authorises no trial activation, tenant change, export, deployment, paid inference, spending or adoption and changes no accepted ADR or requirement.</a:t>
            </a:r>
          </a:p>
          <a:p>
            <a:pPr algn="l">
              <a:lnSpc>
                <a:spcPct val="105000"/>
              </a:lnSpc>
              <a:buNone/>
            </a:pPr>
            <a:r>
              <a:rPr lang="en-GB" sz="1200" b="0">
                <a:solidFill>
                  <a:srgbClr val="000000"/>
                </a:solidFill>
                <a:latin typeface="Arial"/>
              </a:rPr>
              <a:t>SOURCES: docs/reference/research/microsoft-fabric-fit-assessment.md (2026-10-29, including official-source register W1-W16); docs/adrs/0002-pilot-readiness-architecture.md; docs/prds/zava-forward-retrofit-programme-demonstrator.md (FR-020..024); docs/case_study_48_addendum.md (dated cost/authority boundary). Existing research synthesis, not fresh platform documentation or live validation.</a:t>
            </a:r>
          </a:p>
          <a:p>
            <a:pPr algn="l">
              <a:lnSpc>
                <a:spcPct val="105000"/>
              </a:lnSpc>
              <a:buNone/>
            </a:pPr>
            <a:r>
              <a:rPr lang="en-GB" sz="1200" b="0">
                <a:solidFill>
                  <a:srgbClr val="000000"/>
                </a:solidFill>
                <a:latin typeface="Arial"/>
              </a:rPr>
              <a:t>DELIVERY: lead with 'reporting is required; this new platform is conditional'. Explain value before permission/history/cost caveats. Ask for the next decision-user and comparison question, not a purchase approval.</a:t>
            </a:r>
          </a:p>
          <a:p>
            <a:pPr algn="l">
              <a:lnSpc>
                <a:spcPct val="105000"/>
              </a:lnSpc>
              <a:buNone/>
            </a:pPr>
            <a:r>
              <a:rPr lang="en-GB" sz="1200" b="0">
                <a:solidFill>
                  <a:srgbClr val="000000"/>
                </a:solidFill>
                <a:latin typeface="Arial"/>
              </a:rPr>
              <a:t>NAVIGATION: B20, page 47; question index page 27; fixed topic S14/page 15. Native fixed slide-jump links are preserved; they are not dynamic Last Slide Viewed actions.</a:t>
            </a:r>
          </a:p>
        </p:txBody>
      </p:sp>
      <p:sp>
        <p:nvSpPr>
          <p:cNvPr id="4" name="Slide Number Placeholder 3"/>
          <p:cNvSpPr>
            <a:spLocks noGrp="1"/>
          </p:cNvSpPr>
          <p:nvPr>
            <p:ph type="sldNum" sz="quarter" idx="5"/>
          </p:nvPr>
        </p:nvSpPr>
        <p:spPr/>
        <p:txBody>
          <a:bodyPr/>
          <a:lstStyle/>
          <a:p>
            <a:fld id="{DFA53654-600B-4302-80A0-D02B08D7C4DF}" type="slidenum">
              <a:t>47</a:t>
            </a:fld>
            <a:endParaRPr lang="en-US"/>
          </a:p>
        </p:txBody>
      </p:sp>
    </p:spTree>
    <p:extLst>
      <p:ext uri="{BB962C8B-B14F-4D97-AF65-F5344CB8AC3E}">
        <p14:creationId xmlns:p14="http://schemas.microsoft.com/office/powerpoint/2010/main" val="14157549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B21 | How do you prevent hallucinations and prompt injection?</a:t>
            </a:r>
          </a:p>
          <a:p>
            <a:pPr algn="l">
              <a:lnSpc>
                <a:spcPct val="105000"/>
              </a:lnSpc>
              <a:buNone/>
            </a:pPr>
            <a:r>
              <a:rPr lang="en-GB" sz="1200" b="0">
                <a:solidFill>
                  <a:srgbClr val="000000"/>
                </a:solidFill>
                <a:latin typeface="Arial"/>
              </a:rPr>
              <a:t>Question-led appendix answer | Audience: CISO / CTO / risk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Constrain inputs and outputs, keep source and task versions, enforce permissions before model context and again at review, and treat documents as evidence rather than instructions. Validate schema and citations, allow abstention and retain a manual route. These controls reduce risk; they do not prove semantic truth or immunity to prompt injection. Critical-error and unsafe-advice evaluation, red-team work and authorised release evidence remain separate. This answer describes design controls, not a fresh security audit.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Permitted task context and source/version binding</a:t>
            </a:r>
          </a:p>
          <a:p>
            <a:pPr algn="l">
              <a:lnSpc>
                <a:spcPct val="105000"/>
              </a:lnSpc>
              <a:buNone/>
            </a:pPr>
            <a:r>
              <a:rPr lang="en-GB" sz="1200" b="0">
                <a:solidFill>
                  <a:srgbClr val="000000"/>
                </a:solidFill>
                <a:latin typeface="Arial"/>
              </a:rPr>
              <a:t>- Schema/citation checks plus independent semantic review</a:t>
            </a:r>
          </a:p>
          <a:p>
            <a:pPr algn="l">
              <a:lnSpc>
                <a:spcPct val="105000"/>
              </a:lnSpc>
              <a:buNone/>
            </a:pPr>
            <a:r>
              <a:rPr lang="en-GB" sz="1200" b="0">
                <a:solidFill>
                  <a:srgbClr val="000000"/>
                </a:solidFill>
                <a:latin typeface="Arial"/>
              </a:rPr>
              <a:t>- Built to contain vulnerabilities and hallucinations, not to deny them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diagrams/04-controlled-ai-flow.svg with untrusted evidence and review boundaries called out in notes.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S17 (slide 20), controls by design.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</a:t>
            </a:r>
          </a:p>
          <a:p>
            <a:pPr algn="l">
              <a:lnSpc>
                <a:spcPct val="105000"/>
              </a:lnSpc>
              <a:buNone/>
            </a:pPr>
            <a:r>
              <a:rPr lang="en-GB" sz="1200" b="0">
                <a:solidFill>
                  <a:srgbClr val="000000"/>
                </a:solidFill>
                <a:latin typeface="Arial"/>
              </a:rPr>
              <a:t>   Classification: Accepted Basic IoT Hub exercise direction; partial engineering; separate human/legal gates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</a:t>
            </a:r>
          </a:p>
          <a:p>
            <a:pPr algn="l">
              <a:lnSpc>
                <a:spcPct val="105000"/>
              </a:lnSpc>
              <a:buNone/>
            </a:pPr>
            <a:r>
              <a:rPr lang="en-GB" sz="1200" b="0">
                <a:solidFill>
                  <a:srgbClr val="000000"/>
                </a:solidFill>
                <a:latin typeface="Arial"/>
              </a:rPr>
              <a:t>   Limit: No current legal determination, live telemetry, qualified assessment, fairness or WCAG-conformance claim.</a:t>
            </a:r>
          </a:p>
          <a:p>
            <a:pPr algn="l">
              <a:lnSpc>
                <a:spcPct val="105000"/>
              </a:lnSpc>
              <a:buNone/>
            </a:pPr>
            <a:r>
              <a:rPr lang="en-GB" sz="1200" b="0">
                <a:solidFill>
                  <a:srgbClr val="000000"/>
                </a:solidFill>
                <a:latin typeface="Arial"/>
              </a:rPr>
              <a:t>E07 | src/api/README.md | Honest limits; Run it locally; role/context and controlled feature contracts</a:t>
            </a:r>
          </a:p>
          <a:p>
            <a:pPr algn="l">
              <a:lnSpc>
                <a:spcPct val="105000"/>
              </a:lnSpc>
              <a:buNone/>
            </a:pPr>
            <a:r>
              <a:rPr lang="en-GB" sz="1200" b="0">
                <a:solidFill>
                  <a:srgbClr val="000000"/>
                </a:solidFill>
                <a:latin typeface="Arial"/>
              </a:rPr>
              <a:t>   Classification: Implementation documentation with explicit dated limitations</a:t>
            </a:r>
          </a:p>
          <a:p>
            <a:pPr algn="l">
              <a:lnSpc>
                <a:spcPct val="105000"/>
              </a:lnSpc>
              <a:buNone/>
            </a:pPr>
            <a:r>
              <a:rPr lang="en-GB" sz="1200" b="0">
                <a:solidFill>
                  <a:srgbClr val="000000"/>
                </a:solidFill>
                <a:latin typeface="Arial"/>
              </a:rPr>
              <a:t>   Supports: Real historical Azure SQL/model checks, 60,000 stock versus 980 programme cases, no live housing integration and current acceptance boundaries</a:t>
            </a:r>
          </a:p>
          <a:p>
            <a:pPr algn="l">
              <a:lnSpc>
                <a:spcPct val="105000"/>
              </a:lnSpc>
              <a:buNone/>
            </a:pPr>
            <a:r>
              <a:rPr lang="en-GB" sz="1200" b="0">
                <a:solidFill>
                  <a:srgbClr val="000000"/>
                </a:solidFill>
                <a:latin typeface="Arial"/>
              </a:rPr>
              <a:t>   Limit: Local/scripted checks and older deployment results do not establish current staff access, production scale, restore or semantic quality.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TEXT ALTERNATIVE (diagram 04: controlled AI flow)</a:t>
            </a:r>
          </a:p>
          <a:p>
            <a:pPr algn="l">
              <a:lnSpc>
                <a:spcPct val="105000"/>
              </a:lnSpc>
              <a:buNone/>
            </a:pPr>
            <a:r>
              <a:rPr lang="en-GB" sz="1200" b="0">
                <a:solidFill>
                  <a:srgbClr val="000000"/>
                </a:solidFill>
                <a:latin typeface="Arial"/>
              </a:rPr>
              <a:t>Capture current role/case scope, permitted evidence and source/version IDs. Make a bounded model call outside the database lock. Validate schema, citations and freshness; reject or retain explicit errors rather than fabricate a success. Store a valid output as unreviewed. A person checks the source and current permissions; a separate domain action still needs its own authority. Model failure, disabled assistance or exhausted allowance leaves owned manual work. Hazards bypass the optional AI path. Citation presence is not semantic truth.</a:t>
            </a:r>
          </a:p>
          <a:p>
            <a:pPr algn="l">
              <a:lnSpc>
                <a:spcPct val="105000"/>
              </a:lnSpc>
              <a:buNone/>
            </a:pPr>
            <a:r>
              <a:rPr lang="en-GB" sz="1200" b="0">
                <a:solidFill>
                  <a:srgbClr val="000000"/>
                </a:solidFill>
                <a:latin typeface="Arial"/>
              </a:rPr>
              <a:t>Use four appears for explanation; keep the failure strip always visible. Do not animate a token stream to imply fresh inference.</a:t>
            </a:r>
          </a:p>
          <a:p>
            <a:pPr algn="l">
              <a:lnSpc>
                <a:spcPct val="105000"/>
              </a:lnSpc>
              <a:buNone/>
            </a:pPr>
            <a:r>
              <a:rPr lang="en-GB" sz="1200" b="0">
                <a:solidFill>
                  <a:srgbClr val="000000"/>
                </a:solidFill>
                <a:latin typeface="Arial"/>
              </a:rPr>
              <a:t>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48</a:t>
            </a:fld>
            <a:endParaRPr lang="en-US"/>
          </a:p>
        </p:txBody>
      </p:sp>
    </p:spTree>
    <p:extLst>
      <p:ext uri="{BB962C8B-B14F-4D97-AF65-F5344CB8AC3E}">
        <p14:creationId xmlns:p14="http://schemas.microsoft.com/office/powerpoint/2010/main" val="2315142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B22 | Can customer data leave the UK or train a provider's model?</a:t>
            </a:r>
          </a:p>
          <a:p>
            <a:pPr algn="l">
              <a:lnSpc>
                <a:spcPct val="105000"/>
              </a:lnSpc>
              <a:buNone/>
            </a:pPr>
            <a:r>
              <a:rPr lang="en-GB" sz="1200" b="0">
                <a:solidFill>
                  <a:srgbClr val="000000"/>
                </a:solidFill>
                <a:latin typeface="Arial"/>
              </a:rPr>
              <a:t>Question-led appendix answer | Audience: DPO / CISO / CIO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This package cannot make that contractual or legal assurance. Verify the exact provider, model/version, deployment SKU, routing/geography, retention, abuse monitoring, subprocessors and applicable agreement before real data is processed. A UK resource name or region does not alone prove UK-only inference, especially for a GlobalStandard model deployment. Local snapshots and research are evidence to review, not current legal sign-off. The handoff contains only public synthetic illustrations and repository-authored summaries, not private datasets or credentials.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Processing geography is set by the deployment type</a:t>
            </a:r>
          </a:p>
          <a:p>
            <a:pPr algn="l">
              <a:lnSpc>
                <a:spcPct val="105000"/>
              </a:lnSpc>
              <a:buNone/>
            </a:pPr>
            <a:r>
              <a:rPr lang="en-GB" sz="1200" b="0">
                <a:solidFill>
                  <a:srgbClr val="000000"/>
                </a:solidFill>
                <a:latin typeface="Arial"/>
              </a:rPr>
              <a:t>- Verify exact model, deployment type and contract</a:t>
            </a:r>
          </a:p>
          <a:p>
            <a:pPr algn="l">
              <a:lnSpc>
                <a:spcPct val="105000"/>
              </a:lnSpc>
              <a:buNone/>
            </a:pPr>
            <a:r>
              <a:rPr lang="en-GB" sz="1200" b="0">
                <a:solidFill>
                  <a:srgbClr val="000000"/>
                </a:solidFill>
                <a:latin typeface="Arial"/>
              </a:rPr>
              <a:t>- No real resident data or private dataset in this handoff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Processing decision checklist, no unverified UK-only green badge.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S16 (slide 19), architecture and security boundaries.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E04 | docs/ideas/typesafe-system-one-agent-fit.md | Observed Feasibility and Parallel Value Experiment, 2026-10-11; task suitability and serving limitations</a:t>
            </a:r>
          </a:p>
          <a:p>
            <a:pPr algn="l">
              <a:lnSpc>
                <a:spcPct val="105000"/>
              </a:lnSpc>
              <a:buNone/>
            </a:pPr>
            <a:r>
              <a:rPr lang="en-GB" sz="1200" b="0">
                <a:solidFill>
                  <a:srgbClr val="000000"/>
                </a:solidFill>
                <a:latin typeface="Arial"/>
              </a:rPr>
              <a:t>   Classification: Dated research, feasibility observations and experiment proposals</a:t>
            </a:r>
          </a:p>
          <a:p>
            <a:pPr algn="l">
              <a:lnSpc>
                <a:spcPct val="105000"/>
              </a:lnSpc>
              <a:buNone/>
            </a:pPr>
            <a:r>
              <a:rPr lang="en-GB" sz="1200" b="0">
                <a:solidFill>
                  <a:srgbClr val="000000"/>
                </a:solidFill>
                <a:latin typeface="Arial"/>
              </a:rPr>
              <a:t>   Supports: Decision 1 candidate scoring and screening distinct from rules and generation</a:t>
            </a:r>
          </a:p>
          <a:p>
            <a:pPr algn="l">
              <a:lnSpc>
                <a:spcPct val="105000"/>
              </a:lnSpc>
              <a:buNone/>
            </a:pPr>
            <a:r>
              <a:rPr lang="en-GB" sz="1200" b="0">
                <a:solidFill>
                  <a:srgbClr val="000000"/>
                </a:solidFill>
                <a:latin typeface="Arial"/>
              </a:rPr>
              <a:t>   Limit: No general cheaper/faster, calibrated quality, Foundry tier availability or accepted-outcome saving claim.</a:t>
            </a:r>
          </a:p>
          <a:p>
            <a:pPr algn="l">
              <a:lnSpc>
                <a:spcPct val="105000"/>
              </a:lnSpc>
              <a:buNone/>
            </a:pPr>
            <a:r>
              <a:rPr lang="en-GB" sz="1200" b="0">
                <a:solidFill>
                  <a:srgbClr val="000000"/>
                </a:solidFill>
                <a:latin typeface="Arial"/>
              </a:rPr>
              <a:t>E06 | docs/architecture/README.md; docs/architecture/assets/README.md; infra/main.bicep | Executive and Technical Architecture; interaction contracts; Icon Source and Terms; modelDeployments and profile parameters</a:t>
            </a:r>
          </a:p>
          <a:p>
            <a:pPr algn="l">
              <a:lnSpc>
                <a:spcPct val="105000"/>
              </a:lnSpc>
              <a:buNone/>
            </a:pPr>
            <a:r>
              <a:rPr lang="en-GB" sz="1200" b="0">
                <a:solidFill>
                  <a:srgbClr val="000000"/>
                </a:solidFill>
                <a:latin typeface="Arial"/>
              </a:rPr>
              <a:t>   Classification: Source-based architecture and dated historical handover</a:t>
            </a:r>
          </a:p>
          <a:p>
            <a:pPr algn="l">
              <a:lnSpc>
                <a:spcPct val="105000"/>
              </a:lnSpc>
              <a:buNone/>
            </a:pPr>
            <a:r>
              <a:rPr lang="en-GB" sz="1200" b="0">
                <a:solidFill>
                  <a:srgbClr val="000000"/>
                </a:solidFill>
                <a:latin typeface="Arial"/>
              </a:rPr>
              <a:t>   Supports: Single-API assistants, SQL/Blob, Entra, managed identities, model contracts, configured operations and official icons</a:t>
            </a:r>
          </a:p>
          <a:p>
            <a:pPr algn="l">
              <a:lnSpc>
                <a:spcPct val="105000"/>
              </a:lnSpc>
              <a:buNone/>
            </a:pPr>
            <a:r>
              <a:rPr lang="en-GB" sz="1200" b="0">
                <a:solidFill>
                  <a:srgbClr val="000000"/>
                </a:solidFill>
                <a:latin typeface="Arial"/>
              </a:rPr>
              <a:t>   Limit: Historical source/deployment evidence, not fresh Azure inventory. GlobalStandard does not establish UK-only processing.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</a:t>
            </a:r>
          </a:p>
          <a:p>
            <a:pPr algn="l">
              <a:lnSpc>
                <a:spcPct val="105000"/>
              </a:lnSpc>
              <a:buNone/>
            </a:pPr>
            <a:r>
              <a:rPr lang="en-GB" sz="1200" b="0">
                <a:solidFill>
                  <a:srgbClr val="000000"/>
                </a:solidFill>
                <a:latin typeface="Arial"/>
              </a:rPr>
              <a:t>   Classification: Accepted Basic IoT Hub exercise direction; partial engineering; separate human/legal gates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</a:t>
            </a:r>
          </a:p>
          <a:p>
            <a:pPr algn="l">
              <a:lnSpc>
                <a:spcPct val="105000"/>
              </a:lnSpc>
              <a:buNone/>
            </a:pPr>
            <a:r>
              <a:rPr lang="en-GB" sz="1200" b="0">
                <a:solidFill>
                  <a:srgbClr val="000000"/>
                </a:solidFill>
                <a:latin typeface="Arial"/>
              </a:rPr>
              <a:t>   Limit: No current legal determination, live telemetry, qualified assessment, fairness or WCAG-conformance claim.</a:t>
            </a:r>
          </a:p>
          <a:p>
            <a:pPr algn="l">
              <a:lnSpc>
                <a:spcPct val="105000"/>
              </a:lnSpc>
              <a:buNone/>
            </a:pPr>
            <a:r>
              <a:rPr lang="en-GB" sz="1200" b="0">
                <a:solidFill>
                  <a:srgbClr val="000000"/>
                </a:solidFill>
                <a:latin typeface="Arial"/>
              </a:rPr>
              <a:t>E13 | docs/architecture/cutover-evidence-pack.md; infra/README.md | Bounded RG Publication Continuation, 2026-10-19; Current Exercise Handover; Direct Entra Setup and Acceptance</a:t>
            </a:r>
          </a:p>
          <a:p>
            <a:pPr algn="l">
              <a:lnSpc>
                <a:spcPct val="105000"/>
              </a:lnSpc>
              <a:buNone/>
            </a:pPr>
            <a:r>
              <a:rPr lang="en-GB" sz="1200" b="0">
                <a:solidFill>
                  <a:srgbClr val="000000"/>
                </a:solidFill>
                <a:latin typeface="Arial"/>
              </a:rPr>
              <a:t>   Classification: Dated actual cloud observations, failed attempts and source runbook</a:t>
            </a:r>
          </a:p>
          <a:p>
            <a:pPr algn="l">
              <a:lnSpc>
                <a:spcPct val="105000"/>
              </a:lnSpc>
              <a:buNone/>
            </a:pPr>
            <a:r>
              <a:rPr lang="en-GB" sz="1200" b="0">
                <a:solidFill>
                  <a:srgbClr val="000000"/>
                </a:solidFill>
                <a:latin typeface="Arial"/>
              </a:rPr>
              <a:t>   Supports: Current cutover blockers; exact live versus local evidence; preflight, rollback, private backing and owner sign-off requirements</a:t>
            </a:r>
          </a:p>
          <a:p>
            <a:pPr algn="l">
              <a:lnSpc>
                <a:spcPct val="105000"/>
              </a:lnSpc>
              <a:buNone/>
            </a:pPr>
            <a:r>
              <a:rPr lang="en-GB" sz="1200" b="0">
                <a:solidFill>
                  <a:srgbClr val="000000"/>
                </a:solidFill>
                <a:latin typeface="Arial"/>
              </a:rPr>
              <a:t>   Limit: No fresh deployment, paid call or genuine staff session performed for this presentation package.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No legal-currentness, WCAG-conformance, production-readiness or completed human-validation claim follows from this package.</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49</a:t>
            </a:fld>
            <a:endParaRPr lang="en-US"/>
          </a:p>
        </p:txBody>
      </p:sp>
    </p:spTree>
    <p:extLst>
      <p:ext uri="{BB962C8B-B14F-4D97-AF65-F5344CB8AC3E}">
        <p14:creationId xmlns:p14="http://schemas.microsoft.com/office/powerpoint/2010/main" val="29616762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B23 | How will you know this is fair and accessible?</a:t>
            </a:r>
          </a:p>
          <a:p>
            <a:pPr algn="l">
              <a:lnSpc>
                <a:spcPct val="105000"/>
              </a:lnSpc>
              <a:buNone/>
            </a:pPr>
            <a:r>
              <a:rPr lang="en-GB" sz="1200" b="0">
                <a:solidFill>
                  <a:srgbClr val="000000"/>
                </a:solidFill>
                <a:latin typeface="Arial"/>
              </a:rPr>
              <a:t>Question-led appendix answer | Audience: CEO / resident services / risk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Keep assisted routes and native semantics, check task success and comprehension, and inspect errors and exclusions by agreed cohorts without exposing small groups. The exercise targets WCAG 2.2 AA and has engineering work, but partial scans or role-agent walkthroughs cannot establish conformance or fairness. Appropriate human research and reviewer-approved thresholds are required. An AI result that improves average speed while worsening a critical group outcome should not pass the gate.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No-digital route and understandable explanations</a:t>
            </a:r>
          </a:p>
          <a:p>
            <a:pPr algn="l">
              <a:lnSpc>
                <a:spcPct val="105000"/>
              </a:lnSpc>
              <a:buNone/>
            </a:pPr>
            <a:r>
              <a:rPr lang="en-GB" sz="1200" b="0">
                <a:solidFill>
                  <a:srgbClr val="000000"/>
                </a:solidFill>
                <a:latin typeface="Arial"/>
              </a:rPr>
              <a:t>- Cohort errors, exclusions and unknowns are visible</a:t>
            </a:r>
          </a:p>
          <a:p>
            <a:pPr algn="l">
              <a:lnSpc>
                <a:spcPct val="105000"/>
              </a:lnSpc>
              <a:buNone/>
            </a:pPr>
            <a:r>
              <a:rPr lang="en-GB" sz="1200" b="0">
                <a:solidFill>
                  <a:srgbClr val="000000"/>
                </a:solidFill>
                <a:latin typeface="Arial"/>
              </a:rPr>
              <a:t>- Engineering checks != resident or WCAG acceptance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Outcome comparison with guardrails and visible unknowns, not a compliance seal.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S12 (slide 13), one home, end to end.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</a:t>
            </a:r>
          </a:p>
          <a:p>
            <a:pPr algn="l">
              <a:lnSpc>
                <a:spcPct val="105000"/>
              </a:lnSpc>
              <a:buNone/>
            </a:pPr>
            <a:r>
              <a:rPr lang="en-GB" sz="1200" b="0">
                <a:solidFill>
                  <a:srgbClr val="000000"/>
                </a:solidFill>
                <a:latin typeface="Arial"/>
              </a:rPr>
              <a:t>   Classification: Declared exercise assumptions, subsequent owner directions and proposals</a:t>
            </a:r>
          </a:p>
          <a:p>
            <a:pPr algn="l">
              <a:lnSpc>
                <a:spcPct val="105000"/>
              </a:lnSpc>
              <a:buNone/>
            </a:pPr>
            <a:r>
              <a:rPr lang="en-GB" sz="1200" b="0">
                <a:solidFill>
                  <a:srgbClr val="000000"/>
                </a:solidFill>
                <a:latin typeface="Arial"/>
              </a:rPr>
              <a:t>   Supports: One-home story, human boundaries, GBP fixture arithmetic, real AI/SQL/Azure requirement and value hypotheses</a:t>
            </a:r>
          </a:p>
          <a:p>
            <a:pPr algn="l">
              <a:lnSpc>
                <a:spcPct val="105000"/>
              </a:lnSpc>
              <a:buNone/>
            </a:pPr>
            <a:r>
              <a:rPr lang="en-GB" sz="1200" b="0">
                <a:solidFill>
                  <a:srgbClr val="000000"/>
                </a:solidFill>
                <a:latin typeface="Arial"/>
              </a:rPr>
              <a:t>   Limit: Not company commitments, formal governance approval or operational outcomes.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</a:t>
            </a:r>
          </a:p>
          <a:p>
            <a:pPr algn="l">
              <a:lnSpc>
                <a:spcPct val="105000"/>
              </a:lnSpc>
              <a:buNone/>
            </a:pPr>
            <a:r>
              <a:rPr lang="en-GB" sz="1200" b="0">
                <a:solidFill>
                  <a:srgbClr val="000000"/>
                </a:solidFill>
                <a:latin typeface="Arial"/>
              </a:rPr>
              <a:t>   Classification: Accepted Basic IoT Hub exercise direction; partial engineering; separate human/legal gates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</a:t>
            </a:r>
          </a:p>
          <a:p>
            <a:pPr algn="l">
              <a:lnSpc>
                <a:spcPct val="105000"/>
              </a:lnSpc>
              <a:buNone/>
            </a:pPr>
            <a:r>
              <a:rPr lang="en-GB" sz="1200" b="0">
                <a:solidFill>
                  <a:srgbClr val="000000"/>
                </a:solidFill>
                <a:latin typeface="Arial"/>
              </a:rPr>
              <a:t>   Limit: No current legal determination, live telemetry, qualified assessment, fairness or WCAG-conformance claim.</a:t>
            </a:r>
          </a:p>
          <a:p>
            <a:pPr algn="l">
              <a:lnSpc>
                <a:spcPct val="105000"/>
              </a:lnSpc>
              <a:buNone/>
            </a:pPr>
            <a:r>
              <a:rPr lang="en-GB" sz="1200" b="0">
                <a:solidFill>
                  <a:srgbClr val="000000"/>
                </a:solidFill>
                <a:latin typeface="Arial"/>
              </a:rPr>
              <a:t>E15 | docs/reference/research/ux/prototype-learnings-and-simplicity-review.md; docs/reference/research/ux/zava-forward-prototype-profile-review.md | Prototype learnings; owner feedback; shared workbench direction; profile review and validation limits</a:t>
            </a:r>
          </a:p>
          <a:p>
            <a:pPr algn="l">
              <a:lnSpc>
                <a:spcPct val="105000"/>
              </a:lnSpc>
              <a:buNone/>
            </a:pPr>
            <a:r>
              <a:rPr lang="en-GB" sz="1200" b="0">
                <a:solidFill>
                  <a:srgbClr val="000000"/>
                </a:solidFill>
                <a:latin typeface="Arial"/>
              </a:rPr>
              <a:t>   Classification: Owner feedback, expert artifact review and role-instrument hypotheses</a:t>
            </a:r>
          </a:p>
          <a:p>
            <a:pPr algn="l">
              <a:lnSpc>
                <a:spcPct val="105000"/>
              </a:lnSpc>
              <a:buNone/>
            </a:pPr>
            <a:r>
              <a:rPr lang="en-GB" sz="1200" b="0">
                <a:solidFill>
                  <a:srgbClr val="000000"/>
                </a:solidFill>
                <a:latin typeface="Arial"/>
              </a:rPr>
              <a:t>   Supports: Simpler workbench, ownership, evidence and assisted routes; prototype/MVP design learning</a:t>
            </a:r>
          </a:p>
          <a:p>
            <a:pPr algn="l">
              <a:lnSpc>
                <a:spcPct val="105000"/>
              </a:lnSpc>
              <a:buNone/>
            </a:pPr>
            <a:r>
              <a:rPr lang="en-GB" sz="1200" b="0">
                <a:solidFill>
                  <a:srgbClr val="000000"/>
                </a:solidFill>
                <a:latin typeface="Arial"/>
              </a:rPr>
              <a:t>   Limit: Not a resident interview, observed workforce acceptance or complete usability/accessibility result.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No legal-currentness, WCAG-conformance, production-readiness or completed human-validation claim follows from this package.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50</a:t>
            </a:fld>
            <a:endParaRPr lang="en-US"/>
          </a:p>
        </p:txBody>
      </p:sp>
    </p:spTree>
    <p:extLst>
      <p:ext uri="{BB962C8B-B14F-4D97-AF65-F5344CB8AC3E}">
        <p14:creationId xmlns:p14="http://schemas.microsoft.com/office/powerpoint/2010/main" val="31756583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B24 | How will you keep policy, law and funding rules current?</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Question-led appendix answer | Audience: Risk / legal / CFO | Not part of the spoken route; show only when asked.</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Separate legislation, guidance, policy, funding conditions and internal interpretation. Keep dated evidence and review official sources before consequential use. A detected change should identify affected requirements, rules, journeys, tests and evidence, then go to named legal/compliance/professional owners. Models may retrieve, compare and flag; they must not decide that a legal duty is satisfied or silently activate a new rule. Dated official-source snapshots; currentness and named legal review required before consequential use.</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Dated sources with authority classification</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Detected change -&gt; reviewed rule change -&gt; tests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No silent model update to live controls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Source -&gt; reviewed change item -&gt; approved control version -&gt; regression evidence.</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to S03 (slide 3), three clocks. Question index = slide 27. In Slide Show type the number and press Enter.</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 full backup explanation replaces detail on the main route; it does not add free time.</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E02 | docs/case_study_48_addendum.md | Purpose and Status; Owner-Approved Exercise Baseline; Numerical Targets and Attribution; Subsequent Application Exercise Builds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Classification: Declared exercise assumptions, subsequent owner directions and proposals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Supports: One-home story, human boundaries, GBP fixture arithmetic, real AI/SQL/Azure requirement and value hypotheses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Limit: Not company commitments, formal governance approval or operational outcomes.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E12 | docs/adrs/0003-journey-derived-capabilities-runtime-fit.md; docs/case_study_48_addendum.md; docs/reference/regulatory/README.md | ADR Decision 6 and Implementation Status; Responsible AI release boundary; source authority and human acceptance</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Classification: Accepted Basic IoT Hub exercise direction; partial engineering; separate human/legal gates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Supports: Offline consumer is not live Hub integration; no diagnosis or suppressed hazard route; human/legal/privacy acceptance remains distinct</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Limit: No current legal determination, live telemetry, qualified assessment, fairness or WCAG-conformance claim.</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E18 | docs/reference/regulatory/README.md | Authority and Use; Change Assessment and Monitoring Register; Managed Update Workflow</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Classification: Repository source-governance convention</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Supports: Dated sources, authority hierarchy, human approval and reviewed control updates</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Limit: No live legal-source currentness check or operational activation performed for this package.</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 No legal-currentness, WCAG-conformance, production-readiness or completed human-validation claim follows from this package.</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51</a:t>
            </a:fld>
            <a:endParaRPr lang="en-US"/>
          </a:p>
        </p:txBody>
      </p:sp>
    </p:spTree>
    <p:extLst>
      <p:ext uri="{BB962C8B-B14F-4D97-AF65-F5344CB8AC3E}">
        <p14:creationId xmlns:p14="http://schemas.microsoft.com/office/powerpoint/2010/main" val="36896537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B25 | What is your Tokenomics unit and can the AI bill run away?</a:t>
            </a:r>
          </a:p>
          <a:p>
            <a:pPr algn="l">
              <a:lnSpc>
                <a:spcPct val="105000"/>
              </a:lnSpc>
              <a:buNone/>
            </a:pPr>
            <a:r>
              <a:rPr lang="en-GB" sz="1200" b="0">
                <a:solidFill>
                  <a:srgbClr val="000000"/>
                </a:solidFill>
                <a:latin typeface="Arial"/>
              </a:rPr>
              <a:t>Question-led appendix answer, CFO/panel; outside spoken route.</a:t>
            </a:r>
          </a:p>
          <a:p>
            <a:pPr algn="l">
              <a:lnSpc>
                <a:spcPct val="105000"/>
              </a:lnSpc>
              <a:buNone/>
            </a:pPr>
            <a:r>
              <a:rPr lang="en-GB" sz="1200" b="0">
                <a:solidFill>
                  <a:srgbClr val="000000"/>
                </a:solidFill>
                <a:latin typeface="Arial"/>
              </a:rPr>
              <a:t>EXACT INFERENCE WORKINGS: 6,884 historical tokens / five runs = 1,376.8/run, not human-accepted work. Assumed x10 = 13,768/task; assumed x20 tasks = 275,360/home. All tokens at the historical secondary-source GPT-4.1-mini output-rate assumption USD 1.60/million (2026-10-23): USD 0.440576/home; x15,600 = USD 6,872.9856. Doubled workload = USD 0.881152/home and USD 13,745.9712 total. Repeated chat, retries, evaluations, other models and price changes may increase use. Not verified current deployment pricing or measured lifetime workload.</a:t>
            </a:r>
          </a:p>
          <a:p>
            <a:pPr algn="l">
              <a:lnSpc>
                <a:spcPct val="105000"/>
              </a:lnSpc>
              <a:buNone/>
            </a:pPr>
            <a:r>
              <a:rPr lang="en-GB" sz="1200" b="0">
                <a:solidFill>
                  <a:srgbClr val="000000"/>
                </a:solidFill>
                <a:latin typeface="Arial"/>
              </a:rPr>
              <a:t>ACCEPTED-OUTCOME TCA: total attributable task cost / human-accepted proposals above an agreed quality floor. Include platform/hosting allocation, licensing, integration, staff, review/correction/re-review, assurance, training, support, maintenance and exit, with disclosed energy/capital. Do not double count shared platform. OD-51 still needs owner/Finance denominator, quality floor, budgets, alert owners and dated billing/price basis. Zero/unknown denominator = not measurable. Track accepted handover separately; neither is cost per planned home.</a:t>
            </a:r>
          </a:p>
          <a:p>
            <a:pPr algn="l">
              <a:lnSpc>
                <a:spcPct val="105000"/>
              </a:lnSpc>
              <a:buNone/>
            </a:pPr>
            <a:r>
              <a:rPr lang="en-GB" sz="1200" b="0">
                <a:solidFill>
                  <a:srgbClr val="000000"/>
                </a:solidFill>
                <a:latin typeface="Arial"/>
              </a:rPr>
              <a:t>CONTROLS: finite calls/tokens/expiry and partial assistant-path usage exist; budget notifications are not hard stops. Complete attribution, task/period monetary budgets with hard termination, per-request calls/depth and billing reconciliation are proposed, PRD AC-107-110 not run. Retain critical misses, unsupported claims, overrides and reopenings beside cost. No saving/payback established; full-project P is unpriced. The recovered scenario does not satisfy issue #435 acceptance.</a:t>
            </a:r>
          </a:p>
          <a:p>
            <a:pPr algn="l">
              <a:lnSpc>
                <a:spcPct val="105000"/>
              </a:lnSpc>
              <a:buNone/>
            </a:pPr>
            <a:r>
              <a:rPr lang="en-GB" sz="1200" b="0">
                <a:solidFill>
                  <a:srgbClr val="000000"/>
                </a:solidFill>
                <a:latin typeface="Arial"/>
              </a:rPr>
              <a:t>E19 historical usage, E05 BRD FR-052/NFR-012/OD-51 and PRD acceptance requirements, E11 dated envelope, E21 evidence/ai-cost-evidence.md, Recovered Council Comparison (2026-10-24). Native buttons use fixed slide jumps, not dynamic caller return. Navigate deliberately to the interrupted page; topic S18 slide 21 is fixed. Question index slide 27.</a:t>
            </a:r>
          </a:p>
        </p:txBody>
      </p:sp>
      <p:sp>
        <p:nvSpPr>
          <p:cNvPr id="4" name="Slide Number Placeholder 3"/>
          <p:cNvSpPr>
            <a:spLocks noGrp="1"/>
          </p:cNvSpPr>
          <p:nvPr>
            <p:ph type="sldNum" sz="quarter" idx="5"/>
          </p:nvPr>
        </p:nvSpPr>
        <p:spPr/>
        <p:txBody>
          <a:bodyPr/>
          <a:lstStyle/>
          <a:p>
            <a:fld id="{DFA53654-600B-4302-80A0-D02B08D7C4DF}" type="slidenum">
              <a:t>52</a:t>
            </a:fld>
            <a:endParaRPr lang="en-US"/>
          </a:p>
        </p:txBody>
      </p:sp>
    </p:spTree>
    <p:extLst>
      <p:ext uri="{BB962C8B-B14F-4D97-AF65-F5344CB8AC3E}">
        <p14:creationId xmlns:p14="http://schemas.microsoft.com/office/powerpoint/2010/main" val="7763553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B26 | Why not cache every answer and route everything to the cheapest model?</a:t>
            </a:r>
          </a:p>
          <a:p>
            <a:pPr algn="l">
              <a:lnSpc>
                <a:spcPct val="105000"/>
              </a:lnSpc>
              <a:buNone/>
            </a:pPr>
            <a:r>
              <a:rPr lang="en-GB" sz="1200" b="0">
                <a:solidFill>
                  <a:srgbClr val="000000"/>
                </a:solidFill>
                <a:latin typeface="Arial"/>
              </a:rPr>
              <a:t>Question-led appendix answer | Audience: CIO / CTO / CFO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A cheap answer that misses a critical fact is not a cheaper accepted outcome. Compare candidate routes on the same held-out cases, including abstentions, unsupported claims, review and latency. A cache needs a demonstrated equivalence contract: same permitted scope, relevant evidence and control versions, current authority and valid task. It must not leak one case or person's answer into another. Routing, caching and context trimming are proposed optimisations to evaluate, not deployed universal controls. Complete measurement must include legacy paths that currently discard usage.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Same permission, evidence version and task validity required</a:t>
            </a:r>
          </a:p>
          <a:p>
            <a:pPr algn="l">
              <a:lnSpc>
                <a:spcPct val="105000"/>
              </a:lnSpc>
              <a:buNone/>
            </a:pPr>
            <a:r>
              <a:rPr lang="en-GB" sz="1200" b="0">
                <a:solidFill>
                  <a:srgbClr val="000000"/>
                </a:solidFill>
                <a:latin typeface="Arial"/>
              </a:rPr>
              <a:t>- Smallest model must clear held-out quality and latency thresholds</a:t>
            </a:r>
          </a:p>
          <a:p>
            <a:pPr algn="l">
              <a:lnSpc>
                <a:spcPct val="105000"/>
              </a:lnSpc>
              <a:buNone/>
            </a:pPr>
            <a:r>
              <a:rPr lang="en-GB" sz="1200" b="0">
                <a:solidFill>
                  <a:srgbClr val="000000"/>
                </a:solidFill>
                <a:latin typeface="Arial"/>
              </a:rPr>
              <a:t>- Change one lever, compare, then keep or revert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One-lever experiment: baseline -&gt; routing OR context OR cache -&gt; quality/latency/cost check -&gt; retain/revert.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S18 (slide 21), AI economics.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E19 | docs/reference/resources/ai-tokenomics.md; docs/capstone/pitch/tokenomics-pitch-brief.md | What Zava Forward Can Already Show; Gaps; Executive Questions; Numbers to Bring</a:t>
            </a:r>
          </a:p>
          <a:p>
            <a:pPr algn="l">
              <a:lnSpc>
                <a:spcPct val="105000"/>
              </a:lnSpc>
              <a:buNone/>
            </a:pPr>
            <a:r>
              <a:rPr lang="en-GB" sz="1200" b="0">
                <a:solidFill>
                  <a:srgbClr val="000000"/>
                </a:solidFill>
                <a:latin typeface="Arial"/>
              </a:rPr>
              <a:t>   Classification: PR #433 merged 2026-10-23 baseline: public draft framing, repository observations and proposed requirements</a:t>
            </a:r>
          </a:p>
          <a:p>
            <a:pPr algn="l">
              <a:lnSpc>
                <a:spcPct val="105000"/>
              </a:lnSpc>
              <a:buNone/>
            </a:pPr>
            <a:r>
              <a:rPr lang="en-GB" sz="1200" b="0">
                <a:solidFill>
                  <a:srgbClr val="000000"/>
                </a:solidFill>
                <a:latin typeface="Arial"/>
              </a:rPr>
              <a:t>   Supports: 6,884 tokens/five runs; partial metering; finite authority not money cap; accepted-proposal quality-floor unit; TCA and keep/revert comparison</a:t>
            </a:r>
          </a:p>
          <a:p>
            <a:pPr algn="l">
              <a:lnSpc>
                <a:spcPct val="105000"/>
              </a:lnSpc>
              <a:buNone/>
            </a:pPr>
            <a:r>
              <a:rPr lang="en-GB" sz="1200" b="0">
                <a:solidFill>
                  <a:srgbClr val="000000"/>
                </a:solidFill>
                <a:latin typeface="Arial"/>
              </a:rPr>
              <a:t>   Limit: No dated price or human-accepted denominator, no cheaper/faster/payback claim. Public Tokenomics framing is draft, not an industry standard. No internal Microsoft material is included.</a:t>
            </a:r>
          </a:p>
          <a:p>
            <a:pPr algn="l">
              <a:lnSpc>
                <a:spcPct val="105000"/>
              </a:lnSpc>
              <a:buNone/>
            </a:pPr>
            <a:r>
              <a:rPr lang="en-GB" sz="1200" b="0">
                <a:solidFill>
                  <a:srgbClr val="000000"/>
                </a:solidFill>
                <a:latin typeface="Arial"/>
              </a:rPr>
              <a:t>E04 | docs/ideas/typesafe-system-one-agent-fit.md | Observed Feasibility and Parallel Value Experiment, 2026-10-11; task suitability and serving limitations</a:t>
            </a:r>
          </a:p>
          <a:p>
            <a:pPr algn="l">
              <a:lnSpc>
                <a:spcPct val="105000"/>
              </a:lnSpc>
              <a:buNone/>
            </a:pPr>
            <a:r>
              <a:rPr lang="en-GB" sz="1200" b="0">
                <a:solidFill>
                  <a:srgbClr val="000000"/>
                </a:solidFill>
                <a:latin typeface="Arial"/>
              </a:rPr>
              <a:t>   Classification: Dated research, feasibility observations and experiment proposals</a:t>
            </a:r>
          </a:p>
          <a:p>
            <a:pPr algn="l">
              <a:lnSpc>
                <a:spcPct val="105000"/>
              </a:lnSpc>
              <a:buNone/>
            </a:pPr>
            <a:r>
              <a:rPr lang="en-GB" sz="1200" b="0">
                <a:solidFill>
                  <a:srgbClr val="000000"/>
                </a:solidFill>
                <a:latin typeface="Arial"/>
              </a:rPr>
              <a:t>   Supports: Decision 1 candidate scoring and screening distinct from rules and generation</a:t>
            </a:r>
          </a:p>
          <a:p>
            <a:pPr algn="l">
              <a:lnSpc>
                <a:spcPct val="105000"/>
              </a:lnSpc>
              <a:buNone/>
            </a:pPr>
            <a:r>
              <a:rPr lang="en-GB" sz="1200" b="0">
                <a:solidFill>
                  <a:srgbClr val="000000"/>
                </a:solidFill>
                <a:latin typeface="Arial"/>
              </a:rPr>
              <a:t>   Limit: No general cheaper/faster, calibrated quality, Foundry tier availability or accepted-outcome saving claim.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Finite call/token allowances and expiry are not a currency cap. Complete metering, monetary/task/period budgets and request/depth limits are proposed requirements, not observed controls.</a:t>
            </a:r>
          </a:p>
          <a:p>
            <a:pPr algn="l">
              <a:lnSpc>
                <a:spcPct val="105000"/>
              </a:lnSpc>
              <a:buNone/>
            </a:pPr>
            <a:r>
              <a:rPr lang="en-GB" sz="1200" b="0">
                <a:solidFill>
                  <a:srgbClr val="000000"/>
                </a:solidFill>
                <a:latin typeface="Arial"/>
              </a:rPr>
              <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53</a:t>
            </a:fld>
            <a:endParaRPr lang="en-US"/>
          </a:p>
        </p:txBody>
      </p:sp>
    </p:spTree>
    <p:extLst>
      <p:ext uri="{BB962C8B-B14F-4D97-AF65-F5344CB8AC3E}">
        <p14:creationId xmlns:p14="http://schemas.microsoft.com/office/powerpoint/2010/main" val="5253763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5000"/>
              </a:lnSpc>
              <a:buNone/>
            </a:pPr>
            <a:r>
              <a:rPr lang="en-GB" sz="1200" b="0">
                <a:solidFill>
                  <a:srgbClr val="000000"/>
                </a:solidFill>
                <a:latin typeface="Arial"/>
              </a:rPr>
              <a:t>B27 | What stops chat and agent sprawl multiplying hidden calls?</a:t>
            </a:r>
          </a:p>
          <a:p>
            <a:pPr algn="l">
              <a:lnSpc>
                <a:spcPct val="105000"/>
              </a:lnSpc>
              <a:buNone/>
            </a:pPr>
            <a:r>
              <a:rPr lang="en-GB" sz="1200" b="0">
                <a:solidFill>
                  <a:srgbClr val="000000"/>
                </a:solidFill>
                <a:latin typeface="Arial"/>
              </a:rPr>
              <a:t>Question-led appendix answer | Audience: CTO / CIO / panel | Not part of the spoken route; show only when asked.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ANSWER FIRST (one sentence), THEN THE STRONGEST EVIDENCE AND ITS LIMIT</a:t>
            </a:r>
          </a:p>
          <a:p>
            <a:pPr algn="l">
              <a:lnSpc>
                <a:spcPct val="105000"/>
              </a:lnSpc>
              <a:buNone/>
            </a:pPr>
            <a:r>
              <a:rPr lang="en-GB" sz="1200" b="0">
                <a:solidFill>
                  <a:srgbClr val="000000"/>
                </a:solidFill>
                <a:latin typeface="Arial"/>
              </a:rPr>
              <a:t>The assistant design does not run an open-ended autonomous agent conversation. However, chat, memory, retries and additional model paths can multiply calls, so a finite authority allowance alone is not enough to describe cost per user request. The merged Tokenomics requirements call for complete per-call metering, request attribution, task/period monetary budgets and tested call/depth bounds with a workflow-only stop. AC-109 is the acceptance test that proves it in the pilot. No API gateway, semantic cache or hard currency stop should be drawn as implemented to satisfy this answer.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ON-SLIDE COPY (slides.json, verbatim)</a:t>
            </a:r>
          </a:p>
          <a:p>
            <a:pPr algn="l">
              <a:lnSpc>
                <a:spcPct val="105000"/>
              </a:lnSpc>
              <a:buNone/>
            </a:pPr>
            <a:r>
              <a:rPr lang="en-GB" sz="1200" b="0">
                <a:solidFill>
                  <a:srgbClr val="000000"/>
                </a:solidFill>
                <a:latin typeface="Arial"/>
              </a:rPr>
              <a:t>- Deterministic state graph, not an open-ended agent loop</a:t>
            </a:r>
          </a:p>
          <a:p>
            <a:pPr algn="l">
              <a:lnSpc>
                <a:spcPct val="105000"/>
              </a:lnSpc>
              <a:buNone/>
            </a:pPr>
            <a:r>
              <a:rPr lang="en-GB" sz="1200" b="0">
                <a:solidFill>
                  <a:srgbClr val="000000"/>
                </a:solidFill>
                <a:latin typeface="Arial"/>
              </a:rPr>
              <a:t>- Existing bounded authority expires and exhausts</a:t>
            </a:r>
          </a:p>
          <a:p>
            <a:pPr algn="l">
              <a:lnSpc>
                <a:spcPct val="105000"/>
              </a:lnSpc>
              <a:buNone/>
            </a:pPr>
            <a:r>
              <a:rPr lang="en-GB" sz="1200" b="0">
                <a:solidFill>
                  <a:srgbClr val="000000"/>
                </a:solidFill>
                <a:latin typeface="Arial"/>
              </a:rPr>
              <a:t>- Per-request call/depth limits are proposed, Not run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VISUAL</a:t>
            </a:r>
          </a:p>
          <a:p>
            <a:pPr algn="l">
              <a:lnSpc>
                <a:spcPct val="105000"/>
              </a:lnSpc>
              <a:buNone/>
            </a:pPr>
            <a:r>
              <a:rPr lang="en-GB" sz="1200" b="0">
                <a:solidFill>
                  <a:srgbClr val="000000"/>
                </a:solidFill>
                <a:latin typeface="Arial"/>
              </a:rPr>
              <a:t>One user request branching into a bounded call tree, all proposed request bounds marked dashed. Avoid presenting draft Big-T notation as an industry standard.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RETURN</a:t>
            </a:r>
          </a:p>
          <a:p>
            <a:pPr algn="l">
              <a:lnSpc>
                <a:spcPct val="105000"/>
              </a:lnSpc>
              <a:buNone/>
            </a:pPr>
            <a:r>
              <a:rPr lang="en-GB" sz="1200" b="0">
                <a:solidFill>
                  <a:srgbClr val="000000"/>
                </a:solidFill>
                <a:latin typeface="Arial"/>
              </a:rPr>
              <a:t>Return to S18 (slide 21), AI economics. Question index = slide 27. In Slide Show type the number and press Enter.</a:t>
            </a:r>
          </a:p>
          <a:p>
            <a:pPr algn="l">
              <a:lnSpc>
                <a:spcPct val="105000"/>
              </a:lnSpc>
              <a:buNone/>
            </a:pPr>
            <a:r>
              <a:rPr lang="en-GB" sz="1200" b="0">
                <a:solidFill>
                  <a:srgbClr val="000000"/>
                </a:solidFill>
                <a:latin typeface="Arial"/>
              </a:rPr>
              <a:t>A full backup explanation replaces detail on the main route; it does not add free time.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AND CLAIM CLASSIFICATION</a:t>
            </a:r>
          </a:p>
          <a:p>
            <a:pPr algn="l">
              <a:lnSpc>
                <a:spcPct val="105000"/>
              </a:lnSpc>
              <a:buNone/>
            </a:pPr>
            <a:r>
              <a:rPr lang="en-GB" sz="1200" b="0">
                <a:solidFill>
                  <a:srgbClr val="000000"/>
                </a:solidFill>
                <a:latin typeface="Arial"/>
              </a:rPr>
              <a:t>E19 | docs/reference/resources/ai-tokenomics.md; docs/capstone/pitch/tokenomics-pitch-brief.md | What Zava Forward Can Already Show; Gaps; Executive Questions; Numbers to Bring</a:t>
            </a:r>
          </a:p>
          <a:p>
            <a:pPr algn="l">
              <a:lnSpc>
                <a:spcPct val="105000"/>
              </a:lnSpc>
              <a:buNone/>
            </a:pPr>
            <a:r>
              <a:rPr lang="en-GB" sz="1200" b="0">
                <a:solidFill>
                  <a:srgbClr val="000000"/>
                </a:solidFill>
                <a:latin typeface="Arial"/>
              </a:rPr>
              <a:t>   Classification: PR #433 merged 2026-10-23 baseline: public draft framing, repository observations and proposed requirements</a:t>
            </a:r>
          </a:p>
          <a:p>
            <a:pPr algn="l">
              <a:lnSpc>
                <a:spcPct val="105000"/>
              </a:lnSpc>
              <a:buNone/>
            </a:pPr>
            <a:r>
              <a:rPr lang="en-GB" sz="1200" b="0">
                <a:solidFill>
                  <a:srgbClr val="000000"/>
                </a:solidFill>
                <a:latin typeface="Arial"/>
              </a:rPr>
              <a:t>   Supports: 6,884 tokens/five runs; partial metering; finite authority not money cap; accepted-proposal quality-floor unit; TCA and keep/revert comparison</a:t>
            </a:r>
          </a:p>
          <a:p>
            <a:pPr algn="l">
              <a:lnSpc>
                <a:spcPct val="105000"/>
              </a:lnSpc>
              <a:buNone/>
            </a:pPr>
            <a:r>
              <a:rPr lang="en-GB" sz="1200" b="0">
                <a:solidFill>
                  <a:srgbClr val="000000"/>
                </a:solidFill>
                <a:latin typeface="Arial"/>
              </a:rPr>
              <a:t>   Limit: No dated price or human-accepted denominator, no cheaper/faster/payback claim. Public Tokenomics framing is draft, not an industry standard. No internal Microsoft material is included.</a:t>
            </a:r>
          </a:p>
          <a:p>
            <a:pPr algn="l">
              <a:lnSpc>
                <a:spcPct val="105000"/>
              </a:lnSpc>
              <a:buNone/>
            </a:pPr>
            <a:r>
              <a:rPr lang="en-GB" sz="1200" b="0">
                <a:solidFill>
                  <a:srgbClr val="000000"/>
                </a:solidFill>
                <a:latin typeface="Arial"/>
              </a:rPr>
              <a:t>E09 | docs/adrs/0002-pilot-readiness-architecture.md; src/agents/README.md; src/core/src/zava_forward/core/assistants.py | Five-assistant exercise runtime and finite operator authority; proposal capture/review and token handling</a:t>
            </a:r>
          </a:p>
          <a:p>
            <a:pPr algn="l">
              <a:lnSpc>
                <a:spcPct val="105000"/>
              </a:lnSpc>
              <a:buNone/>
            </a:pPr>
            <a:r>
              <a:rPr lang="en-GB" sz="1200" b="0">
                <a:solidFill>
                  <a:srgbClr val="000000"/>
                </a:solidFill>
                <a:latin typeface="Arial"/>
              </a:rPr>
              <a:t>   Classification: Source controls and dated bounded operator observations</a:t>
            </a:r>
          </a:p>
          <a:p>
            <a:pPr algn="l">
              <a:lnSpc>
                <a:spcPct val="105000"/>
              </a:lnSpc>
              <a:buNone/>
            </a:pPr>
            <a:r>
              <a:rPr lang="en-GB" sz="1200" b="0">
                <a:solidFill>
                  <a:srgbClr val="000000"/>
                </a:solidFill>
                <a:latin typeface="Arial"/>
              </a:rPr>
              <a:t>   Supports: Five current API assistants, SQL transactions, scoped evidence, inference outside locks, finite allowances, expired/disabled denial and unreviewed output</a:t>
            </a:r>
          </a:p>
          <a:p>
            <a:pPr algn="l">
              <a:lnSpc>
                <a:spcPct val="105000"/>
              </a:lnSpc>
              <a:buNone/>
            </a:pPr>
            <a:r>
              <a:rPr lang="en-GB" sz="1200" b="0">
                <a:solidFill>
                  <a:srgbClr val="000000"/>
                </a:solidFill>
                <a:latin typeface="Arial"/>
              </a:rPr>
              <a:t>   Limit: Normal authority/scans off after bounded QA; token allowances are not currency caps or complete per-request/period budgets.</a:t>
            </a:r>
          </a:p>
          <a:p>
            <a:pPr algn="l">
              <a:lnSpc>
                <a:spcPct val="105000"/>
              </a:lnSpc>
              <a:buNone/>
            </a:pPr>
            <a:r>
              <a:rPr lang="en-GB" sz="1200" b="0">
                <a:solidFill>
                  <a:srgbClr val="000000"/>
                </a:solidFill>
                <a:latin typeface="Arial"/>
              </a:rPr>
              <a:t></a:t>
            </a:r>
          </a:p>
          <a:p>
            <a:pPr algn="l">
              <a:lnSpc>
                <a:spcPct val="105000"/>
              </a:lnSpc>
              <a:buNone/>
            </a:pPr>
            <a:r>
              <a:rPr lang="en-GB" sz="1200" b="0">
                <a:solidFill>
                  <a:srgbClr val="000000"/>
                </a:solidFill>
                <a:latin typeface="Arial"/>
              </a:rPr>
              <a:t>EVIDENCE GUARDRAILS FOR THIS SLIDE</a:t>
            </a:r>
          </a:p>
          <a:p>
            <a:pPr algn="l">
              <a:lnSpc>
                <a:spcPct val="105000"/>
              </a:lnSpc>
              <a:buNone/>
            </a:pPr>
            <a:r>
              <a:rPr lang="en-GB" sz="1200" b="0">
                <a:solidFill>
                  <a:srgbClr val="000000"/>
                </a:solidFill>
                <a:latin typeface="Arial"/>
              </a:rPr>
              <a:t>- Finite call/token allowances and expiry are not a currency cap. Complete metering, monetary/task/period budgets and request/depth limits are proposed requirements, not observed controls.</a:t>
            </a:r>
          </a:p>
          <a:p>
            <a:pPr algn="l">
              <a:lnSpc>
                <a:spcPct val="105000"/>
              </a:lnSpc>
              <a:buNone/>
            </a:pPr>
            <a:r>
              <a:rPr lang="en-GB" sz="1200" b="0">
                <a:solidFill>
                  <a:srgbClr val="000000"/>
                </a:solidFill>
                <a:latin typeface="Arial"/>
              </a:rPr>
              <a:t>- Public Tokenomics community framing is draft - not an industry or Microsoft standard. No internal Microsoft material is used.</a:t>
            </a:r>
          </a:p>
          <a:p>
            <a:pPr algn="l">
              <a:lnSpc>
                <a:spcPct val="105000"/>
              </a:lnSpc>
              <a:buNone/>
            </a:pPr>
            <a:r>
              <a:rPr lang="en-GB" sz="1200" b="0">
                <a:solidFill>
                  <a:srgbClr val="000000"/>
                </a:solidFill>
                <a:latin typeface="Arial"/>
              </a:rPr>
              <a:t>NAVIGATION: Native buttons retain fixed slide-jump destinations, not Last Slide Viewed. Return deliberately to the actual interrupted page; the Topic button has a fixed destination. PDF reader history is viewer-specific.</a:t>
            </a:r>
          </a:p>
        </p:txBody>
      </p:sp>
      <p:sp>
        <p:nvSpPr>
          <p:cNvPr id="4" name="Slide Number Placeholder 3"/>
          <p:cNvSpPr>
            <a:spLocks noGrp="1"/>
          </p:cNvSpPr>
          <p:nvPr>
            <p:ph type="sldNum" sz="quarter" idx="5"/>
          </p:nvPr>
        </p:nvSpPr>
        <p:spPr/>
        <p:txBody>
          <a:bodyPr/>
          <a:lstStyle/>
          <a:p>
            <a:fld id="{DFA53654-600B-4302-80A0-D02B08D7C4DF}" type="slidenum">
              <a:t>54</a:t>
            </a:fld>
            <a:endParaRPr lang="en-US"/>
          </a:p>
        </p:txBody>
      </p:sp>
    </p:spTree>
    <p:extLst>
      <p:ext uri="{BB962C8B-B14F-4D97-AF65-F5344CB8AC3E}">
        <p14:creationId xmlns:p14="http://schemas.microsoft.com/office/powerpoint/2010/main" val="1057352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0.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21.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0.png"/><Relationship Id="rId3" Type="http://schemas.openxmlformats.org/officeDocument/2006/relationships/image" Target="../media/image9.png"/><Relationship Id="rId7" Type="http://schemas.openxmlformats.org/officeDocument/2006/relationships/image" Target="../media/image23.png"/><Relationship Id="rId12" Type="http://schemas.openxmlformats.org/officeDocument/2006/relationships/image" Target="../media/image25.png"/><Relationship Id="rId17" Type="http://schemas.openxmlformats.org/officeDocument/2006/relationships/image" Target="../media/image6.png"/><Relationship Id="rId2" Type="http://schemas.openxmlformats.org/officeDocument/2006/relationships/notesSlide" Target="../notesSlides/notesSlide14.xml"/><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4.png"/><Relationship Id="rId15" Type="http://schemas.openxmlformats.org/officeDocument/2006/relationships/image" Target="../media/image18.png"/><Relationship Id="rId10"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2.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slide" Target="slide29.xml"/><Relationship Id="rId18" Type="http://schemas.openxmlformats.org/officeDocument/2006/relationships/slide" Target="slide34.xml"/><Relationship Id="rId26" Type="http://schemas.openxmlformats.org/officeDocument/2006/relationships/slide" Target="slide54.xml"/><Relationship Id="rId3" Type="http://schemas.openxmlformats.org/officeDocument/2006/relationships/slide" Target="slide28.xml"/><Relationship Id="rId21" Type="http://schemas.openxmlformats.org/officeDocument/2006/relationships/slide" Target="slide50.xml"/><Relationship Id="rId7" Type="http://schemas.openxmlformats.org/officeDocument/2006/relationships/slide" Target="slide39.xml"/><Relationship Id="rId12" Type="http://schemas.openxmlformats.org/officeDocument/2006/relationships/slide" Target="slide53.xml"/><Relationship Id="rId17" Type="http://schemas.openxmlformats.org/officeDocument/2006/relationships/slide" Target="slide33.xml"/><Relationship Id="rId25" Type="http://schemas.openxmlformats.org/officeDocument/2006/relationships/slide" Target="slide42.xml"/><Relationship Id="rId2" Type="http://schemas.openxmlformats.org/officeDocument/2006/relationships/notesSlide" Target="../notesSlides/notesSlide27.xml"/><Relationship Id="rId16" Type="http://schemas.openxmlformats.org/officeDocument/2006/relationships/slide" Target="slide38.xml"/><Relationship Id="rId20" Type="http://schemas.openxmlformats.org/officeDocument/2006/relationships/slide" Target="slide49.xml"/><Relationship Id="rId29" Type="http://schemas.openxmlformats.org/officeDocument/2006/relationships/slide" Target="slide46.xml"/><Relationship Id="rId1" Type="http://schemas.openxmlformats.org/officeDocument/2006/relationships/slideLayout" Target="../slideLayouts/slideLayout2.xml"/><Relationship Id="rId6" Type="http://schemas.openxmlformats.org/officeDocument/2006/relationships/slide" Target="slide44.xml"/><Relationship Id="rId11" Type="http://schemas.openxmlformats.org/officeDocument/2006/relationships/slide" Target="slide52.xml"/><Relationship Id="rId24" Type="http://schemas.openxmlformats.org/officeDocument/2006/relationships/slide" Target="slide47.xml"/><Relationship Id="rId5" Type="http://schemas.openxmlformats.org/officeDocument/2006/relationships/slide" Target="slide36.xml"/><Relationship Id="rId15" Type="http://schemas.openxmlformats.org/officeDocument/2006/relationships/slide" Target="slide37.xml"/><Relationship Id="rId23" Type="http://schemas.openxmlformats.org/officeDocument/2006/relationships/slide" Target="slide45.xml"/><Relationship Id="rId28" Type="http://schemas.openxmlformats.org/officeDocument/2006/relationships/slide" Target="slide51.xml"/><Relationship Id="rId10" Type="http://schemas.openxmlformats.org/officeDocument/2006/relationships/slide" Target="slide32.xml"/><Relationship Id="rId19" Type="http://schemas.openxmlformats.org/officeDocument/2006/relationships/slide" Target="slide48.xml"/><Relationship Id="rId4" Type="http://schemas.openxmlformats.org/officeDocument/2006/relationships/slide" Target="slide35.xml"/><Relationship Id="rId9" Type="http://schemas.openxmlformats.org/officeDocument/2006/relationships/slide" Target="slide31.xml"/><Relationship Id="rId14" Type="http://schemas.openxmlformats.org/officeDocument/2006/relationships/slide" Target="slide30.xml"/><Relationship Id="rId22" Type="http://schemas.openxmlformats.org/officeDocument/2006/relationships/slide" Target="slide43.xml"/><Relationship Id="rId27" Type="http://schemas.openxmlformats.org/officeDocument/2006/relationships/slide" Target="slide41.xml"/></Relationships>
</file>

<file path=ppt/slides/_rels/slide2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3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3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slide" Target="slide21.xml"/></Relationships>
</file>

<file path=ppt/slides/_rels/slide3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3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3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slide" Target="slide6.xml"/></Relationships>
</file>

<file path=ppt/slides/_rels/slide3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3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3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3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4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4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4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43.xml.rels><?xml version="1.0" encoding="UTF-8" standalone="yes"?>
<Relationships xmlns="http://schemas.openxmlformats.org/package/2006/relationships"><Relationship Id="rId3" Type="http://schemas.openxmlformats.org/officeDocument/2006/relationships/slide" Target="slide27.xml"/><Relationship Id="rId7" Type="http://schemas.openxmlformats.org/officeDocument/2006/relationships/slide" Target="slide20.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7.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slide" Target="slide23.xml"/></Relationships>
</file>

<file path=ppt/slides/_rels/slide4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4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image" Target="../media/image28.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4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4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5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5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5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36.png"/><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slide" Target="slide21.xml"/></Relationships>
</file>

<file path=ppt/slides/_rels/slide54.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pic>
        <p:nvPicPr>
          <p:cNvPr id="26326" name="Cover picture" descr="Red-brick terraced houses on a hill at golden hour, mid-retrofit with scaffolding, wall insulation, a heat pump and new windows waiting, under a calm deep-green sky.">
            <a:extLst>
              <a:ext uri="{FF2B5EF4-FFF2-40B4-BE49-F238E27FC236}">
                <a16:creationId xmlns:a16="http://schemas.microsoft.com/office/drawing/2014/main" id="{D80FF530-FA60-ABE6-EC0F-31CBCB4C8753}"/>
              </a:ext>
            </a:extLst>
          </p:cNvPr>
          <p:cNvPicPr>
            <a:picLocks noChangeAspect="1"/>
          </p:cNvPicPr>
          <p:nvPr/>
        </p:nvPicPr>
        <p:blipFill>
          <a:blip r:embed="rId3"/>
          <a:stretch>
            <a:fillRect/>
          </a:stretch>
        </p:blipFill>
        <p:spPr>
          <a:xfrm>
            <a:off x="0" y="0"/>
            <a:ext cx="12192000" cy="6858000"/>
          </a:xfrm>
          <a:prstGeom prst="rect">
            <a:avLst/>
          </a:prstGeom>
        </p:spPr>
      </p:pic>
      <p:sp>
        <p:nvSpPr>
          <p:cNvPr id="55954" name="Scrim 001">
            <a:extLst>
              <a:ext uri="{FF2B5EF4-FFF2-40B4-BE49-F238E27FC236}">
                <a16:creationId xmlns:a16="http://schemas.microsoft.com/office/drawing/2014/main" id="{A1BC8B18-EE5C-20F4-418E-4265A14DFBC9}"/>
              </a:ext>
            </a:extLst>
          </p:cNvPr>
          <p:cNvSpPr/>
          <p:nvPr/>
        </p:nvSpPr>
        <p:spPr>
          <a:xfrm>
            <a:off x="0" y="0"/>
            <a:ext cx="1177449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56" name="Scrim 002">
            <a:extLst>
              <a:ext uri="{FF2B5EF4-FFF2-40B4-BE49-F238E27FC236}">
                <a16:creationId xmlns:a16="http://schemas.microsoft.com/office/drawing/2014/main" id="{4C561B5B-DFF5-03C9-7255-DD871859EAB9}"/>
              </a:ext>
            </a:extLst>
          </p:cNvPr>
          <p:cNvSpPr/>
          <p:nvPr/>
        </p:nvSpPr>
        <p:spPr>
          <a:xfrm>
            <a:off x="0" y="0"/>
            <a:ext cx="1168021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59" name="Scrim 003">
            <a:extLst>
              <a:ext uri="{FF2B5EF4-FFF2-40B4-BE49-F238E27FC236}">
                <a16:creationId xmlns:a16="http://schemas.microsoft.com/office/drawing/2014/main" id="{F983BFB4-E23D-EA19-5030-F5151DF498ED}"/>
              </a:ext>
            </a:extLst>
          </p:cNvPr>
          <p:cNvSpPr/>
          <p:nvPr/>
        </p:nvSpPr>
        <p:spPr>
          <a:xfrm>
            <a:off x="0" y="0"/>
            <a:ext cx="1161435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63" name="Scrim 004">
            <a:extLst>
              <a:ext uri="{FF2B5EF4-FFF2-40B4-BE49-F238E27FC236}">
                <a16:creationId xmlns:a16="http://schemas.microsoft.com/office/drawing/2014/main" id="{39119CF4-B196-2191-8231-4F6F6578BAAA}"/>
              </a:ext>
            </a:extLst>
          </p:cNvPr>
          <p:cNvSpPr/>
          <p:nvPr/>
        </p:nvSpPr>
        <p:spPr>
          <a:xfrm>
            <a:off x="0" y="0"/>
            <a:ext cx="1156028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68" name="Scrim 005">
            <a:extLst>
              <a:ext uri="{FF2B5EF4-FFF2-40B4-BE49-F238E27FC236}">
                <a16:creationId xmlns:a16="http://schemas.microsoft.com/office/drawing/2014/main" id="{90858C2C-9BB4-94A6-66D7-B288688BCDEA}"/>
              </a:ext>
            </a:extLst>
          </p:cNvPr>
          <p:cNvSpPr/>
          <p:nvPr/>
        </p:nvSpPr>
        <p:spPr>
          <a:xfrm>
            <a:off x="0" y="0"/>
            <a:ext cx="1151318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74" name="Scrim 006">
            <a:extLst>
              <a:ext uri="{FF2B5EF4-FFF2-40B4-BE49-F238E27FC236}">
                <a16:creationId xmlns:a16="http://schemas.microsoft.com/office/drawing/2014/main" id="{2E014E56-7D88-0D9C-206C-E233C09A64B2}"/>
              </a:ext>
            </a:extLst>
          </p:cNvPr>
          <p:cNvSpPr/>
          <p:nvPr/>
        </p:nvSpPr>
        <p:spPr>
          <a:xfrm>
            <a:off x="0" y="0"/>
            <a:ext cx="1147081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81" name="Scrim 007">
            <a:extLst>
              <a:ext uri="{FF2B5EF4-FFF2-40B4-BE49-F238E27FC236}">
                <a16:creationId xmlns:a16="http://schemas.microsoft.com/office/drawing/2014/main" id="{BBDF69E1-E4E2-D53B-2C26-0FD394118E6E}"/>
              </a:ext>
            </a:extLst>
          </p:cNvPr>
          <p:cNvSpPr/>
          <p:nvPr/>
        </p:nvSpPr>
        <p:spPr>
          <a:xfrm>
            <a:off x="0" y="0"/>
            <a:ext cx="1143194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89" name="Scrim 008">
            <a:extLst>
              <a:ext uri="{FF2B5EF4-FFF2-40B4-BE49-F238E27FC236}">
                <a16:creationId xmlns:a16="http://schemas.microsoft.com/office/drawing/2014/main" id="{2C08E70D-07B3-2890-C87F-A52FB9013FA3}"/>
              </a:ext>
            </a:extLst>
          </p:cNvPr>
          <p:cNvSpPr/>
          <p:nvPr/>
        </p:nvSpPr>
        <p:spPr>
          <a:xfrm>
            <a:off x="0" y="0"/>
            <a:ext cx="11395809"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98" name="Scrim 009">
            <a:extLst>
              <a:ext uri="{FF2B5EF4-FFF2-40B4-BE49-F238E27FC236}">
                <a16:creationId xmlns:a16="http://schemas.microsoft.com/office/drawing/2014/main" id="{A6941C0E-5E43-5941-BF85-E5BE0AB83EBE}"/>
              </a:ext>
            </a:extLst>
          </p:cNvPr>
          <p:cNvSpPr/>
          <p:nvPr/>
        </p:nvSpPr>
        <p:spPr>
          <a:xfrm>
            <a:off x="0" y="0"/>
            <a:ext cx="1136187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08" name="Scrim 010">
            <a:extLst>
              <a:ext uri="{FF2B5EF4-FFF2-40B4-BE49-F238E27FC236}">
                <a16:creationId xmlns:a16="http://schemas.microsoft.com/office/drawing/2014/main" id="{B04323A7-87C7-1C2A-ED34-FD2AA09D0341}"/>
              </a:ext>
            </a:extLst>
          </p:cNvPr>
          <p:cNvSpPr/>
          <p:nvPr/>
        </p:nvSpPr>
        <p:spPr>
          <a:xfrm>
            <a:off x="0" y="0"/>
            <a:ext cx="1132977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19" name="Scrim 011">
            <a:extLst>
              <a:ext uri="{FF2B5EF4-FFF2-40B4-BE49-F238E27FC236}">
                <a16:creationId xmlns:a16="http://schemas.microsoft.com/office/drawing/2014/main" id="{5B450A23-43B3-20CF-E08F-411442CACE5C}"/>
              </a:ext>
            </a:extLst>
          </p:cNvPr>
          <p:cNvSpPr/>
          <p:nvPr/>
        </p:nvSpPr>
        <p:spPr>
          <a:xfrm>
            <a:off x="0" y="0"/>
            <a:ext cx="1129922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31" name="Scrim 012">
            <a:extLst>
              <a:ext uri="{FF2B5EF4-FFF2-40B4-BE49-F238E27FC236}">
                <a16:creationId xmlns:a16="http://schemas.microsoft.com/office/drawing/2014/main" id="{79BE2372-426D-067A-A55B-056FB5D60C99}"/>
              </a:ext>
            </a:extLst>
          </p:cNvPr>
          <p:cNvSpPr/>
          <p:nvPr/>
        </p:nvSpPr>
        <p:spPr>
          <a:xfrm>
            <a:off x="0" y="0"/>
            <a:ext cx="1127002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44" name="Scrim 013">
            <a:extLst>
              <a:ext uri="{FF2B5EF4-FFF2-40B4-BE49-F238E27FC236}">
                <a16:creationId xmlns:a16="http://schemas.microsoft.com/office/drawing/2014/main" id="{FD306246-9243-89D6-0208-2ECC66BBE739}"/>
              </a:ext>
            </a:extLst>
          </p:cNvPr>
          <p:cNvSpPr/>
          <p:nvPr/>
        </p:nvSpPr>
        <p:spPr>
          <a:xfrm>
            <a:off x="0" y="0"/>
            <a:ext cx="1124198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58" name="Scrim 014">
            <a:extLst>
              <a:ext uri="{FF2B5EF4-FFF2-40B4-BE49-F238E27FC236}">
                <a16:creationId xmlns:a16="http://schemas.microsoft.com/office/drawing/2014/main" id="{C97D26C5-8E6D-4D7E-0FA6-B8F5AE461A6E}"/>
              </a:ext>
            </a:extLst>
          </p:cNvPr>
          <p:cNvSpPr/>
          <p:nvPr/>
        </p:nvSpPr>
        <p:spPr>
          <a:xfrm>
            <a:off x="0" y="0"/>
            <a:ext cx="1121499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73" name="Scrim 015">
            <a:extLst>
              <a:ext uri="{FF2B5EF4-FFF2-40B4-BE49-F238E27FC236}">
                <a16:creationId xmlns:a16="http://schemas.microsoft.com/office/drawing/2014/main" id="{4ABBABB1-C700-2EBA-7D39-494DC09A51B7}"/>
              </a:ext>
            </a:extLst>
          </p:cNvPr>
          <p:cNvSpPr/>
          <p:nvPr/>
        </p:nvSpPr>
        <p:spPr>
          <a:xfrm>
            <a:off x="0" y="0"/>
            <a:ext cx="11188921"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89" name="Scrim 016">
            <a:extLst>
              <a:ext uri="{FF2B5EF4-FFF2-40B4-BE49-F238E27FC236}">
                <a16:creationId xmlns:a16="http://schemas.microsoft.com/office/drawing/2014/main" id="{6B00B373-DE4C-D8F9-14EB-0592670CA482}"/>
              </a:ext>
            </a:extLst>
          </p:cNvPr>
          <p:cNvSpPr/>
          <p:nvPr/>
        </p:nvSpPr>
        <p:spPr>
          <a:xfrm>
            <a:off x="0" y="0"/>
            <a:ext cx="1116368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06" name="Scrim 017">
            <a:extLst>
              <a:ext uri="{FF2B5EF4-FFF2-40B4-BE49-F238E27FC236}">
                <a16:creationId xmlns:a16="http://schemas.microsoft.com/office/drawing/2014/main" id="{8507FA14-4D55-291E-C409-DC3132D32F65}"/>
              </a:ext>
            </a:extLst>
          </p:cNvPr>
          <p:cNvSpPr/>
          <p:nvPr/>
        </p:nvSpPr>
        <p:spPr>
          <a:xfrm>
            <a:off x="0" y="0"/>
            <a:ext cx="11139211"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24" name="Scrim 018">
            <a:extLst>
              <a:ext uri="{FF2B5EF4-FFF2-40B4-BE49-F238E27FC236}">
                <a16:creationId xmlns:a16="http://schemas.microsoft.com/office/drawing/2014/main" id="{E315E1E9-BB32-9DD5-DF03-93D2E7F3F30B}"/>
              </a:ext>
            </a:extLst>
          </p:cNvPr>
          <p:cNvSpPr/>
          <p:nvPr/>
        </p:nvSpPr>
        <p:spPr>
          <a:xfrm>
            <a:off x="0" y="0"/>
            <a:ext cx="1111542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43" name="Scrim 019">
            <a:extLst>
              <a:ext uri="{FF2B5EF4-FFF2-40B4-BE49-F238E27FC236}">
                <a16:creationId xmlns:a16="http://schemas.microsoft.com/office/drawing/2014/main" id="{F7749BD9-95F3-23F1-9F69-0E2209EAE772}"/>
              </a:ext>
            </a:extLst>
          </p:cNvPr>
          <p:cNvSpPr/>
          <p:nvPr/>
        </p:nvSpPr>
        <p:spPr>
          <a:xfrm>
            <a:off x="0" y="0"/>
            <a:ext cx="1109227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63" name="Scrim 020">
            <a:extLst>
              <a:ext uri="{FF2B5EF4-FFF2-40B4-BE49-F238E27FC236}">
                <a16:creationId xmlns:a16="http://schemas.microsoft.com/office/drawing/2014/main" id="{5E4FCC41-23F7-F1E5-3267-8062753C540A}"/>
              </a:ext>
            </a:extLst>
          </p:cNvPr>
          <p:cNvSpPr/>
          <p:nvPr/>
        </p:nvSpPr>
        <p:spPr>
          <a:xfrm>
            <a:off x="0" y="0"/>
            <a:ext cx="1106971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84" name="Scrim 021">
            <a:extLst>
              <a:ext uri="{FF2B5EF4-FFF2-40B4-BE49-F238E27FC236}">
                <a16:creationId xmlns:a16="http://schemas.microsoft.com/office/drawing/2014/main" id="{8F833F3A-D9C9-6CBF-5E7F-E7E7E735E9C0}"/>
              </a:ext>
            </a:extLst>
          </p:cNvPr>
          <p:cNvSpPr/>
          <p:nvPr/>
        </p:nvSpPr>
        <p:spPr>
          <a:xfrm>
            <a:off x="0" y="0"/>
            <a:ext cx="1104769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06" name="Scrim 022">
            <a:extLst>
              <a:ext uri="{FF2B5EF4-FFF2-40B4-BE49-F238E27FC236}">
                <a16:creationId xmlns:a16="http://schemas.microsoft.com/office/drawing/2014/main" id="{0374EE69-123A-2921-A421-003804BFD7CE}"/>
              </a:ext>
            </a:extLst>
          </p:cNvPr>
          <p:cNvSpPr/>
          <p:nvPr/>
        </p:nvSpPr>
        <p:spPr>
          <a:xfrm>
            <a:off x="0" y="0"/>
            <a:ext cx="1102617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29" name="Scrim 023">
            <a:extLst>
              <a:ext uri="{FF2B5EF4-FFF2-40B4-BE49-F238E27FC236}">
                <a16:creationId xmlns:a16="http://schemas.microsoft.com/office/drawing/2014/main" id="{E73F8726-667E-29FF-76CE-10550E90D709}"/>
              </a:ext>
            </a:extLst>
          </p:cNvPr>
          <p:cNvSpPr/>
          <p:nvPr/>
        </p:nvSpPr>
        <p:spPr>
          <a:xfrm>
            <a:off x="0" y="0"/>
            <a:ext cx="1100512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53" name="Scrim 024">
            <a:extLst>
              <a:ext uri="{FF2B5EF4-FFF2-40B4-BE49-F238E27FC236}">
                <a16:creationId xmlns:a16="http://schemas.microsoft.com/office/drawing/2014/main" id="{BE34B928-7B73-ED12-15B4-D0BD83E7B215}"/>
              </a:ext>
            </a:extLst>
          </p:cNvPr>
          <p:cNvSpPr/>
          <p:nvPr/>
        </p:nvSpPr>
        <p:spPr>
          <a:xfrm>
            <a:off x="0" y="0"/>
            <a:ext cx="1098451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78" name="Scrim 025">
            <a:extLst>
              <a:ext uri="{FF2B5EF4-FFF2-40B4-BE49-F238E27FC236}">
                <a16:creationId xmlns:a16="http://schemas.microsoft.com/office/drawing/2014/main" id="{B6EF8099-AFA6-2CC7-FE2F-DBEB7BBD666D}"/>
              </a:ext>
            </a:extLst>
          </p:cNvPr>
          <p:cNvSpPr/>
          <p:nvPr/>
        </p:nvSpPr>
        <p:spPr>
          <a:xfrm>
            <a:off x="0" y="0"/>
            <a:ext cx="1096431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04" name="Scrim 026">
            <a:extLst>
              <a:ext uri="{FF2B5EF4-FFF2-40B4-BE49-F238E27FC236}">
                <a16:creationId xmlns:a16="http://schemas.microsoft.com/office/drawing/2014/main" id="{052A9ACC-ABF9-7A83-E9D7-77D4C20E4514}"/>
              </a:ext>
            </a:extLst>
          </p:cNvPr>
          <p:cNvSpPr/>
          <p:nvPr/>
        </p:nvSpPr>
        <p:spPr>
          <a:xfrm>
            <a:off x="0" y="0"/>
            <a:ext cx="1094451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31" name="Scrim 027">
            <a:extLst>
              <a:ext uri="{FF2B5EF4-FFF2-40B4-BE49-F238E27FC236}">
                <a16:creationId xmlns:a16="http://schemas.microsoft.com/office/drawing/2014/main" id="{15670FB3-0448-30B4-0FAD-F1CEE1D79212}"/>
              </a:ext>
            </a:extLst>
          </p:cNvPr>
          <p:cNvSpPr/>
          <p:nvPr/>
        </p:nvSpPr>
        <p:spPr>
          <a:xfrm>
            <a:off x="0" y="0"/>
            <a:ext cx="1092506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59" name="Scrim 028">
            <a:extLst>
              <a:ext uri="{FF2B5EF4-FFF2-40B4-BE49-F238E27FC236}">
                <a16:creationId xmlns:a16="http://schemas.microsoft.com/office/drawing/2014/main" id="{FAEB47CE-93CE-6FB2-E914-3B0BF2B1E8F3}"/>
              </a:ext>
            </a:extLst>
          </p:cNvPr>
          <p:cNvSpPr/>
          <p:nvPr/>
        </p:nvSpPr>
        <p:spPr>
          <a:xfrm>
            <a:off x="0" y="0"/>
            <a:ext cx="1090597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88" name="Scrim 029">
            <a:extLst>
              <a:ext uri="{FF2B5EF4-FFF2-40B4-BE49-F238E27FC236}">
                <a16:creationId xmlns:a16="http://schemas.microsoft.com/office/drawing/2014/main" id="{225B0B36-D83D-E193-A55A-AADFE3AD3CF6}"/>
              </a:ext>
            </a:extLst>
          </p:cNvPr>
          <p:cNvSpPr/>
          <p:nvPr/>
        </p:nvSpPr>
        <p:spPr>
          <a:xfrm>
            <a:off x="0" y="0"/>
            <a:ext cx="1088720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18" name="Scrim 030">
            <a:extLst>
              <a:ext uri="{FF2B5EF4-FFF2-40B4-BE49-F238E27FC236}">
                <a16:creationId xmlns:a16="http://schemas.microsoft.com/office/drawing/2014/main" id="{7E0341DF-0D7A-E834-9DD8-13A11458109B}"/>
              </a:ext>
            </a:extLst>
          </p:cNvPr>
          <p:cNvSpPr/>
          <p:nvPr/>
        </p:nvSpPr>
        <p:spPr>
          <a:xfrm>
            <a:off x="0" y="0"/>
            <a:ext cx="1086874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49" name="Scrim 031">
            <a:extLst>
              <a:ext uri="{FF2B5EF4-FFF2-40B4-BE49-F238E27FC236}">
                <a16:creationId xmlns:a16="http://schemas.microsoft.com/office/drawing/2014/main" id="{592CEC7C-1C81-958C-6FEF-A0DB5D322D95}"/>
              </a:ext>
            </a:extLst>
          </p:cNvPr>
          <p:cNvSpPr/>
          <p:nvPr/>
        </p:nvSpPr>
        <p:spPr>
          <a:xfrm>
            <a:off x="0" y="0"/>
            <a:ext cx="1085058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81" name="Scrim 032">
            <a:extLst>
              <a:ext uri="{FF2B5EF4-FFF2-40B4-BE49-F238E27FC236}">
                <a16:creationId xmlns:a16="http://schemas.microsoft.com/office/drawing/2014/main" id="{68F32E95-A772-96AC-8691-E4628CAB79A0}"/>
              </a:ext>
            </a:extLst>
          </p:cNvPr>
          <p:cNvSpPr/>
          <p:nvPr/>
        </p:nvSpPr>
        <p:spPr>
          <a:xfrm>
            <a:off x="0" y="0"/>
            <a:ext cx="1083270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14" name="Scrim 033">
            <a:extLst>
              <a:ext uri="{FF2B5EF4-FFF2-40B4-BE49-F238E27FC236}">
                <a16:creationId xmlns:a16="http://schemas.microsoft.com/office/drawing/2014/main" id="{4A7ABD32-D3EA-303C-7122-A3A62278D4B2}"/>
              </a:ext>
            </a:extLst>
          </p:cNvPr>
          <p:cNvSpPr/>
          <p:nvPr/>
        </p:nvSpPr>
        <p:spPr>
          <a:xfrm>
            <a:off x="0" y="0"/>
            <a:ext cx="1081509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48" name="Scrim 034">
            <a:extLst>
              <a:ext uri="{FF2B5EF4-FFF2-40B4-BE49-F238E27FC236}">
                <a16:creationId xmlns:a16="http://schemas.microsoft.com/office/drawing/2014/main" id="{7585C500-C22F-2C65-05C0-9C2D0E269AAF}"/>
              </a:ext>
            </a:extLst>
          </p:cNvPr>
          <p:cNvSpPr/>
          <p:nvPr/>
        </p:nvSpPr>
        <p:spPr>
          <a:xfrm>
            <a:off x="0" y="0"/>
            <a:ext cx="1079773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83" name="Scrim 035">
            <a:extLst>
              <a:ext uri="{FF2B5EF4-FFF2-40B4-BE49-F238E27FC236}">
                <a16:creationId xmlns:a16="http://schemas.microsoft.com/office/drawing/2014/main" id="{6D1C6EE0-F174-28FF-6825-DE1D178386ED}"/>
              </a:ext>
            </a:extLst>
          </p:cNvPr>
          <p:cNvSpPr/>
          <p:nvPr/>
        </p:nvSpPr>
        <p:spPr>
          <a:xfrm>
            <a:off x="0" y="0"/>
            <a:ext cx="1078062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19" name="Scrim 036">
            <a:extLst>
              <a:ext uri="{FF2B5EF4-FFF2-40B4-BE49-F238E27FC236}">
                <a16:creationId xmlns:a16="http://schemas.microsoft.com/office/drawing/2014/main" id="{66DBD649-905A-D48E-9692-7C8C86045FCB}"/>
              </a:ext>
            </a:extLst>
          </p:cNvPr>
          <p:cNvSpPr/>
          <p:nvPr/>
        </p:nvSpPr>
        <p:spPr>
          <a:xfrm>
            <a:off x="0" y="0"/>
            <a:ext cx="1076374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56" name="Scrim 037">
            <a:extLst>
              <a:ext uri="{FF2B5EF4-FFF2-40B4-BE49-F238E27FC236}">
                <a16:creationId xmlns:a16="http://schemas.microsoft.com/office/drawing/2014/main" id="{18108AE6-D397-6956-E0BC-F38DC2CD8134}"/>
              </a:ext>
            </a:extLst>
          </p:cNvPr>
          <p:cNvSpPr/>
          <p:nvPr/>
        </p:nvSpPr>
        <p:spPr>
          <a:xfrm>
            <a:off x="0" y="0"/>
            <a:ext cx="1074709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94" name="Scrim 038">
            <a:extLst>
              <a:ext uri="{FF2B5EF4-FFF2-40B4-BE49-F238E27FC236}">
                <a16:creationId xmlns:a16="http://schemas.microsoft.com/office/drawing/2014/main" id="{DE136E96-A1C4-186A-1D2A-8615B2326D22}"/>
              </a:ext>
            </a:extLst>
          </p:cNvPr>
          <p:cNvSpPr/>
          <p:nvPr/>
        </p:nvSpPr>
        <p:spPr>
          <a:xfrm>
            <a:off x="0" y="0"/>
            <a:ext cx="1073065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33" name="Scrim 039">
            <a:extLst>
              <a:ext uri="{FF2B5EF4-FFF2-40B4-BE49-F238E27FC236}">
                <a16:creationId xmlns:a16="http://schemas.microsoft.com/office/drawing/2014/main" id="{E229FB77-4FD5-9E10-3E30-306BA360B726}"/>
              </a:ext>
            </a:extLst>
          </p:cNvPr>
          <p:cNvSpPr/>
          <p:nvPr/>
        </p:nvSpPr>
        <p:spPr>
          <a:xfrm>
            <a:off x="0" y="0"/>
            <a:ext cx="1071441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73" name="Scrim 040">
            <a:extLst>
              <a:ext uri="{FF2B5EF4-FFF2-40B4-BE49-F238E27FC236}">
                <a16:creationId xmlns:a16="http://schemas.microsoft.com/office/drawing/2014/main" id="{20893AFC-86AE-E5E0-C9FD-FC040C7ED326}"/>
              </a:ext>
            </a:extLst>
          </p:cNvPr>
          <p:cNvSpPr/>
          <p:nvPr/>
        </p:nvSpPr>
        <p:spPr>
          <a:xfrm>
            <a:off x="0" y="0"/>
            <a:ext cx="1069838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14" name="Scrim 041">
            <a:extLst>
              <a:ext uri="{FF2B5EF4-FFF2-40B4-BE49-F238E27FC236}">
                <a16:creationId xmlns:a16="http://schemas.microsoft.com/office/drawing/2014/main" id="{80FF7ACA-46AE-BDD7-A7FA-E7BB1633E709}"/>
              </a:ext>
            </a:extLst>
          </p:cNvPr>
          <p:cNvSpPr/>
          <p:nvPr/>
        </p:nvSpPr>
        <p:spPr>
          <a:xfrm>
            <a:off x="0" y="0"/>
            <a:ext cx="1068253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56" name="Scrim 042">
            <a:extLst>
              <a:ext uri="{FF2B5EF4-FFF2-40B4-BE49-F238E27FC236}">
                <a16:creationId xmlns:a16="http://schemas.microsoft.com/office/drawing/2014/main" id="{BB609B28-5DB4-5AE4-C931-C48DD44AF955}"/>
              </a:ext>
            </a:extLst>
          </p:cNvPr>
          <p:cNvSpPr/>
          <p:nvPr/>
        </p:nvSpPr>
        <p:spPr>
          <a:xfrm>
            <a:off x="0" y="0"/>
            <a:ext cx="1066687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99" name="Scrim 043">
            <a:extLst>
              <a:ext uri="{FF2B5EF4-FFF2-40B4-BE49-F238E27FC236}">
                <a16:creationId xmlns:a16="http://schemas.microsoft.com/office/drawing/2014/main" id="{6EDE8DF8-D6C0-93DE-C8A3-04F3E1BFE430}"/>
              </a:ext>
            </a:extLst>
          </p:cNvPr>
          <p:cNvSpPr/>
          <p:nvPr/>
        </p:nvSpPr>
        <p:spPr>
          <a:xfrm>
            <a:off x="0" y="0"/>
            <a:ext cx="1065138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43" name="Scrim 044">
            <a:extLst>
              <a:ext uri="{FF2B5EF4-FFF2-40B4-BE49-F238E27FC236}">
                <a16:creationId xmlns:a16="http://schemas.microsoft.com/office/drawing/2014/main" id="{687DF1E3-740B-28AA-826B-44D5B4BFC019}"/>
              </a:ext>
            </a:extLst>
          </p:cNvPr>
          <p:cNvSpPr/>
          <p:nvPr/>
        </p:nvSpPr>
        <p:spPr>
          <a:xfrm>
            <a:off x="0" y="0"/>
            <a:ext cx="1063606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88" name="Scrim 045">
            <a:extLst>
              <a:ext uri="{FF2B5EF4-FFF2-40B4-BE49-F238E27FC236}">
                <a16:creationId xmlns:a16="http://schemas.microsoft.com/office/drawing/2014/main" id="{A8F1BD6F-26AA-E51D-F904-1ABD027B29CF}"/>
              </a:ext>
            </a:extLst>
          </p:cNvPr>
          <p:cNvSpPr/>
          <p:nvPr/>
        </p:nvSpPr>
        <p:spPr>
          <a:xfrm>
            <a:off x="0" y="0"/>
            <a:ext cx="1061337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034" name="Scrim 046">
            <a:extLst>
              <a:ext uri="{FF2B5EF4-FFF2-40B4-BE49-F238E27FC236}">
                <a16:creationId xmlns:a16="http://schemas.microsoft.com/office/drawing/2014/main" id="{46BD9FC9-DB4E-E950-3E0D-B8FE5D1AC215}"/>
              </a:ext>
            </a:extLst>
          </p:cNvPr>
          <p:cNvSpPr/>
          <p:nvPr/>
        </p:nvSpPr>
        <p:spPr>
          <a:xfrm>
            <a:off x="0" y="0"/>
            <a:ext cx="1058352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081" name="Scrim 047">
            <a:extLst>
              <a:ext uri="{FF2B5EF4-FFF2-40B4-BE49-F238E27FC236}">
                <a16:creationId xmlns:a16="http://schemas.microsoft.com/office/drawing/2014/main" id="{15DFCBB9-B8A8-2242-C221-D1D7924FEBC6}"/>
              </a:ext>
            </a:extLst>
          </p:cNvPr>
          <p:cNvSpPr/>
          <p:nvPr/>
        </p:nvSpPr>
        <p:spPr>
          <a:xfrm>
            <a:off x="0" y="0"/>
            <a:ext cx="1055426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29" name="Scrim 048">
            <a:extLst>
              <a:ext uri="{FF2B5EF4-FFF2-40B4-BE49-F238E27FC236}">
                <a16:creationId xmlns:a16="http://schemas.microsoft.com/office/drawing/2014/main" id="{78244BE8-5C8B-1F28-8B1A-6D05251B598B}"/>
              </a:ext>
            </a:extLst>
          </p:cNvPr>
          <p:cNvSpPr/>
          <p:nvPr/>
        </p:nvSpPr>
        <p:spPr>
          <a:xfrm>
            <a:off x="0" y="0"/>
            <a:ext cx="1052554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78" name="Scrim 049">
            <a:extLst>
              <a:ext uri="{FF2B5EF4-FFF2-40B4-BE49-F238E27FC236}">
                <a16:creationId xmlns:a16="http://schemas.microsoft.com/office/drawing/2014/main" id="{56963D04-CD6A-99FA-9DD5-DD6A7C2EE75A}"/>
              </a:ext>
            </a:extLst>
          </p:cNvPr>
          <p:cNvSpPr/>
          <p:nvPr/>
        </p:nvSpPr>
        <p:spPr>
          <a:xfrm>
            <a:off x="0" y="0"/>
            <a:ext cx="1049732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28" name="Scrim 050">
            <a:extLst>
              <a:ext uri="{FF2B5EF4-FFF2-40B4-BE49-F238E27FC236}">
                <a16:creationId xmlns:a16="http://schemas.microsoft.com/office/drawing/2014/main" id="{A413578D-26D1-6441-726B-FFBF18C3B8A9}"/>
              </a:ext>
            </a:extLst>
          </p:cNvPr>
          <p:cNvSpPr/>
          <p:nvPr/>
        </p:nvSpPr>
        <p:spPr>
          <a:xfrm>
            <a:off x="0" y="0"/>
            <a:ext cx="1046957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79" name="Scrim 051">
            <a:extLst>
              <a:ext uri="{FF2B5EF4-FFF2-40B4-BE49-F238E27FC236}">
                <a16:creationId xmlns:a16="http://schemas.microsoft.com/office/drawing/2014/main" id="{D02DA5C3-B5FC-8C4F-40E7-3C583A10695E}"/>
              </a:ext>
            </a:extLst>
          </p:cNvPr>
          <p:cNvSpPr/>
          <p:nvPr/>
        </p:nvSpPr>
        <p:spPr>
          <a:xfrm>
            <a:off x="0" y="0"/>
            <a:ext cx="1044226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31" name="Scrim 052">
            <a:extLst>
              <a:ext uri="{FF2B5EF4-FFF2-40B4-BE49-F238E27FC236}">
                <a16:creationId xmlns:a16="http://schemas.microsoft.com/office/drawing/2014/main" id="{D6F2437B-2638-51E0-5EA7-84927283EA5D}"/>
              </a:ext>
            </a:extLst>
          </p:cNvPr>
          <p:cNvSpPr/>
          <p:nvPr/>
        </p:nvSpPr>
        <p:spPr>
          <a:xfrm>
            <a:off x="0" y="0"/>
            <a:ext cx="1041535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84" name="Scrim 053">
            <a:extLst>
              <a:ext uri="{FF2B5EF4-FFF2-40B4-BE49-F238E27FC236}">
                <a16:creationId xmlns:a16="http://schemas.microsoft.com/office/drawing/2014/main" id="{D3347D68-3346-70D5-7B1A-530E82029D4E}"/>
              </a:ext>
            </a:extLst>
          </p:cNvPr>
          <p:cNvSpPr/>
          <p:nvPr/>
        </p:nvSpPr>
        <p:spPr>
          <a:xfrm>
            <a:off x="0" y="0"/>
            <a:ext cx="10388837"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38" name="Scrim 054">
            <a:extLst>
              <a:ext uri="{FF2B5EF4-FFF2-40B4-BE49-F238E27FC236}">
                <a16:creationId xmlns:a16="http://schemas.microsoft.com/office/drawing/2014/main" id="{9BC49D93-35BA-A3BD-9722-8BFFB583B3B7}"/>
              </a:ext>
            </a:extLst>
          </p:cNvPr>
          <p:cNvSpPr/>
          <p:nvPr/>
        </p:nvSpPr>
        <p:spPr>
          <a:xfrm>
            <a:off x="0" y="0"/>
            <a:ext cx="1036266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93" name="Scrim 055">
            <a:extLst>
              <a:ext uri="{FF2B5EF4-FFF2-40B4-BE49-F238E27FC236}">
                <a16:creationId xmlns:a16="http://schemas.microsoft.com/office/drawing/2014/main" id="{C2C2448A-2131-FC89-AECA-D2A15C7FD84F}"/>
              </a:ext>
            </a:extLst>
          </p:cNvPr>
          <p:cNvSpPr/>
          <p:nvPr/>
        </p:nvSpPr>
        <p:spPr>
          <a:xfrm>
            <a:off x="0" y="0"/>
            <a:ext cx="1033682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549" name="Scrim 056">
            <a:extLst>
              <a:ext uri="{FF2B5EF4-FFF2-40B4-BE49-F238E27FC236}">
                <a16:creationId xmlns:a16="http://schemas.microsoft.com/office/drawing/2014/main" id="{08E81D59-3A42-3E53-8D80-9A0C412242E1}"/>
              </a:ext>
            </a:extLst>
          </p:cNvPr>
          <p:cNvSpPr/>
          <p:nvPr/>
        </p:nvSpPr>
        <p:spPr>
          <a:xfrm>
            <a:off x="0" y="0"/>
            <a:ext cx="1031129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606" name="Scrim 057">
            <a:extLst>
              <a:ext uri="{FF2B5EF4-FFF2-40B4-BE49-F238E27FC236}">
                <a16:creationId xmlns:a16="http://schemas.microsoft.com/office/drawing/2014/main" id="{F1813532-AD60-4494-5FEC-F1C8656C3BB0}"/>
              </a:ext>
            </a:extLst>
          </p:cNvPr>
          <p:cNvSpPr/>
          <p:nvPr/>
        </p:nvSpPr>
        <p:spPr>
          <a:xfrm>
            <a:off x="0" y="0"/>
            <a:ext cx="1028604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664" name="Scrim 058">
            <a:extLst>
              <a:ext uri="{FF2B5EF4-FFF2-40B4-BE49-F238E27FC236}">
                <a16:creationId xmlns:a16="http://schemas.microsoft.com/office/drawing/2014/main" id="{BE20E41A-F85D-E91C-7488-FD03A10E41B8}"/>
              </a:ext>
            </a:extLst>
          </p:cNvPr>
          <p:cNvSpPr/>
          <p:nvPr/>
        </p:nvSpPr>
        <p:spPr>
          <a:xfrm>
            <a:off x="0" y="0"/>
            <a:ext cx="1026104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23" name="Scrim 059">
            <a:extLst>
              <a:ext uri="{FF2B5EF4-FFF2-40B4-BE49-F238E27FC236}">
                <a16:creationId xmlns:a16="http://schemas.microsoft.com/office/drawing/2014/main" id="{04FA20DF-60B4-9CE0-0C29-3F1B6E27F415}"/>
              </a:ext>
            </a:extLst>
          </p:cNvPr>
          <p:cNvSpPr/>
          <p:nvPr/>
        </p:nvSpPr>
        <p:spPr>
          <a:xfrm>
            <a:off x="0" y="0"/>
            <a:ext cx="1023628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83" name="Scrim 060">
            <a:extLst>
              <a:ext uri="{FF2B5EF4-FFF2-40B4-BE49-F238E27FC236}">
                <a16:creationId xmlns:a16="http://schemas.microsoft.com/office/drawing/2014/main" id="{B8E89A23-CA00-C013-E88D-666EC7B708DA}"/>
              </a:ext>
            </a:extLst>
          </p:cNvPr>
          <p:cNvSpPr/>
          <p:nvPr/>
        </p:nvSpPr>
        <p:spPr>
          <a:xfrm>
            <a:off x="0" y="0"/>
            <a:ext cx="1021174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844" name="Scrim 061">
            <a:extLst>
              <a:ext uri="{FF2B5EF4-FFF2-40B4-BE49-F238E27FC236}">
                <a16:creationId xmlns:a16="http://schemas.microsoft.com/office/drawing/2014/main" id="{B9B394D7-E0F8-5084-7777-30821C557A2B}"/>
              </a:ext>
            </a:extLst>
          </p:cNvPr>
          <p:cNvSpPr/>
          <p:nvPr/>
        </p:nvSpPr>
        <p:spPr>
          <a:xfrm>
            <a:off x="0" y="0"/>
            <a:ext cx="1018739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906" name="Scrim 062">
            <a:extLst>
              <a:ext uri="{FF2B5EF4-FFF2-40B4-BE49-F238E27FC236}">
                <a16:creationId xmlns:a16="http://schemas.microsoft.com/office/drawing/2014/main" id="{6129625F-DDA6-6F2F-06A5-B2A4E2057C36}"/>
              </a:ext>
            </a:extLst>
          </p:cNvPr>
          <p:cNvSpPr/>
          <p:nvPr/>
        </p:nvSpPr>
        <p:spPr>
          <a:xfrm>
            <a:off x="0" y="0"/>
            <a:ext cx="1016321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969" name="Scrim 063">
            <a:extLst>
              <a:ext uri="{FF2B5EF4-FFF2-40B4-BE49-F238E27FC236}">
                <a16:creationId xmlns:a16="http://schemas.microsoft.com/office/drawing/2014/main" id="{8EE0C825-6B20-8F06-B160-CFEBB9E8DD46}"/>
              </a:ext>
            </a:extLst>
          </p:cNvPr>
          <p:cNvSpPr/>
          <p:nvPr/>
        </p:nvSpPr>
        <p:spPr>
          <a:xfrm>
            <a:off x="0" y="0"/>
            <a:ext cx="1013917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33" name="Scrim 064">
            <a:extLst>
              <a:ext uri="{FF2B5EF4-FFF2-40B4-BE49-F238E27FC236}">
                <a16:creationId xmlns:a16="http://schemas.microsoft.com/office/drawing/2014/main" id="{755F0A1C-FE89-54C6-70DF-DCAC2DA4CEE7}"/>
              </a:ext>
            </a:extLst>
          </p:cNvPr>
          <p:cNvSpPr/>
          <p:nvPr/>
        </p:nvSpPr>
        <p:spPr>
          <a:xfrm>
            <a:off x="0" y="0"/>
            <a:ext cx="1011527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98" name="Scrim 065">
            <a:extLst>
              <a:ext uri="{FF2B5EF4-FFF2-40B4-BE49-F238E27FC236}">
                <a16:creationId xmlns:a16="http://schemas.microsoft.com/office/drawing/2014/main" id="{8CA2DE57-A57D-7DCC-DD15-FB5218ACDE5E}"/>
              </a:ext>
            </a:extLst>
          </p:cNvPr>
          <p:cNvSpPr/>
          <p:nvPr/>
        </p:nvSpPr>
        <p:spPr>
          <a:xfrm>
            <a:off x="0" y="0"/>
            <a:ext cx="1009146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164" name="Scrim 066">
            <a:extLst>
              <a:ext uri="{FF2B5EF4-FFF2-40B4-BE49-F238E27FC236}">
                <a16:creationId xmlns:a16="http://schemas.microsoft.com/office/drawing/2014/main" id="{B3625836-3BF7-2431-A22E-00D37C985FF5}"/>
              </a:ext>
            </a:extLst>
          </p:cNvPr>
          <p:cNvSpPr/>
          <p:nvPr/>
        </p:nvSpPr>
        <p:spPr>
          <a:xfrm>
            <a:off x="0" y="0"/>
            <a:ext cx="1006774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231" name="Scrim 067">
            <a:extLst>
              <a:ext uri="{FF2B5EF4-FFF2-40B4-BE49-F238E27FC236}">
                <a16:creationId xmlns:a16="http://schemas.microsoft.com/office/drawing/2014/main" id="{8C7D54F9-CB6F-411E-33F4-A6C2F04009FF}"/>
              </a:ext>
            </a:extLst>
          </p:cNvPr>
          <p:cNvSpPr/>
          <p:nvPr/>
        </p:nvSpPr>
        <p:spPr>
          <a:xfrm>
            <a:off x="0" y="0"/>
            <a:ext cx="1004406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299" name="Scrim 068">
            <a:extLst>
              <a:ext uri="{FF2B5EF4-FFF2-40B4-BE49-F238E27FC236}">
                <a16:creationId xmlns:a16="http://schemas.microsoft.com/office/drawing/2014/main" id="{DD01264A-330A-6C55-B15B-CA82D8C06EB0}"/>
              </a:ext>
            </a:extLst>
          </p:cNvPr>
          <p:cNvSpPr/>
          <p:nvPr/>
        </p:nvSpPr>
        <p:spPr>
          <a:xfrm>
            <a:off x="0" y="0"/>
            <a:ext cx="10020425"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368" name="Scrim 069">
            <a:extLst>
              <a:ext uri="{FF2B5EF4-FFF2-40B4-BE49-F238E27FC236}">
                <a16:creationId xmlns:a16="http://schemas.microsoft.com/office/drawing/2014/main" id="{BE8B9D40-D479-AAB8-D33F-830CA34B7ECF}"/>
              </a:ext>
            </a:extLst>
          </p:cNvPr>
          <p:cNvSpPr/>
          <p:nvPr/>
        </p:nvSpPr>
        <p:spPr>
          <a:xfrm>
            <a:off x="0" y="0"/>
            <a:ext cx="999677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438" name="Scrim 070">
            <a:extLst>
              <a:ext uri="{FF2B5EF4-FFF2-40B4-BE49-F238E27FC236}">
                <a16:creationId xmlns:a16="http://schemas.microsoft.com/office/drawing/2014/main" id="{B8C3DDBE-008E-4CD2-A6C0-300AA7C61CBE}"/>
              </a:ext>
            </a:extLst>
          </p:cNvPr>
          <p:cNvSpPr/>
          <p:nvPr/>
        </p:nvSpPr>
        <p:spPr>
          <a:xfrm>
            <a:off x="0" y="0"/>
            <a:ext cx="997310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09" name="Scrim 071">
            <a:extLst>
              <a:ext uri="{FF2B5EF4-FFF2-40B4-BE49-F238E27FC236}">
                <a16:creationId xmlns:a16="http://schemas.microsoft.com/office/drawing/2014/main" id="{0C5F958E-0683-2D04-8ED9-5D2D0321F839}"/>
              </a:ext>
            </a:extLst>
          </p:cNvPr>
          <p:cNvSpPr/>
          <p:nvPr/>
        </p:nvSpPr>
        <p:spPr>
          <a:xfrm>
            <a:off x="0" y="0"/>
            <a:ext cx="994339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81" name="Scrim 072">
            <a:extLst>
              <a:ext uri="{FF2B5EF4-FFF2-40B4-BE49-F238E27FC236}">
                <a16:creationId xmlns:a16="http://schemas.microsoft.com/office/drawing/2014/main" id="{01E4C846-3094-C7D1-A03B-2211EB198207}"/>
              </a:ext>
            </a:extLst>
          </p:cNvPr>
          <p:cNvSpPr/>
          <p:nvPr/>
        </p:nvSpPr>
        <p:spPr>
          <a:xfrm>
            <a:off x="0" y="0"/>
            <a:ext cx="990734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654" name="Scrim 073">
            <a:extLst>
              <a:ext uri="{FF2B5EF4-FFF2-40B4-BE49-F238E27FC236}">
                <a16:creationId xmlns:a16="http://schemas.microsoft.com/office/drawing/2014/main" id="{AA67EA36-BCA3-7D21-CCAA-401260824DB3}"/>
              </a:ext>
            </a:extLst>
          </p:cNvPr>
          <p:cNvSpPr/>
          <p:nvPr/>
        </p:nvSpPr>
        <p:spPr>
          <a:xfrm>
            <a:off x="0" y="0"/>
            <a:ext cx="9870895"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728" name="Scrim 074">
            <a:extLst>
              <a:ext uri="{FF2B5EF4-FFF2-40B4-BE49-F238E27FC236}">
                <a16:creationId xmlns:a16="http://schemas.microsoft.com/office/drawing/2014/main" id="{CF96F220-04AE-AE84-3012-5CE5B7343BAF}"/>
              </a:ext>
            </a:extLst>
          </p:cNvPr>
          <p:cNvSpPr/>
          <p:nvPr/>
        </p:nvSpPr>
        <p:spPr>
          <a:xfrm>
            <a:off x="0" y="0"/>
            <a:ext cx="9833862"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803" name="Scrim 075">
            <a:extLst>
              <a:ext uri="{FF2B5EF4-FFF2-40B4-BE49-F238E27FC236}">
                <a16:creationId xmlns:a16="http://schemas.microsoft.com/office/drawing/2014/main" id="{5D939902-EB9C-DDD1-19F1-CCF12F44D66A}"/>
              </a:ext>
            </a:extLst>
          </p:cNvPr>
          <p:cNvSpPr/>
          <p:nvPr/>
        </p:nvSpPr>
        <p:spPr>
          <a:xfrm>
            <a:off x="0" y="0"/>
            <a:ext cx="9796020"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879" name="Scrim 076">
            <a:extLst>
              <a:ext uri="{FF2B5EF4-FFF2-40B4-BE49-F238E27FC236}">
                <a16:creationId xmlns:a16="http://schemas.microsoft.com/office/drawing/2014/main" id="{7CD9A7C8-97E8-C210-DABE-1A7E085650BF}"/>
              </a:ext>
            </a:extLst>
          </p:cNvPr>
          <p:cNvSpPr/>
          <p:nvPr/>
        </p:nvSpPr>
        <p:spPr>
          <a:xfrm>
            <a:off x="0" y="0"/>
            <a:ext cx="9757072"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56" name="Scrim 077">
            <a:extLst>
              <a:ext uri="{FF2B5EF4-FFF2-40B4-BE49-F238E27FC236}">
                <a16:creationId xmlns:a16="http://schemas.microsoft.com/office/drawing/2014/main" id="{9DCD6F12-2D4F-D07F-D002-CFEDE1493261}"/>
              </a:ext>
            </a:extLst>
          </p:cNvPr>
          <p:cNvSpPr/>
          <p:nvPr/>
        </p:nvSpPr>
        <p:spPr>
          <a:xfrm>
            <a:off x="0" y="0"/>
            <a:ext cx="9716615"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034" name="Scrim 078">
            <a:extLst>
              <a:ext uri="{FF2B5EF4-FFF2-40B4-BE49-F238E27FC236}">
                <a16:creationId xmlns:a16="http://schemas.microsoft.com/office/drawing/2014/main" id="{9ADABCE5-6840-17B6-CF6C-4EEB9BEE2ED9}"/>
              </a:ext>
            </a:extLst>
          </p:cNvPr>
          <p:cNvSpPr/>
          <p:nvPr/>
        </p:nvSpPr>
        <p:spPr>
          <a:xfrm>
            <a:off x="0" y="0"/>
            <a:ext cx="967406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13" name="Scrim 079">
            <a:extLst>
              <a:ext uri="{FF2B5EF4-FFF2-40B4-BE49-F238E27FC236}">
                <a16:creationId xmlns:a16="http://schemas.microsoft.com/office/drawing/2014/main" id="{02EA0966-A2B8-CBAC-90DD-55E08FEB2412}"/>
              </a:ext>
            </a:extLst>
          </p:cNvPr>
          <p:cNvSpPr/>
          <p:nvPr/>
        </p:nvSpPr>
        <p:spPr>
          <a:xfrm>
            <a:off x="0" y="0"/>
            <a:ext cx="962852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93" name="Scrim 080">
            <a:extLst>
              <a:ext uri="{FF2B5EF4-FFF2-40B4-BE49-F238E27FC236}">
                <a16:creationId xmlns:a16="http://schemas.microsoft.com/office/drawing/2014/main" id="{2EEFAAEF-57C0-2129-5B05-0ECF35222EDD}"/>
              </a:ext>
            </a:extLst>
          </p:cNvPr>
          <p:cNvSpPr/>
          <p:nvPr/>
        </p:nvSpPr>
        <p:spPr>
          <a:xfrm>
            <a:off x="0" y="0"/>
            <a:ext cx="957845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274" name="Scrim 081">
            <a:extLst>
              <a:ext uri="{FF2B5EF4-FFF2-40B4-BE49-F238E27FC236}">
                <a16:creationId xmlns:a16="http://schemas.microsoft.com/office/drawing/2014/main" id="{9A7A995E-27C8-9719-DFFE-EA98D6C5D9DB}"/>
              </a:ext>
            </a:extLst>
          </p:cNvPr>
          <p:cNvSpPr/>
          <p:nvPr/>
        </p:nvSpPr>
        <p:spPr>
          <a:xfrm>
            <a:off x="0" y="0"/>
            <a:ext cx="952074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356" name="Scrim 082">
            <a:extLst>
              <a:ext uri="{FF2B5EF4-FFF2-40B4-BE49-F238E27FC236}">
                <a16:creationId xmlns:a16="http://schemas.microsoft.com/office/drawing/2014/main" id="{434AAA2B-759E-FA0D-D2C3-C360F8FC1A74}"/>
              </a:ext>
            </a:extLst>
          </p:cNvPr>
          <p:cNvSpPr/>
          <p:nvPr/>
        </p:nvSpPr>
        <p:spPr>
          <a:xfrm>
            <a:off x="0" y="0"/>
            <a:ext cx="943097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439" name="Eyebrow">
            <a:extLst>
              <a:ext uri="{FF2B5EF4-FFF2-40B4-BE49-F238E27FC236}">
                <a16:creationId xmlns:a16="http://schemas.microsoft.com/office/drawing/2014/main" id="{C3E551EE-D262-6BBC-E786-B5819407E990}"/>
              </a:ext>
            </a:extLst>
          </p:cNvPr>
          <p:cNvSpPr/>
          <p:nvPr/>
        </p:nvSpPr>
        <p:spPr>
          <a:xfrm>
            <a:off x="548640" y="1118960"/>
            <a:ext cx="64008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spc="300">
                <a:solidFill>
                  <a:srgbClr val="A9C7BA"/>
                </a:solidFill>
                <a:effectLst/>
                <a:latin typeface="Arial" panose="020B0604020202020204" pitchFamily="34" charset="0"/>
              </a:rPr>
              <a:t>ZAVA FORWARD</a:t>
            </a:r>
          </a:p>
          <a:p>
            <a:pPr algn="l">
              <a:buNone/>
            </a:pPr>
            <a:r>
              <a:rPr lang="en-US" sz="100">
                <a:effectLst/>
              </a:rPr>
              <a:t> </a:t>
            </a:r>
            <a:endParaRPr lang="en-US"/>
          </a:p>
        </p:txBody>
      </p:sp>
      <p:sp>
        <p:nvSpPr>
          <p:cNvPr id="59523" name="Slide title">
            <a:extLst>
              <a:ext uri="{FF2B5EF4-FFF2-40B4-BE49-F238E27FC236}">
                <a16:creationId xmlns:a16="http://schemas.microsoft.com/office/drawing/2014/main" id="{17A4499C-BE13-59D7-E90A-E0A30C2A601F}"/>
              </a:ext>
            </a:extLst>
          </p:cNvPr>
          <p:cNvSpPr/>
          <p:nvPr/>
        </p:nvSpPr>
        <p:spPr>
          <a:xfrm>
            <a:off x="548640" y="1554480"/>
            <a:ext cx="91440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FAF9F6"/>
                </a:solidFill>
                <a:effectLst/>
                <a:latin typeface="Arial" panose="020B0604020202020204" pitchFamily="34" charset="0"/>
              </a:rPr>
              <a:t>More homes ready.</a:t>
            </a:r>
          </a:p>
          <a:p>
            <a:pPr algn="l">
              <a:buNone/>
            </a:pPr>
            <a:r>
              <a:rPr lang="en-US" sz="5400" b="1">
                <a:solidFill>
                  <a:srgbClr val="FAF9F6"/>
                </a:solidFill>
                <a:effectLst/>
                <a:latin typeface="Arial" panose="020B0604020202020204" pitchFamily="34" charset="0"/>
              </a:rPr>
              <a:t>Faster. With control intact.</a:t>
            </a:r>
            <a:endParaRPr lang="en-US"/>
          </a:p>
        </p:txBody>
      </p:sp>
      <p:sp>
        <p:nvSpPr>
          <p:cNvPr id="59608" name="Subtitle">
            <a:extLst>
              <a:ext uri="{FF2B5EF4-FFF2-40B4-BE49-F238E27FC236}">
                <a16:creationId xmlns:a16="http://schemas.microsoft.com/office/drawing/2014/main" id="{F1681DFA-339F-A35A-5EE5-D0374835B516}"/>
              </a:ext>
            </a:extLst>
          </p:cNvPr>
          <p:cNvSpPr/>
          <p:nvPr/>
        </p:nvSpPr>
        <p:spPr>
          <a:xfrm>
            <a:off x="548640" y="3429000"/>
            <a:ext cx="704088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DCE8E2"/>
                </a:solidFill>
                <a:effectLst/>
                <a:latin typeface="Arial" panose="020B0604020202020204" pitchFamily="34" charset="0"/>
              </a:rPr>
              <a:t>One workbench for the retrofit programme,</a:t>
            </a:r>
          </a:p>
          <a:p>
            <a:pPr algn="l">
              <a:buNone/>
            </a:pPr>
            <a:r>
              <a:rPr lang="en-US" sz="2400">
                <a:solidFill>
                  <a:srgbClr val="DCE8E2"/>
                </a:solidFill>
                <a:effectLst/>
                <a:latin typeface="Arial" panose="020B0604020202020204" pitchFamily="34" charset="0"/>
              </a:rPr>
              <a:t>with damp, mould and hazard referral built in</a:t>
            </a:r>
            <a:endParaRPr lang="en-US"/>
          </a:p>
        </p:txBody>
      </p:sp>
      <p:sp>
        <p:nvSpPr>
          <p:cNvPr id="59694" name="Decision panel">
            <a:extLst>
              <a:ext uri="{FF2B5EF4-FFF2-40B4-BE49-F238E27FC236}">
                <a16:creationId xmlns:a16="http://schemas.microsoft.com/office/drawing/2014/main" id="{E136FE68-44AA-9220-126C-C8B6EB3ED71B}"/>
              </a:ext>
            </a:extLst>
          </p:cNvPr>
          <p:cNvSpPr/>
          <p:nvPr/>
        </p:nvSpPr>
        <p:spPr>
          <a:xfrm>
            <a:off x="548640" y="4526280"/>
            <a:ext cx="7245191" cy="777240"/>
          </a:xfrm>
          <a:prstGeom prst="rect">
            <a:avLst/>
          </a:prstGeom>
          <a:solidFill>
            <a:srgbClr val="1F4D41">
              <a:alpha val="90000"/>
            </a:srgbClr>
          </a:solidFill>
          <a:ln w="15875">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781" name="Decision line">
            <a:extLst>
              <a:ext uri="{FF2B5EF4-FFF2-40B4-BE49-F238E27FC236}">
                <a16:creationId xmlns:a16="http://schemas.microsoft.com/office/drawing/2014/main" id="{2BB2761E-EB54-2AF8-1E66-97105EBA1CDC}"/>
              </a:ext>
            </a:extLst>
          </p:cNvPr>
          <p:cNvSpPr/>
          <p:nvPr/>
        </p:nvSpPr>
        <p:spPr>
          <a:xfrm>
            <a:off x="640080" y="4601300"/>
            <a:ext cx="7199471"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AF9F6"/>
                </a:solidFill>
                <a:effectLst/>
                <a:latin typeface="Arial" panose="020B0604020202020204" pitchFamily="34" charset="0"/>
              </a:rPr>
              <a:t>Decision today: fund the validation gate, then scale</a:t>
            </a:r>
          </a:p>
          <a:p>
            <a:pPr algn="l">
              <a:buNone/>
            </a:pPr>
            <a:r>
              <a:rPr lang="en-US" sz="100">
                <a:effectLst/>
              </a:rPr>
              <a:t> </a:t>
            </a:r>
            <a:endParaRPr lang="en-US"/>
          </a:p>
        </p:txBody>
      </p:sp>
      <p:sp>
        <p:nvSpPr>
          <p:cNvPr id="59869" name="Footer sources">
            <a:extLst>
              <a:ext uri="{FF2B5EF4-FFF2-40B4-BE49-F238E27FC236}">
                <a16:creationId xmlns:a16="http://schemas.microsoft.com/office/drawing/2014/main" id="{7BAF922C-E212-5B3E-B1EA-FFD16C94A4D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DCE8E2"/>
                </a:solidFill>
                <a:effectLst/>
                <a:latin typeface="Arial" panose="020B0604020202020204" pitchFamily="34" charset="0"/>
              </a:rPr>
              <a:t>Case Study 48 · Zava North Homes is fictional</a:t>
            </a:r>
          </a:p>
          <a:p>
            <a:pPr algn="l">
              <a:buNone/>
            </a:pPr>
            <a:r>
              <a:rPr lang="en-US" sz="100">
                <a:effectLst/>
              </a:rPr>
              <a:t> </a:t>
            </a:r>
            <a:endParaRPr lang="en-US"/>
          </a:p>
        </p:txBody>
      </p:sp>
      <p:sp>
        <p:nvSpPr>
          <p:cNvPr id="59958" name="Footer navigation">
            <a:extLst>
              <a:ext uri="{FF2B5EF4-FFF2-40B4-BE49-F238E27FC236}">
                <a16:creationId xmlns:a16="http://schemas.microsoft.com/office/drawing/2014/main" id="{5ECECD3B-CE97-6AF5-4695-D89C6DF285E4}"/>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DCE8E2"/>
                </a:solidFill>
                <a:effectLst/>
                <a:latin typeface="Arial" panose="020B0604020202020204" pitchFamily="34" charset="0"/>
              </a:rPr>
              <a:t>S01</a:t>
            </a:r>
          </a:p>
          <a:p>
            <a:pPr algn="r">
              <a:buNone/>
            </a:pPr>
            <a:r>
              <a:rPr lang="en-US" sz="100">
                <a:effectLst/>
              </a:rPr>
              <a:t> </a:t>
            </a:r>
            <a:endParaRPr lang="en-US"/>
          </a:p>
        </p:txBody>
      </p:sp>
    </p:spTree>
    <p:extLst>
      <p:ext uri="{BB962C8B-B14F-4D97-AF65-F5344CB8AC3E}">
        <p14:creationId xmlns:p14="http://schemas.microsoft.com/office/powerpoint/2010/main" val="37000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26327" name="Challenge picture" descr="Elevated view over a large housing estate under an overcast sky, with a few homes glowing amber among many grey ones.">
            <a:extLst>
              <a:ext uri="{FF2B5EF4-FFF2-40B4-BE49-F238E27FC236}">
                <a16:creationId xmlns:a16="http://schemas.microsoft.com/office/drawing/2014/main" id="{B54030F6-72B5-D2BB-1DE6-1A8AF26BB569}"/>
              </a:ext>
            </a:extLst>
          </p:cNvPr>
          <p:cNvPicPr>
            <a:picLocks noChangeAspect="1"/>
          </p:cNvPicPr>
          <p:nvPr/>
        </p:nvPicPr>
        <p:blipFill>
          <a:blip r:embed="rId3"/>
          <a:stretch>
            <a:fillRect/>
          </a:stretch>
        </p:blipFill>
        <p:spPr>
          <a:xfrm>
            <a:off x="7316787" y="0"/>
            <a:ext cx="4873625" cy="6858000"/>
          </a:xfrm>
          <a:prstGeom prst="rect">
            <a:avLst/>
          </a:prstGeom>
        </p:spPr>
      </p:pic>
      <p:sp>
        <p:nvSpPr>
          <p:cNvPr id="29551" name="Eyebrow">
            <a:extLst>
              <a:ext uri="{FF2B5EF4-FFF2-40B4-BE49-F238E27FC236}">
                <a16:creationId xmlns:a16="http://schemas.microsoft.com/office/drawing/2014/main" id="{53DC2F68-50D8-EC15-F927-59A9D8037152}"/>
              </a:ext>
            </a:extLst>
          </p:cNvPr>
          <p:cNvSpPr/>
          <p:nvPr/>
        </p:nvSpPr>
        <p:spPr>
          <a:xfrm>
            <a:off x="548640" y="365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29553" name="Slide title">
            <a:extLst>
              <a:ext uri="{FF2B5EF4-FFF2-40B4-BE49-F238E27FC236}">
                <a16:creationId xmlns:a16="http://schemas.microsoft.com/office/drawing/2014/main" id="{A7AAFB81-973B-C407-271C-0954DF421093}"/>
              </a:ext>
            </a:extLst>
          </p:cNvPr>
          <p:cNvSpPr/>
          <p:nvPr/>
        </p:nvSpPr>
        <p:spPr>
          <a:xfrm>
            <a:off x="548640" y="685800"/>
            <a:ext cx="640080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15,600 homes to lift by 2030.</a:t>
            </a:r>
          </a:p>
          <a:p>
            <a:pPr algn="l">
              <a:buNone/>
            </a:pPr>
            <a:r>
              <a:rPr lang="en-US" sz="3200" b="1">
                <a:solidFill>
                  <a:srgbClr val="173F35"/>
                </a:solidFill>
                <a:effectLst/>
                <a:latin typeface="Arial" panose="020B0604020202020204" pitchFamily="34" charset="0"/>
              </a:rPr>
              <a:t>Thousands more to keep safe.</a:t>
            </a:r>
            <a:endParaRPr lang="en-US"/>
          </a:p>
        </p:txBody>
      </p:sp>
      <p:sp>
        <p:nvSpPr>
          <p:cNvPr id="29556" name="Footer sources">
            <a:extLst>
              <a:ext uri="{FF2B5EF4-FFF2-40B4-BE49-F238E27FC236}">
                <a16:creationId xmlns:a16="http://schemas.microsoft.com/office/drawing/2014/main" id="{FF62757F-219B-B614-3C32-99B1D4A2FF5F}"/>
              </a:ext>
            </a:extLst>
          </p:cNvPr>
          <p:cNvSpPr/>
          <p:nvPr/>
        </p:nvSpPr>
        <p:spPr>
          <a:xfrm>
            <a:off x="548640" y="5943600"/>
            <a:ext cx="5669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English Housing Survey 2024-25 · RSH Tenant Satisfaction Measures 2024/25 · national rates applied to 60,000 homes</a:t>
            </a:r>
          </a:p>
          <a:p>
            <a:pPr algn="l">
              <a:buNone/>
            </a:pPr>
            <a:r>
              <a:rPr lang="en-US" sz="100">
                <a:effectLst/>
              </a:rPr>
              <a:t> </a:t>
            </a:r>
            <a:endParaRPr lang="en-US"/>
          </a:p>
        </p:txBody>
      </p:sp>
      <p:sp>
        <p:nvSpPr>
          <p:cNvPr id="29560" name="Footer navigation">
            <a:extLst>
              <a:ext uri="{FF2B5EF4-FFF2-40B4-BE49-F238E27FC236}">
                <a16:creationId xmlns:a16="http://schemas.microsoft.com/office/drawing/2014/main" id="{B65C9598-E019-A28E-C946-4B231667C2B1}"/>
              </a:ext>
            </a:extLst>
          </p:cNvPr>
          <p:cNvSpPr/>
          <p:nvPr/>
        </p:nvSpPr>
        <p:spPr>
          <a:xfrm>
            <a:off x="6217920" y="6126480"/>
            <a:ext cx="7315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S02</a:t>
            </a:r>
          </a:p>
          <a:p>
            <a:pPr algn="r">
              <a:buNone/>
            </a:pPr>
            <a:r>
              <a:rPr lang="en-US" sz="100">
                <a:effectLst/>
              </a:rPr>
              <a:t> </a:t>
            </a:r>
            <a:endParaRPr lang="en-US"/>
          </a:p>
        </p:txBody>
      </p:sp>
      <p:sp>
        <p:nvSpPr>
          <p:cNvPr id="29565" name="Stat 1 disc">
            <a:extLst>
              <a:ext uri="{FF2B5EF4-FFF2-40B4-BE49-F238E27FC236}">
                <a16:creationId xmlns:a16="http://schemas.microsoft.com/office/drawing/2014/main" id="{235274F3-A666-7D28-9816-E9F9BD0BAFAB}"/>
              </a:ext>
            </a:extLst>
          </p:cNvPr>
          <p:cNvSpPr/>
          <p:nvPr/>
        </p:nvSpPr>
        <p:spPr>
          <a:xfrm>
            <a:off x="548640" y="21717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71" name="Stat 1 number">
            <a:extLst>
              <a:ext uri="{FF2B5EF4-FFF2-40B4-BE49-F238E27FC236}">
                <a16:creationId xmlns:a16="http://schemas.microsoft.com/office/drawing/2014/main" id="{EBE43A13-3E29-A2B5-EB39-FEA7D82348D1}"/>
              </a:ext>
            </a:extLst>
          </p:cNvPr>
          <p:cNvSpPr/>
          <p:nvPr/>
        </p:nvSpPr>
        <p:spPr>
          <a:xfrm>
            <a:off x="1188720" y="20116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15,600</a:t>
            </a:r>
          </a:p>
          <a:p>
            <a:pPr algn="l">
              <a:buNone/>
            </a:pPr>
            <a:r>
              <a:rPr lang="en-US" sz="100">
                <a:effectLst/>
              </a:rPr>
              <a:t> </a:t>
            </a:r>
            <a:endParaRPr lang="en-US"/>
          </a:p>
        </p:txBody>
      </p:sp>
      <p:sp>
        <p:nvSpPr>
          <p:cNvPr id="29578" name="Stat 1 label">
            <a:extLst>
              <a:ext uri="{FF2B5EF4-FFF2-40B4-BE49-F238E27FC236}">
                <a16:creationId xmlns:a16="http://schemas.microsoft.com/office/drawing/2014/main" id="{2FCA5999-43CB-0C56-BC4B-62404D76CFFE}"/>
              </a:ext>
            </a:extLst>
          </p:cNvPr>
          <p:cNvSpPr/>
          <p:nvPr/>
        </p:nvSpPr>
        <p:spPr>
          <a:xfrm>
            <a:off x="3520440" y="21793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homes below EPC C</a:t>
            </a:r>
          </a:p>
          <a:p>
            <a:pPr algn="l">
              <a:buNone/>
            </a:pPr>
            <a:r>
              <a:rPr lang="en-US" sz="1600" b="1">
                <a:solidFill>
                  <a:srgbClr val="2E6B5E"/>
                </a:solidFill>
                <a:effectLst/>
                <a:latin typeface="Arial" panose="020B0604020202020204" pitchFamily="34" charset="0"/>
              </a:rPr>
              <a:t>26% of social homes</a:t>
            </a:r>
            <a:endParaRPr lang="en-US"/>
          </a:p>
        </p:txBody>
      </p:sp>
      <p:sp>
        <p:nvSpPr>
          <p:cNvPr id="29586" name="Stat 2 disc">
            <a:extLst>
              <a:ext uri="{FF2B5EF4-FFF2-40B4-BE49-F238E27FC236}">
                <a16:creationId xmlns:a16="http://schemas.microsoft.com/office/drawing/2014/main" id="{DD2BA971-F7DA-409E-48F7-D777739E1669}"/>
              </a:ext>
            </a:extLst>
          </p:cNvPr>
          <p:cNvSpPr/>
          <p:nvPr/>
        </p:nvSpPr>
        <p:spPr>
          <a:xfrm>
            <a:off x="548640" y="30861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95" name="Stat 2 number">
            <a:extLst>
              <a:ext uri="{FF2B5EF4-FFF2-40B4-BE49-F238E27FC236}">
                <a16:creationId xmlns:a16="http://schemas.microsoft.com/office/drawing/2014/main" id="{92060F2F-76B6-E2FD-8460-5FED3E96A563}"/>
              </a:ext>
            </a:extLst>
          </p:cNvPr>
          <p:cNvSpPr/>
          <p:nvPr/>
        </p:nvSpPr>
        <p:spPr>
          <a:xfrm>
            <a:off x="1188720" y="29260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3,600</a:t>
            </a:r>
          </a:p>
          <a:p>
            <a:pPr algn="l">
              <a:buNone/>
            </a:pPr>
            <a:r>
              <a:rPr lang="en-US" sz="100">
                <a:effectLst/>
              </a:rPr>
              <a:t> </a:t>
            </a:r>
            <a:endParaRPr lang="en-US"/>
          </a:p>
        </p:txBody>
      </p:sp>
      <p:sp>
        <p:nvSpPr>
          <p:cNvPr id="29605" name="Stat 2 label">
            <a:extLst>
              <a:ext uri="{FF2B5EF4-FFF2-40B4-BE49-F238E27FC236}">
                <a16:creationId xmlns:a16="http://schemas.microsoft.com/office/drawing/2014/main" id="{4D3C6450-FD89-7D97-A747-41C82A7067A3}"/>
              </a:ext>
            </a:extLst>
          </p:cNvPr>
          <p:cNvSpPr/>
          <p:nvPr/>
        </p:nvSpPr>
        <p:spPr>
          <a:xfrm>
            <a:off x="3520440" y="30937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homes with damp</a:t>
            </a:r>
          </a:p>
          <a:p>
            <a:pPr algn="l">
              <a:buNone/>
            </a:pPr>
            <a:r>
              <a:rPr lang="en-US" sz="1600" b="1">
                <a:solidFill>
                  <a:srgbClr val="2E6B5E"/>
                </a:solidFill>
                <a:effectLst/>
                <a:latin typeface="Arial" panose="020B0604020202020204" pitchFamily="34" charset="0"/>
              </a:rPr>
              <a:t>6% of housing association homes</a:t>
            </a:r>
            <a:endParaRPr lang="en-US"/>
          </a:p>
        </p:txBody>
      </p:sp>
      <p:sp>
        <p:nvSpPr>
          <p:cNvPr id="29616" name="Stat 3 disc">
            <a:extLst>
              <a:ext uri="{FF2B5EF4-FFF2-40B4-BE49-F238E27FC236}">
                <a16:creationId xmlns:a16="http://schemas.microsoft.com/office/drawing/2014/main" id="{62EC4659-3500-A286-8EE6-98A3BCB49D49}"/>
              </a:ext>
            </a:extLst>
          </p:cNvPr>
          <p:cNvSpPr/>
          <p:nvPr/>
        </p:nvSpPr>
        <p:spPr>
          <a:xfrm>
            <a:off x="548640" y="40005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28" name="Stat 3 number">
            <a:extLst>
              <a:ext uri="{FF2B5EF4-FFF2-40B4-BE49-F238E27FC236}">
                <a16:creationId xmlns:a16="http://schemas.microsoft.com/office/drawing/2014/main" id="{DE06B1F2-C175-8E27-3BC6-6CBDDD83348D}"/>
              </a:ext>
            </a:extLst>
          </p:cNvPr>
          <p:cNvSpPr/>
          <p:nvPr/>
        </p:nvSpPr>
        <p:spPr>
          <a:xfrm>
            <a:off x="1188720" y="38404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22,800</a:t>
            </a:r>
          </a:p>
          <a:p>
            <a:pPr algn="l">
              <a:buNone/>
            </a:pPr>
            <a:r>
              <a:rPr lang="en-US" sz="100">
                <a:effectLst/>
              </a:rPr>
              <a:t> </a:t>
            </a:r>
            <a:endParaRPr lang="en-US"/>
          </a:p>
        </p:txBody>
      </p:sp>
      <p:sp>
        <p:nvSpPr>
          <p:cNvPr id="29641" name="Stat 3 label">
            <a:extLst>
              <a:ext uri="{FF2B5EF4-FFF2-40B4-BE49-F238E27FC236}">
                <a16:creationId xmlns:a16="http://schemas.microsoft.com/office/drawing/2014/main" id="{D48BE002-45DD-A4DC-D553-8EF8E20ABD6E}"/>
              </a:ext>
            </a:extLst>
          </p:cNvPr>
          <p:cNvSpPr/>
          <p:nvPr/>
        </p:nvSpPr>
        <p:spPr>
          <a:xfrm>
            <a:off x="3520440" y="3886200"/>
            <a:ext cx="356616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households likely to report condensation, damp or mould</a:t>
            </a:r>
          </a:p>
          <a:p>
            <a:pPr algn="l">
              <a:buNone/>
            </a:pPr>
            <a:r>
              <a:rPr lang="en-US" sz="1600" b="1">
                <a:solidFill>
                  <a:srgbClr val="2E6B5E"/>
                </a:solidFill>
                <a:effectLst/>
                <a:latin typeface="Arial" panose="020B0604020202020204" pitchFamily="34" charset="0"/>
              </a:rPr>
              <a:t>38%</a:t>
            </a:r>
            <a:endParaRPr lang="en-US"/>
          </a:p>
        </p:txBody>
      </p:sp>
      <p:sp>
        <p:nvSpPr>
          <p:cNvPr id="29655" name="Stat 4 disc">
            <a:extLst>
              <a:ext uri="{FF2B5EF4-FFF2-40B4-BE49-F238E27FC236}">
                <a16:creationId xmlns:a16="http://schemas.microsoft.com/office/drawing/2014/main" id="{98E44DCD-8AC4-378F-95E5-20A6A07F762A}"/>
              </a:ext>
            </a:extLst>
          </p:cNvPr>
          <p:cNvSpPr/>
          <p:nvPr/>
        </p:nvSpPr>
        <p:spPr>
          <a:xfrm>
            <a:off x="548640" y="49149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70" name="Stat 4 number">
            <a:extLst>
              <a:ext uri="{FF2B5EF4-FFF2-40B4-BE49-F238E27FC236}">
                <a16:creationId xmlns:a16="http://schemas.microsoft.com/office/drawing/2014/main" id="{7E10A2C5-995F-E5E4-F6FA-A582F4CE9D25}"/>
              </a:ext>
            </a:extLst>
          </p:cNvPr>
          <p:cNvSpPr/>
          <p:nvPr/>
        </p:nvSpPr>
        <p:spPr>
          <a:xfrm>
            <a:off x="1188720" y="47548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3,210</a:t>
            </a:r>
          </a:p>
          <a:p>
            <a:pPr algn="l">
              <a:buNone/>
            </a:pPr>
            <a:r>
              <a:rPr lang="en-US" sz="100">
                <a:effectLst/>
              </a:rPr>
              <a:t> </a:t>
            </a:r>
            <a:endParaRPr lang="en-US"/>
          </a:p>
        </p:txBody>
      </p:sp>
      <p:sp>
        <p:nvSpPr>
          <p:cNvPr id="29686" name="Stat 4 label">
            <a:extLst>
              <a:ext uri="{FF2B5EF4-FFF2-40B4-BE49-F238E27FC236}">
                <a16:creationId xmlns:a16="http://schemas.microsoft.com/office/drawing/2014/main" id="{75D61055-A514-0E15-5253-92D8986584E3}"/>
              </a:ext>
            </a:extLst>
          </p:cNvPr>
          <p:cNvSpPr/>
          <p:nvPr/>
        </p:nvSpPr>
        <p:spPr>
          <a:xfrm>
            <a:off x="3520440" y="49225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stage-one complaints a year</a:t>
            </a:r>
          </a:p>
          <a:p>
            <a:pPr algn="l">
              <a:buNone/>
            </a:pPr>
            <a:r>
              <a:rPr lang="en-US" sz="1600" b="1">
                <a:solidFill>
                  <a:srgbClr val="2E6B5E"/>
                </a:solidFill>
                <a:effectLst/>
                <a:latin typeface="Arial" panose="020B0604020202020204" pitchFamily="34" charset="0"/>
              </a:rPr>
              <a:t>53.5 per 1,000 homes</a:t>
            </a:r>
            <a:endParaRPr lang="en-US"/>
          </a:p>
        </p:txBody>
      </p:sp>
      <p:pic>
        <p:nvPicPr>
          <p:cNvPr id="29687" name="Stat 1 icon" descr="Energy rating icon">
            <a:extLst>
              <a:ext uri="{FF2B5EF4-FFF2-40B4-BE49-F238E27FC236}">
                <a16:creationId xmlns:a16="http://schemas.microsoft.com/office/drawing/2014/main" id="{D7AFADDD-7FF8-4D4C-CB96-8EB55D809CAC}"/>
              </a:ext>
            </a:extLst>
          </p:cNvPr>
          <p:cNvPicPr>
            <a:picLocks noChangeAspect="1"/>
          </p:cNvPicPr>
          <p:nvPr/>
        </p:nvPicPr>
        <p:blipFill>
          <a:blip r:embed="rId4"/>
          <a:stretch>
            <a:fillRect/>
          </a:stretch>
        </p:blipFill>
        <p:spPr>
          <a:xfrm>
            <a:off x="640080" y="2263140"/>
            <a:ext cx="411480" cy="411480"/>
          </a:xfrm>
          <a:prstGeom prst="rect">
            <a:avLst/>
          </a:prstGeom>
        </p:spPr>
      </p:pic>
      <p:pic>
        <p:nvPicPr>
          <p:cNvPr id="29688" name="Stat 2 icon" descr="Damp and mould icon">
            <a:extLst>
              <a:ext uri="{FF2B5EF4-FFF2-40B4-BE49-F238E27FC236}">
                <a16:creationId xmlns:a16="http://schemas.microsoft.com/office/drawing/2014/main" id="{2E103EAB-3D8D-0C1D-3320-BC01528276E2}"/>
              </a:ext>
            </a:extLst>
          </p:cNvPr>
          <p:cNvPicPr>
            <a:picLocks noChangeAspect="1"/>
          </p:cNvPicPr>
          <p:nvPr/>
        </p:nvPicPr>
        <p:blipFill>
          <a:blip r:embed="rId5"/>
          <a:stretch>
            <a:fillRect/>
          </a:stretch>
        </p:blipFill>
        <p:spPr>
          <a:xfrm>
            <a:off x="640080" y="3177540"/>
            <a:ext cx="411480" cy="411480"/>
          </a:xfrm>
          <a:prstGeom prst="rect">
            <a:avLst/>
          </a:prstGeom>
        </p:spPr>
      </p:pic>
      <p:pic>
        <p:nvPicPr>
          <p:cNvPr id="29689" name="Stat 3 icon" descr="Conversation icon">
            <a:extLst>
              <a:ext uri="{FF2B5EF4-FFF2-40B4-BE49-F238E27FC236}">
                <a16:creationId xmlns:a16="http://schemas.microsoft.com/office/drawing/2014/main" id="{A14F2957-BE03-FE1B-7C77-01F38B5028B7}"/>
              </a:ext>
            </a:extLst>
          </p:cNvPr>
          <p:cNvPicPr>
            <a:picLocks noChangeAspect="1"/>
          </p:cNvPicPr>
          <p:nvPr/>
        </p:nvPicPr>
        <p:blipFill>
          <a:blip r:embed="rId6"/>
          <a:stretch>
            <a:fillRect/>
          </a:stretch>
        </p:blipFill>
        <p:spPr>
          <a:xfrm>
            <a:off x="640080" y="4091940"/>
            <a:ext cx="411480" cy="411480"/>
          </a:xfrm>
          <a:prstGeom prst="rect">
            <a:avLst/>
          </a:prstGeom>
        </p:spPr>
      </p:pic>
      <p:pic>
        <p:nvPicPr>
          <p:cNvPr id="29690" name="Stat 4 icon" descr="Evidence icon">
            <a:extLst>
              <a:ext uri="{FF2B5EF4-FFF2-40B4-BE49-F238E27FC236}">
                <a16:creationId xmlns:a16="http://schemas.microsoft.com/office/drawing/2014/main" id="{97AF9D7C-E46B-EB7F-910A-15312838D8C6}"/>
              </a:ext>
            </a:extLst>
          </p:cNvPr>
          <p:cNvPicPr>
            <a:picLocks noChangeAspect="1"/>
          </p:cNvPicPr>
          <p:nvPr/>
        </p:nvPicPr>
        <p:blipFill>
          <a:blip r:embed="rId7"/>
          <a:stretch>
            <a:fillRect/>
          </a:stretch>
        </p:blipFill>
        <p:spPr>
          <a:xfrm>
            <a:off x="640080" y="5006340"/>
            <a:ext cx="411480" cy="411480"/>
          </a:xfrm>
          <a:prstGeom prst="rect">
            <a:avLst/>
          </a:prstGeom>
        </p:spPr>
      </p:pic>
    </p:spTree>
    <p:extLst>
      <p:ext uri="{BB962C8B-B14F-4D97-AF65-F5344CB8AC3E}">
        <p14:creationId xmlns:p14="http://schemas.microsoft.com/office/powerpoint/2010/main" val="343614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439" name="Eyebrow">
            <a:extLst>
              <a:ext uri="{FF2B5EF4-FFF2-40B4-BE49-F238E27FC236}">
                <a16:creationId xmlns:a16="http://schemas.microsoft.com/office/drawing/2014/main" id="{E5B29FB5-4527-1639-BBF9-AE2312C43699}"/>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30441" name="Slide title">
            <a:extLst>
              <a:ext uri="{FF2B5EF4-FFF2-40B4-BE49-F238E27FC236}">
                <a16:creationId xmlns:a16="http://schemas.microsoft.com/office/drawing/2014/main" id="{051ACD18-D817-8EB2-49A8-A9C50CB96261}"/>
              </a:ext>
            </a:extLst>
          </p:cNvPr>
          <p:cNvSpPr/>
          <p:nvPr/>
        </p:nvSpPr>
        <p:spPr>
          <a:xfrm>
            <a:off x="548640" y="841248"/>
            <a:ext cx="1109167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Three timelines. Different legal and policy status.</a:t>
            </a:r>
          </a:p>
        </p:txBody>
      </p:sp>
      <p:sp>
        <p:nvSpPr>
          <p:cNvPr id="30444" name="Footer sources">
            <a:extLst>
              <a:ext uri="{FF2B5EF4-FFF2-40B4-BE49-F238E27FC236}">
                <a16:creationId xmlns:a16="http://schemas.microsoft.com/office/drawing/2014/main" id="{BF595560-F1E7-A85E-60AE-CF8F6A8963B5}"/>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MHCLG Awaab's Law guidance (Jul 2026) · energy efficiency response (Apr 2026) · Decent Homes policy (Jan 2026)</a:t>
            </a:r>
          </a:p>
          <a:p>
            <a:pPr algn="l">
              <a:buNone/>
            </a:pPr>
            <a:r>
              <a:rPr lang="en-US" sz="100">
                <a:effectLst/>
              </a:rPr>
              <a:t> </a:t>
            </a:r>
            <a:endParaRPr lang="en-US"/>
          </a:p>
        </p:txBody>
      </p:sp>
      <p:sp>
        <p:nvSpPr>
          <p:cNvPr id="30448" name="Footer navigation">
            <a:extLst>
              <a:ext uri="{FF2B5EF4-FFF2-40B4-BE49-F238E27FC236}">
                <a16:creationId xmlns:a16="http://schemas.microsoft.com/office/drawing/2014/main" id="{A609FA7D-B934-93D9-7E08-43B7FA8795B7}"/>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S03 · Answers: B24</a:t>
            </a:r>
          </a:p>
          <a:p>
            <a:pPr algn="r">
              <a:buNone/>
            </a:pPr>
            <a:r>
              <a:rPr lang="en-US" sz="100">
                <a:effectLst/>
              </a:rPr>
              <a:t> </a:t>
            </a:r>
            <a:endParaRPr lang="en-US"/>
          </a:p>
        </p:txBody>
      </p:sp>
      <p:sp xmlns:p="http://schemas.openxmlformats.org/presentationml/2006/main" xmlns:a="http://schemas.openxmlformats.org/drawingml/2006/main">
        <p:nvSpPr>
          <p:cNvPr id="900000" name="Story-3-status-label" descr="DATED SOURCE REGISTER, NOT A FRESH LEGAL CURRENTNESS CHECK"/>
          <p:cNvSpPr txBox="1"/>
          <p:nvPr/>
        </p:nvSpPr>
        <p:spPr>
          <a:xfrm>
            <a:off x="548640" y="1600200"/>
            <a:ext cx="11091672" cy="320040"/>
          </a:xfrm>
          <a:prstGeom prst="rect">
            <a:avLst/>
          </a:prstGeom>
          <a:noFill/>
          <a:ln>
            <a:noFill/>
          </a:ln>
        </p:spPr>
        <p:txBody>
          <a:bodyPr wrap="square" lIns="18288" rIns="18288" tIns="9144" bIns="9144" anchor="t">
            <a:noAutofit/>
          </a:bodyPr>
          <a:lstStyle/>
          <a:p>
            <a:pPr algn="l">
              <a:lnSpc>
                <a:spcPct val="105000"/>
              </a:lnSpc>
              <a:buNone/>
            </a:pPr>
            <a:r>
              <a:rPr lang="en-GB" sz="1400" b="1">
                <a:solidFill>
                  <a:srgbClr val="885500"/>
                </a:solidFill>
                <a:latin typeface="Arial"/>
              </a:rPr>
              <a:t>DATED SOURCE REGISTER, NOT A FRESH LEGAL CURRENTNESS CHECK</a:t>
            </a:r>
          </a:p>
        </p:txBody>
      </p:sp>
      <p:sp xmlns:p="http://schemas.openxmlformats.org/presentationml/2006/main" xmlns:a="http://schemas.openxmlformats.org/drawingml/2006/main">
        <p:nvSpPr>
          <p:cNvPr id="900001" name="Story-3-phase-one-band" descr=""/>
          <p:cNvSpPr txBox="1"/>
          <p:nvPr/>
        </p:nvSpPr>
        <p:spPr>
          <a:xfrm>
            <a:off x="548640" y="2148840"/>
            <a:ext cx="3538728" cy="1938528"/>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2" name="Story-3-phase-one-title" descr="Phase 1 regulations"/>
          <p:cNvSpPr txBox="1"/>
          <p:nvPr/>
        </p:nvSpPr>
        <p:spPr>
          <a:xfrm>
            <a:off x="749808" y="2359152"/>
            <a:ext cx="3136392" cy="548640"/>
          </a:xfrm>
          <a:prstGeom prst="rect">
            <a:avLst/>
          </a:prstGeom>
          <a:noFill/>
          <a:ln>
            <a:noFill/>
          </a:ln>
        </p:spPr>
        <p:txBody>
          <a:bodyPr wrap="square" lIns="18288" rIns="18288" tIns="9144" bIns="9144" anchor="t">
            <a:noAutofit/>
          </a:bodyPr>
          <a:lstStyle/>
          <a:p>
            <a:pPr algn="l">
              <a:lnSpc>
                <a:spcPct val="105000"/>
              </a:lnSpc>
              <a:buNone/>
            </a:pPr>
            <a:r>
              <a:rPr lang="en-GB" sz="2100" b="1">
                <a:solidFill>
                  <a:srgbClr val="173F35"/>
                </a:solidFill>
                <a:latin typeface="Arial"/>
              </a:rPr>
              <a:t>Phase 1 regulations</a:t>
            </a:r>
          </a:p>
        </p:txBody>
      </p:sp>
      <p:sp xmlns:p="http://schemas.openxmlformats.org/presentationml/2006/main" xmlns:a="http://schemas.openxmlformats.org/drawingml/2006/main">
        <p:nvSpPr>
          <p:cNvPr id="900003" name="Story-3-phase-one-body" descr="In-force in local register.&#10;Check current applicability."/>
          <p:cNvSpPr txBox="1"/>
          <p:nvPr/>
        </p:nvSpPr>
        <p:spPr>
          <a:xfrm>
            <a:off x="749808" y="3090672"/>
            <a:ext cx="3136392" cy="73152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In-force in local register.</a:t>
            </a:r>
          </a:p>
          <a:p>
            <a:pPr algn="l">
              <a:lnSpc>
                <a:spcPct val="105000"/>
              </a:lnSpc>
              <a:buNone/>
            </a:pPr>
            <a:r>
              <a:rPr lang="en-GB" sz="1800" b="0">
                <a:solidFill>
                  <a:srgbClr val="173F35"/>
                </a:solidFill>
                <a:latin typeface="Arial"/>
              </a:rPr>
              <a:t>Check current applicability.</a:t>
            </a:r>
          </a:p>
        </p:txBody>
      </p:sp>
      <p:sp xmlns:p="http://schemas.openxmlformats.org/presentationml/2006/main" xmlns:a="http://schemas.openxmlformats.org/drawingml/2006/main">
        <p:nvSpPr>
          <p:cNvPr id="900004" name="Story-3-phase-two-band" descr=""/>
          <p:cNvSpPr txBox="1"/>
          <p:nvPr/>
        </p:nvSpPr>
        <p:spPr>
          <a:xfrm>
            <a:off x="4325112" y="2148840"/>
            <a:ext cx="3538728" cy="1938528"/>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5" name="Story-3-phase-two-title" descr="Phase 2 guidance"/>
          <p:cNvSpPr txBox="1"/>
          <p:nvPr/>
        </p:nvSpPr>
        <p:spPr>
          <a:xfrm>
            <a:off x="4526280" y="2359152"/>
            <a:ext cx="3136392" cy="548640"/>
          </a:xfrm>
          <a:prstGeom prst="rect">
            <a:avLst/>
          </a:prstGeom>
          <a:noFill/>
          <a:ln>
            <a:noFill/>
          </a:ln>
        </p:spPr>
        <p:txBody>
          <a:bodyPr wrap="square" lIns="18288" rIns="18288" tIns="9144" bIns="9144" anchor="t">
            <a:noAutofit/>
          </a:bodyPr>
          <a:lstStyle/>
          <a:p>
            <a:pPr algn="l">
              <a:lnSpc>
                <a:spcPct val="105000"/>
              </a:lnSpc>
              <a:buNone/>
            </a:pPr>
            <a:r>
              <a:rPr lang="en-GB" sz="2100" b="1">
                <a:solidFill>
                  <a:srgbClr val="173F35"/>
                </a:solidFill>
                <a:latin typeface="Arial"/>
              </a:rPr>
              <a:t>Phase 2 guidance</a:t>
            </a:r>
          </a:p>
        </p:txBody>
      </p:sp>
      <p:sp xmlns:p="http://schemas.openxmlformats.org/presentationml/2006/main" xmlns:a="http://schemas.openxmlformats.org/drawingml/2006/main">
        <p:nvSpPr>
          <p:cNvPr id="900006" name="Story-3-phase-two-body" descr="Planned expansion.&#10;Check dates and scope."/>
          <p:cNvSpPr txBox="1"/>
          <p:nvPr/>
        </p:nvSpPr>
        <p:spPr>
          <a:xfrm>
            <a:off x="4526280" y="3090672"/>
            <a:ext cx="3136392" cy="73152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Planned expansion.</a:t>
            </a:r>
          </a:p>
          <a:p>
            <a:pPr algn="l">
              <a:lnSpc>
                <a:spcPct val="105000"/>
              </a:lnSpc>
              <a:buNone/>
            </a:pPr>
            <a:r>
              <a:rPr lang="en-GB" sz="1800" b="0">
                <a:solidFill>
                  <a:srgbClr val="173F35"/>
                </a:solidFill>
                <a:latin typeface="Arial"/>
              </a:rPr>
              <a:t>Check dates and scope.</a:t>
            </a:r>
          </a:p>
        </p:txBody>
      </p:sp>
      <p:sp xmlns:p="http://schemas.openxmlformats.org/presentationml/2006/main" xmlns:a="http://schemas.openxmlformats.org/drawingml/2006/main">
        <p:nvSpPr>
          <p:cNvPr id="900007" name="Story-3-energy-band" descr=""/>
          <p:cNvSpPr txBox="1"/>
          <p:nvPr/>
        </p:nvSpPr>
        <p:spPr>
          <a:xfrm>
            <a:off x="8101584" y="2148840"/>
            <a:ext cx="3538728" cy="1938528"/>
          </a:xfrm>
          <a:prstGeom prst="rect">
            <a:avLst/>
          </a:prstGeom>
          <a:solidFill>
            <a:srgbClr val="E8F2FB"/>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8" name="Story-3-energy-title" descr="Energy / homes policy"/>
          <p:cNvSpPr txBox="1"/>
          <p:nvPr/>
        </p:nvSpPr>
        <p:spPr>
          <a:xfrm>
            <a:off x="8302752" y="2359152"/>
            <a:ext cx="3136392" cy="548640"/>
          </a:xfrm>
          <a:prstGeom prst="rect">
            <a:avLst/>
          </a:prstGeom>
          <a:noFill/>
          <a:ln>
            <a:noFill/>
          </a:ln>
        </p:spPr>
        <p:txBody>
          <a:bodyPr wrap="square" lIns="18288" rIns="18288" tIns="9144" bIns="9144" anchor="t">
            <a:noAutofit/>
          </a:bodyPr>
          <a:lstStyle/>
          <a:p>
            <a:pPr algn="l">
              <a:lnSpc>
                <a:spcPct val="105000"/>
              </a:lnSpc>
              <a:buNone/>
            </a:pPr>
            <a:r>
              <a:rPr lang="en-GB" sz="2100" b="1">
                <a:solidFill>
                  <a:srgbClr val="173F35"/>
                </a:solidFill>
                <a:latin typeface="Arial"/>
              </a:rPr>
              <a:t>Energy / homes policy</a:t>
            </a:r>
          </a:p>
        </p:txBody>
      </p:sp>
      <p:sp xmlns:p="http://schemas.openxmlformats.org/presentationml/2006/main" xmlns:a="http://schemas.openxmlformats.org/drawingml/2006/main">
        <p:nvSpPr>
          <p:cNvPr id="900009" name="Story-3-energy-body" descr="Final policy direction.&#10;Commencement not proved."/>
          <p:cNvSpPr txBox="1"/>
          <p:nvPr/>
        </p:nvSpPr>
        <p:spPr>
          <a:xfrm>
            <a:off x="8302752" y="3090672"/>
            <a:ext cx="3136392" cy="73152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Final policy direction.</a:t>
            </a:r>
          </a:p>
          <a:p>
            <a:pPr algn="l">
              <a:lnSpc>
                <a:spcPct val="105000"/>
              </a:lnSpc>
              <a:buNone/>
            </a:pPr>
            <a:r>
              <a:rPr lang="en-GB" sz="1800" b="0">
                <a:solidFill>
                  <a:srgbClr val="173F35"/>
                </a:solidFill>
                <a:latin typeface="Arial"/>
              </a:rPr>
              <a:t>Commencement not proved.</a:t>
            </a:r>
          </a:p>
        </p:txBody>
      </p:sp>
      <p:sp xmlns:p="http://schemas.openxmlformats.org/presentationml/2006/main" xmlns:a="http://schemas.openxmlformats.org/drawingml/2006/main">
        <p:nvSpPr>
          <p:cNvPr id="900010" name="Story-3-implication" descr="Know the home, the accountable owner and the evidence."/>
          <p:cNvSpPr txBox="1"/>
          <p:nvPr/>
        </p:nvSpPr>
        <p:spPr>
          <a:xfrm>
            <a:off x="548640" y="4434840"/>
            <a:ext cx="11091672" cy="566928"/>
          </a:xfrm>
          <a:prstGeom prst="rect">
            <a:avLst/>
          </a:prstGeom>
          <a:noFill/>
          <a:ln>
            <a:noFill/>
          </a:ln>
        </p:spPr>
        <p:txBody>
          <a:bodyPr wrap="square" lIns="18288" rIns="18288" tIns="9144" bIns="9144" anchor="t">
            <a:noAutofit/>
          </a:bodyPr>
          <a:lstStyle/>
          <a:p>
            <a:pPr algn="l">
              <a:lnSpc>
                <a:spcPct val="105000"/>
              </a:lnSpc>
              <a:buNone/>
            </a:pPr>
            <a:r>
              <a:rPr lang="en-GB" sz="2000" b="1">
                <a:solidFill>
                  <a:srgbClr val="173F35"/>
                </a:solidFill>
                <a:latin typeface="Arial"/>
              </a:rPr>
              <a:t>Know the home, the accountable owner and the evidence.</a:t>
            </a:r>
          </a:p>
        </p:txBody>
      </p:sp>
      <p:sp xmlns:p="http://schemas.openxmlformats.org/presentationml/2006/main" xmlns:a="http://schemas.openxmlformats.org/drawingml/2006/main">
        <p:nvSpPr>
          <p:cNvPr id="900011" name="Story-3-review-band" descr=""/>
          <p:cNvSpPr txBox="1"/>
          <p:nvPr/>
        </p:nvSpPr>
        <p:spPr>
          <a:xfrm>
            <a:off x="548640" y="5212080"/>
            <a:ext cx="11091672" cy="548640"/>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2" name="Story-3-review" descr="Confirm current sources and named competent review before activating a rule."/>
          <p:cNvSpPr txBox="1"/>
          <p:nvPr/>
        </p:nvSpPr>
        <p:spPr>
          <a:xfrm>
            <a:off x="731520" y="5330952"/>
            <a:ext cx="10725912" cy="329184"/>
          </a:xfrm>
          <a:prstGeom prst="rect">
            <a:avLst/>
          </a:prstGeom>
          <a:noFill/>
          <a:ln>
            <a:noFill/>
          </a:ln>
        </p:spPr>
        <p:txBody>
          <a:bodyPr wrap="square" lIns="18288" rIns="18288" tIns="9144" bIns="9144" anchor="t">
            <a:noAutofit/>
          </a:bodyPr>
          <a:lstStyle/>
          <a:p>
            <a:pPr algn="l">
              <a:lnSpc>
                <a:spcPct val="105000"/>
              </a:lnSpc>
              <a:buNone/>
            </a:pPr>
            <a:r>
              <a:rPr lang="en-GB" sz="1600" b="1">
                <a:solidFill>
                  <a:srgbClr val="173F35"/>
                </a:solidFill>
                <a:latin typeface="Arial"/>
              </a:rPr>
              <a:t>Confirm current sources and named competent review before activating a rule.</a:t>
            </a:r>
          </a:p>
        </p:txBody>
      </p:sp>
      <p:sp xmlns:p="http://schemas.openxmlformats.org/presentationml/2006/main" xmlns:a="http://schemas.openxmlformats.org/drawingml/2006/main">
        <p:nvSpPr>
          <p:cNvPr id="900013" name="Story-3-revision-source" descr="Regulatory register: retained 19 Sep 2026 snapshots / register updated 15 Oct | synthesis 29 Oct, no legal approval."/>
          <p:cNvSpPr txBox="1"/>
          <p:nvPr/>
        </p:nvSpPr>
        <p:spPr>
          <a:xfrm>
            <a:off x="548640" y="5852160"/>
            <a:ext cx="11091672" cy="219456"/>
          </a:xfrm>
          <a:prstGeom prst="rect">
            <a:avLst/>
          </a:prstGeom>
          <a:noFill/>
          <a:ln>
            <a:noFill/>
          </a:ln>
        </p:spPr>
        <p:txBody>
          <a:bodyPr wrap="square" lIns="18288" rIns="18288" tIns="9144" bIns="9144" anchor="t">
            <a:noAutofit/>
          </a:bodyPr>
          <a:lstStyle/>
          <a:p>
            <a:pPr algn="l">
              <a:lnSpc>
                <a:spcPct val="105000"/>
              </a:lnSpc>
              <a:buNone/>
            </a:pPr>
            <a:r>
              <a:rPr lang="en-GB" sz="1200" b="0">
                <a:solidFill>
                  <a:srgbClr val="50655E"/>
                </a:solidFill>
                <a:latin typeface="Arial"/>
              </a:rPr>
              <a:t>Regulatory register: retained 19 Sep 2026 snapshots / register updated 15 Oct | synthesis 29 Oct, no legal approval.</a:t>
            </a:r>
          </a:p>
        </p:txBody>
      </p:sp>
    </p:spTree>
    <p:extLst>
      <p:ext uri="{BB962C8B-B14F-4D97-AF65-F5344CB8AC3E}">
        <p14:creationId xmlns:p14="http://schemas.microsoft.com/office/powerpoint/2010/main" val="3193345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9691" name="Eyebrow">
            <a:extLst>
              <a:ext uri="{FF2B5EF4-FFF2-40B4-BE49-F238E27FC236}">
                <a16:creationId xmlns:a16="http://schemas.microsoft.com/office/drawing/2014/main" id="{8CFFF877-3706-44EA-8D83-A5FB4E4A2FA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29693" name="Slide title">
            <a:extLst>
              <a:ext uri="{FF2B5EF4-FFF2-40B4-BE49-F238E27FC236}">
                <a16:creationId xmlns:a16="http://schemas.microsoft.com/office/drawing/2014/main" id="{C143FD2F-ECA0-1C53-9858-DF53504CBAF3}"/>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Homes don't stall on ambition.</a:t>
            </a:r>
          </a:p>
          <a:p>
            <a:pPr algn="l">
              <a:buNone/>
            </a:pPr>
            <a:r>
              <a:rPr lang="en-US" sz="3200" b="1">
                <a:solidFill>
                  <a:srgbClr val="173F35"/>
                </a:solidFill>
                <a:effectLst/>
                <a:latin typeface="Arial" panose="020B0604020202020204" pitchFamily="34" charset="0"/>
              </a:rPr>
              <a:t>They stall between teams.</a:t>
            </a:r>
            <a:endParaRPr lang="en-US"/>
          </a:p>
        </p:txBody>
      </p:sp>
      <p:sp>
        <p:nvSpPr>
          <p:cNvPr id="29696" name="Footer sources">
            <a:extLst>
              <a:ext uri="{FF2B5EF4-FFF2-40B4-BE49-F238E27FC236}">
                <a16:creationId xmlns:a16="http://schemas.microsoft.com/office/drawing/2014/main" id="{988566E5-3CA3-0B39-8592-A65037B6EE46}"/>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exercise journeys, role research and agent-request challenge</a:t>
            </a:r>
          </a:p>
          <a:p>
            <a:pPr algn="l">
              <a:buNone/>
            </a:pPr>
            <a:r>
              <a:rPr lang="en-US" sz="100">
                <a:effectLst/>
              </a:rPr>
              <a:t> </a:t>
            </a:r>
            <a:endParaRPr lang="en-US"/>
          </a:p>
        </p:txBody>
      </p:sp>
      <p:sp>
        <p:nvSpPr>
          <p:cNvPr id="29700" name="Footer navigation">
            <a:extLst>
              <a:ext uri="{FF2B5EF4-FFF2-40B4-BE49-F238E27FC236}">
                <a16:creationId xmlns:a16="http://schemas.microsoft.com/office/drawing/2014/main" id="{8197E5EC-D8FA-742C-C3D9-B7382711740D}"/>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S04 · Answers: B01</a:t>
            </a:r>
          </a:p>
          <a:p>
            <a:pPr algn="r">
              <a:buNone/>
            </a:pPr>
            <a:r>
              <a:rPr lang="en-US" sz="100">
                <a:effectLst/>
              </a:rPr>
              <a:t> </a:t>
            </a:r>
            <a:endParaRPr lang="en-US"/>
          </a:p>
        </p:txBody>
      </p:sp>
      <p:sp>
        <p:nvSpPr>
          <p:cNvPr id="29705" name="Handoff rail">
            <a:extLst>
              <a:ext uri="{FF2B5EF4-FFF2-40B4-BE49-F238E27FC236}">
                <a16:creationId xmlns:a16="http://schemas.microsoft.com/office/drawing/2014/main" id="{10F995CB-C166-6AC9-2C94-71A6D23E7896}"/>
              </a:ext>
            </a:extLst>
          </p:cNvPr>
          <p:cNvSpPr/>
          <p:nvPr/>
        </p:nvSpPr>
        <p:spPr>
          <a:xfrm>
            <a:off x="1188720" y="3223260"/>
            <a:ext cx="104546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1" name="Gap 1 stem">
            <a:extLst>
              <a:ext uri="{FF2B5EF4-FFF2-40B4-BE49-F238E27FC236}">
                <a16:creationId xmlns:a16="http://schemas.microsoft.com/office/drawing/2014/main" id="{B5DA1E11-4568-48DE-6114-6813534F0CA7}"/>
              </a:ext>
            </a:extLst>
          </p:cNvPr>
          <p:cNvSpPr/>
          <p:nvPr/>
        </p:nvSpPr>
        <p:spPr>
          <a:xfrm>
            <a:off x="2751963"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8" name="Gap 1 card">
            <a:extLst>
              <a:ext uri="{FF2B5EF4-FFF2-40B4-BE49-F238E27FC236}">
                <a16:creationId xmlns:a16="http://schemas.microsoft.com/office/drawing/2014/main" id="{BD5D285D-47D6-D412-2A97-41B74DC8CC41}"/>
              </a:ext>
            </a:extLst>
          </p:cNvPr>
          <p:cNvSpPr/>
          <p:nvPr/>
        </p:nvSpPr>
        <p:spPr>
          <a:xfrm>
            <a:off x="1979676"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stale evidence</a:t>
            </a:r>
          </a:p>
          <a:p>
            <a:pPr algn="ctr">
              <a:buNone/>
            </a:pPr>
            <a:r>
              <a:rPr lang="en-US" sz="100">
                <a:effectLst/>
              </a:rPr>
              <a:t> </a:t>
            </a:r>
            <a:endParaRPr lang="en-US"/>
          </a:p>
        </p:txBody>
      </p:sp>
      <p:sp>
        <p:nvSpPr>
          <p:cNvPr id="29726" name="Gap 1 marker">
            <a:extLst>
              <a:ext uri="{FF2B5EF4-FFF2-40B4-BE49-F238E27FC236}">
                <a16:creationId xmlns:a16="http://schemas.microsoft.com/office/drawing/2014/main" id="{2F6F499B-C0CD-D720-D8AA-DB8409A9A3A4}"/>
              </a:ext>
            </a:extLst>
          </p:cNvPr>
          <p:cNvSpPr/>
          <p:nvPr/>
        </p:nvSpPr>
        <p:spPr>
          <a:xfrm>
            <a:off x="2660904"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35" name="Gap 2 stem">
            <a:extLst>
              <a:ext uri="{FF2B5EF4-FFF2-40B4-BE49-F238E27FC236}">
                <a16:creationId xmlns:a16="http://schemas.microsoft.com/office/drawing/2014/main" id="{0A3DE3BE-0042-8CB2-D7D5-00BE6662B918}"/>
              </a:ext>
            </a:extLst>
          </p:cNvPr>
          <p:cNvSpPr/>
          <p:nvPr/>
        </p:nvSpPr>
        <p:spPr>
          <a:xfrm>
            <a:off x="4562475"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45" name="Gap 2 card">
            <a:extLst>
              <a:ext uri="{FF2B5EF4-FFF2-40B4-BE49-F238E27FC236}">
                <a16:creationId xmlns:a16="http://schemas.microsoft.com/office/drawing/2014/main" id="{C7889A9E-A11A-4617-C664-E997533DB990}"/>
              </a:ext>
            </a:extLst>
          </p:cNvPr>
          <p:cNvSpPr/>
          <p:nvPr/>
        </p:nvSpPr>
        <p:spPr>
          <a:xfrm>
            <a:off x="3790188"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unclear owner</a:t>
            </a:r>
          </a:p>
          <a:p>
            <a:pPr algn="ctr">
              <a:buNone/>
            </a:pPr>
            <a:r>
              <a:rPr lang="en-US" sz="100">
                <a:effectLst/>
              </a:rPr>
              <a:t> </a:t>
            </a:r>
            <a:endParaRPr lang="en-US"/>
          </a:p>
        </p:txBody>
      </p:sp>
      <p:sp>
        <p:nvSpPr>
          <p:cNvPr id="29756" name="Gap 2 marker">
            <a:extLst>
              <a:ext uri="{FF2B5EF4-FFF2-40B4-BE49-F238E27FC236}">
                <a16:creationId xmlns:a16="http://schemas.microsoft.com/office/drawing/2014/main" id="{EE3F4955-6A03-B5AC-F68F-B6FF92EA9708}"/>
              </a:ext>
            </a:extLst>
          </p:cNvPr>
          <p:cNvSpPr/>
          <p:nvPr/>
        </p:nvSpPr>
        <p:spPr>
          <a:xfrm>
            <a:off x="4471416"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68" name="Gap 3 stem">
            <a:extLst>
              <a:ext uri="{FF2B5EF4-FFF2-40B4-BE49-F238E27FC236}">
                <a16:creationId xmlns:a16="http://schemas.microsoft.com/office/drawing/2014/main" id="{B6C4476D-4926-4D72-8D5D-62E9570D486E}"/>
              </a:ext>
            </a:extLst>
          </p:cNvPr>
          <p:cNvSpPr/>
          <p:nvPr/>
        </p:nvSpPr>
        <p:spPr>
          <a:xfrm>
            <a:off x="6372987"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81" name="Gap 3 card">
            <a:extLst>
              <a:ext uri="{FF2B5EF4-FFF2-40B4-BE49-F238E27FC236}">
                <a16:creationId xmlns:a16="http://schemas.microsoft.com/office/drawing/2014/main" id="{FEF03430-E5EF-72C2-36E0-65BFBF0F492F}"/>
              </a:ext>
            </a:extLst>
          </p:cNvPr>
          <p:cNvSpPr/>
          <p:nvPr/>
        </p:nvSpPr>
        <p:spPr>
          <a:xfrm>
            <a:off x="5600700"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funding mismatch</a:t>
            </a:r>
          </a:p>
          <a:p>
            <a:pPr algn="ctr">
              <a:buNone/>
            </a:pPr>
            <a:r>
              <a:rPr lang="en-US" sz="100">
                <a:effectLst/>
              </a:rPr>
              <a:t> </a:t>
            </a:r>
            <a:endParaRPr lang="en-US"/>
          </a:p>
        </p:txBody>
      </p:sp>
      <p:sp>
        <p:nvSpPr>
          <p:cNvPr id="29795" name="Gap 3 marker">
            <a:extLst>
              <a:ext uri="{FF2B5EF4-FFF2-40B4-BE49-F238E27FC236}">
                <a16:creationId xmlns:a16="http://schemas.microsoft.com/office/drawing/2014/main" id="{8C6C1001-2458-5292-E080-1050FFE48D79}"/>
              </a:ext>
            </a:extLst>
          </p:cNvPr>
          <p:cNvSpPr/>
          <p:nvPr/>
        </p:nvSpPr>
        <p:spPr>
          <a:xfrm>
            <a:off x="6281928"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10" name="Gap 4 stem">
            <a:extLst>
              <a:ext uri="{FF2B5EF4-FFF2-40B4-BE49-F238E27FC236}">
                <a16:creationId xmlns:a16="http://schemas.microsoft.com/office/drawing/2014/main" id="{DD6DA784-B1B2-AC4B-3C75-F8A2D784A410}"/>
              </a:ext>
            </a:extLst>
          </p:cNvPr>
          <p:cNvSpPr/>
          <p:nvPr/>
        </p:nvSpPr>
        <p:spPr>
          <a:xfrm>
            <a:off x="8183499"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26" name="Gap 4 card">
            <a:extLst>
              <a:ext uri="{FF2B5EF4-FFF2-40B4-BE49-F238E27FC236}">
                <a16:creationId xmlns:a16="http://schemas.microsoft.com/office/drawing/2014/main" id="{312EA43A-CFF3-4910-24D3-6875A2349B36}"/>
              </a:ext>
            </a:extLst>
          </p:cNvPr>
          <p:cNvSpPr/>
          <p:nvPr/>
        </p:nvSpPr>
        <p:spPr>
          <a:xfrm>
            <a:off x="7411212"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no resident answer</a:t>
            </a:r>
          </a:p>
          <a:p>
            <a:pPr algn="ctr">
              <a:buNone/>
            </a:pPr>
            <a:r>
              <a:rPr lang="en-US" sz="100">
                <a:effectLst/>
              </a:rPr>
              <a:t> </a:t>
            </a:r>
            <a:endParaRPr lang="en-US"/>
          </a:p>
        </p:txBody>
      </p:sp>
      <p:sp>
        <p:nvSpPr>
          <p:cNvPr id="29843" name="Gap 4 marker">
            <a:extLst>
              <a:ext uri="{FF2B5EF4-FFF2-40B4-BE49-F238E27FC236}">
                <a16:creationId xmlns:a16="http://schemas.microsoft.com/office/drawing/2014/main" id="{E6CFF8FA-4DEE-0BC3-77A9-16EB36911E29}"/>
              </a:ext>
            </a:extLst>
          </p:cNvPr>
          <p:cNvSpPr/>
          <p:nvPr/>
        </p:nvSpPr>
        <p:spPr>
          <a:xfrm>
            <a:off x="8092440"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61" name="Gap 5 stem">
            <a:extLst>
              <a:ext uri="{FF2B5EF4-FFF2-40B4-BE49-F238E27FC236}">
                <a16:creationId xmlns:a16="http://schemas.microsoft.com/office/drawing/2014/main" id="{B2F36DAD-27F9-2DF7-4F4D-10B5AB963903}"/>
              </a:ext>
            </a:extLst>
          </p:cNvPr>
          <p:cNvSpPr/>
          <p:nvPr/>
        </p:nvSpPr>
        <p:spPr>
          <a:xfrm>
            <a:off x="9994011"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80" name="Gap 5 card">
            <a:extLst>
              <a:ext uri="{FF2B5EF4-FFF2-40B4-BE49-F238E27FC236}">
                <a16:creationId xmlns:a16="http://schemas.microsoft.com/office/drawing/2014/main" id="{8280FB79-24AA-0A2F-2033-901940B88114}"/>
              </a:ext>
            </a:extLst>
          </p:cNvPr>
          <p:cNvSpPr/>
          <p:nvPr/>
        </p:nvSpPr>
        <p:spPr>
          <a:xfrm>
            <a:off x="9221724"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rework</a:t>
            </a:r>
          </a:p>
          <a:p>
            <a:pPr algn="ctr">
              <a:buNone/>
            </a:pPr>
            <a:r>
              <a:rPr lang="en-US" sz="100">
                <a:effectLst/>
              </a:rPr>
              <a:t> </a:t>
            </a:r>
            <a:endParaRPr lang="en-US"/>
          </a:p>
        </p:txBody>
      </p:sp>
      <p:sp>
        <p:nvSpPr>
          <p:cNvPr id="29900" name="Gap 5 marker">
            <a:extLst>
              <a:ext uri="{FF2B5EF4-FFF2-40B4-BE49-F238E27FC236}">
                <a16:creationId xmlns:a16="http://schemas.microsoft.com/office/drawing/2014/main" id="{1EF2021A-BFF4-7817-C550-F13695911B89}"/>
              </a:ext>
            </a:extLst>
          </p:cNvPr>
          <p:cNvSpPr/>
          <p:nvPr/>
        </p:nvSpPr>
        <p:spPr>
          <a:xfrm>
            <a:off x="9902952"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21" name="Station 1 disc">
            <a:extLst>
              <a:ext uri="{FF2B5EF4-FFF2-40B4-BE49-F238E27FC236}">
                <a16:creationId xmlns:a16="http://schemas.microsoft.com/office/drawing/2014/main" id="{88EAE005-434E-0977-8CE5-32ABB6E6BBED}"/>
              </a:ext>
            </a:extLst>
          </p:cNvPr>
          <p:cNvSpPr/>
          <p:nvPr/>
        </p:nvSpPr>
        <p:spPr>
          <a:xfrm>
            <a:off x="1467612"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43" name="Station 1 label">
            <a:extLst>
              <a:ext uri="{FF2B5EF4-FFF2-40B4-BE49-F238E27FC236}">
                <a16:creationId xmlns:a16="http://schemas.microsoft.com/office/drawing/2014/main" id="{A6566EF8-28B5-9C1D-5CE7-8264D9497125}"/>
              </a:ext>
            </a:extLst>
          </p:cNvPr>
          <p:cNvSpPr/>
          <p:nvPr/>
        </p:nvSpPr>
        <p:spPr>
          <a:xfrm>
            <a:off x="987552"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Survey</a:t>
            </a:r>
          </a:p>
          <a:p>
            <a:pPr algn="ctr">
              <a:buNone/>
            </a:pPr>
            <a:r>
              <a:rPr lang="en-US" sz="100">
                <a:effectLst/>
              </a:rPr>
              <a:t> </a:t>
            </a:r>
            <a:endParaRPr lang="en-US"/>
          </a:p>
        </p:txBody>
      </p:sp>
      <p:sp>
        <p:nvSpPr>
          <p:cNvPr id="29966" name="Station 2 disc">
            <a:extLst>
              <a:ext uri="{FF2B5EF4-FFF2-40B4-BE49-F238E27FC236}">
                <a16:creationId xmlns:a16="http://schemas.microsoft.com/office/drawing/2014/main" id="{84B44BF7-440E-7BEB-95BD-B369B2123B98}"/>
              </a:ext>
            </a:extLst>
          </p:cNvPr>
          <p:cNvSpPr/>
          <p:nvPr/>
        </p:nvSpPr>
        <p:spPr>
          <a:xfrm>
            <a:off x="3278124"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90" name="Station 2 label">
            <a:extLst>
              <a:ext uri="{FF2B5EF4-FFF2-40B4-BE49-F238E27FC236}">
                <a16:creationId xmlns:a16="http://schemas.microsoft.com/office/drawing/2014/main" id="{2268B33C-1998-B64F-9B52-70E4095CC0BD}"/>
              </a:ext>
            </a:extLst>
          </p:cNvPr>
          <p:cNvSpPr/>
          <p:nvPr/>
        </p:nvSpPr>
        <p:spPr>
          <a:xfrm>
            <a:off x="2798064"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30015" name="Station 3 disc">
            <a:extLst>
              <a:ext uri="{FF2B5EF4-FFF2-40B4-BE49-F238E27FC236}">
                <a16:creationId xmlns:a16="http://schemas.microsoft.com/office/drawing/2014/main" id="{94F24039-E46B-09AE-815D-9C76F404EDE4}"/>
              </a:ext>
            </a:extLst>
          </p:cNvPr>
          <p:cNvSpPr/>
          <p:nvPr/>
        </p:nvSpPr>
        <p:spPr>
          <a:xfrm>
            <a:off x="5088636"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41" name="Station 3 label">
            <a:extLst>
              <a:ext uri="{FF2B5EF4-FFF2-40B4-BE49-F238E27FC236}">
                <a16:creationId xmlns:a16="http://schemas.microsoft.com/office/drawing/2014/main" id="{4E99F4D8-F657-231D-D186-E2DC68908AB7}"/>
              </a:ext>
            </a:extLst>
          </p:cNvPr>
          <p:cNvSpPr/>
          <p:nvPr/>
        </p:nvSpPr>
        <p:spPr>
          <a:xfrm>
            <a:off x="4608576"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Funding</a:t>
            </a:r>
          </a:p>
          <a:p>
            <a:pPr algn="ctr">
              <a:buNone/>
            </a:pPr>
            <a:r>
              <a:rPr lang="en-US" sz="100">
                <a:effectLst/>
              </a:rPr>
              <a:t> </a:t>
            </a:r>
            <a:endParaRPr lang="en-US"/>
          </a:p>
        </p:txBody>
      </p:sp>
      <p:sp>
        <p:nvSpPr>
          <p:cNvPr id="30068" name="Station 4 disc">
            <a:extLst>
              <a:ext uri="{FF2B5EF4-FFF2-40B4-BE49-F238E27FC236}">
                <a16:creationId xmlns:a16="http://schemas.microsoft.com/office/drawing/2014/main" id="{8511488C-B45B-5756-F088-35812A92B20B}"/>
              </a:ext>
            </a:extLst>
          </p:cNvPr>
          <p:cNvSpPr/>
          <p:nvPr/>
        </p:nvSpPr>
        <p:spPr>
          <a:xfrm>
            <a:off x="6899148"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96" name="Station 4 label">
            <a:extLst>
              <a:ext uri="{FF2B5EF4-FFF2-40B4-BE49-F238E27FC236}">
                <a16:creationId xmlns:a16="http://schemas.microsoft.com/office/drawing/2014/main" id="{808B4627-D5A4-2CC0-573C-C4F3F004D9DC}"/>
              </a:ext>
            </a:extLst>
          </p:cNvPr>
          <p:cNvSpPr/>
          <p:nvPr/>
        </p:nvSpPr>
        <p:spPr>
          <a:xfrm>
            <a:off x="6419088" y="3845052"/>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Resident agreement</a:t>
            </a:r>
          </a:p>
          <a:p>
            <a:pPr algn="ctr">
              <a:buNone/>
            </a:pPr>
            <a:r>
              <a:rPr lang="en-US" sz="100">
                <a:effectLst/>
              </a:rPr>
              <a:t> </a:t>
            </a:r>
            <a:endParaRPr lang="en-US"/>
          </a:p>
        </p:txBody>
      </p:sp>
      <p:sp>
        <p:nvSpPr>
          <p:cNvPr id="30125" name="Station 5 disc">
            <a:extLst>
              <a:ext uri="{FF2B5EF4-FFF2-40B4-BE49-F238E27FC236}">
                <a16:creationId xmlns:a16="http://schemas.microsoft.com/office/drawing/2014/main" id="{5B25FD3F-BB6D-A3B3-9D21-B28D4EE9C998}"/>
              </a:ext>
            </a:extLst>
          </p:cNvPr>
          <p:cNvSpPr/>
          <p:nvPr/>
        </p:nvSpPr>
        <p:spPr>
          <a:xfrm>
            <a:off x="8709660"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155" name="Station 5 label">
            <a:extLst>
              <a:ext uri="{FF2B5EF4-FFF2-40B4-BE49-F238E27FC236}">
                <a16:creationId xmlns:a16="http://schemas.microsoft.com/office/drawing/2014/main" id="{84CCCCA1-34BD-CC4D-5A76-2E15C5004E2F}"/>
              </a:ext>
            </a:extLst>
          </p:cNvPr>
          <p:cNvSpPr/>
          <p:nvPr/>
        </p:nvSpPr>
        <p:spPr>
          <a:xfrm>
            <a:off x="8229600"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Contractor</a:t>
            </a:r>
          </a:p>
          <a:p>
            <a:pPr algn="ctr">
              <a:buNone/>
            </a:pPr>
            <a:r>
              <a:rPr lang="en-US" sz="100">
                <a:effectLst/>
              </a:rPr>
              <a:t> </a:t>
            </a:r>
            <a:endParaRPr lang="en-US"/>
          </a:p>
        </p:txBody>
      </p:sp>
      <p:sp>
        <p:nvSpPr>
          <p:cNvPr id="30186" name="Station 6 disc">
            <a:extLst>
              <a:ext uri="{FF2B5EF4-FFF2-40B4-BE49-F238E27FC236}">
                <a16:creationId xmlns:a16="http://schemas.microsoft.com/office/drawing/2014/main" id="{55F5E45F-B8E0-45AD-8296-00AAD49A24D2}"/>
              </a:ext>
            </a:extLst>
          </p:cNvPr>
          <p:cNvSpPr/>
          <p:nvPr/>
        </p:nvSpPr>
        <p:spPr>
          <a:xfrm>
            <a:off x="10520172"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18" name="Station 6 label">
            <a:extLst>
              <a:ext uri="{FF2B5EF4-FFF2-40B4-BE49-F238E27FC236}">
                <a16:creationId xmlns:a16="http://schemas.microsoft.com/office/drawing/2014/main" id="{A503B585-6179-F0F4-8883-17FD46CD707F}"/>
              </a:ext>
            </a:extLst>
          </p:cNvPr>
          <p:cNvSpPr/>
          <p:nvPr/>
        </p:nvSpPr>
        <p:spPr>
          <a:xfrm>
            <a:off x="10040112" y="3845052"/>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Quality and handover</a:t>
            </a:r>
          </a:p>
          <a:p>
            <a:pPr algn="ctr">
              <a:buNone/>
            </a:pPr>
            <a:r>
              <a:rPr lang="en-US" sz="100">
                <a:effectLst/>
              </a:rPr>
              <a:t> </a:t>
            </a:r>
            <a:endParaRPr lang="en-US"/>
          </a:p>
        </p:txBody>
      </p:sp>
      <p:sp>
        <p:nvSpPr>
          <p:cNvPr id="30251" name="Statement 1 card">
            <a:extLst>
              <a:ext uri="{FF2B5EF4-FFF2-40B4-BE49-F238E27FC236}">
                <a16:creationId xmlns:a16="http://schemas.microsoft.com/office/drawing/2014/main" id="{FC3A9AC5-5873-2560-60C4-91EDD59ACEC1}"/>
              </a:ext>
            </a:extLst>
          </p:cNvPr>
          <p:cNvSpPr/>
          <p:nvPr/>
        </p:nvSpPr>
        <p:spPr>
          <a:xfrm>
            <a:off x="5486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85" name="Statement 1">
            <a:extLst>
              <a:ext uri="{FF2B5EF4-FFF2-40B4-BE49-F238E27FC236}">
                <a16:creationId xmlns:a16="http://schemas.microsoft.com/office/drawing/2014/main" id="{C3D1046B-0383-CBD9-23C2-427925B5CA7D}"/>
              </a:ext>
            </a:extLst>
          </p:cNvPr>
          <p:cNvSpPr/>
          <p:nvPr/>
        </p:nvSpPr>
        <p:spPr>
          <a:xfrm>
            <a:off x="609600" y="4951476"/>
            <a:ext cx="34544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Evidence, funding, capacity and resident choice must align</a:t>
            </a:r>
          </a:p>
          <a:p>
            <a:pPr algn="l">
              <a:buNone/>
            </a:pPr>
            <a:r>
              <a:rPr lang="en-US" sz="100">
                <a:effectLst/>
              </a:rPr>
              <a:t> </a:t>
            </a:r>
            <a:endParaRPr lang="en-US"/>
          </a:p>
        </p:txBody>
      </p:sp>
      <p:sp>
        <p:nvSpPr>
          <p:cNvPr id="30320" name="Statement 2 card">
            <a:extLst>
              <a:ext uri="{FF2B5EF4-FFF2-40B4-BE49-F238E27FC236}">
                <a16:creationId xmlns:a16="http://schemas.microsoft.com/office/drawing/2014/main" id="{16BC534B-D39E-B68A-37F1-63167E6995E7}"/>
              </a:ext>
            </a:extLst>
          </p:cNvPr>
          <p:cNvSpPr/>
          <p:nvPr/>
        </p:nvSpPr>
        <p:spPr>
          <a:xfrm>
            <a:off x="43078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356" name="Statement 2">
            <a:extLst>
              <a:ext uri="{FF2B5EF4-FFF2-40B4-BE49-F238E27FC236}">
                <a16:creationId xmlns:a16="http://schemas.microsoft.com/office/drawing/2014/main" id="{9BEA46D6-112C-8D52-77FE-4812CCA23728}"/>
              </a:ext>
            </a:extLst>
          </p:cNvPr>
          <p:cNvSpPr/>
          <p:nvPr/>
        </p:nvSpPr>
        <p:spPr>
          <a:xfrm>
            <a:off x="4368800" y="4951476"/>
            <a:ext cx="34544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More starts are not the same as more accepted homes</a:t>
            </a:r>
          </a:p>
          <a:p>
            <a:pPr algn="l">
              <a:buNone/>
            </a:pPr>
            <a:r>
              <a:rPr lang="en-US" sz="100">
                <a:effectLst/>
              </a:rPr>
              <a:t> </a:t>
            </a:r>
            <a:endParaRPr lang="en-US"/>
          </a:p>
        </p:txBody>
      </p:sp>
      <p:sp>
        <p:nvSpPr>
          <p:cNvPr id="30393" name="Statement 3 card">
            <a:extLst>
              <a:ext uri="{FF2B5EF4-FFF2-40B4-BE49-F238E27FC236}">
                <a16:creationId xmlns:a16="http://schemas.microsoft.com/office/drawing/2014/main" id="{9D1F24CC-9669-AC01-B05F-DF6CA7053594}"/>
              </a:ext>
            </a:extLst>
          </p:cNvPr>
          <p:cNvSpPr/>
          <p:nvPr/>
        </p:nvSpPr>
        <p:spPr>
          <a:xfrm>
            <a:off x="80670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31" name="Statement 3">
            <a:extLst>
              <a:ext uri="{FF2B5EF4-FFF2-40B4-BE49-F238E27FC236}">
                <a16:creationId xmlns:a16="http://schemas.microsoft.com/office/drawing/2014/main" id="{DECBF550-1568-A934-698E-9C0807D5096C}"/>
              </a:ext>
            </a:extLst>
          </p:cNvPr>
          <p:cNvSpPr/>
          <p:nvPr/>
        </p:nvSpPr>
        <p:spPr>
          <a:xfrm>
            <a:off x="8128000" y="4814316"/>
            <a:ext cx="351536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 conflicting record should stop
one approval, not all useful work</a:t>
            </a:r>
            <a:endParaRPr lang="en-US"/>
          </a:p>
        </p:txBody>
      </p:sp>
      <p:pic>
        <p:nvPicPr>
          <p:cNvPr id="30432" name="Home icon" descr="House icon">
            <a:extLst>
              <a:ext uri="{FF2B5EF4-FFF2-40B4-BE49-F238E27FC236}">
                <a16:creationId xmlns:a16="http://schemas.microsoft.com/office/drawing/2014/main" id="{9FAA672E-2BF2-92AF-29D3-29A7D3ABE958}"/>
              </a:ext>
            </a:extLst>
          </p:cNvPr>
          <p:cNvPicPr>
            <a:picLocks noChangeAspect="1"/>
          </p:cNvPicPr>
          <p:nvPr/>
        </p:nvPicPr>
        <p:blipFill>
          <a:blip r:embed="rId3"/>
          <a:stretch>
            <a:fillRect/>
          </a:stretch>
        </p:blipFill>
        <p:spPr>
          <a:xfrm>
            <a:off x="548640" y="3063240"/>
            <a:ext cx="548640" cy="548640"/>
          </a:xfrm>
          <a:prstGeom prst="rect">
            <a:avLst/>
          </a:prstGeom>
        </p:spPr>
      </p:pic>
      <p:pic>
        <p:nvPicPr>
          <p:cNvPr id="30433" name="Station 1 icon" descr="Survey icon">
            <a:extLst>
              <a:ext uri="{FF2B5EF4-FFF2-40B4-BE49-F238E27FC236}">
                <a16:creationId xmlns:a16="http://schemas.microsoft.com/office/drawing/2014/main" id="{8D02E7D6-F0F3-01E5-8B81-D1716609A384}"/>
              </a:ext>
            </a:extLst>
          </p:cNvPr>
          <p:cNvPicPr>
            <a:picLocks noChangeAspect="1"/>
          </p:cNvPicPr>
          <p:nvPr/>
        </p:nvPicPr>
        <p:blipFill>
          <a:blip r:embed="rId4"/>
          <a:stretch>
            <a:fillRect/>
          </a:stretch>
        </p:blipFill>
        <p:spPr>
          <a:xfrm>
            <a:off x="1604772" y="3086100"/>
            <a:ext cx="502920" cy="502920"/>
          </a:xfrm>
          <a:prstGeom prst="rect">
            <a:avLst/>
          </a:prstGeom>
        </p:spPr>
      </p:pic>
      <p:pic>
        <p:nvPicPr>
          <p:cNvPr id="30434" name="Station 2 icon" descr="Evidence icon">
            <a:extLst>
              <a:ext uri="{FF2B5EF4-FFF2-40B4-BE49-F238E27FC236}">
                <a16:creationId xmlns:a16="http://schemas.microsoft.com/office/drawing/2014/main" id="{CD0D9C64-07E1-488E-1E53-5047D9834724}"/>
              </a:ext>
            </a:extLst>
          </p:cNvPr>
          <p:cNvPicPr>
            <a:picLocks noChangeAspect="1"/>
          </p:cNvPicPr>
          <p:nvPr/>
        </p:nvPicPr>
        <p:blipFill>
          <a:blip r:embed="rId5"/>
          <a:stretch>
            <a:fillRect/>
          </a:stretch>
        </p:blipFill>
        <p:spPr>
          <a:xfrm>
            <a:off x="3415284" y="3086100"/>
            <a:ext cx="502920" cy="502920"/>
          </a:xfrm>
          <a:prstGeom prst="rect">
            <a:avLst/>
          </a:prstGeom>
        </p:spPr>
      </p:pic>
      <p:pic>
        <p:nvPicPr>
          <p:cNvPr id="30435" name="Station 3 icon" descr="Cost icon">
            <a:extLst>
              <a:ext uri="{FF2B5EF4-FFF2-40B4-BE49-F238E27FC236}">
                <a16:creationId xmlns:a16="http://schemas.microsoft.com/office/drawing/2014/main" id="{441FAE2D-9DEC-CEB3-7116-D318DE1A21FF}"/>
              </a:ext>
            </a:extLst>
          </p:cNvPr>
          <p:cNvPicPr>
            <a:picLocks noChangeAspect="1"/>
          </p:cNvPicPr>
          <p:nvPr/>
        </p:nvPicPr>
        <p:blipFill>
          <a:blip r:embed="rId6"/>
          <a:stretch>
            <a:fillRect/>
          </a:stretch>
        </p:blipFill>
        <p:spPr>
          <a:xfrm>
            <a:off x="5225796" y="3086100"/>
            <a:ext cx="502920" cy="502920"/>
          </a:xfrm>
          <a:prstGeom prst="rect">
            <a:avLst/>
          </a:prstGeom>
        </p:spPr>
      </p:pic>
      <p:pic>
        <p:nvPicPr>
          <p:cNvPr id="30436" name="Station 4 icon" descr="People and roles icon">
            <a:extLst>
              <a:ext uri="{FF2B5EF4-FFF2-40B4-BE49-F238E27FC236}">
                <a16:creationId xmlns:a16="http://schemas.microsoft.com/office/drawing/2014/main" id="{6170F896-A23F-1F4B-A663-11CB8FA399C2}"/>
              </a:ext>
            </a:extLst>
          </p:cNvPr>
          <p:cNvPicPr>
            <a:picLocks noChangeAspect="1"/>
          </p:cNvPicPr>
          <p:nvPr/>
        </p:nvPicPr>
        <p:blipFill>
          <a:blip r:embed="rId7"/>
          <a:stretch>
            <a:fillRect/>
          </a:stretch>
        </p:blipFill>
        <p:spPr>
          <a:xfrm>
            <a:off x="7036308" y="3086100"/>
            <a:ext cx="502920" cy="502920"/>
          </a:xfrm>
          <a:prstGeom prst="rect">
            <a:avLst/>
          </a:prstGeom>
        </p:spPr>
      </p:pic>
      <p:pic>
        <p:nvPicPr>
          <p:cNvPr id="30437" name="Station 5 icon" descr="Contractor icon">
            <a:extLst>
              <a:ext uri="{FF2B5EF4-FFF2-40B4-BE49-F238E27FC236}">
                <a16:creationId xmlns:a16="http://schemas.microsoft.com/office/drawing/2014/main" id="{53BFF59C-C8C9-6B52-B793-B92939D19814}"/>
              </a:ext>
            </a:extLst>
          </p:cNvPr>
          <p:cNvPicPr>
            <a:picLocks noChangeAspect="1"/>
          </p:cNvPicPr>
          <p:nvPr/>
        </p:nvPicPr>
        <p:blipFill>
          <a:blip r:embed="rId8"/>
          <a:stretch>
            <a:fillRect/>
          </a:stretch>
        </p:blipFill>
        <p:spPr>
          <a:xfrm>
            <a:off x="8846820" y="3086100"/>
            <a:ext cx="502920" cy="502920"/>
          </a:xfrm>
          <a:prstGeom prst="rect">
            <a:avLst/>
          </a:prstGeom>
        </p:spPr>
      </p:pic>
      <p:pic>
        <p:nvPicPr>
          <p:cNvPr id="30438" name="Station 6 icon" descr="Approval gate icon">
            <a:extLst>
              <a:ext uri="{FF2B5EF4-FFF2-40B4-BE49-F238E27FC236}">
                <a16:creationId xmlns:a16="http://schemas.microsoft.com/office/drawing/2014/main" id="{294518CA-6C2D-498E-3E0A-2968BC0A73CE}"/>
              </a:ext>
            </a:extLst>
          </p:cNvPr>
          <p:cNvPicPr>
            <a:picLocks noChangeAspect="1"/>
          </p:cNvPicPr>
          <p:nvPr/>
        </p:nvPicPr>
        <p:blipFill>
          <a:blip r:embed="rId9"/>
          <a:stretch>
            <a:fillRect/>
          </a:stretch>
        </p:blipFill>
        <p:spPr>
          <a:xfrm>
            <a:off x="10657332" y="3086100"/>
            <a:ext cx="502920" cy="502920"/>
          </a:xfrm>
          <a:prstGeom prst="rect">
            <a:avLst/>
          </a:prstGeom>
        </p:spPr>
      </p:pic>
    </p:spTree>
    <p:extLst>
      <p:ext uri="{BB962C8B-B14F-4D97-AF65-F5344CB8AC3E}">
        <p14:creationId xmlns:p14="http://schemas.microsoft.com/office/powerpoint/2010/main" val="3209283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8173" name="Eyebrow">
            <a:extLst>
              <a:ext uri="{FF2B5EF4-FFF2-40B4-BE49-F238E27FC236}">
                <a16:creationId xmlns:a16="http://schemas.microsoft.com/office/drawing/2014/main" id="{FCDC0F45-0269-C490-A433-25DD5C7830FE}"/>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FORECAST</a:t>
            </a:r>
          </a:p>
          <a:p>
            <a:pPr algn="l">
              <a:buNone/>
            </a:pPr>
            <a:r>
              <a:rPr lang="en-US" sz="100">
                <a:effectLst/>
              </a:rPr>
              <a:t> </a:t>
            </a:r>
            <a:endParaRPr lang="en-US"/>
          </a:p>
        </p:txBody>
      </p:sp>
      <p:sp>
        <p:nvSpPr>
          <p:cNvPr id="28175" name="Slide title">
            <a:extLst>
              <a:ext uri="{FF2B5EF4-FFF2-40B4-BE49-F238E27FC236}">
                <a16:creationId xmlns:a16="http://schemas.microsoft.com/office/drawing/2014/main" id="{5A525050-22ED-800B-9EED-79616914FD6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Forecast: every Zava home at EPC C by April 2030.</a:t>
            </a:r>
          </a:p>
          <a:p>
            <a:pPr algn="l">
              <a:buNone/>
            </a:pPr>
            <a:r>
              <a:rPr lang="en-US" sz="100">
                <a:effectLst/>
              </a:rPr>
              <a:t> </a:t>
            </a:r>
            <a:endParaRPr lang="en-US"/>
          </a:p>
        </p:txBody>
      </p:sp>
      <p:sp>
        <p:nvSpPr>
          <p:cNvPr id="28178" name="Footer sources">
            <a:extLst>
              <a:ext uri="{FF2B5EF4-FFF2-40B4-BE49-F238E27FC236}">
                <a16:creationId xmlns:a16="http://schemas.microsoft.com/office/drawing/2014/main" id="{01D195D0-4C25-E36E-2671-90FBF2FDBADB}"/>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Forecast · EHS 2024-25 · SRS MEES impact assessment · Warm Homes: Social Housing Fund wave 3 · assumptions in notes</a:t>
            </a:r>
          </a:p>
          <a:p>
            <a:pPr algn="l">
              <a:buNone/>
            </a:pPr>
            <a:r>
              <a:rPr lang="en-US" sz="100">
                <a:effectLst/>
              </a:rPr>
              <a:t> </a:t>
            </a:r>
            <a:endParaRPr lang="en-US"/>
          </a:p>
        </p:txBody>
      </p:sp>
      <p:sp>
        <p:nvSpPr>
          <p:cNvPr id="28182" name="Footer navigation">
            <a:extLst>
              <a:ext uri="{FF2B5EF4-FFF2-40B4-BE49-F238E27FC236}">
                <a16:creationId xmlns:a16="http://schemas.microsoft.com/office/drawing/2014/main" id="{7EEA4E13-5127-99BF-E684-24929B306B3B}"/>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S05 · Answers: B08</a:t>
            </a:r>
          </a:p>
          <a:p>
            <a:pPr algn="r">
              <a:buNone/>
            </a:pPr>
            <a:r>
              <a:rPr lang="en-US" sz="100">
                <a:effectLst/>
              </a:rPr>
              <a:t> </a:t>
            </a:r>
            <a:endParaRPr lang="en-US"/>
          </a:p>
        </p:txBody>
      </p:sp>
      <p:sp>
        <p:nvSpPr>
          <p:cNvPr id="28187" name="Forecast pill">
            <a:extLst>
              <a:ext uri="{FF2B5EF4-FFF2-40B4-BE49-F238E27FC236}">
                <a16:creationId xmlns:a16="http://schemas.microsoft.com/office/drawing/2014/main" id="{6BDA2EDD-9955-B1BA-2B41-7421B553667F}"/>
              </a:ext>
            </a:extLst>
          </p:cNvPr>
          <p:cNvSpPr/>
          <p:nvPr/>
        </p:nvSpPr>
        <p:spPr>
          <a:xfrm>
            <a:off x="548640" y="15087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FORECAST</a:t>
            </a:r>
          </a:p>
          <a:p>
            <a:pPr algn="ctr">
              <a:buNone/>
            </a:pPr>
            <a:r>
              <a:rPr lang="en-US" sz="100">
                <a:effectLst/>
              </a:rPr>
              <a:t> </a:t>
            </a:r>
            <a:endParaRPr lang="en-US"/>
          </a:p>
        </p:txBody>
      </p:sp>
      <p:sp>
        <p:nvSpPr>
          <p:cNvPr id="28193" name="Chart caption">
            <a:extLst>
              <a:ext uri="{FF2B5EF4-FFF2-40B4-BE49-F238E27FC236}">
                <a16:creationId xmlns:a16="http://schemas.microsoft.com/office/drawing/2014/main" id="{46640BFA-DE47-BB32-A397-17EF752BAFEC}"/>
              </a:ext>
            </a:extLst>
          </p:cNvPr>
          <p:cNvSpPr/>
          <p:nvPr/>
        </p:nvSpPr>
        <p:spPr>
          <a:xfrm>
            <a:off x="2039112" y="1431380"/>
            <a:ext cx="3904488"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Homes at EPC C, cumulative from Nov 2026</a:t>
            </a:r>
          </a:p>
          <a:p>
            <a:pPr algn="l">
              <a:buNone/>
            </a:pPr>
            <a:r>
              <a:rPr lang="en-US" sz="100">
                <a:effectLst/>
              </a:rPr>
              <a:t> </a:t>
            </a:r>
            <a:endParaRPr lang="en-US"/>
          </a:p>
        </p:txBody>
      </p:sp>
      <p:sp>
        <p:nvSpPr>
          <p:cNvPr id="28200" name="Tick 0">
            <a:extLst>
              <a:ext uri="{FF2B5EF4-FFF2-40B4-BE49-F238E27FC236}">
                <a16:creationId xmlns:a16="http://schemas.microsoft.com/office/drawing/2014/main" id="{43E9EF19-F2EF-14D1-E67B-48742413E19A}"/>
              </a:ext>
            </a:extLst>
          </p:cNvPr>
          <p:cNvSpPr/>
          <p:nvPr/>
        </p:nvSpPr>
        <p:spPr>
          <a:xfrm>
            <a:off x="457200" y="49899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8208" name="Gridline 4000">
            <a:extLst>
              <a:ext uri="{FF2B5EF4-FFF2-40B4-BE49-F238E27FC236}">
                <a16:creationId xmlns:a16="http://schemas.microsoft.com/office/drawing/2014/main" id="{05B2B564-DF47-6710-73FD-CA1520119117}"/>
              </a:ext>
            </a:extLst>
          </p:cNvPr>
          <p:cNvSpPr/>
          <p:nvPr/>
        </p:nvSpPr>
        <p:spPr>
          <a:xfrm>
            <a:off x="1234440" y="44643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17" name="Tick 4000">
            <a:extLst>
              <a:ext uri="{FF2B5EF4-FFF2-40B4-BE49-F238E27FC236}">
                <a16:creationId xmlns:a16="http://schemas.microsoft.com/office/drawing/2014/main" id="{D41DE537-3C00-73D7-19A5-FAA1A60725DE}"/>
              </a:ext>
            </a:extLst>
          </p:cNvPr>
          <p:cNvSpPr/>
          <p:nvPr/>
        </p:nvSpPr>
        <p:spPr>
          <a:xfrm>
            <a:off x="457200" y="42469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4,000</a:t>
            </a:r>
          </a:p>
          <a:p>
            <a:pPr algn="r">
              <a:buNone/>
            </a:pPr>
            <a:r>
              <a:rPr lang="en-US" sz="100">
                <a:effectLst/>
              </a:rPr>
              <a:t> </a:t>
            </a:r>
            <a:endParaRPr lang="en-US"/>
          </a:p>
        </p:txBody>
      </p:sp>
      <p:sp>
        <p:nvSpPr>
          <p:cNvPr id="28227" name="Gridline 8000">
            <a:extLst>
              <a:ext uri="{FF2B5EF4-FFF2-40B4-BE49-F238E27FC236}">
                <a16:creationId xmlns:a16="http://schemas.microsoft.com/office/drawing/2014/main" id="{E6A934E0-D5C1-FD36-E3EA-D986E6F042AF}"/>
              </a:ext>
            </a:extLst>
          </p:cNvPr>
          <p:cNvSpPr/>
          <p:nvPr/>
        </p:nvSpPr>
        <p:spPr>
          <a:xfrm>
            <a:off x="1234440" y="372141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38" name="Tick 8000">
            <a:extLst>
              <a:ext uri="{FF2B5EF4-FFF2-40B4-BE49-F238E27FC236}">
                <a16:creationId xmlns:a16="http://schemas.microsoft.com/office/drawing/2014/main" id="{09D7E340-DE12-3D97-5F4D-0200311D8755}"/>
              </a:ext>
            </a:extLst>
          </p:cNvPr>
          <p:cNvSpPr/>
          <p:nvPr/>
        </p:nvSpPr>
        <p:spPr>
          <a:xfrm>
            <a:off x="457200" y="35040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8,000</a:t>
            </a:r>
          </a:p>
          <a:p>
            <a:pPr algn="r">
              <a:buNone/>
            </a:pPr>
            <a:r>
              <a:rPr lang="en-US" sz="100">
                <a:effectLst/>
              </a:rPr>
              <a:t> </a:t>
            </a:r>
            <a:endParaRPr lang="en-US"/>
          </a:p>
        </p:txBody>
      </p:sp>
      <p:sp>
        <p:nvSpPr>
          <p:cNvPr id="28250" name="Gridline 12000">
            <a:extLst>
              <a:ext uri="{FF2B5EF4-FFF2-40B4-BE49-F238E27FC236}">
                <a16:creationId xmlns:a16="http://schemas.microsoft.com/office/drawing/2014/main" id="{C95567D0-4F03-9487-502B-AF6108463085}"/>
              </a:ext>
            </a:extLst>
          </p:cNvPr>
          <p:cNvSpPr/>
          <p:nvPr/>
        </p:nvSpPr>
        <p:spPr>
          <a:xfrm>
            <a:off x="1234440" y="29784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63" name="Tick 12000">
            <a:extLst>
              <a:ext uri="{FF2B5EF4-FFF2-40B4-BE49-F238E27FC236}">
                <a16:creationId xmlns:a16="http://schemas.microsoft.com/office/drawing/2014/main" id="{FD785EC6-0097-B623-B7DF-A6D93FFB04FE}"/>
              </a:ext>
            </a:extLst>
          </p:cNvPr>
          <p:cNvSpPr/>
          <p:nvPr/>
        </p:nvSpPr>
        <p:spPr>
          <a:xfrm>
            <a:off x="457200" y="27610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12,000</a:t>
            </a:r>
          </a:p>
          <a:p>
            <a:pPr algn="r">
              <a:buNone/>
            </a:pPr>
            <a:r>
              <a:rPr lang="en-US" sz="100">
                <a:effectLst/>
              </a:rPr>
              <a:t> </a:t>
            </a:r>
            <a:endParaRPr lang="en-US"/>
          </a:p>
        </p:txBody>
      </p:sp>
      <p:sp>
        <p:nvSpPr>
          <p:cNvPr id="28277" name="Tick 16000">
            <a:extLst>
              <a:ext uri="{FF2B5EF4-FFF2-40B4-BE49-F238E27FC236}">
                <a16:creationId xmlns:a16="http://schemas.microsoft.com/office/drawing/2014/main" id="{E0CC5159-7000-824B-A0BA-B7BDAB416E5E}"/>
              </a:ext>
            </a:extLst>
          </p:cNvPr>
          <p:cNvSpPr/>
          <p:nvPr/>
        </p:nvSpPr>
        <p:spPr>
          <a:xfrm>
            <a:off x="457200" y="20181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16,000</a:t>
            </a:r>
          </a:p>
          <a:p>
            <a:pPr algn="r">
              <a:buNone/>
            </a:pPr>
            <a:r>
              <a:rPr lang="en-US" sz="100">
                <a:effectLst/>
              </a:rPr>
              <a:t> </a:t>
            </a:r>
            <a:endParaRPr lang="en-US"/>
          </a:p>
        </p:txBody>
      </p:sp>
      <p:sp>
        <p:nvSpPr>
          <p:cNvPr id="28292" name="Bar End 2027">
            <a:extLst>
              <a:ext uri="{FF2B5EF4-FFF2-40B4-BE49-F238E27FC236}">
                <a16:creationId xmlns:a16="http://schemas.microsoft.com/office/drawing/2014/main" id="{5E29A0AC-F9D0-CBC0-342F-9C6C667DF0AB}"/>
              </a:ext>
            </a:extLst>
          </p:cNvPr>
          <p:cNvSpPr/>
          <p:nvPr/>
        </p:nvSpPr>
        <p:spPr>
          <a:xfrm>
            <a:off x="1434465" y="4222657"/>
            <a:ext cx="777240" cy="989423"/>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08" name="Value End 2027">
            <a:extLst>
              <a:ext uri="{FF2B5EF4-FFF2-40B4-BE49-F238E27FC236}">
                <a16:creationId xmlns:a16="http://schemas.microsoft.com/office/drawing/2014/main" id="{7406C1FA-9ED7-74B1-22EE-D2AB61974DB0}"/>
              </a:ext>
            </a:extLst>
          </p:cNvPr>
          <p:cNvSpPr/>
          <p:nvPr/>
        </p:nvSpPr>
        <p:spPr>
          <a:xfrm>
            <a:off x="1343025" y="4198617"/>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5,327</a:t>
            </a:r>
          </a:p>
          <a:p>
            <a:pPr algn="ctr">
              <a:buNone/>
            </a:pPr>
            <a:r>
              <a:rPr lang="en-US" sz="100">
                <a:effectLst/>
              </a:rPr>
              <a:t> </a:t>
            </a:r>
            <a:endParaRPr lang="en-US"/>
          </a:p>
        </p:txBody>
      </p:sp>
      <p:sp>
        <p:nvSpPr>
          <p:cNvPr id="28325" name="Category End 2027">
            <a:extLst>
              <a:ext uri="{FF2B5EF4-FFF2-40B4-BE49-F238E27FC236}">
                <a16:creationId xmlns:a16="http://schemas.microsoft.com/office/drawing/2014/main" id="{6033C5AD-EE06-6055-50E1-28183D63FA3A}"/>
              </a:ext>
            </a:extLst>
          </p:cNvPr>
          <p:cNvSpPr/>
          <p:nvPr/>
        </p:nvSpPr>
        <p:spPr>
          <a:xfrm>
            <a:off x="123444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2027</a:t>
            </a:r>
          </a:p>
          <a:p>
            <a:pPr algn="ctr">
              <a:buNone/>
            </a:pPr>
            <a:r>
              <a:rPr lang="en-US" sz="100">
                <a:effectLst/>
              </a:rPr>
              <a:t> </a:t>
            </a:r>
            <a:endParaRPr lang="en-US"/>
          </a:p>
        </p:txBody>
      </p:sp>
      <p:sp>
        <p:nvSpPr>
          <p:cNvPr id="28343" name="Bar End 2028">
            <a:extLst>
              <a:ext uri="{FF2B5EF4-FFF2-40B4-BE49-F238E27FC236}">
                <a16:creationId xmlns:a16="http://schemas.microsoft.com/office/drawing/2014/main" id="{322D2F21-EAF2-180A-6941-39692ED3664C}"/>
              </a:ext>
            </a:extLst>
          </p:cNvPr>
          <p:cNvSpPr/>
          <p:nvPr/>
        </p:nvSpPr>
        <p:spPr>
          <a:xfrm>
            <a:off x="2611755" y="3374579"/>
            <a:ext cx="777240" cy="1837501"/>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62" name="Value End 2028">
            <a:extLst>
              <a:ext uri="{FF2B5EF4-FFF2-40B4-BE49-F238E27FC236}">
                <a16:creationId xmlns:a16="http://schemas.microsoft.com/office/drawing/2014/main" id="{6E90D5DE-2CD1-A87F-EF03-8976A17C3137}"/>
              </a:ext>
            </a:extLst>
          </p:cNvPr>
          <p:cNvSpPr/>
          <p:nvPr/>
        </p:nvSpPr>
        <p:spPr>
          <a:xfrm>
            <a:off x="2520315" y="3350539"/>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9,893</a:t>
            </a:r>
          </a:p>
          <a:p>
            <a:pPr algn="ctr">
              <a:buNone/>
            </a:pPr>
            <a:r>
              <a:rPr lang="en-US" sz="100">
                <a:effectLst/>
              </a:rPr>
              <a:t> </a:t>
            </a:r>
            <a:endParaRPr lang="en-US"/>
          </a:p>
        </p:txBody>
      </p:sp>
      <p:sp>
        <p:nvSpPr>
          <p:cNvPr id="28382" name="Category End 2028">
            <a:extLst>
              <a:ext uri="{FF2B5EF4-FFF2-40B4-BE49-F238E27FC236}">
                <a16:creationId xmlns:a16="http://schemas.microsoft.com/office/drawing/2014/main" id="{71070AC0-5448-EADC-EDC5-D29D166D5C0E}"/>
              </a:ext>
            </a:extLst>
          </p:cNvPr>
          <p:cNvSpPr/>
          <p:nvPr/>
        </p:nvSpPr>
        <p:spPr>
          <a:xfrm>
            <a:off x="241173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2028</a:t>
            </a:r>
          </a:p>
          <a:p>
            <a:pPr algn="ctr">
              <a:buNone/>
            </a:pPr>
            <a:r>
              <a:rPr lang="en-US" sz="100">
                <a:effectLst/>
              </a:rPr>
              <a:t> </a:t>
            </a:r>
            <a:endParaRPr lang="en-US"/>
          </a:p>
        </p:txBody>
      </p:sp>
      <p:sp>
        <p:nvSpPr>
          <p:cNvPr id="28403" name="Bar End 2029">
            <a:extLst>
              <a:ext uri="{FF2B5EF4-FFF2-40B4-BE49-F238E27FC236}">
                <a16:creationId xmlns:a16="http://schemas.microsoft.com/office/drawing/2014/main" id="{A47D69F7-6BD9-AF94-1C73-B95EA9DF2903}"/>
              </a:ext>
            </a:extLst>
          </p:cNvPr>
          <p:cNvSpPr/>
          <p:nvPr/>
        </p:nvSpPr>
        <p:spPr>
          <a:xfrm>
            <a:off x="3789045" y="2526502"/>
            <a:ext cx="777240" cy="26855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25" name="Value End 2029">
            <a:extLst>
              <a:ext uri="{FF2B5EF4-FFF2-40B4-BE49-F238E27FC236}">
                <a16:creationId xmlns:a16="http://schemas.microsoft.com/office/drawing/2014/main" id="{4EA9379D-F6F9-785C-8EB6-F0047B33A4CF}"/>
              </a:ext>
            </a:extLst>
          </p:cNvPr>
          <p:cNvSpPr/>
          <p:nvPr/>
        </p:nvSpPr>
        <p:spPr>
          <a:xfrm>
            <a:off x="3697605" y="2502462"/>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14,459</a:t>
            </a:r>
          </a:p>
          <a:p>
            <a:pPr algn="ctr">
              <a:buNone/>
            </a:pPr>
            <a:r>
              <a:rPr lang="en-US" sz="100">
                <a:effectLst/>
              </a:rPr>
              <a:t> </a:t>
            </a:r>
            <a:endParaRPr lang="en-US"/>
          </a:p>
        </p:txBody>
      </p:sp>
      <p:sp>
        <p:nvSpPr>
          <p:cNvPr id="28448" name="Category End 2029">
            <a:extLst>
              <a:ext uri="{FF2B5EF4-FFF2-40B4-BE49-F238E27FC236}">
                <a16:creationId xmlns:a16="http://schemas.microsoft.com/office/drawing/2014/main" id="{EEF44C6C-B90F-B5E6-B855-DF551597D70D}"/>
              </a:ext>
            </a:extLst>
          </p:cNvPr>
          <p:cNvSpPr/>
          <p:nvPr/>
        </p:nvSpPr>
        <p:spPr>
          <a:xfrm>
            <a:off x="358902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2029</a:t>
            </a:r>
          </a:p>
          <a:p>
            <a:pPr algn="ctr">
              <a:buNone/>
            </a:pPr>
            <a:r>
              <a:rPr lang="en-US" sz="100">
                <a:effectLst/>
              </a:rPr>
              <a:t> </a:t>
            </a:r>
            <a:endParaRPr lang="en-US"/>
          </a:p>
        </p:txBody>
      </p:sp>
      <p:sp>
        <p:nvSpPr>
          <p:cNvPr id="28472" name="Bar 1 Apr 2030">
            <a:extLst>
              <a:ext uri="{FF2B5EF4-FFF2-40B4-BE49-F238E27FC236}">
                <a16:creationId xmlns:a16="http://schemas.microsoft.com/office/drawing/2014/main" id="{CA2AF952-B1C9-3BA4-3248-1276FD3D8890}"/>
              </a:ext>
            </a:extLst>
          </p:cNvPr>
          <p:cNvSpPr/>
          <p:nvPr/>
        </p:nvSpPr>
        <p:spPr>
          <a:xfrm>
            <a:off x="4966335" y="2314575"/>
            <a:ext cx="777240" cy="2897505"/>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97" name="Value 1 Apr 2030">
            <a:extLst>
              <a:ext uri="{FF2B5EF4-FFF2-40B4-BE49-F238E27FC236}">
                <a16:creationId xmlns:a16="http://schemas.microsoft.com/office/drawing/2014/main" id="{62A37EF7-DA2A-F350-F0A4-F5E245686875}"/>
              </a:ext>
            </a:extLst>
          </p:cNvPr>
          <p:cNvSpPr/>
          <p:nvPr/>
        </p:nvSpPr>
        <p:spPr>
          <a:xfrm>
            <a:off x="4874895" y="2290535"/>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15,600</a:t>
            </a:r>
          </a:p>
          <a:p>
            <a:pPr algn="ctr">
              <a:buNone/>
            </a:pPr>
            <a:r>
              <a:rPr lang="en-US" sz="100">
                <a:effectLst/>
              </a:rPr>
              <a:t> </a:t>
            </a:r>
            <a:endParaRPr lang="en-US"/>
          </a:p>
        </p:txBody>
      </p:sp>
      <p:sp>
        <p:nvSpPr>
          <p:cNvPr id="28523" name="Category 1 Apr 2030">
            <a:extLst>
              <a:ext uri="{FF2B5EF4-FFF2-40B4-BE49-F238E27FC236}">
                <a16:creationId xmlns:a16="http://schemas.microsoft.com/office/drawing/2014/main" id="{CC9C6AD4-75DA-EBEC-3653-F8D38E55D00B}"/>
              </a:ext>
            </a:extLst>
          </p:cNvPr>
          <p:cNvSpPr/>
          <p:nvPr/>
        </p:nvSpPr>
        <p:spPr>
          <a:xfrm>
            <a:off x="476631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28550" name="Baseline">
            <a:extLst>
              <a:ext uri="{FF2B5EF4-FFF2-40B4-BE49-F238E27FC236}">
                <a16:creationId xmlns:a16="http://schemas.microsoft.com/office/drawing/2014/main" id="{8B414C1F-17FA-D0BF-C56F-3C5296CE1127}"/>
              </a:ext>
            </a:extLst>
          </p:cNvPr>
          <p:cNvSpPr/>
          <p:nvPr/>
        </p:nvSpPr>
        <p:spPr>
          <a:xfrm>
            <a:off x="1234440" y="5202555"/>
            <a:ext cx="4709160" cy="1905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578" name="Target dash 01">
            <a:extLst>
              <a:ext uri="{FF2B5EF4-FFF2-40B4-BE49-F238E27FC236}">
                <a16:creationId xmlns:a16="http://schemas.microsoft.com/office/drawing/2014/main" id="{6CDD6B0C-4AE1-1B7D-CFB0-A3DE0650E9B8}"/>
              </a:ext>
            </a:extLst>
          </p:cNvPr>
          <p:cNvSpPr/>
          <p:nvPr/>
        </p:nvSpPr>
        <p:spPr>
          <a:xfrm>
            <a:off x="123444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07" name="Target dash 02">
            <a:extLst>
              <a:ext uri="{FF2B5EF4-FFF2-40B4-BE49-F238E27FC236}">
                <a16:creationId xmlns:a16="http://schemas.microsoft.com/office/drawing/2014/main" id="{DCD1455A-0351-BD3E-38E8-1DBD5F326456}"/>
              </a:ext>
            </a:extLst>
          </p:cNvPr>
          <p:cNvSpPr/>
          <p:nvPr/>
        </p:nvSpPr>
        <p:spPr>
          <a:xfrm>
            <a:off x="147386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37" name="Target dash 03">
            <a:extLst>
              <a:ext uri="{FF2B5EF4-FFF2-40B4-BE49-F238E27FC236}">
                <a16:creationId xmlns:a16="http://schemas.microsoft.com/office/drawing/2014/main" id="{3697521E-9350-D059-BC98-8D534C7A5698}"/>
              </a:ext>
            </a:extLst>
          </p:cNvPr>
          <p:cNvSpPr/>
          <p:nvPr/>
        </p:nvSpPr>
        <p:spPr>
          <a:xfrm>
            <a:off x="171329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68" name="Target dash 04">
            <a:extLst>
              <a:ext uri="{FF2B5EF4-FFF2-40B4-BE49-F238E27FC236}">
                <a16:creationId xmlns:a16="http://schemas.microsoft.com/office/drawing/2014/main" id="{9ADE3A7E-4AAE-CA1A-67DB-8A490E947172}"/>
              </a:ext>
            </a:extLst>
          </p:cNvPr>
          <p:cNvSpPr/>
          <p:nvPr/>
        </p:nvSpPr>
        <p:spPr>
          <a:xfrm>
            <a:off x="195272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00" name="Target dash 05">
            <a:extLst>
              <a:ext uri="{FF2B5EF4-FFF2-40B4-BE49-F238E27FC236}">
                <a16:creationId xmlns:a16="http://schemas.microsoft.com/office/drawing/2014/main" id="{6488892E-CD65-56C8-893B-89ED5B5A12F9}"/>
              </a:ext>
            </a:extLst>
          </p:cNvPr>
          <p:cNvSpPr/>
          <p:nvPr/>
        </p:nvSpPr>
        <p:spPr>
          <a:xfrm>
            <a:off x="219215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33" name="Target dash 06">
            <a:extLst>
              <a:ext uri="{FF2B5EF4-FFF2-40B4-BE49-F238E27FC236}">
                <a16:creationId xmlns:a16="http://schemas.microsoft.com/office/drawing/2014/main" id="{111FFA09-6DB7-B885-7D73-4F11BBC9A957}"/>
              </a:ext>
            </a:extLst>
          </p:cNvPr>
          <p:cNvSpPr/>
          <p:nvPr/>
        </p:nvSpPr>
        <p:spPr>
          <a:xfrm>
            <a:off x="243158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67" name="Target dash 07">
            <a:extLst>
              <a:ext uri="{FF2B5EF4-FFF2-40B4-BE49-F238E27FC236}">
                <a16:creationId xmlns:a16="http://schemas.microsoft.com/office/drawing/2014/main" id="{08E0281C-09E7-3F8F-F023-7243529270FB}"/>
              </a:ext>
            </a:extLst>
          </p:cNvPr>
          <p:cNvSpPr/>
          <p:nvPr/>
        </p:nvSpPr>
        <p:spPr>
          <a:xfrm>
            <a:off x="267101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02" name="Target dash 08">
            <a:extLst>
              <a:ext uri="{FF2B5EF4-FFF2-40B4-BE49-F238E27FC236}">
                <a16:creationId xmlns:a16="http://schemas.microsoft.com/office/drawing/2014/main" id="{7858CD48-F7E9-D8CA-93F0-75BEF20490CA}"/>
              </a:ext>
            </a:extLst>
          </p:cNvPr>
          <p:cNvSpPr/>
          <p:nvPr/>
        </p:nvSpPr>
        <p:spPr>
          <a:xfrm>
            <a:off x="291043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38" name="Target dash 09">
            <a:extLst>
              <a:ext uri="{FF2B5EF4-FFF2-40B4-BE49-F238E27FC236}">
                <a16:creationId xmlns:a16="http://schemas.microsoft.com/office/drawing/2014/main" id="{962CCD0E-15A0-2FEF-A9F2-FB8E28A06B0E}"/>
              </a:ext>
            </a:extLst>
          </p:cNvPr>
          <p:cNvSpPr/>
          <p:nvPr/>
        </p:nvSpPr>
        <p:spPr>
          <a:xfrm>
            <a:off x="314986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75" name="Target dash 10">
            <a:extLst>
              <a:ext uri="{FF2B5EF4-FFF2-40B4-BE49-F238E27FC236}">
                <a16:creationId xmlns:a16="http://schemas.microsoft.com/office/drawing/2014/main" id="{20BC089A-6AA5-584D-DB79-ED8DA67F24C4}"/>
              </a:ext>
            </a:extLst>
          </p:cNvPr>
          <p:cNvSpPr/>
          <p:nvPr/>
        </p:nvSpPr>
        <p:spPr>
          <a:xfrm>
            <a:off x="338929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13" name="Target dash 11">
            <a:extLst>
              <a:ext uri="{FF2B5EF4-FFF2-40B4-BE49-F238E27FC236}">
                <a16:creationId xmlns:a16="http://schemas.microsoft.com/office/drawing/2014/main" id="{921AB6FA-C9A3-F04B-AA04-9DFEFC3673CE}"/>
              </a:ext>
            </a:extLst>
          </p:cNvPr>
          <p:cNvSpPr/>
          <p:nvPr/>
        </p:nvSpPr>
        <p:spPr>
          <a:xfrm>
            <a:off x="362872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52" name="Target dash 12">
            <a:extLst>
              <a:ext uri="{FF2B5EF4-FFF2-40B4-BE49-F238E27FC236}">
                <a16:creationId xmlns:a16="http://schemas.microsoft.com/office/drawing/2014/main" id="{6C146D32-CC57-58EB-8119-8C4BD88DC206}"/>
              </a:ext>
            </a:extLst>
          </p:cNvPr>
          <p:cNvSpPr/>
          <p:nvPr/>
        </p:nvSpPr>
        <p:spPr>
          <a:xfrm>
            <a:off x="386815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92" name="Target dash 13">
            <a:extLst>
              <a:ext uri="{FF2B5EF4-FFF2-40B4-BE49-F238E27FC236}">
                <a16:creationId xmlns:a16="http://schemas.microsoft.com/office/drawing/2014/main" id="{2B97002D-74BF-FF25-B33D-D36E437EE1BD}"/>
              </a:ext>
            </a:extLst>
          </p:cNvPr>
          <p:cNvSpPr/>
          <p:nvPr/>
        </p:nvSpPr>
        <p:spPr>
          <a:xfrm>
            <a:off x="410758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033" name="Target dash 14">
            <a:extLst>
              <a:ext uri="{FF2B5EF4-FFF2-40B4-BE49-F238E27FC236}">
                <a16:creationId xmlns:a16="http://schemas.microsoft.com/office/drawing/2014/main" id="{685C6714-0962-00BA-4642-40714AFF920C}"/>
              </a:ext>
            </a:extLst>
          </p:cNvPr>
          <p:cNvSpPr/>
          <p:nvPr/>
        </p:nvSpPr>
        <p:spPr>
          <a:xfrm>
            <a:off x="4347009"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075" name="Target dash 15">
            <a:extLst>
              <a:ext uri="{FF2B5EF4-FFF2-40B4-BE49-F238E27FC236}">
                <a16:creationId xmlns:a16="http://schemas.microsoft.com/office/drawing/2014/main" id="{7DDA2679-F7E3-6C76-CB6E-6502D578C762}"/>
              </a:ext>
            </a:extLst>
          </p:cNvPr>
          <p:cNvSpPr/>
          <p:nvPr/>
        </p:nvSpPr>
        <p:spPr>
          <a:xfrm>
            <a:off x="458643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118" name="Target dash 16">
            <a:extLst>
              <a:ext uri="{FF2B5EF4-FFF2-40B4-BE49-F238E27FC236}">
                <a16:creationId xmlns:a16="http://schemas.microsoft.com/office/drawing/2014/main" id="{3B3E0B97-5CA2-FC85-E7F6-E33D8E52D764}"/>
              </a:ext>
            </a:extLst>
          </p:cNvPr>
          <p:cNvSpPr/>
          <p:nvPr/>
        </p:nvSpPr>
        <p:spPr>
          <a:xfrm>
            <a:off x="482586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162" name="Target dash 17">
            <a:extLst>
              <a:ext uri="{FF2B5EF4-FFF2-40B4-BE49-F238E27FC236}">
                <a16:creationId xmlns:a16="http://schemas.microsoft.com/office/drawing/2014/main" id="{01D2D6DA-8FBB-953A-9722-B685DDB4B770}"/>
              </a:ext>
            </a:extLst>
          </p:cNvPr>
          <p:cNvSpPr/>
          <p:nvPr/>
        </p:nvSpPr>
        <p:spPr>
          <a:xfrm>
            <a:off x="506529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07" name="Target dash 18">
            <a:extLst>
              <a:ext uri="{FF2B5EF4-FFF2-40B4-BE49-F238E27FC236}">
                <a16:creationId xmlns:a16="http://schemas.microsoft.com/office/drawing/2014/main" id="{4B63950D-1257-63F4-D9FE-F1E5CC619F36}"/>
              </a:ext>
            </a:extLst>
          </p:cNvPr>
          <p:cNvSpPr/>
          <p:nvPr/>
        </p:nvSpPr>
        <p:spPr>
          <a:xfrm>
            <a:off x="530472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53" name="Target dash 19">
            <a:extLst>
              <a:ext uri="{FF2B5EF4-FFF2-40B4-BE49-F238E27FC236}">
                <a16:creationId xmlns:a16="http://schemas.microsoft.com/office/drawing/2014/main" id="{C67BC50C-DC97-B051-02BB-492500340758}"/>
              </a:ext>
            </a:extLst>
          </p:cNvPr>
          <p:cNvSpPr/>
          <p:nvPr/>
        </p:nvSpPr>
        <p:spPr>
          <a:xfrm>
            <a:off x="554415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00" name="Target dash 20">
            <a:extLst>
              <a:ext uri="{FF2B5EF4-FFF2-40B4-BE49-F238E27FC236}">
                <a16:creationId xmlns:a16="http://schemas.microsoft.com/office/drawing/2014/main" id="{0FFA4F40-1F32-C986-8087-13604F0D348C}"/>
              </a:ext>
            </a:extLst>
          </p:cNvPr>
          <p:cNvSpPr/>
          <p:nvPr/>
        </p:nvSpPr>
        <p:spPr>
          <a:xfrm>
            <a:off x="578358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48" name="Target label">
            <a:extLst>
              <a:ext uri="{FF2B5EF4-FFF2-40B4-BE49-F238E27FC236}">
                <a16:creationId xmlns:a16="http://schemas.microsoft.com/office/drawing/2014/main" id="{746F2605-B807-F22E-CFA1-EA208124E925}"/>
              </a:ext>
            </a:extLst>
          </p:cNvPr>
          <p:cNvSpPr/>
          <p:nvPr/>
        </p:nvSpPr>
        <p:spPr>
          <a:xfrm>
            <a:off x="1143000" y="1900391"/>
            <a:ext cx="1600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Target 15,600</a:t>
            </a:r>
          </a:p>
          <a:p>
            <a:pPr algn="l">
              <a:buNone/>
            </a:pPr>
            <a:r>
              <a:rPr lang="en-US" sz="100">
                <a:effectLst/>
              </a:rPr>
              <a:t> </a:t>
            </a:r>
            <a:endParaRPr lang="en-US"/>
          </a:p>
        </p:txBody>
      </p:sp>
      <p:sp>
        <p:nvSpPr>
          <p:cNvPr id="29397" name="Pace panel">
            <a:extLst>
              <a:ext uri="{FF2B5EF4-FFF2-40B4-BE49-F238E27FC236}">
                <a16:creationId xmlns:a16="http://schemas.microsoft.com/office/drawing/2014/main" id="{F02F9596-14C7-71D1-69FB-161E58C80290}"/>
              </a:ext>
            </a:extLst>
          </p:cNvPr>
          <p:cNvSpPr/>
          <p:nvPr/>
        </p:nvSpPr>
        <p:spPr>
          <a:xfrm>
            <a:off x="6309360" y="1508760"/>
            <a:ext cx="5334000" cy="182880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447" name="Pace line">
            <a:extLst>
              <a:ext uri="{FF2B5EF4-FFF2-40B4-BE49-F238E27FC236}">
                <a16:creationId xmlns:a16="http://schemas.microsoft.com/office/drawing/2014/main" id="{D5928428-E077-9BEE-D808-96B6899C2328}"/>
              </a:ext>
            </a:extLst>
          </p:cNvPr>
          <p:cNvSpPr/>
          <p:nvPr/>
        </p:nvSpPr>
        <p:spPr>
          <a:xfrm>
            <a:off x="6446520" y="1591400"/>
            <a:ext cx="50596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DCE8E2"/>
                </a:solidFill>
                <a:effectLst/>
                <a:latin typeface="Arial" panose="020B0604020202020204" pitchFamily="34" charset="0"/>
              </a:rPr>
              <a:t>15,600 homes · 41 months</a:t>
            </a:r>
          </a:p>
          <a:p>
            <a:pPr algn="l">
              <a:buNone/>
            </a:pPr>
            <a:r>
              <a:rPr lang="en-US" sz="100">
                <a:effectLst/>
              </a:rPr>
              <a:t> </a:t>
            </a:r>
            <a:endParaRPr lang="en-US"/>
          </a:p>
        </p:txBody>
      </p:sp>
      <p:sp>
        <p:nvSpPr>
          <p:cNvPr id="29498" name="Pace number">
            <a:extLst>
              <a:ext uri="{FF2B5EF4-FFF2-40B4-BE49-F238E27FC236}">
                <a16:creationId xmlns:a16="http://schemas.microsoft.com/office/drawing/2014/main" id="{A361C2A6-3245-E3A5-93D8-AE6E0C86A094}"/>
              </a:ext>
            </a:extLst>
          </p:cNvPr>
          <p:cNvSpPr/>
          <p:nvPr/>
        </p:nvSpPr>
        <p:spPr>
          <a:xfrm>
            <a:off x="6446520" y="1911440"/>
            <a:ext cx="1371600" cy="148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0" b="1">
                <a:solidFill>
                  <a:srgbClr val="E9B14C"/>
                </a:solidFill>
                <a:effectLst/>
                <a:latin typeface="Arial" panose="020B0604020202020204" pitchFamily="34" charset="0"/>
              </a:rPr>
              <a:t>88</a:t>
            </a:r>
          </a:p>
          <a:p>
            <a:pPr algn="l">
              <a:buNone/>
            </a:pPr>
            <a:r>
              <a:rPr lang="en-US" sz="100">
                <a:effectLst/>
              </a:rPr>
              <a:t> </a:t>
            </a:r>
            <a:endParaRPr lang="en-US"/>
          </a:p>
        </p:txBody>
      </p:sp>
      <p:sp>
        <p:nvSpPr>
          <p:cNvPr id="29550" name="Pace unit">
            <a:extLst>
              <a:ext uri="{FF2B5EF4-FFF2-40B4-BE49-F238E27FC236}">
                <a16:creationId xmlns:a16="http://schemas.microsoft.com/office/drawing/2014/main" id="{74BA9896-7F6A-49D2-6915-B0574A5B5E3D}"/>
              </a:ext>
            </a:extLst>
          </p:cNvPr>
          <p:cNvSpPr/>
          <p:nvPr/>
        </p:nvSpPr>
        <p:spPr>
          <a:xfrm>
            <a:off x="7759501" y="2594192"/>
            <a:ext cx="3700979"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homes a week</a:t>
            </a:r>
          </a:p>
          <a:p>
            <a:pPr algn="l">
              <a:buNone/>
            </a:pPr>
            <a:r>
              <a:rPr lang="en-US" sz="100">
                <a:effectLst/>
              </a:rPr>
              <a:t> </a:t>
            </a:r>
            <a:endParaRPr lang="en-US"/>
          </a:p>
        </p:txBody>
      </p:sp>
    </p:spTree>
    <p:extLst>
      <p:ext uri="{BB962C8B-B14F-4D97-AF65-F5344CB8AC3E}">
        <p14:creationId xmlns:p14="http://schemas.microsoft.com/office/powerpoint/2010/main" val="72677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433" name="Eyebrow">
            <a:extLst>
              <a:ext uri="{FF2B5EF4-FFF2-40B4-BE49-F238E27FC236}">
                <a16:creationId xmlns:a16="http://schemas.microsoft.com/office/drawing/2014/main" id="{4CFD09D8-52BE-135E-EB23-28B8D6154D53}"/>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FORECAST</a:t>
            </a:r>
          </a:p>
          <a:p>
            <a:pPr algn="l">
              <a:buNone/>
            </a:pPr>
            <a:r>
              <a:rPr lang="en-US" sz="100">
                <a:effectLst/>
              </a:rPr>
              <a:t> </a:t>
            </a:r>
            <a:endParaRPr lang="en-US"/>
          </a:p>
        </p:txBody>
      </p:sp>
      <p:sp>
        <p:nvSpPr>
          <p:cNvPr id="26435" name="Slide title">
            <a:extLst>
              <a:ext uri="{FF2B5EF4-FFF2-40B4-BE49-F238E27FC236}">
                <a16:creationId xmlns:a16="http://schemas.microsoft.com/office/drawing/2014/main" id="{626F40A7-12B4-9844-6CE5-B4F08FFEB83C}"/>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Forecast: every Zava home at EPC C by April 2030.</a:t>
            </a:r>
          </a:p>
          <a:p>
            <a:pPr algn="l">
              <a:buNone/>
            </a:pPr>
            <a:r>
              <a:rPr lang="en-US" sz="100">
                <a:effectLst/>
              </a:rPr>
              <a:t> </a:t>
            </a:r>
            <a:endParaRPr lang="en-US"/>
          </a:p>
        </p:txBody>
      </p:sp>
      <p:sp>
        <p:nvSpPr>
          <p:cNvPr id="26438" name="Footer sources">
            <a:extLst>
              <a:ext uri="{FF2B5EF4-FFF2-40B4-BE49-F238E27FC236}">
                <a16:creationId xmlns:a16="http://schemas.microsoft.com/office/drawing/2014/main" id="{E4CD17AE-B6FE-A9DD-CBAF-C1B9E3329F61}"/>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Forecast: 15,600 homes; E21: assumed workload + secondary price (23 Oct 2026). Grant subject to eligibility, allocation, award and claim.</a:t>
            </a:r>
          </a:p>
        </p:txBody>
      </p:sp>
      <p:sp>
        <p:nvSpPr>
          <p:cNvPr id="26442" name="Footer navigation">
            <a:extLst>
              <a:ext uri="{FF2B5EF4-FFF2-40B4-BE49-F238E27FC236}">
                <a16:creationId xmlns:a16="http://schemas.microsoft.com/office/drawing/2014/main" id="{156FE653-32A5-B9E7-CA77-0F085AD791BF}"/>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S05 · Answers: B08</a:t>
            </a:r>
          </a:p>
          <a:p>
            <a:pPr algn="r">
              <a:buNone/>
            </a:pPr>
            <a:r>
              <a:rPr lang="en-US" sz="100">
                <a:effectLst/>
              </a:rPr>
              <a:t> </a:t>
            </a:r>
            <a:endParaRPr lang="en-US"/>
          </a:p>
        </p:txBody>
      </p:sp>
      <p:sp>
        <p:nvSpPr>
          <p:cNvPr id="26447" name="Forecast pill">
            <a:extLst>
              <a:ext uri="{FF2B5EF4-FFF2-40B4-BE49-F238E27FC236}">
                <a16:creationId xmlns:a16="http://schemas.microsoft.com/office/drawing/2014/main" id="{CCBCC61C-47CF-BF2E-762D-2896AA75D666}"/>
              </a:ext>
            </a:extLst>
          </p:cNvPr>
          <p:cNvSpPr/>
          <p:nvPr/>
        </p:nvSpPr>
        <p:spPr>
          <a:xfrm>
            <a:off x="548640" y="15087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FORECAST</a:t>
            </a:r>
          </a:p>
          <a:p>
            <a:pPr algn="ctr">
              <a:buNone/>
            </a:pPr>
            <a:r>
              <a:rPr lang="en-US" sz="100">
                <a:effectLst/>
              </a:rPr>
              <a:t> </a:t>
            </a:r>
            <a:endParaRPr lang="en-US"/>
          </a:p>
        </p:txBody>
      </p:sp>
      <p:sp>
        <p:nvSpPr>
          <p:cNvPr id="26453" name="Chart caption">
            <a:extLst>
              <a:ext uri="{FF2B5EF4-FFF2-40B4-BE49-F238E27FC236}">
                <a16:creationId xmlns:a16="http://schemas.microsoft.com/office/drawing/2014/main" id="{AFC13952-A191-26E8-B114-4699B17E5047}"/>
              </a:ext>
            </a:extLst>
          </p:cNvPr>
          <p:cNvSpPr/>
          <p:nvPr/>
        </p:nvSpPr>
        <p:spPr>
          <a:xfrm>
            <a:off x="2039112" y="1431380"/>
            <a:ext cx="3904488"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Homes at EPC C, cumulative from Nov 2026</a:t>
            </a:r>
          </a:p>
          <a:p>
            <a:pPr algn="l">
              <a:buNone/>
            </a:pPr>
            <a:r>
              <a:rPr lang="en-US" sz="100">
                <a:effectLst/>
              </a:rPr>
              <a:t> </a:t>
            </a:r>
            <a:endParaRPr lang="en-US"/>
          </a:p>
        </p:txBody>
      </p:sp>
      <p:sp>
        <p:nvSpPr>
          <p:cNvPr id="26460" name="Tick 0">
            <a:extLst>
              <a:ext uri="{FF2B5EF4-FFF2-40B4-BE49-F238E27FC236}">
                <a16:creationId xmlns:a16="http://schemas.microsoft.com/office/drawing/2014/main" id="{67CC1A02-C4B2-85D1-48E0-EC4DA019D9B9}"/>
              </a:ext>
            </a:extLst>
          </p:cNvPr>
          <p:cNvSpPr/>
          <p:nvPr/>
        </p:nvSpPr>
        <p:spPr>
          <a:xfrm>
            <a:off x="457200" y="49899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6468" name="Gridline 4000">
            <a:extLst>
              <a:ext uri="{FF2B5EF4-FFF2-40B4-BE49-F238E27FC236}">
                <a16:creationId xmlns:a16="http://schemas.microsoft.com/office/drawing/2014/main" id="{5F57E77C-ED77-9E0E-00C9-70610B6B64C7}"/>
              </a:ext>
            </a:extLst>
          </p:cNvPr>
          <p:cNvSpPr/>
          <p:nvPr/>
        </p:nvSpPr>
        <p:spPr>
          <a:xfrm>
            <a:off x="1234440" y="44643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77" name="Tick 4000">
            <a:extLst>
              <a:ext uri="{FF2B5EF4-FFF2-40B4-BE49-F238E27FC236}">
                <a16:creationId xmlns:a16="http://schemas.microsoft.com/office/drawing/2014/main" id="{C1E351E2-6F23-653A-DA90-37D625E2CB76}"/>
              </a:ext>
            </a:extLst>
          </p:cNvPr>
          <p:cNvSpPr/>
          <p:nvPr/>
        </p:nvSpPr>
        <p:spPr>
          <a:xfrm>
            <a:off x="457200" y="42469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4,000</a:t>
            </a:r>
          </a:p>
          <a:p>
            <a:pPr algn="r">
              <a:buNone/>
            </a:pPr>
            <a:r>
              <a:rPr lang="en-US" sz="100">
                <a:effectLst/>
              </a:rPr>
              <a:t> </a:t>
            </a:r>
            <a:endParaRPr lang="en-US"/>
          </a:p>
        </p:txBody>
      </p:sp>
      <p:sp>
        <p:nvSpPr>
          <p:cNvPr id="26487" name="Gridline 8000">
            <a:extLst>
              <a:ext uri="{FF2B5EF4-FFF2-40B4-BE49-F238E27FC236}">
                <a16:creationId xmlns:a16="http://schemas.microsoft.com/office/drawing/2014/main" id="{F852A850-7A7E-25C4-6FE3-5E98A3F0A773}"/>
              </a:ext>
            </a:extLst>
          </p:cNvPr>
          <p:cNvSpPr/>
          <p:nvPr/>
        </p:nvSpPr>
        <p:spPr>
          <a:xfrm>
            <a:off x="1234440" y="372141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98" name="Tick 8000">
            <a:extLst>
              <a:ext uri="{FF2B5EF4-FFF2-40B4-BE49-F238E27FC236}">
                <a16:creationId xmlns:a16="http://schemas.microsoft.com/office/drawing/2014/main" id="{E589BE57-8CE7-41B7-25A6-8D3AA9C3A6F3}"/>
              </a:ext>
            </a:extLst>
          </p:cNvPr>
          <p:cNvSpPr/>
          <p:nvPr/>
        </p:nvSpPr>
        <p:spPr>
          <a:xfrm>
            <a:off x="457200" y="35040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8,000</a:t>
            </a:r>
          </a:p>
          <a:p>
            <a:pPr algn="r">
              <a:buNone/>
            </a:pPr>
            <a:r>
              <a:rPr lang="en-US" sz="100">
                <a:effectLst/>
              </a:rPr>
              <a:t> </a:t>
            </a:r>
            <a:endParaRPr lang="en-US"/>
          </a:p>
        </p:txBody>
      </p:sp>
      <p:sp>
        <p:nvSpPr>
          <p:cNvPr id="26510" name="Gridline 12000">
            <a:extLst>
              <a:ext uri="{FF2B5EF4-FFF2-40B4-BE49-F238E27FC236}">
                <a16:creationId xmlns:a16="http://schemas.microsoft.com/office/drawing/2014/main" id="{04059E30-2C8F-5872-F4AF-639835908D09}"/>
              </a:ext>
            </a:extLst>
          </p:cNvPr>
          <p:cNvSpPr/>
          <p:nvPr/>
        </p:nvSpPr>
        <p:spPr>
          <a:xfrm>
            <a:off x="1234440" y="29784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23" name="Tick 12000">
            <a:extLst>
              <a:ext uri="{FF2B5EF4-FFF2-40B4-BE49-F238E27FC236}">
                <a16:creationId xmlns:a16="http://schemas.microsoft.com/office/drawing/2014/main" id="{0B0D5A5E-21C4-896E-34CB-F1FB7C9D40CF}"/>
              </a:ext>
            </a:extLst>
          </p:cNvPr>
          <p:cNvSpPr/>
          <p:nvPr/>
        </p:nvSpPr>
        <p:spPr>
          <a:xfrm>
            <a:off x="457200" y="27610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12,000</a:t>
            </a:r>
          </a:p>
          <a:p>
            <a:pPr algn="r">
              <a:buNone/>
            </a:pPr>
            <a:r>
              <a:rPr lang="en-US" sz="100">
                <a:effectLst/>
              </a:rPr>
              <a:t> </a:t>
            </a:r>
            <a:endParaRPr lang="en-US"/>
          </a:p>
        </p:txBody>
      </p:sp>
      <p:sp>
        <p:nvSpPr>
          <p:cNvPr id="26537" name="Tick 16000">
            <a:extLst>
              <a:ext uri="{FF2B5EF4-FFF2-40B4-BE49-F238E27FC236}">
                <a16:creationId xmlns:a16="http://schemas.microsoft.com/office/drawing/2014/main" id="{E990F95E-141E-F3A0-10F5-8396EB23DCB7}"/>
              </a:ext>
            </a:extLst>
          </p:cNvPr>
          <p:cNvSpPr/>
          <p:nvPr/>
        </p:nvSpPr>
        <p:spPr>
          <a:xfrm>
            <a:off x="457200" y="20181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16,000</a:t>
            </a:r>
          </a:p>
          <a:p>
            <a:pPr algn="r">
              <a:buNone/>
            </a:pPr>
            <a:r>
              <a:rPr lang="en-US" sz="100">
                <a:effectLst/>
              </a:rPr>
              <a:t> </a:t>
            </a:r>
            <a:endParaRPr lang="en-US"/>
          </a:p>
        </p:txBody>
      </p:sp>
      <p:sp>
        <p:nvSpPr>
          <p:cNvPr id="26552" name="Bar End 2027">
            <a:extLst>
              <a:ext uri="{FF2B5EF4-FFF2-40B4-BE49-F238E27FC236}">
                <a16:creationId xmlns:a16="http://schemas.microsoft.com/office/drawing/2014/main" id="{93C611BE-587B-DC8D-922A-FBCB8E1334BB}"/>
              </a:ext>
            </a:extLst>
          </p:cNvPr>
          <p:cNvSpPr/>
          <p:nvPr/>
        </p:nvSpPr>
        <p:spPr>
          <a:xfrm>
            <a:off x="1434465" y="4222657"/>
            <a:ext cx="777240" cy="989423"/>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68" name="Value End 2027">
            <a:extLst>
              <a:ext uri="{FF2B5EF4-FFF2-40B4-BE49-F238E27FC236}">
                <a16:creationId xmlns:a16="http://schemas.microsoft.com/office/drawing/2014/main" id="{1AA893F5-60AF-B553-82C6-C849A2FD6214}"/>
              </a:ext>
            </a:extLst>
          </p:cNvPr>
          <p:cNvSpPr/>
          <p:nvPr/>
        </p:nvSpPr>
        <p:spPr>
          <a:xfrm>
            <a:off x="1343025" y="4198617"/>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5,327</a:t>
            </a:r>
          </a:p>
          <a:p>
            <a:pPr algn="ctr">
              <a:buNone/>
            </a:pPr>
            <a:r>
              <a:rPr lang="en-US" sz="100">
                <a:effectLst/>
              </a:rPr>
              <a:t> </a:t>
            </a:r>
            <a:endParaRPr lang="en-US"/>
          </a:p>
        </p:txBody>
      </p:sp>
      <p:sp>
        <p:nvSpPr>
          <p:cNvPr id="26585" name="Category End 2027">
            <a:extLst>
              <a:ext uri="{FF2B5EF4-FFF2-40B4-BE49-F238E27FC236}">
                <a16:creationId xmlns:a16="http://schemas.microsoft.com/office/drawing/2014/main" id="{1614845E-CE3E-5079-4344-2F4101F7AFB0}"/>
              </a:ext>
            </a:extLst>
          </p:cNvPr>
          <p:cNvSpPr/>
          <p:nvPr/>
        </p:nvSpPr>
        <p:spPr>
          <a:xfrm>
            <a:off x="123444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2027</a:t>
            </a:r>
          </a:p>
          <a:p>
            <a:pPr algn="ctr">
              <a:buNone/>
            </a:pPr>
            <a:r>
              <a:rPr lang="en-US" sz="100">
                <a:effectLst/>
              </a:rPr>
              <a:t> </a:t>
            </a:r>
            <a:endParaRPr lang="en-US"/>
          </a:p>
        </p:txBody>
      </p:sp>
      <p:sp>
        <p:nvSpPr>
          <p:cNvPr id="26603" name="Bar End 2028">
            <a:extLst>
              <a:ext uri="{FF2B5EF4-FFF2-40B4-BE49-F238E27FC236}">
                <a16:creationId xmlns:a16="http://schemas.microsoft.com/office/drawing/2014/main" id="{6F8F74AA-CD4F-8265-D50A-E81027A7AA35}"/>
              </a:ext>
            </a:extLst>
          </p:cNvPr>
          <p:cNvSpPr/>
          <p:nvPr/>
        </p:nvSpPr>
        <p:spPr>
          <a:xfrm>
            <a:off x="2611755" y="3374579"/>
            <a:ext cx="777240" cy="1837501"/>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22" name="Value End 2028">
            <a:extLst>
              <a:ext uri="{FF2B5EF4-FFF2-40B4-BE49-F238E27FC236}">
                <a16:creationId xmlns:a16="http://schemas.microsoft.com/office/drawing/2014/main" id="{29EB25E9-4361-F8CC-B1EF-BEB82B3E8C70}"/>
              </a:ext>
            </a:extLst>
          </p:cNvPr>
          <p:cNvSpPr/>
          <p:nvPr/>
        </p:nvSpPr>
        <p:spPr>
          <a:xfrm>
            <a:off x="2520315" y="3350539"/>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9,893</a:t>
            </a:r>
          </a:p>
          <a:p>
            <a:pPr algn="ctr">
              <a:buNone/>
            </a:pPr>
            <a:r>
              <a:rPr lang="en-US" sz="100">
                <a:effectLst/>
              </a:rPr>
              <a:t> </a:t>
            </a:r>
            <a:endParaRPr lang="en-US"/>
          </a:p>
        </p:txBody>
      </p:sp>
      <p:sp>
        <p:nvSpPr>
          <p:cNvPr id="26642" name="Category End 2028">
            <a:extLst>
              <a:ext uri="{FF2B5EF4-FFF2-40B4-BE49-F238E27FC236}">
                <a16:creationId xmlns:a16="http://schemas.microsoft.com/office/drawing/2014/main" id="{A3C8722D-CEEE-EB27-EDEC-53103F05E4CA}"/>
              </a:ext>
            </a:extLst>
          </p:cNvPr>
          <p:cNvSpPr/>
          <p:nvPr/>
        </p:nvSpPr>
        <p:spPr>
          <a:xfrm>
            <a:off x="241173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2028</a:t>
            </a:r>
          </a:p>
          <a:p>
            <a:pPr algn="ctr">
              <a:buNone/>
            </a:pPr>
            <a:r>
              <a:rPr lang="en-US" sz="100">
                <a:effectLst/>
              </a:rPr>
              <a:t> </a:t>
            </a:r>
            <a:endParaRPr lang="en-US"/>
          </a:p>
        </p:txBody>
      </p:sp>
      <p:sp>
        <p:nvSpPr>
          <p:cNvPr id="26663" name="Bar End 2029">
            <a:extLst>
              <a:ext uri="{FF2B5EF4-FFF2-40B4-BE49-F238E27FC236}">
                <a16:creationId xmlns:a16="http://schemas.microsoft.com/office/drawing/2014/main" id="{EAF34719-2BC7-DFC5-F85D-2F3E15416900}"/>
              </a:ext>
            </a:extLst>
          </p:cNvPr>
          <p:cNvSpPr/>
          <p:nvPr/>
        </p:nvSpPr>
        <p:spPr>
          <a:xfrm>
            <a:off x="3789045" y="2526502"/>
            <a:ext cx="777240" cy="26855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85" name="Value End 2029">
            <a:extLst>
              <a:ext uri="{FF2B5EF4-FFF2-40B4-BE49-F238E27FC236}">
                <a16:creationId xmlns:a16="http://schemas.microsoft.com/office/drawing/2014/main" id="{549A4EBF-D86B-FF3C-3D62-0885A157E4A0}"/>
              </a:ext>
            </a:extLst>
          </p:cNvPr>
          <p:cNvSpPr/>
          <p:nvPr/>
        </p:nvSpPr>
        <p:spPr>
          <a:xfrm>
            <a:off x="3697605" y="2502462"/>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14,459</a:t>
            </a:r>
          </a:p>
          <a:p>
            <a:pPr algn="ctr">
              <a:buNone/>
            </a:pPr>
            <a:r>
              <a:rPr lang="en-US" sz="100">
                <a:effectLst/>
              </a:rPr>
              <a:t> </a:t>
            </a:r>
            <a:endParaRPr lang="en-US"/>
          </a:p>
        </p:txBody>
      </p:sp>
      <p:sp>
        <p:nvSpPr>
          <p:cNvPr id="26708" name="Category End 2029">
            <a:extLst>
              <a:ext uri="{FF2B5EF4-FFF2-40B4-BE49-F238E27FC236}">
                <a16:creationId xmlns:a16="http://schemas.microsoft.com/office/drawing/2014/main" id="{2740D601-92DE-9533-B12B-FB6FDB09FF6E}"/>
              </a:ext>
            </a:extLst>
          </p:cNvPr>
          <p:cNvSpPr/>
          <p:nvPr/>
        </p:nvSpPr>
        <p:spPr>
          <a:xfrm>
            <a:off x="358902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2029</a:t>
            </a:r>
          </a:p>
          <a:p>
            <a:pPr algn="ctr">
              <a:buNone/>
            </a:pPr>
            <a:r>
              <a:rPr lang="en-US" sz="100">
                <a:effectLst/>
              </a:rPr>
              <a:t> </a:t>
            </a:r>
            <a:endParaRPr lang="en-US"/>
          </a:p>
        </p:txBody>
      </p:sp>
      <p:sp>
        <p:nvSpPr>
          <p:cNvPr id="26732" name="Bar 1 Apr 2030">
            <a:extLst>
              <a:ext uri="{FF2B5EF4-FFF2-40B4-BE49-F238E27FC236}">
                <a16:creationId xmlns:a16="http://schemas.microsoft.com/office/drawing/2014/main" id="{D5E4BCBE-C7F5-6FB6-A3AA-CFC5C4875BFD}"/>
              </a:ext>
            </a:extLst>
          </p:cNvPr>
          <p:cNvSpPr/>
          <p:nvPr/>
        </p:nvSpPr>
        <p:spPr>
          <a:xfrm>
            <a:off x="4966335" y="2314575"/>
            <a:ext cx="777240" cy="2897505"/>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57" name="Value 1 Apr 2030">
            <a:extLst>
              <a:ext uri="{FF2B5EF4-FFF2-40B4-BE49-F238E27FC236}">
                <a16:creationId xmlns:a16="http://schemas.microsoft.com/office/drawing/2014/main" id="{5561D869-74F8-7CD8-2E02-1CAB3D7C12B6}"/>
              </a:ext>
            </a:extLst>
          </p:cNvPr>
          <p:cNvSpPr/>
          <p:nvPr/>
        </p:nvSpPr>
        <p:spPr>
          <a:xfrm>
            <a:off x="4874895" y="2290535"/>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15,600</a:t>
            </a:r>
          </a:p>
          <a:p>
            <a:pPr algn="ctr">
              <a:buNone/>
            </a:pPr>
            <a:r>
              <a:rPr lang="en-US" sz="100">
                <a:effectLst/>
              </a:rPr>
              <a:t> </a:t>
            </a:r>
            <a:endParaRPr lang="en-US"/>
          </a:p>
        </p:txBody>
      </p:sp>
      <p:sp>
        <p:nvSpPr>
          <p:cNvPr id="26783" name="Category 1 Apr 2030">
            <a:extLst>
              <a:ext uri="{FF2B5EF4-FFF2-40B4-BE49-F238E27FC236}">
                <a16:creationId xmlns:a16="http://schemas.microsoft.com/office/drawing/2014/main" id="{0BE60C14-9767-4DA0-1678-7F6AD66B5753}"/>
              </a:ext>
            </a:extLst>
          </p:cNvPr>
          <p:cNvSpPr/>
          <p:nvPr/>
        </p:nvSpPr>
        <p:spPr>
          <a:xfrm>
            <a:off x="476631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26810" name="Baseline">
            <a:extLst>
              <a:ext uri="{FF2B5EF4-FFF2-40B4-BE49-F238E27FC236}">
                <a16:creationId xmlns:a16="http://schemas.microsoft.com/office/drawing/2014/main" id="{D185D825-0E18-0E21-657B-B15B7FCBF79D}"/>
              </a:ext>
            </a:extLst>
          </p:cNvPr>
          <p:cNvSpPr/>
          <p:nvPr/>
        </p:nvSpPr>
        <p:spPr>
          <a:xfrm>
            <a:off x="1234440" y="5202555"/>
            <a:ext cx="4709160" cy="1905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38" name="Target dash 01">
            <a:extLst>
              <a:ext uri="{FF2B5EF4-FFF2-40B4-BE49-F238E27FC236}">
                <a16:creationId xmlns:a16="http://schemas.microsoft.com/office/drawing/2014/main" id="{42178780-D3F6-2E08-01BF-09B26EC12FE6}"/>
              </a:ext>
            </a:extLst>
          </p:cNvPr>
          <p:cNvSpPr/>
          <p:nvPr/>
        </p:nvSpPr>
        <p:spPr>
          <a:xfrm>
            <a:off x="123444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67" name="Target dash 02">
            <a:extLst>
              <a:ext uri="{FF2B5EF4-FFF2-40B4-BE49-F238E27FC236}">
                <a16:creationId xmlns:a16="http://schemas.microsoft.com/office/drawing/2014/main" id="{19B62156-AA98-C707-6A66-BD255C3573F1}"/>
              </a:ext>
            </a:extLst>
          </p:cNvPr>
          <p:cNvSpPr/>
          <p:nvPr/>
        </p:nvSpPr>
        <p:spPr>
          <a:xfrm>
            <a:off x="147386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97" name="Target dash 03">
            <a:extLst>
              <a:ext uri="{FF2B5EF4-FFF2-40B4-BE49-F238E27FC236}">
                <a16:creationId xmlns:a16="http://schemas.microsoft.com/office/drawing/2014/main" id="{9F516A57-C59D-F4AA-6C53-D9626E57B134}"/>
              </a:ext>
            </a:extLst>
          </p:cNvPr>
          <p:cNvSpPr/>
          <p:nvPr/>
        </p:nvSpPr>
        <p:spPr>
          <a:xfrm>
            <a:off x="171329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28" name="Target dash 04">
            <a:extLst>
              <a:ext uri="{FF2B5EF4-FFF2-40B4-BE49-F238E27FC236}">
                <a16:creationId xmlns:a16="http://schemas.microsoft.com/office/drawing/2014/main" id="{E99A25EE-4508-2CCA-C8BC-83E259FEB99A}"/>
              </a:ext>
            </a:extLst>
          </p:cNvPr>
          <p:cNvSpPr/>
          <p:nvPr/>
        </p:nvSpPr>
        <p:spPr>
          <a:xfrm>
            <a:off x="195272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60" name="Target dash 05">
            <a:extLst>
              <a:ext uri="{FF2B5EF4-FFF2-40B4-BE49-F238E27FC236}">
                <a16:creationId xmlns:a16="http://schemas.microsoft.com/office/drawing/2014/main" id="{D76A0A1B-CC01-93C6-C2A8-1CC953F4D651}"/>
              </a:ext>
            </a:extLst>
          </p:cNvPr>
          <p:cNvSpPr/>
          <p:nvPr/>
        </p:nvSpPr>
        <p:spPr>
          <a:xfrm>
            <a:off x="219215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93" name="Target dash 06">
            <a:extLst>
              <a:ext uri="{FF2B5EF4-FFF2-40B4-BE49-F238E27FC236}">
                <a16:creationId xmlns:a16="http://schemas.microsoft.com/office/drawing/2014/main" id="{27EC061C-D754-8900-BB1F-0D4D39EBDFAF}"/>
              </a:ext>
            </a:extLst>
          </p:cNvPr>
          <p:cNvSpPr/>
          <p:nvPr/>
        </p:nvSpPr>
        <p:spPr>
          <a:xfrm>
            <a:off x="243158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27" name="Target dash 07">
            <a:extLst>
              <a:ext uri="{FF2B5EF4-FFF2-40B4-BE49-F238E27FC236}">
                <a16:creationId xmlns:a16="http://schemas.microsoft.com/office/drawing/2014/main" id="{3C355F20-0860-802A-3BDF-A1D77FE83B42}"/>
              </a:ext>
            </a:extLst>
          </p:cNvPr>
          <p:cNvSpPr/>
          <p:nvPr/>
        </p:nvSpPr>
        <p:spPr>
          <a:xfrm>
            <a:off x="267101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62" name="Target dash 08">
            <a:extLst>
              <a:ext uri="{FF2B5EF4-FFF2-40B4-BE49-F238E27FC236}">
                <a16:creationId xmlns:a16="http://schemas.microsoft.com/office/drawing/2014/main" id="{E8039446-9FA0-F321-EB29-DE7053053EFE}"/>
              </a:ext>
            </a:extLst>
          </p:cNvPr>
          <p:cNvSpPr/>
          <p:nvPr/>
        </p:nvSpPr>
        <p:spPr>
          <a:xfrm>
            <a:off x="291043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98" name="Target dash 09">
            <a:extLst>
              <a:ext uri="{FF2B5EF4-FFF2-40B4-BE49-F238E27FC236}">
                <a16:creationId xmlns:a16="http://schemas.microsoft.com/office/drawing/2014/main" id="{B7A85479-9E02-38F4-987D-34E63ECE6907}"/>
              </a:ext>
            </a:extLst>
          </p:cNvPr>
          <p:cNvSpPr/>
          <p:nvPr/>
        </p:nvSpPr>
        <p:spPr>
          <a:xfrm>
            <a:off x="314986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35" name="Target dash 10">
            <a:extLst>
              <a:ext uri="{FF2B5EF4-FFF2-40B4-BE49-F238E27FC236}">
                <a16:creationId xmlns:a16="http://schemas.microsoft.com/office/drawing/2014/main" id="{86B4BE70-0449-6F32-63A9-0FFBD2B3853B}"/>
              </a:ext>
            </a:extLst>
          </p:cNvPr>
          <p:cNvSpPr/>
          <p:nvPr/>
        </p:nvSpPr>
        <p:spPr>
          <a:xfrm>
            <a:off x="338929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73" name="Target dash 11">
            <a:extLst>
              <a:ext uri="{FF2B5EF4-FFF2-40B4-BE49-F238E27FC236}">
                <a16:creationId xmlns:a16="http://schemas.microsoft.com/office/drawing/2014/main" id="{DA4203C0-B5E1-3FB1-9ACB-AD3A388EF3FE}"/>
              </a:ext>
            </a:extLst>
          </p:cNvPr>
          <p:cNvSpPr/>
          <p:nvPr/>
        </p:nvSpPr>
        <p:spPr>
          <a:xfrm>
            <a:off x="362872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12" name="Target dash 12">
            <a:extLst>
              <a:ext uri="{FF2B5EF4-FFF2-40B4-BE49-F238E27FC236}">
                <a16:creationId xmlns:a16="http://schemas.microsoft.com/office/drawing/2014/main" id="{ABE0BDD0-1C22-3D7C-779E-F7A782B51010}"/>
              </a:ext>
            </a:extLst>
          </p:cNvPr>
          <p:cNvSpPr/>
          <p:nvPr/>
        </p:nvSpPr>
        <p:spPr>
          <a:xfrm>
            <a:off x="386815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52" name="Target dash 13">
            <a:extLst>
              <a:ext uri="{FF2B5EF4-FFF2-40B4-BE49-F238E27FC236}">
                <a16:creationId xmlns:a16="http://schemas.microsoft.com/office/drawing/2014/main" id="{4AEAA6AC-33F9-E38E-CCBB-6EB6F3979B25}"/>
              </a:ext>
            </a:extLst>
          </p:cNvPr>
          <p:cNvSpPr/>
          <p:nvPr/>
        </p:nvSpPr>
        <p:spPr>
          <a:xfrm>
            <a:off x="410758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93" name="Target dash 14">
            <a:extLst>
              <a:ext uri="{FF2B5EF4-FFF2-40B4-BE49-F238E27FC236}">
                <a16:creationId xmlns:a16="http://schemas.microsoft.com/office/drawing/2014/main" id="{8E454544-D293-5337-A129-868854525A93}"/>
              </a:ext>
            </a:extLst>
          </p:cNvPr>
          <p:cNvSpPr/>
          <p:nvPr/>
        </p:nvSpPr>
        <p:spPr>
          <a:xfrm>
            <a:off x="4347009"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35" name="Target dash 15">
            <a:extLst>
              <a:ext uri="{FF2B5EF4-FFF2-40B4-BE49-F238E27FC236}">
                <a16:creationId xmlns:a16="http://schemas.microsoft.com/office/drawing/2014/main" id="{3FE48AD1-96A6-7881-C7D8-1CA8ED8DF2EF}"/>
              </a:ext>
            </a:extLst>
          </p:cNvPr>
          <p:cNvSpPr/>
          <p:nvPr/>
        </p:nvSpPr>
        <p:spPr>
          <a:xfrm>
            <a:off x="458643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78" name="Target dash 16">
            <a:extLst>
              <a:ext uri="{FF2B5EF4-FFF2-40B4-BE49-F238E27FC236}">
                <a16:creationId xmlns:a16="http://schemas.microsoft.com/office/drawing/2014/main" id="{6E718636-6653-3055-8105-06629A189DFB}"/>
              </a:ext>
            </a:extLst>
          </p:cNvPr>
          <p:cNvSpPr/>
          <p:nvPr/>
        </p:nvSpPr>
        <p:spPr>
          <a:xfrm>
            <a:off x="482586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22" name="Target dash 17">
            <a:extLst>
              <a:ext uri="{FF2B5EF4-FFF2-40B4-BE49-F238E27FC236}">
                <a16:creationId xmlns:a16="http://schemas.microsoft.com/office/drawing/2014/main" id="{E65AE2AC-DEA5-BC08-B4B0-595C762EF682}"/>
              </a:ext>
            </a:extLst>
          </p:cNvPr>
          <p:cNvSpPr/>
          <p:nvPr/>
        </p:nvSpPr>
        <p:spPr>
          <a:xfrm>
            <a:off x="506529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67" name="Target dash 18">
            <a:extLst>
              <a:ext uri="{FF2B5EF4-FFF2-40B4-BE49-F238E27FC236}">
                <a16:creationId xmlns:a16="http://schemas.microsoft.com/office/drawing/2014/main" id="{2D131DB0-4A14-FE10-D739-1A318698134A}"/>
              </a:ext>
            </a:extLst>
          </p:cNvPr>
          <p:cNvSpPr/>
          <p:nvPr/>
        </p:nvSpPr>
        <p:spPr>
          <a:xfrm>
            <a:off x="530472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13" name="Target dash 19">
            <a:extLst>
              <a:ext uri="{FF2B5EF4-FFF2-40B4-BE49-F238E27FC236}">
                <a16:creationId xmlns:a16="http://schemas.microsoft.com/office/drawing/2014/main" id="{6A68B879-1CD4-47DD-733C-A126A0F07684}"/>
              </a:ext>
            </a:extLst>
          </p:cNvPr>
          <p:cNvSpPr/>
          <p:nvPr/>
        </p:nvSpPr>
        <p:spPr>
          <a:xfrm>
            <a:off x="554415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60" name="Target dash 20">
            <a:extLst>
              <a:ext uri="{FF2B5EF4-FFF2-40B4-BE49-F238E27FC236}">
                <a16:creationId xmlns:a16="http://schemas.microsoft.com/office/drawing/2014/main" id="{AD070200-CED2-F4F4-F17B-185C6B8A62C3}"/>
              </a:ext>
            </a:extLst>
          </p:cNvPr>
          <p:cNvSpPr/>
          <p:nvPr/>
        </p:nvSpPr>
        <p:spPr>
          <a:xfrm>
            <a:off x="578358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08" name="Target label">
            <a:extLst>
              <a:ext uri="{FF2B5EF4-FFF2-40B4-BE49-F238E27FC236}">
                <a16:creationId xmlns:a16="http://schemas.microsoft.com/office/drawing/2014/main" id="{F2F7CB3E-A7D4-8D77-4129-67345A3F867C}"/>
              </a:ext>
            </a:extLst>
          </p:cNvPr>
          <p:cNvSpPr/>
          <p:nvPr/>
        </p:nvSpPr>
        <p:spPr>
          <a:xfrm>
            <a:off x="1143000" y="1900391"/>
            <a:ext cx="1600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Target 15,600</a:t>
            </a:r>
          </a:p>
          <a:p>
            <a:pPr algn="l">
              <a:buNone/>
            </a:pPr>
            <a:r>
              <a:rPr lang="en-US" sz="100">
                <a:effectLst/>
              </a:rPr>
              <a:t> </a:t>
            </a:r>
            <a:endParaRPr lang="en-US"/>
          </a:p>
        </p:txBody>
      </p:sp>
      <p:sp>
        <p:nvSpPr>
          <p:cNvPr id="27657" name="Pace panel">
            <a:extLst>
              <a:ext uri="{FF2B5EF4-FFF2-40B4-BE49-F238E27FC236}">
                <a16:creationId xmlns:a16="http://schemas.microsoft.com/office/drawing/2014/main" id="{50045BD8-9B34-D037-5564-803A64C4E796}"/>
              </a:ext>
            </a:extLst>
          </p:cNvPr>
          <p:cNvSpPr/>
          <p:nvPr/>
        </p:nvSpPr>
        <p:spPr>
          <a:xfrm>
            <a:off x="6309360" y="1508760"/>
            <a:ext cx="5334000" cy="182880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07" name="Pace line">
            <a:extLst>
              <a:ext uri="{FF2B5EF4-FFF2-40B4-BE49-F238E27FC236}">
                <a16:creationId xmlns:a16="http://schemas.microsoft.com/office/drawing/2014/main" id="{5AF8D75C-7F25-C30E-E9EE-EE807521A53C}"/>
              </a:ext>
            </a:extLst>
          </p:cNvPr>
          <p:cNvSpPr/>
          <p:nvPr/>
        </p:nvSpPr>
        <p:spPr>
          <a:xfrm>
            <a:off x="6446520" y="1591400"/>
            <a:ext cx="50596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DCE8E2"/>
                </a:solidFill>
                <a:effectLst/>
                <a:latin typeface="Arial" panose="020B0604020202020204" pitchFamily="34" charset="0"/>
              </a:rPr>
              <a:t>15,600 homes · 41 months</a:t>
            </a:r>
          </a:p>
          <a:p>
            <a:pPr algn="l">
              <a:buNone/>
            </a:pPr>
            <a:r>
              <a:rPr lang="en-US" sz="100">
                <a:effectLst/>
              </a:rPr>
              <a:t> </a:t>
            </a:r>
            <a:endParaRPr lang="en-US"/>
          </a:p>
        </p:txBody>
      </p:sp>
      <p:sp>
        <p:nvSpPr>
          <p:cNvPr id="27758" name="Pace number">
            <a:extLst>
              <a:ext uri="{FF2B5EF4-FFF2-40B4-BE49-F238E27FC236}">
                <a16:creationId xmlns:a16="http://schemas.microsoft.com/office/drawing/2014/main" id="{B6220E56-F6D6-F1C7-BBDC-DA661BE4BAA0}"/>
              </a:ext>
            </a:extLst>
          </p:cNvPr>
          <p:cNvSpPr/>
          <p:nvPr/>
        </p:nvSpPr>
        <p:spPr>
          <a:xfrm>
            <a:off x="6446520" y="1911440"/>
            <a:ext cx="1371600" cy="148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0" b="1">
                <a:solidFill>
                  <a:srgbClr val="E9B14C"/>
                </a:solidFill>
                <a:effectLst/>
                <a:latin typeface="Arial" panose="020B0604020202020204" pitchFamily="34" charset="0"/>
              </a:rPr>
              <a:t>88</a:t>
            </a:r>
          </a:p>
          <a:p>
            <a:pPr algn="l">
              <a:buNone/>
            </a:pPr>
            <a:r>
              <a:rPr lang="en-US" sz="100">
                <a:effectLst/>
              </a:rPr>
              <a:t> </a:t>
            </a:r>
            <a:endParaRPr lang="en-US"/>
          </a:p>
        </p:txBody>
      </p:sp>
      <p:sp>
        <p:nvSpPr>
          <p:cNvPr id="27810" name="Pace unit">
            <a:extLst>
              <a:ext uri="{FF2B5EF4-FFF2-40B4-BE49-F238E27FC236}">
                <a16:creationId xmlns:a16="http://schemas.microsoft.com/office/drawing/2014/main" id="{0DAFAE35-AD87-222D-11A7-C35A5856352E}"/>
              </a:ext>
            </a:extLst>
          </p:cNvPr>
          <p:cNvSpPr/>
          <p:nvPr/>
        </p:nvSpPr>
        <p:spPr>
          <a:xfrm>
            <a:off x="7759501" y="2594192"/>
            <a:ext cx="3700979"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homes a week</a:t>
            </a:r>
          </a:p>
          <a:p>
            <a:pPr algn="l">
              <a:buNone/>
            </a:pPr>
            <a:r>
              <a:rPr lang="en-US" sz="100">
                <a:effectLst/>
              </a:rPr>
              <a:t> </a:t>
            </a:r>
            <a:endParaRPr lang="en-US"/>
          </a:p>
        </p:txBody>
      </p:sp>
      <p:sp>
        <p:nvSpPr>
          <p:cNvPr id="27863" name="Money tile 1">
            <a:extLst>
              <a:ext uri="{FF2B5EF4-FFF2-40B4-BE49-F238E27FC236}">
                <a16:creationId xmlns:a16="http://schemas.microsoft.com/office/drawing/2014/main" id="{E1DCB621-1F82-FCC7-8107-5FA20A272388}"/>
              </a:ext>
            </a:extLst>
          </p:cNvPr>
          <p:cNvSpPr/>
          <p:nvPr/>
        </p:nvSpPr>
        <p:spPr>
          <a:xfrm>
            <a:off x="6309360" y="3483864"/>
            <a:ext cx="2598420" cy="960120"/>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17" name="Money tile 1 text">
            <a:extLst>
              <a:ext uri="{FF2B5EF4-FFF2-40B4-BE49-F238E27FC236}">
                <a16:creationId xmlns:a16="http://schemas.microsoft.com/office/drawing/2014/main" id="{DF1330D8-F053-F825-D974-F607F26A0764}"/>
              </a:ext>
            </a:extLst>
          </p:cNvPr>
          <p:cNvSpPr/>
          <p:nvPr/>
        </p:nvSpPr>
        <p:spPr>
          <a:xfrm>
            <a:off x="6400800" y="3552444"/>
            <a:ext cx="24155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7A4B00"/>
                </a:solidFill>
                <a:effectLst/>
                <a:latin typeface="Arial" panose="020B0604020202020204" pitchFamily="34" charset="0"/>
              </a:rPr>
              <a:t>GBP 95m</a:t>
            </a:r>
          </a:p>
          <a:p>
            <a:pPr algn="l">
              <a:buNone/>
            </a:pPr>
            <a:r>
              <a:rPr lang="en-US" sz="1400" b="1">
                <a:solidFill>
                  <a:srgbClr val="7A4B00"/>
                </a:solidFill>
                <a:effectLst/>
                <a:latin typeface="Arial" panose="020B0604020202020204" pitchFamily="34" charset="0"/>
              </a:rPr>
              <a:t>works benchmark</a:t>
            </a:r>
            <a:endParaRPr lang="en-US"/>
          </a:p>
        </p:txBody>
      </p:sp>
      <p:sp>
        <p:nvSpPr>
          <p:cNvPr id="27972" name="Money tile 2">
            <a:extLst>
              <a:ext uri="{FF2B5EF4-FFF2-40B4-BE49-F238E27FC236}">
                <a16:creationId xmlns:a16="http://schemas.microsoft.com/office/drawing/2014/main" id="{28D69BB6-42ED-197C-58AC-A397578F13B3}"/>
              </a:ext>
            </a:extLst>
          </p:cNvPr>
          <p:cNvSpPr/>
          <p:nvPr/>
        </p:nvSpPr>
        <p:spPr>
          <a:xfrm>
            <a:off x="9044940" y="3483864"/>
            <a:ext cx="2598420" cy="960120"/>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028" name="Money tile 2 text">
            <a:extLst>
              <a:ext uri="{FF2B5EF4-FFF2-40B4-BE49-F238E27FC236}">
                <a16:creationId xmlns:a16="http://schemas.microsoft.com/office/drawing/2014/main" id="{48489CAB-C27F-5580-521A-9E59608E9BB1}"/>
              </a:ext>
            </a:extLst>
          </p:cNvPr>
          <p:cNvSpPr/>
          <p:nvPr/>
        </p:nvSpPr>
        <p:spPr>
          <a:xfrm>
            <a:off x="9136380" y="3552444"/>
            <a:ext cx="24155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7A4B00"/>
                </a:solidFill>
                <a:effectLst/>
                <a:latin typeface="Arial" panose="020B0604020202020204" pitchFamily="34" charset="0"/>
              </a:rPr>
              <a:t>GBP 47.4m</a:t>
            </a:r>
          </a:p>
          <a:p>
            <a:pPr algn="l">
              <a:buNone/>
            </a:pPr>
            <a:r>
              <a:rPr lang="en-US" sz="1200" b="1">
                <a:solidFill>
                  <a:srgbClr val="7A4B00"/>
                </a:solidFill>
                <a:effectLst/>
                <a:latin typeface="Arial" panose="020B0604020202020204" pitchFamily="34" charset="0"/>
              </a:rPr>
              <a:t>conditional grant potential</a:t>
            </a:r>
            <a:endParaRPr lang="en-US"/>
          </a:p>
        </p:txBody>
      </p:sp>
      <p:sp>
        <p:nvSpPr>
          <p:cNvPr id="28085" name="AI tile">
            <a:extLst>
              <a:ext uri="{FF2B5EF4-FFF2-40B4-BE49-F238E27FC236}">
                <a16:creationId xmlns:a16="http://schemas.microsoft.com/office/drawing/2014/main" id="{E48AD605-1923-D4A0-6FEF-432E75EBAC16}"/>
              </a:ext>
            </a:extLst>
          </p:cNvPr>
          <p:cNvSpPr/>
          <p:nvPr/>
        </p:nvSpPr>
        <p:spPr>
          <a:xfrm>
            <a:off x="6309360" y="4581144"/>
            <a:ext cx="5334000" cy="960120"/>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43" name="AI tile text">
            <a:extLst>
              <a:ext uri="{FF2B5EF4-FFF2-40B4-BE49-F238E27FC236}">
                <a16:creationId xmlns:a16="http://schemas.microsoft.com/office/drawing/2014/main" id="{14DCCFF4-D43D-62FD-EE54-C926501A4A36}"/>
              </a:ext>
            </a:extLst>
          </p:cNvPr>
          <p:cNvSpPr/>
          <p:nvPr/>
        </p:nvSpPr>
        <p:spPr>
          <a:xfrm>
            <a:off x="7086600" y="4649724"/>
            <a:ext cx="437388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3F2A72"/>
                </a:solidFill>
                <a:effectLst/>
                <a:latin typeface="Arial" panose="020B0604020202020204" pitchFamily="34" charset="0"/>
              </a:rPr>
              <a:t>USD 6,873</a:t>
            </a:r>
          </a:p>
          <a:p>
            <a:pPr algn="l">
              <a:buNone/>
            </a:pPr>
            <a:r>
              <a:rPr lang="en-US" sz="1300" b="1">
                <a:solidFill>
                  <a:srgbClr val="3F2A72"/>
                </a:solidFill>
                <a:effectLst/>
                <a:latin typeface="Arial" panose="020B0604020202020204" pitchFamily="34" charset="0"/>
              </a:rPr>
              <a:t>whole-cohort inference scenario</a:t>
            </a:r>
            <a:endParaRPr lang="en-US"/>
          </a:p>
        </p:txBody>
      </p:sp>
      <p:pic>
        <p:nvPicPr>
          <p:cNvPr id="28144" name="AI icon" descr="AI icon">
            <a:extLst>
              <a:ext uri="{FF2B5EF4-FFF2-40B4-BE49-F238E27FC236}">
                <a16:creationId xmlns:a16="http://schemas.microsoft.com/office/drawing/2014/main" id="{63B9F110-3508-A04F-2708-4F5272C994E0}"/>
              </a:ext>
            </a:extLst>
          </p:cNvPr>
          <p:cNvPicPr>
            <a:picLocks noChangeAspect="1"/>
          </p:cNvPicPr>
          <p:nvPr/>
        </p:nvPicPr>
        <p:blipFill>
          <a:blip r:embed="rId3"/>
          <a:stretch>
            <a:fillRect/>
          </a:stretch>
        </p:blipFill>
        <p:spPr>
          <a:xfrm>
            <a:off x="6492240" y="4809744"/>
            <a:ext cx="502920" cy="502920"/>
          </a:xfrm>
          <a:prstGeom prst="rect">
            <a:avLst/>
          </a:prstGeom>
        </p:spPr>
      </p:pic>
    </p:spTree>
    <p:extLst>
      <p:ext uri="{BB962C8B-B14F-4D97-AF65-F5344CB8AC3E}">
        <p14:creationId xmlns:p14="http://schemas.microsoft.com/office/powerpoint/2010/main" val="2139460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33466" name="Discovery picture" descr="Design studio wall of sticky notes, journey maps, wireframes and house photos above a table of paper prototypes and coffee cups.">
            <a:extLst>
              <a:ext uri="{FF2B5EF4-FFF2-40B4-BE49-F238E27FC236}">
                <a16:creationId xmlns:a16="http://schemas.microsoft.com/office/drawing/2014/main" id="{FCC31DCE-56D6-64E7-3654-5D53B5CCCDEB}"/>
              </a:ext>
            </a:extLst>
          </p:cNvPr>
          <p:cNvPicPr>
            <a:picLocks noChangeAspect="1"/>
          </p:cNvPicPr>
          <p:nvPr/>
        </p:nvPicPr>
        <p:blipFill>
          <a:blip r:embed="rId3"/>
          <a:srcRect b="6000"/>
          <a:stretch>
            <a:fillRect/>
          </a:stretch>
        </p:blipFill>
        <p:spPr>
          <a:xfrm>
            <a:off x="793" y="0"/>
            <a:ext cx="5484813" cy="6446520"/>
          </a:xfrm>
          <a:prstGeom prst="rect">
            <a:avLst/>
          </a:prstGeom>
        </p:spPr>
      </p:pic>
      <p:sp>
        <p:nvSpPr>
          <p:cNvPr id="33467" name="Under the waterline">
            <a:extLst>
              <a:ext uri="{FF2B5EF4-FFF2-40B4-BE49-F238E27FC236}">
                <a16:creationId xmlns:a16="http://schemas.microsoft.com/office/drawing/2014/main" id="{31B3D790-2643-0512-346F-8768E96FB494}"/>
              </a:ext>
            </a:extLst>
          </p:cNvPr>
          <p:cNvSpPr/>
          <p:nvPr/>
        </p:nvSpPr>
        <p:spPr>
          <a:xfrm>
            <a:off x="5486400" y="2194560"/>
            <a:ext cx="6705600" cy="4663440"/>
          </a:xfrm>
          <a:prstGeom prst="rect">
            <a:avLst/>
          </a:prstGeom>
          <a:solidFill>
            <a:srgbClr val="E8F2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69" name="Waterline">
            <a:extLst>
              <a:ext uri="{FF2B5EF4-FFF2-40B4-BE49-F238E27FC236}">
                <a16:creationId xmlns:a16="http://schemas.microsoft.com/office/drawing/2014/main" id="{5ED96B17-6DA7-D727-B84E-8755EA0D7B56}"/>
              </a:ext>
            </a:extLst>
          </p:cNvPr>
          <p:cNvSpPr/>
          <p:nvPr/>
        </p:nvSpPr>
        <p:spPr>
          <a:xfrm>
            <a:off x="5486400" y="2180272"/>
            <a:ext cx="6705600" cy="28575"/>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72" name="Eyebrow">
            <a:extLst>
              <a:ext uri="{FF2B5EF4-FFF2-40B4-BE49-F238E27FC236}">
                <a16:creationId xmlns:a16="http://schemas.microsoft.com/office/drawing/2014/main" id="{F3732923-56C7-64F7-7D4A-4231FE72711E}"/>
              </a:ext>
            </a:extLst>
          </p:cNvPr>
          <p:cNvSpPr/>
          <p:nvPr/>
        </p:nvSpPr>
        <p:spPr>
          <a:xfrm>
            <a:off x="5943600" y="365760"/>
            <a:ext cx="56997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3476" name="Slide title">
            <a:extLst>
              <a:ext uri="{FF2B5EF4-FFF2-40B4-BE49-F238E27FC236}">
                <a16:creationId xmlns:a16="http://schemas.microsoft.com/office/drawing/2014/main" id="{3DF678EE-A55A-2E95-8473-A8F4FE846816}"/>
              </a:ext>
            </a:extLst>
          </p:cNvPr>
          <p:cNvSpPr/>
          <p:nvPr/>
        </p:nvSpPr>
        <p:spPr>
          <a:xfrm>
            <a:off x="5943600" y="685800"/>
            <a:ext cx="569976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Six weeks of product work</a:t>
            </a:r>
          </a:p>
          <a:p>
            <a:pPr algn="l">
              <a:buNone/>
            </a:pPr>
            <a:r>
              <a:rPr lang="en-US" sz="3200" b="1">
                <a:solidFill>
                  <a:srgbClr val="173F35"/>
                </a:solidFill>
                <a:effectLst/>
                <a:latin typeface="Arial" panose="020B0604020202020204" pitchFamily="34" charset="0"/>
              </a:rPr>
              <a:t>sit under these slides.</a:t>
            </a:r>
            <a:endParaRPr lang="en-US"/>
          </a:p>
        </p:txBody>
      </p:sp>
      <p:sp>
        <p:nvSpPr>
          <p:cNvPr id="33481" name="Iceberg tip">
            <a:extLst>
              <a:ext uri="{FF2B5EF4-FFF2-40B4-BE49-F238E27FC236}">
                <a16:creationId xmlns:a16="http://schemas.microsoft.com/office/drawing/2014/main" id="{AB18F120-CEFF-5DE6-63CA-F63FF67BDAB8}"/>
              </a:ext>
            </a:extLst>
          </p:cNvPr>
          <p:cNvSpPr/>
          <p:nvPr/>
        </p:nvSpPr>
        <p:spPr>
          <a:xfrm>
            <a:off x="6035040" y="1874520"/>
            <a:ext cx="594360" cy="320040"/>
          </a:xfrm>
          <a:prstGeom prst="triangle">
            <a:avLst/>
          </a:prstGeom>
          <a:solidFill>
            <a:srgbClr val="FFFFFF"/>
          </a:solidFill>
          <a:ln w="19050">
            <a:solidFill>
              <a:srgbClr val="2E6B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87" name="Above the waterline">
            <a:extLst>
              <a:ext uri="{FF2B5EF4-FFF2-40B4-BE49-F238E27FC236}">
                <a16:creationId xmlns:a16="http://schemas.microsoft.com/office/drawing/2014/main" id="{EC57D119-525A-DE34-7EED-CDE60426BEFC}"/>
              </a:ext>
            </a:extLst>
          </p:cNvPr>
          <p:cNvSpPr/>
          <p:nvPr/>
        </p:nvSpPr>
        <p:spPr>
          <a:xfrm>
            <a:off x="6675120" y="1787996"/>
            <a:ext cx="49682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What you see: this deck</a:t>
            </a:r>
          </a:p>
          <a:p>
            <a:pPr algn="l">
              <a:buNone/>
            </a:pPr>
            <a:r>
              <a:rPr lang="en-US" sz="100">
                <a:effectLst/>
              </a:rPr>
              <a:t> </a:t>
            </a:r>
            <a:endParaRPr lang="en-US"/>
          </a:p>
        </p:txBody>
      </p:sp>
      <p:sp>
        <p:nvSpPr>
          <p:cNvPr id="33494" name="Counter 480">
            <a:extLst>
              <a:ext uri="{FF2B5EF4-FFF2-40B4-BE49-F238E27FC236}">
                <a16:creationId xmlns:a16="http://schemas.microsoft.com/office/drawing/2014/main" id="{BC069967-BDD4-C644-A222-D6BA3B8E145D}"/>
              </a:ext>
            </a:extLst>
          </p:cNvPr>
          <p:cNvSpPr/>
          <p:nvPr/>
        </p:nvSpPr>
        <p:spPr>
          <a:xfrm>
            <a:off x="594360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480</a:t>
            </a:r>
          </a:p>
          <a:p>
            <a:pPr algn="l">
              <a:buNone/>
            </a:pPr>
            <a:r>
              <a:rPr lang="en-US" sz="100">
                <a:effectLst/>
              </a:rPr>
              <a:t> </a:t>
            </a:r>
            <a:endParaRPr lang="en-US"/>
          </a:p>
        </p:txBody>
      </p:sp>
      <p:sp>
        <p:nvSpPr>
          <p:cNvPr id="33502" name="Counter 480 label">
            <a:extLst>
              <a:ext uri="{FF2B5EF4-FFF2-40B4-BE49-F238E27FC236}">
                <a16:creationId xmlns:a16="http://schemas.microsoft.com/office/drawing/2014/main" id="{958138B2-CD0F-62CF-62A2-0A7475BCE19A}"/>
              </a:ext>
            </a:extLst>
          </p:cNvPr>
          <p:cNvSpPr/>
          <p:nvPr/>
        </p:nvSpPr>
        <p:spPr>
          <a:xfrm>
            <a:off x="5943600" y="302396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commits</a:t>
            </a:r>
          </a:p>
          <a:p>
            <a:pPr algn="l">
              <a:buNone/>
            </a:pPr>
            <a:r>
              <a:rPr lang="en-US" sz="100">
                <a:effectLst/>
              </a:rPr>
              <a:t> </a:t>
            </a:r>
            <a:endParaRPr lang="en-US"/>
          </a:p>
        </p:txBody>
      </p:sp>
      <p:sp>
        <p:nvSpPr>
          <p:cNvPr id="33511" name="Counter 233">
            <a:extLst>
              <a:ext uri="{FF2B5EF4-FFF2-40B4-BE49-F238E27FC236}">
                <a16:creationId xmlns:a16="http://schemas.microsoft.com/office/drawing/2014/main" id="{BDBA8478-B452-82F8-F402-CAE1FDBFBD34}"/>
              </a:ext>
            </a:extLst>
          </p:cNvPr>
          <p:cNvSpPr/>
          <p:nvPr/>
        </p:nvSpPr>
        <p:spPr>
          <a:xfrm>
            <a:off x="736854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233</a:t>
            </a:r>
          </a:p>
          <a:p>
            <a:pPr algn="l">
              <a:buNone/>
            </a:pPr>
            <a:r>
              <a:rPr lang="en-US" sz="100">
                <a:effectLst/>
              </a:rPr>
              <a:t> </a:t>
            </a:r>
            <a:endParaRPr lang="en-US"/>
          </a:p>
        </p:txBody>
      </p:sp>
      <p:sp>
        <p:nvSpPr>
          <p:cNvPr id="33521" name="Counter 233 label">
            <a:extLst>
              <a:ext uri="{FF2B5EF4-FFF2-40B4-BE49-F238E27FC236}">
                <a16:creationId xmlns:a16="http://schemas.microsoft.com/office/drawing/2014/main" id="{7D16FC25-9629-69A4-148C-F0C51F07D112}"/>
              </a:ext>
            </a:extLst>
          </p:cNvPr>
          <p:cNvSpPr/>
          <p:nvPr/>
        </p:nvSpPr>
        <p:spPr>
          <a:xfrm>
            <a:off x="7368540" y="310896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merged pull requests</a:t>
            </a:r>
          </a:p>
          <a:p>
            <a:pPr algn="l">
              <a:buNone/>
            </a:pPr>
            <a:r>
              <a:rPr lang="en-US" sz="100">
                <a:effectLst/>
              </a:rPr>
              <a:t> </a:t>
            </a:r>
            <a:endParaRPr lang="en-US"/>
          </a:p>
        </p:txBody>
      </p:sp>
      <p:sp>
        <p:nvSpPr>
          <p:cNvPr id="33532" name="Counter 6">
            <a:extLst>
              <a:ext uri="{FF2B5EF4-FFF2-40B4-BE49-F238E27FC236}">
                <a16:creationId xmlns:a16="http://schemas.microsoft.com/office/drawing/2014/main" id="{00DED3D4-429B-618D-C986-6DFD87C266B8}"/>
              </a:ext>
            </a:extLst>
          </p:cNvPr>
          <p:cNvSpPr/>
          <p:nvPr/>
        </p:nvSpPr>
        <p:spPr>
          <a:xfrm>
            <a:off x="879348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6</a:t>
            </a:r>
          </a:p>
          <a:p>
            <a:pPr algn="l">
              <a:buNone/>
            </a:pPr>
            <a:r>
              <a:rPr lang="en-US" sz="100">
                <a:effectLst/>
              </a:rPr>
              <a:t> </a:t>
            </a:r>
            <a:endParaRPr lang="en-US"/>
          </a:p>
        </p:txBody>
      </p:sp>
      <p:sp>
        <p:nvSpPr>
          <p:cNvPr id="33544" name="Counter 6 label">
            <a:extLst>
              <a:ext uri="{FF2B5EF4-FFF2-40B4-BE49-F238E27FC236}">
                <a16:creationId xmlns:a16="http://schemas.microsoft.com/office/drawing/2014/main" id="{827EB82A-8BE1-976E-8493-E5810FD1B760}"/>
              </a:ext>
            </a:extLst>
          </p:cNvPr>
          <p:cNvSpPr/>
          <p:nvPr/>
        </p:nvSpPr>
        <p:spPr>
          <a:xfrm>
            <a:off x="8793480" y="310896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architecture decisions</a:t>
            </a:r>
          </a:p>
          <a:p>
            <a:pPr algn="l">
              <a:buNone/>
            </a:pPr>
            <a:r>
              <a:rPr lang="en-US" sz="100">
                <a:effectLst/>
              </a:rPr>
              <a:t> </a:t>
            </a:r>
            <a:endParaRPr lang="en-US"/>
          </a:p>
        </p:txBody>
      </p:sp>
      <p:sp>
        <p:nvSpPr>
          <p:cNvPr id="33557" name="Counter 142">
            <a:extLst>
              <a:ext uri="{FF2B5EF4-FFF2-40B4-BE49-F238E27FC236}">
                <a16:creationId xmlns:a16="http://schemas.microsoft.com/office/drawing/2014/main" id="{8625DA5F-C35C-FCBD-BD0C-F838F942376D}"/>
              </a:ext>
            </a:extLst>
          </p:cNvPr>
          <p:cNvSpPr/>
          <p:nvPr/>
        </p:nvSpPr>
        <p:spPr>
          <a:xfrm>
            <a:off x="1021842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142</a:t>
            </a:r>
          </a:p>
          <a:p>
            <a:pPr algn="l">
              <a:buNone/>
            </a:pPr>
            <a:r>
              <a:rPr lang="en-US" sz="100">
                <a:effectLst/>
              </a:rPr>
              <a:t> </a:t>
            </a:r>
            <a:endParaRPr lang="en-US"/>
          </a:p>
        </p:txBody>
      </p:sp>
      <p:sp>
        <p:nvSpPr>
          <p:cNvPr id="33571" name="Counter 142 label">
            <a:extLst>
              <a:ext uri="{FF2B5EF4-FFF2-40B4-BE49-F238E27FC236}">
                <a16:creationId xmlns:a16="http://schemas.microsoft.com/office/drawing/2014/main" id="{E3ADCD27-D464-53A5-E5E5-12C43FFA0E72}"/>
              </a:ext>
            </a:extLst>
          </p:cNvPr>
          <p:cNvSpPr/>
          <p:nvPr/>
        </p:nvSpPr>
        <p:spPr>
          <a:xfrm>
            <a:off x="10218420" y="302396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requirements</a:t>
            </a:r>
          </a:p>
          <a:p>
            <a:pPr algn="l">
              <a:buNone/>
            </a:pPr>
            <a:r>
              <a:rPr lang="en-US" sz="100">
                <a:effectLst/>
              </a:rPr>
              <a:t> </a:t>
            </a:r>
            <a:endParaRPr lang="en-US"/>
          </a:p>
        </p:txBody>
      </p:sp>
      <p:sp>
        <p:nvSpPr>
          <p:cNvPr id="33586" name="Counter 196">
            <a:extLst>
              <a:ext uri="{FF2B5EF4-FFF2-40B4-BE49-F238E27FC236}">
                <a16:creationId xmlns:a16="http://schemas.microsoft.com/office/drawing/2014/main" id="{F81062BA-2E57-10C1-C585-49A65E50898F}"/>
              </a:ext>
            </a:extLst>
          </p:cNvPr>
          <p:cNvSpPr/>
          <p:nvPr/>
        </p:nvSpPr>
        <p:spPr>
          <a:xfrm>
            <a:off x="594360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196</a:t>
            </a:r>
          </a:p>
          <a:p>
            <a:pPr algn="l">
              <a:buNone/>
            </a:pPr>
            <a:r>
              <a:rPr lang="en-US" sz="100">
                <a:effectLst/>
              </a:rPr>
              <a:t> </a:t>
            </a:r>
            <a:endParaRPr lang="en-US"/>
          </a:p>
        </p:txBody>
      </p:sp>
      <p:sp>
        <p:nvSpPr>
          <p:cNvPr id="33602" name="Counter 196 label">
            <a:extLst>
              <a:ext uri="{FF2B5EF4-FFF2-40B4-BE49-F238E27FC236}">
                <a16:creationId xmlns:a16="http://schemas.microsoft.com/office/drawing/2014/main" id="{7F73B3C9-5D78-87B8-E3E5-0DEA5EA9A0B4}"/>
              </a:ext>
            </a:extLst>
          </p:cNvPr>
          <p:cNvSpPr/>
          <p:nvPr/>
        </p:nvSpPr>
        <p:spPr>
          <a:xfrm>
            <a:off x="5943600" y="449580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acceptance criteria</a:t>
            </a:r>
          </a:p>
          <a:p>
            <a:pPr algn="l">
              <a:buNone/>
            </a:pPr>
            <a:r>
              <a:rPr lang="en-US" sz="100">
                <a:effectLst/>
              </a:rPr>
              <a:t> </a:t>
            </a:r>
            <a:endParaRPr lang="en-US"/>
          </a:p>
        </p:txBody>
      </p:sp>
      <p:sp>
        <p:nvSpPr>
          <p:cNvPr id="33619" name="Counter 34">
            <a:extLst>
              <a:ext uri="{FF2B5EF4-FFF2-40B4-BE49-F238E27FC236}">
                <a16:creationId xmlns:a16="http://schemas.microsoft.com/office/drawing/2014/main" id="{1D790FDD-679D-8A99-1DD7-F0A56916BE73}"/>
              </a:ext>
            </a:extLst>
          </p:cNvPr>
          <p:cNvSpPr/>
          <p:nvPr/>
        </p:nvSpPr>
        <p:spPr>
          <a:xfrm>
            <a:off x="736854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34</a:t>
            </a:r>
          </a:p>
          <a:p>
            <a:pPr algn="l">
              <a:buNone/>
            </a:pPr>
            <a:r>
              <a:rPr lang="en-US" sz="100">
                <a:effectLst/>
              </a:rPr>
              <a:t> </a:t>
            </a:r>
            <a:endParaRPr lang="en-US"/>
          </a:p>
        </p:txBody>
      </p:sp>
      <p:sp>
        <p:nvSpPr>
          <p:cNvPr id="33637" name="Counter 34 label">
            <a:extLst>
              <a:ext uri="{FF2B5EF4-FFF2-40B4-BE49-F238E27FC236}">
                <a16:creationId xmlns:a16="http://schemas.microsoft.com/office/drawing/2014/main" id="{E99CE2C4-9472-5C3B-B3DF-F07DD9104992}"/>
              </a:ext>
            </a:extLst>
          </p:cNvPr>
          <p:cNvSpPr/>
          <p:nvPr/>
        </p:nvSpPr>
        <p:spPr>
          <a:xfrm>
            <a:off x="7368540" y="449580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research documents</a:t>
            </a:r>
          </a:p>
          <a:p>
            <a:pPr algn="l">
              <a:buNone/>
            </a:pPr>
            <a:r>
              <a:rPr lang="en-US" sz="100">
                <a:effectLst/>
              </a:rPr>
              <a:t> </a:t>
            </a:r>
            <a:endParaRPr lang="en-US"/>
          </a:p>
        </p:txBody>
      </p:sp>
      <p:sp>
        <p:nvSpPr>
          <p:cNvPr id="33656" name="Counter 28">
            <a:extLst>
              <a:ext uri="{FF2B5EF4-FFF2-40B4-BE49-F238E27FC236}">
                <a16:creationId xmlns:a16="http://schemas.microsoft.com/office/drawing/2014/main" id="{CB0960BF-71CF-9CE4-4CB4-CB9127E4FA92}"/>
              </a:ext>
            </a:extLst>
          </p:cNvPr>
          <p:cNvSpPr/>
          <p:nvPr/>
        </p:nvSpPr>
        <p:spPr>
          <a:xfrm>
            <a:off x="879348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28</a:t>
            </a:r>
          </a:p>
          <a:p>
            <a:pPr algn="l">
              <a:buNone/>
            </a:pPr>
            <a:r>
              <a:rPr lang="en-US" sz="100">
                <a:effectLst/>
              </a:rPr>
              <a:t> </a:t>
            </a:r>
            <a:endParaRPr lang="en-US"/>
          </a:p>
        </p:txBody>
      </p:sp>
      <p:sp>
        <p:nvSpPr>
          <p:cNvPr id="33676" name="Counter 28 label">
            <a:extLst>
              <a:ext uri="{FF2B5EF4-FFF2-40B4-BE49-F238E27FC236}">
                <a16:creationId xmlns:a16="http://schemas.microsoft.com/office/drawing/2014/main" id="{5BE7F070-7472-1601-67C5-B19E1756B4C9}"/>
              </a:ext>
            </a:extLst>
          </p:cNvPr>
          <p:cNvSpPr/>
          <p:nvPr/>
        </p:nvSpPr>
        <p:spPr>
          <a:xfrm>
            <a:off x="8793480" y="441080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journey maps</a:t>
            </a:r>
          </a:p>
          <a:p>
            <a:pPr algn="l">
              <a:buNone/>
            </a:pPr>
            <a:r>
              <a:rPr lang="en-US" sz="100">
                <a:effectLst/>
              </a:rPr>
              <a:t> </a:t>
            </a:r>
            <a:endParaRPr lang="en-US"/>
          </a:p>
        </p:txBody>
      </p:sp>
      <p:sp>
        <p:nvSpPr>
          <p:cNvPr id="33697" name="Counter 189">
            <a:extLst>
              <a:ext uri="{FF2B5EF4-FFF2-40B4-BE49-F238E27FC236}">
                <a16:creationId xmlns:a16="http://schemas.microsoft.com/office/drawing/2014/main" id="{CBB45161-C89D-8B7C-B668-7B8A54CD4665}"/>
              </a:ext>
            </a:extLst>
          </p:cNvPr>
          <p:cNvSpPr/>
          <p:nvPr/>
        </p:nvSpPr>
        <p:spPr>
          <a:xfrm>
            <a:off x="1021842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189</a:t>
            </a:r>
          </a:p>
          <a:p>
            <a:pPr algn="l">
              <a:buNone/>
            </a:pPr>
            <a:r>
              <a:rPr lang="en-US" sz="100">
                <a:effectLst/>
              </a:rPr>
              <a:t> </a:t>
            </a:r>
            <a:endParaRPr lang="en-US"/>
          </a:p>
        </p:txBody>
      </p:sp>
      <p:sp>
        <p:nvSpPr>
          <p:cNvPr id="33719" name="Counter 189 label">
            <a:extLst>
              <a:ext uri="{FF2B5EF4-FFF2-40B4-BE49-F238E27FC236}">
                <a16:creationId xmlns:a16="http://schemas.microsoft.com/office/drawing/2014/main" id="{DFC2FCCA-8696-3BAB-FE99-81CB8ED9673C}"/>
              </a:ext>
            </a:extLst>
          </p:cNvPr>
          <p:cNvSpPr/>
          <p:nvPr/>
        </p:nvSpPr>
        <p:spPr>
          <a:xfrm>
            <a:off x="10218420" y="441080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backlog items</a:t>
            </a:r>
          </a:p>
          <a:p>
            <a:pPr algn="l">
              <a:buNone/>
            </a:pPr>
            <a:r>
              <a:rPr lang="en-US" sz="100">
                <a:effectLst/>
              </a:rPr>
              <a:t> </a:t>
            </a:r>
            <a:endParaRPr lang="en-US"/>
          </a:p>
        </p:txBody>
      </p:sp>
      <p:sp>
        <p:nvSpPr>
          <p:cNvPr id="33742" name="Since line">
            <a:extLst>
              <a:ext uri="{FF2B5EF4-FFF2-40B4-BE49-F238E27FC236}">
                <a16:creationId xmlns:a16="http://schemas.microsoft.com/office/drawing/2014/main" id="{F3258B4A-6914-0263-89DD-67F0443F2DBF}"/>
              </a:ext>
            </a:extLst>
          </p:cNvPr>
          <p:cNvSpPr/>
          <p:nvPr/>
        </p:nvSpPr>
        <p:spPr>
          <a:xfrm>
            <a:off x="5943600" y="5196840"/>
            <a:ext cx="5699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2E6B5E"/>
                </a:solidFill>
                <a:effectLst/>
                <a:latin typeface="Arial" panose="020B0604020202020204" pitchFamily="34" charset="0"/>
              </a:rPr>
              <a:t>Since 11 Sep 2026</a:t>
            </a:r>
          </a:p>
          <a:p>
            <a:pPr algn="l">
              <a:buNone/>
            </a:pPr>
            <a:r>
              <a:rPr lang="en-US" sz="1600" b="1">
                <a:solidFill>
                  <a:srgbClr val="173F35"/>
                </a:solidFill>
                <a:effectLst/>
                <a:latin typeface="Arial" panose="020B0604020202020204" pitchFamily="34" charset="0"/>
              </a:rPr>
              <a:t>one architect, GitHub Copilot and automation</a:t>
            </a:r>
            <a:endParaRPr lang="en-US"/>
          </a:p>
        </p:txBody>
      </p:sp>
      <p:sp>
        <p:nvSpPr>
          <p:cNvPr id="33766" name="Footer sources">
            <a:extLst>
              <a:ext uri="{FF2B5EF4-FFF2-40B4-BE49-F238E27FC236}">
                <a16:creationId xmlns:a16="http://schemas.microsoft.com/office/drawing/2014/main" id="{C9C97154-3EF2-D730-28F6-89B31189621E}"/>
              </a:ext>
            </a:extLst>
          </p:cNvPr>
          <p:cNvSpPr/>
          <p:nvPr/>
        </p:nvSpPr>
        <p:spPr>
          <a:xfrm>
            <a:off x="5943600" y="5943600"/>
            <a:ext cx="5105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public repository jmservera/ama at 140d8f4 (23 Oct 2026) · BRD v0.19.0 · PRD v0.18.0 · AMA Plan board</a:t>
            </a:r>
          </a:p>
          <a:p>
            <a:pPr algn="l">
              <a:buNone/>
            </a:pPr>
            <a:r>
              <a:rPr lang="en-US" sz="100">
                <a:effectLst/>
              </a:rPr>
              <a:t> </a:t>
            </a:r>
            <a:endParaRPr lang="en-US"/>
          </a:p>
        </p:txBody>
      </p:sp>
      <p:sp>
        <p:nvSpPr>
          <p:cNvPr id="33791" name="Footer navigation">
            <a:extLst>
              <a:ext uri="{FF2B5EF4-FFF2-40B4-BE49-F238E27FC236}">
                <a16:creationId xmlns:a16="http://schemas.microsoft.com/office/drawing/2014/main" id="{C81A7366-687D-9B03-AB54-58442AC2FF00}"/>
              </a:ext>
            </a:extLst>
          </p:cNvPr>
          <p:cNvSpPr/>
          <p:nvPr/>
        </p:nvSpPr>
        <p:spPr>
          <a:xfrm>
            <a:off x="11140440" y="6126480"/>
            <a:ext cx="5029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S06</a:t>
            </a:r>
          </a:p>
          <a:p>
            <a:pPr algn="r">
              <a:buNone/>
            </a:pPr>
            <a:r>
              <a:rPr lang="en-US" sz="100">
                <a:effectLst/>
              </a:rPr>
              <a:t> </a:t>
            </a:r>
            <a:endParaRPr lang="en-US"/>
          </a:p>
        </p:txBody>
      </p:sp>
    </p:spTree>
    <p:extLst>
      <p:ext uri="{BB962C8B-B14F-4D97-AF65-F5344CB8AC3E}">
        <p14:creationId xmlns:p14="http://schemas.microsoft.com/office/powerpoint/2010/main" val="3781609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3792" name="Eyebrow">
            <a:extLst>
              <a:ext uri="{FF2B5EF4-FFF2-40B4-BE49-F238E27FC236}">
                <a16:creationId xmlns:a16="http://schemas.microsoft.com/office/drawing/2014/main" id="{52D5FC37-8420-384B-85DC-C8039271F3D1}"/>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3794" name="Slide title">
            <a:extLst>
              <a:ext uri="{FF2B5EF4-FFF2-40B4-BE49-F238E27FC236}">
                <a16:creationId xmlns:a16="http://schemas.microsoft.com/office/drawing/2014/main" id="{EE5C6520-8647-A940-478F-BACD7D0B797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designed for the people who move a home forward.</a:t>
            </a:r>
          </a:p>
          <a:p>
            <a:pPr algn="l">
              <a:buNone/>
            </a:pPr>
            <a:r>
              <a:rPr lang="en-US" sz="100">
                <a:effectLst/>
              </a:rPr>
              <a:t> </a:t>
            </a:r>
            <a:endParaRPr lang="en-US"/>
          </a:p>
        </p:txBody>
      </p:sp>
      <p:sp>
        <p:nvSpPr>
          <p:cNvPr id="33797" name="Footer sources">
            <a:extLst>
              <a:ext uri="{FF2B5EF4-FFF2-40B4-BE49-F238E27FC236}">
                <a16:creationId xmlns:a16="http://schemas.microsoft.com/office/drawing/2014/main" id="{CDD81867-194D-F8E0-39A9-C33AA9D003B0}"/>
              </a:ext>
            </a:extLst>
          </p:cNvPr>
          <p:cNvSpPr/>
          <p:nvPr/>
        </p:nvSpPr>
        <p:spPr>
          <a:xfrm>
            <a:off x="548640" y="6126480"/>
            <a:ext cx="9430512"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company profile research (8-role decision map) · customer journey atlas · PRD role perspectives</a:t>
            </a:r>
          </a:p>
          <a:p>
            <a:pPr algn="l">
              <a:buNone/>
            </a:pPr>
            <a:r>
              <a:rPr lang="en-US" sz="100">
                <a:effectLst/>
              </a:rPr>
              <a:t> </a:t>
            </a:r>
            <a:endParaRPr lang="en-US"/>
          </a:p>
        </p:txBody>
      </p:sp>
      <p:sp>
        <p:nvSpPr>
          <p:cNvPr id="33801" name="Footer navigation">
            <a:extLst>
              <a:ext uri="{FF2B5EF4-FFF2-40B4-BE49-F238E27FC236}">
                <a16:creationId xmlns:a16="http://schemas.microsoft.com/office/drawing/2014/main" id="{04A6873D-EAF4-D3A6-7B0C-07AC28580599}"/>
              </a:ext>
            </a:extLst>
          </p:cNvPr>
          <p:cNvSpPr/>
          <p:nvPr/>
        </p:nvSpPr>
        <p:spPr>
          <a:xfrm>
            <a:off x="10070592" y="6126480"/>
            <a:ext cx="1572768"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S07 · Answers: B12</a:t>
            </a:r>
          </a:p>
          <a:p>
            <a:pPr algn="r">
              <a:buNone/>
            </a:pPr>
            <a:r>
              <a:rPr lang="en-US" sz="100">
                <a:effectLst/>
              </a:rPr>
              <a:t> </a:t>
            </a:r>
            <a:endParaRPr lang="en-US"/>
          </a:p>
        </p:txBody>
      </p:sp>
      <p:sp>
        <p:nvSpPr>
          <p:cNvPr id="900000" name="Story-8-metrics" descr="9 role contributions     /     28 stage-based maps     /     24 bounded opportunities"/>
          <p:cNvSpPr txBox="1"/>
          <p:nvPr/>
        </p:nvSpPr>
        <p:spPr>
          <a:xfrm>
            <a:off x="548640" y="1417320"/>
            <a:ext cx="11091672" cy="384048"/>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9 role contributions     /     28 stage-based maps     /     24 bounded opportunities</a:t>
            </a:r>
          </a:p>
        </p:txBody>
      </p:sp>
      <p:sp>
        <p:nvSpPr>
          <p:cNvPr id="900001" name="Story-8-status" descr="Desk research + role instruments, not resident or staff validation"/>
          <p:cNvSpPr txBox="1"/>
          <p:nvPr/>
        </p:nvSpPr>
        <p:spPr>
          <a:xfrm>
            <a:off x="548640" y="1874520"/>
            <a:ext cx="11091672" cy="2743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Desk research + role instruments, not resident or staff validation</a:t>
            </a:r>
          </a:p>
        </p:txBody>
      </p:sp>
      <p:sp>
        <p:nvSpPr>
          <p:cNvPr id="900002" name="Story-8-journey-1" descr="1 Report /&#10;nominate"/>
          <p:cNvSpPr txBox="1"/>
          <p:nvPr/>
        </p:nvSpPr>
        <p:spPr>
          <a:xfrm>
            <a:off x="548640"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Report /</a:t>
            </a:r>
          </a:p>
          <a:p>
            <a:pPr algn="l">
              <a:lnSpc>
                <a:spcPct val="105000"/>
              </a:lnSpc>
              <a:buNone/>
            </a:pPr>
            <a:r>
              <a:rPr lang="en-GB" sz="1400" b="1">
                <a:solidFill>
                  <a:srgbClr val="173F35"/>
                </a:solidFill>
                <a:latin typeface="Arial"/>
              </a:rPr>
              <a:t>nominate</a:t>
            </a:r>
          </a:p>
        </p:txBody>
      </p:sp>
      <p:sp>
        <p:nvSpPr>
          <p:cNvPr id="900003" name="Story-8-journey-2" descr="2 Understand&#10;home"/>
          <p:cNvSpPr txBox="1"/>
          <p:nvPr/>
        </p:nvSpPr>
        <p:spPr>
          <a:xfrm>
            <a:off x="1938528" y="2331720"/>
            <a:ext cx="1389888"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Understand</a:t>
            </a:r>
          </a:p>
          <a:p>
            <a:pPr algn="l">
              <a:lnSpc>
                <a:spcPct val="105000"/>
              </a:lnSpc>
              <a:buNone/>
            </a:pPr>
            <a:r>
              <a:rPr lang="en-GB" sz="1400" b="1">
                <a:solidFill>
                  <a:srgbClr val="173F35"/>
                </a:solidFill>
                <a:latin typeface="Arial"/>
              </a:rPr>
              <a:t>home</a:t>
            </a:r>
          </a:p>
        </p:txBody>
      </p:sp>
      <p:sp>
        <p:nvSpPr>
          <p:cNvPr id="900004" name="Story-8-journey-3" descr="3 Decide&#10;scope"/>
          <p:cNvSpPr txBox="1"/>
          <p:nvPr/>
        </p:nvSpPr>
        <p:spPr>
          <a:xfrm>
            <a:off x="3328416"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Decide</a:t>
            </a:r>
          </a:p>
          <a:p>
            <a:pPr algn="l">
              <a:lnSpc>
                <a:spcPct val="105000"/>
              </a:lnSpc>
              <a:buNone/>
            </a:pPr>
            <a:r>
              <a:rPr lang="en-GB" sz="1400" b="1">
                <a:solidFill>
                  <a:srgbClr val="173F35"/>
                </a:solidFill>
                <a:latin typeface="Arial"/>
              </a:rPr>
              <a:t>scope</a:t>
            </a:r>
          </a:p>
        </p:txBody>
      </p:sp>
      <p:sp>
        <p:nvSpPr>
          <p:cNvPr id="900005" name="Story-8-journey-4" descr="4 Coordinate&#10;ready work"/>
          <p:cNvSpPr txBox="1"/>
          <p:nvPr/>
        </p:nvSpPr>
        <p:spPr>
          <a:xfrm>
            <a:off x="4718304" y="2331720"/>
            <a:ext cx="1389888"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Coordinate</a:t>
            </a:r>
          </a:p>
          <a:p>
            <a:pPr algn="l">
              <a:lnSpc>
                <a:spcPct val="105000"/>
              </a:lnSpc>
              <a:buNone/>
            </a:pPr>
            <a:r>
              <a:rPr lang="en-GB" sz="1400" b="1">
                <a:solidFill>
                  <a:srgbClr val="173F35"/>
                </a:solidFill>
                <a:latin typeface="Arial"/>
              </a:rPr>
              <a:t>ready work</a:t>
            </a:r>
          </a:p>
        </p:txBody>
      </p:sp>
      <p:sp>
        <p:nvSpPr>
          <p:cNvPr id="900006" name="Story-8-journey-5" descr="5 Deliver /&#10;capture"/>
          <p:cNvSpPr txBox="1"/>
          <p:nvPr/>
        </p:nvSpPr>
        <p:spPr>
          <a:xfrm>
            <a:off x="6108192"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Deliver /</a:t>
            </a:r>
          </a:p>
          <a:p>
            <a:pPr algn="l">
              <a:lnSpc>
                <a:spcPct val="105000"/>
              </a:lnSpc>
              <a:buNone/>
            </a:pPr>
            <a:r>
              <a:rPr lang="en-GB" sz="1400" b="1">
                <a:solidFill>
                  <a:srgbClr val="173F35"/>
                </a:solidFill>
                <a:latin typeface="Arial"/>
              </a:rPr>
              <a:t>capture</a:t>
            </a:r>
          </a:p>
        </p:txBody>
      </p:sp>
      <p:sp>
        <p:nvSpPr>
          <p:cNvPr id="900007" name="Story-8-journey-6" descr="6 Inspect /&#10;remedy"/>
          <p:cNvSpPr txBox="1"/>
          <p:nvPr/>
        </p:nvSpPr>
        <p:spPr>
          <a:xfrm>
            <a:off x="7498080" y="2331720"/>
            <a:ext cx="1389888"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6 Inspect /</a:t>
            </a:r>
          </a:p>
          <a:p>
            <a:pPr algn="l">
              <a:lnSpc>
                <a:spcPct val="105000"/>
              </a:lnSpc>
              <a:buNone/>
            </a:pPr>
            <a:r>
              <a:rPr lang="en-GB" sz="1400" b="1">
                <a:solidFill>
                  <a:srgbClr val="173F35"/>
                </a:solidFill>
                <a:latin typeface="Arial"/>
              </a:rPr>
              <a:t>remedy</a:t>
            </a:r>
          </a:p>
        </p:txBody>
      </p:sp>
      <p:sp>
        <p:nvSpPr>
          <p:cNvPr id="900008" name="Story-8-journey-7" descr="7 Handover /&#10;live with it"/>
          <p:cNvSpPr txBox="1"/>
          <p:nvPr/>
        </p:nvSpPr>
        <p:spPr>
          <a:xfrm>
            <a:off x="8887968" y="2331720"/>
            <a:ext cx="1389888" cy="822960"/>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7 Handover /</a:t>
            </a:r>
          </a:p>
          <a:p>
            <a:pPr algn="l">
              <a:lnSpc>
                <a:spcPct val="105000"/>
              </a:lnSpc>
              <a:buNone/>
            </a:pPr>
            <a:r>
              <a:rPr lang="en-GB" sz="1400" b="1">
                <a:solidFill>
                  <a:srgbClr val="173F35"/>
                </a:solidFill>
                <a:latin typeface="Arial"/>
              </a:rPr>
              <a:t>live with it</a:t>
            </a:r>
          </a:p>
        </p:txBody>
      </p:sp>
      <p:sp>
        <p:nvSpPr>
          <p:cNvPr id="900009" name="Story-8-journey-8" descr="8 Reconcile /&#10;learn"/>
          <p:cNvSpPr txBox="1"/>
          <p:nvPr/>
        </p:nvSpPr>
        <p:spPr>
          <a:xfrm>
            <a:off x="10277856" y="2331720"/>
            <a:ext cx="1362456" cy="822960"/>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8 Reconcile /</a:t>
            </a:r>
          </a:p>
          <a:p>
            <a:pPr algn="l">
              <a:lnSpc>
                <a:spcPct val="105000"/>
              </a:lnSpc>
              <a:buNone/>
            </a:pPr>
            <a:r>
              <a:rPr lang="en-GB" sz="1400" b="1">
                <a:solidFill>
                  <a:srgbClr val="173F35"/>
                </a:solidFill>
                <a:latin typeface="Arial"/>
              </a:rPr>
              <a:t>learn</a:t>
            </a:r>
          </a:p>
        </p:txBody>
      </p:sp>
      <p:sp>
        <p:nvSpPr>
          <p:cNvPr id="900010" name="Story-8-pain-link-1"/>
          <p:cNvSpPr txBox="1"/>
          <p:nvPr/>
        </p:nvSpPr>
        <p:spPr>
          <a:xfrm>
            <a:off x="2432304" y="3209544"/>
            <a:ext cx="237744" cy="292608"/>
          </a:xfrm>
          <a:prstGeom prst="downArrow">
            <a:avLst/>
          </a:prstGeom>
          <a:solidFill>
            <a:srgbClr val="173F35"/>
          </a:solidFill>
          <a:ln>
            <a:noFill/>
          </a:ln>
        </p:spPr>
        <p:txBody>
          <a:bodyPr wrap="square" lIns="18288" tIns="9144" rIns="18288" bIns="9144" anchor="t">
            <a:noAutofit/>
          </a:bodyPr>
          <a:lstStyle/>
          <a:p>
            <a:pPr algn="l">
              <a:lnSpc>
                <a:spcPct val="105000"/>
              </a:lnSpc>
              <a:buNone/>
            </a:pPr>
            <a:endParaRPr/>
          </a:p>
        </p:txBody>
      </p:sp>
      <p:sp>
        <p:nvSpPr>
          <p:cNvPr id="900011" name="Story-8-pain-link-2"/>
          <p:cNvSpPr txBox="1"/>
          <p:nvPr/>
        </p:nvSpPr>
        <p:spPr>
          <a:xfrm>
            <a:off x="5257800" y="3209544"/>
            <a:ext cx="237744" cy="292608"/>
          </a:xfrm>
          <a:prstGeom prst="downArrow">
            <a:avLst/>
          </a:prstGeom>
          <a:solidFill>
            <a:srgbClr val="173F35"/>
          </a:solidFill>
          <a:ln>
            <a:noFill/>
          </a:ln>
        </p:spPr>
        <p:txBody>
          <a:bodyPr wrap="square" lIns="18288" tIns="9144" rIns="18288" bIns="9144" anchor="t">
            <a:noAutofit/>
          </a:bodyPr>
          <a:lstStyle/>
          <a:p>
            <a:pPr algn="l">
              <a:lnSpc>
                <a:spcPct val="105000"/>
              </a:lnSpc>
              <a:buNone/>
            </a:pPr>
            <a:endParaRPr/>
          </a:p>
        </p:txBody>
      </p:sp>
      <p:sp>
        <p:nvSpPr>
          <p:cNvPr id="900012" name="Story-8-pain-link-3"/>
          <p:cNvSpPr txBox="1"/>
          <p:nvPr/>
        </p:nvSpPr>
        <p:spPr>
          <a:xfrm>
            <a:off x="8083296" y="3209544"/>
            <a:ext cx="237744" cy="292608"/>
          </a:xfrm>
          <a:prstGeom prst="downArrow">
            <a:avLst/>
          </a:prstGeom>
          <a:solidFill>
            <a:srgbClr val="173F35"/>
          </a:solidFill>
          <a:ln>
            <a:noFill/>
          </a:ln>
        </p:spPr>
        <p:txBody>
          <a:bodyPr wrap="square" lIns="18288" tIns="9144" rIns="18288" bIns="9144" anchor="t">
            <a:noAutofit/>
          </a:bodyPr>
          <a:lstStyle/>
          <a:p>
            <a:pPr algn="l">
              <a:lnSpc>
                <a:spcPct val="105000"/>
              </a:lnSpc>
              <a:buNone/>
            </a:pPr>
            <a:endParaRPr/>
          </a:p>
        </p:txBody>
      </p:sp>
      <p:sp>
        <p:nvSpPr>
          <p:cNvPr id="900013" name="Story-8-hypothesis-label-1" descr="1-2 / PAIN HYPOTHESIS"/>
          <p:cNvSpPr txBox="1"/>
          <p:nvPr/>
        </p:nvSpPr>
        <p:spPr>
          <a:xfrm>
            <a:off x="548640" y="3657600"/>
            <a:ext cx="3383280" cy="301752"/>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1-2 / PAIN HYPOTHESIS</a:t>
            </a:r>
          </a:p>
        </p:txBody>
      </p:sp>
      <p:sp>
        <p:nvSpPr>
          <p:cNvPr id="900014" name="Story-8-hypothesis-label-2" descr="4 / PAIN HYPOTHESIS"/>
          <p:cNvSpPr txBox="1"/>
          <p:nvPr/>
        </p:nvSpPr>
        <p:spPr>
          <a:xfrm>
            <a:off x="4343400" y="3657600"/>
            <a:ext cx="3383280" cy="301752"/>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4 / PAIN HYPOTHESIS</a:t>
            </a:r>
          </a:p>
        </p:txBody>
      </p:sp>
      <p:sp>
        <p:nvSpPr>
          <p:cNvPr id="900015" name="Story-8-hypothesis-label-3" descr="3 + 6 / PAIN HYPOTHESIS"/>
          <p:cNvSpPr txBox="1"/>
          <p:nvPr/>
        </p:nvSpPr>
        <p:spPr>
          <a:xfrm>
            <a:off x="8138160" y="3657600"/>
            <a:ext cx="3502152" cy="301752"/>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3 + 6 / PAIN HYPOTHESIS</a:t>
            </a:r>
          </a:p>
        </p:txBody>
      </p:sp>
      <p:sp>
        <p:nvSpPr>
          <p:cNvPr id="900016" name="Story-8-hypothesis-1" descr="Repeated story"/>
          <p:cNvSpPr txBox="1"/>
          <p:nvPr/>
        </p:nvSpPr>
        <p:spPr>
          <a:xfrm>
            <a:off x="548640" y="4069080"/>
            <a:ext cx="3383280" cy="365760"/>
          </a:xfrm>
          <a:prstGeom prst="rect">
            <a:avLst/>
          </a:prstGeom>
          <a:noFill/>
          <a:ln>
            <a:noFill/>
          </a:ln>
        </p:spPr>
        <p:txBody>
          <a:bodyPr wrap="square" lIns="18288" tIns="9144" rIns="18288" bIns="9144" anchor="t">
            <a:noAutofit/>
          </a:bodyPr>
          <a:lstStyle/>
          <a:p>
            <a:pPr algn="l">
              <a:lnSpc>
                <a:spcPct val="105000"/>
              </a:lnSpc>
              <a:buNone/>
            </a:pPr>
            <a:r>
              <a:rPr lang="en-GB" sz="1900" b="1">
                <a:solidFill>
                  <a:srgbClr val="173F35"/>
                </a:solidFill>
                <a:latin typeface="Arial"/>
              </a:rPr>
              <a:t>Repeated story</a:t>
            </a:r>
          </a:p>
        </p:txBody>
      </p:sp>
      <p:sp>
        <p:nvSpPr>
          <p:cNvPr id="900017" name="Story-8-hypothesis-2" descr="Unowned promises"/>
          <p:cNvSpPr txBox="1"/>
          <p:nvPr/>
        </p:nvSpPr>
        <p:spPr>
          <a:xfrm>
            <a:off x="4343400" y="4069080"/>
            <a:ext cx="3383280" cy="365760"/>
          </a:xfrm>
          <a:prstGeom prst="rect">
            <a:avLst/>
          </a:prstGeom>
          <a:noFill/>
          <a:ln>
            <a:noFill/>
          </a:ln>
        </p:spPr>
        <p:txBody>
          <a:bodyPr wrap="square" lIns="18288" tIns="9144" rIns="18288" bIns="9144" anchor="t">
            <a:noAutofit/>
          </a:bodyPr>
          <a:lstStyle/>
          <a:p>
            <a:pPr algn="l">
              <a:lnSpc>
                <a:spcPct val="105000"/>
              </a:lnSpc>
              <a:buNone/>
            </a:pPr>
            <a:r>
              <a:rPr lang="en-GB" sz="1900" b="1">
                <a:solidFill>
                  <a:srgbClr val="173F35"/>
                </a:solidFill>
                <a:latin typeface="Arial"/>
              </a:rPr>
              <a:t>Unowned promises</a:t>
            </a:r>
          </a:p>
        </p:txBody>
      </p:sp>
      <p:sp>
        <p:nvSpPr>
          <p:cNvPr id="900018" name="Story-8-hypothesis-3" descr="Stale reviews"/>
          <p:cNvSpPr txBox="1"/>
          <p:nvPr/>
        </p:nvSpPr>
        <p:spPr>
          <a:xfrm>
            <a:off x="8138160" y="4069080"/>
            <a:ext cx="3502152" cy="365760"/>
          </a:xfrm>
          <a:prstGeom prst="rect">
            <a:avLst/>
          </a:prstGeom>
          <a:noFill/>
          <a:ln>
            <a:noFill/>
          </a:ln>
        </p:spPr>
        <p:txBody>
          <a:bodyPr wrap="square" lIns="18288" tIns="9144" rIns="18288" bIns="9144" anchor="t">
            <a:noAutofit/>
          </a:bodyPr>
          <a:lstStyle/>
          <a:p>
            <a:pPr algn="l">
              <a:lnSpc>
                <a:spcPct val="105000"/>
              </a:lnSpc>
              <a:buNone/>
            </a:pPr>
            <a:r>
              <a:rPr lang="en-GB" sz="1900" b="1">
                <a:solidFill>
                  <a:srgbClr val="173F35"/>
                </a:solidFill>
                <a:latin typeface="Arial"/>
              </a:rPr>
              <a:t>Stale reviews</a:t>
            </a:r>
          </a:p>
        </p:txBody>
      </p:sp>
      <p:sp>
        <p:nvSpPr>
          <p:cNvPr id="900019" name="Story-8-response-1" descr="TEST: one sourced case;&#10;safe sharing, less repetition"/>
          <p:cNvSpPr txBox="1"/>
          <p:nvPr/>
        </p:nvSpPr>
        <p:spPr>
          <a:xfrm>
            <a:off x="548640" y="4617720"/>
            <a:ext cx="3383280" cy="822960"/>
          </a:xfrm>
          <a:prstGeom prst="rect">
            <a:avLst/>
          </a:prstGeom>
          <a:noFill/>
          <a:ln>
            <a:noFill/>
          </a:ln>
        </p:spPr>
        <p:txBody>
          <a:bodyPr wrap="square" lIns="18288" tIns="9144" rIns="18288" bIns="9144" anchor="t">
            <a:noAutofit/>
          </a:bodyPr>
          <a:lstStyle/>
          <a:p>
            <a:pPr algn="l">
              <a:lnSpc>
                <a:spcPct val="105000"/>
              </a:lnSpc>
              <a:buNone/>
            </a:pPr>
            <a:r>
              <a:rPr lang="en-GB" sz="1700" b="0">
                <a:solidFill>
                  <a:srgbClr val="173F35"/>
                </a:solidFill>
                <a:latin typeface="Arial"/>
              </a:rPr>
              <a:t>TEST: one sourced case;</a:t>
            </a:r>
          </a:p>
          <a:p>
            <a:pPr algn="l">
              <a:lnSpc>
                <a:spcPct val="105000"/>
              </a:lnSpc>
              <a:buNone/>
            </a:pPr>
            <a:r>
              <a:rPr lang="en-GB" sz="1700" b="0">
                <a:solidFill>
                  <a:srgbClr val="173F35"/>
                </a:solidFill>
                <a:latin typeface="Arial"/>
              </a:rPr>
              <a:t>safe sharing, less repetition</a:t>
            </a:r>
          </a:p>
        </p:txBody>
      </p:sp>
      <p:sp>
        <p:nvSpPr>
          <p:cNvPr id="900020" name="Story-8-response-2" descr="TEST: named receiver;&#10;sender chases acceptance"/>
          <p:cNvSpPr txBox="1"/>
          <p:nvPr/>
        </p:nvSpPr>
        <p:spPr>
          <a:xfrm>
            <a:off x="4343400" y="4617720"/>
            <a:ext cx="3383280" cy="822960"/>
          </a:xfrm>
          <a:prstGeom prst="rect">
            <a:avLst/>
          </a:prstGeom>
          <a:noFill/>
          <a:ln>
            <a:noFill/>
          </a:ln>
        </p:spPr>
        <p:txBody>
          <a:bodyPr wrap="square" lIns="18288" tIns="9144" rIns="18288" bIns="9144" anchor="t">
            <a:noAutofit/>
          </a:bodyPr>
          <a:lstStyle/>
          <a:p>
            <a:pPr algn="l">
              <a:lnSpc>
                <a:spcPct val="105000"/>
              </a:lnSpc>
              <a:buNone/>
            </a:pPr>
            <a:r>
              <a:rPr lang="en-GB" sz="1700" b="0">
                <a:solidFill>
                  <a:srgbClr val="173F35"/>
                </a:solidFill>
                <a:latin typeface="Arial"/>
              </a:rPr>
              <a:t>TEST: named receiver;</a:t>
            </a:r>
          </a:p>
          <a:p>
            <a:pPr algn="l">
              <a:lnSpc>
                <a:spcPct val="105000"/>
              </a:lnSpc>
              <a:buNone/>
            </a:pPr>
            <a:r>
              <a:rPr lang="en-GB" sz="1700" b="0">
                <a:solidFill>
                  <a:srgbClr val="173F35"/>
                </a:solidFill>
                <a:latin typeface="Arial"/>
              </a:rPr>
              <a:t>sender chases acceptance</a:t>
            </a:r>
          </a:p>
        </p:txBody>
      </p:sp>
      <p:sp>
        <p:nvSpPr>
          <p:cNvPr id="900021" name="Story-8-response-3" descr="TEST: separate decisions;&#10;reopen affected reviews"/>
          <p:cNvSpPr txBox="1"/>
          <p:nvPr/>
        </p:nvSpPr>
        <p:spPr>
          <a:xfrm>
            <a:off x="8138160" y="4617720"/>
            <a:ext cx="3502152" cy="822960"/>
          </a:xfrm>
          <a:prstGeom prst="rect">
            <a:avLst/>
          </a:prstGeom>
          <a:noFill/>
          <a:ln>
            <a:noFill/>
          </a:ln>
        </p:spPr>
        <p:txBody>
          <a:bodyPr wrap="square" lIns="18288" tIns="9144" rIns="18288" bIns="9144" anchor="t">
            <a:noAutofit/>
          </a:bodyPr>
          <a:lstStyle/>
          <a:p>
            <a:pPr algn="l">
              <a:lnSpc>
                <a:spcPct val="105000"/>
              </a:lnSpc>
              <a:buNone/>
            </a:pPr>
            <a:r>
              <a:rPr lang="en-GB" sz="1700" b="0">
                <a:solidFill>
                  <a:srgbClr val="173F35"/>
                </a:solidFill>
                <a:latin typeface="Arial"/>
              </a:rPr>
              <a:t>TEST: separate decisions;</a:t>
            </a:r>
          </a:p>
          <a:p>
            <a:pPr algn="l">
              <a:lnSpc>
                <a:spcPct val="105000"/>
              </a:lnSpc>
              <a:buNone/>
            </a:pPr>
            <a:r>
              <a:rPr lang="en-GB" sz="1700" b="0">
                <a:solidFill>
                  <a:srgbClr val="173F35"/>
                </a:solidFill>
                <a:latin typeface="Arial"/>
              </a:rPr>
              <a:t>reopen affected reviews</a:t>
            </a:r>
          </a:p>
        </p:txBody>
      </p:sp>
      <p:sp>
        <p:nvSpPr>
          <p:cNvPr id="900022" name="Story-8-source-date" descr="Journey atlas: 14 Oct research / 23 Oct reconciliation. Counts describe research coverage, not measured benefit."/>
          <p:cNvSpPr txBox="1"/>
          <p:nvPr/>
        </p:nvSpPr>
        <p:spPr>
          <a:xfrm>
            <a:off x="548640" y="5715000"/>
            <a:ext cx="11091672" cy="256032"/>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Journey atlas: 14 Oct research / 23 Oct reconciliation. Counts describe research coverage, not measured benefit.</a:t>
            </a:r>
          </a:p>
        </p:txBody>
      </p:sp>
    </p:spTree>
    <p:extLst>
      <p:ext uri="{BB962C8B-B14F-4D97-AF65-F5344CB8AC3E}">
        <p14:creationId xmlns:p14="http://schemas.microsoft.com/office/powerpoint/2010/main" val="91711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4467" name="Eyebrow">
            <a:extLst>
              <a:ext uri="{FF2B5EF4-FFF2-40B4-BE49-F238E27FC236}">
                <a16:creationId xmlns:a16="http://schemas.microsoft.com/office/drawing/2014/main" id="{82CEED6A-3A9A-3CC6-FB51-F7B5D6F3DF52}"/>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4469" name="Slide title">
            <a:extLst>
              <a:ext uri="{FF2B5EF4-FFF2-40B4-BE49-F238E27FC236}">
                <a16:creationId xmlns:a16="http://schemas.microsoft.com/office/drawing/2014/main" id="{AA720D46-E02A-71CC-9946-EEB3943C2DF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challenged the brief to make it shippable.</a:t>
            </a:r>
          </a:p>
          <a:p>
            <a:pPr algn="l">
              <a:buNone/>
            </a:pPr>
            <a:r>
              <a:rPr lang="en-US" sz="100">
                <a:effectLst/>
              </a:rPr>
              <a:t> </a:t>
            </a:r>
            <a:endParaRPr lang="en-US"/>
          </a:p>
        </p:txBody>
      </p:sp>
      <p:sp>
        <p:nvSpPr>
          <p:cNvPr id="34472" name="Footer sources">
            <a:extLst>
              <a:ext uri="{FF2B5EF4-FFF2-40B4-BE49-F238E27FC236}">
                <a16:creationId xmlns:a16="http://schemas.microsoft.com/office/drawing/2014/main" id="{0D85AA13-DE32-3750-8A60-93F460E2B47B}"/>
              </a:ext>
            </a:extLst>
          </p:cNvPr>
          <p:cNvSpPr/>
          <p:nvPr/>
        </p:nvSpPr>
        <p:spPr>
          <a:xfrm>
            <a:off x="548640" y="6126480"/>
            <a:ext cx="9028176"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agent-request challenge (E03) · ADR 0002 and ADR 0003 (E06, E08, E09)</a:t>
            </a:r>
          </a:p>
          <a:p>
            <a:pPr algn="l">
              <a:buNone/>
            </a:pPr>
            <a:r>
              <a:rPr lang="en-US" sz="100">
                <a:effectLst/>
              </a:rPr>
              <a:t> </a:t>
            </a:r>
            <a:endParaRPr lang="en-US"/>
          </a:p>
        </p:txBody>
      </p:sp>
      <p:sp>
        <p:nvSpPr>
          <p:cNvPr id="34476" name="Footer navigation">
            <a:extLst>
              <a:ext uri="{FF2B5EF4-FFF2-40B4-BE49-F238E27FC236}">
                <a16:creationId xmlns:a16="http://schemas.microsoft.com/office/drawing/2014/main" id="{296EB712-72AF-15C1-52DD-BFA462CA9ABB}"/>
              </a:ext>
            </a:extLst>
          </p:cNvPr>
          <p:cNvSpPr/>
          <p:nvPr/>
        </p:nvSpPr>
        <p:spPr>
          <a:xfrm>
            <a:off x="9668256" y="6126480"/>
            <a:ext cx="1975104"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S08 · Answers: B03 · B14</a:t>
            </a:r>
          </a:p>
          <a:p>
            <a:pPr algn="r">
              <a:buNone/>
            </a:pPr>
            <a:r>
              <a:rPr lang="en-US" sz="100">
                <a:effectLst/>
              </a:rPr>
              <a:t> </a:t>
            </a:r>
            <a:endParaRPr lang="en-US"/>
          </a:p>
        </p:txBody>
      </p:sp>
      <p:sp>
        <p:nvSpPr>
          <p:cNvPr id="34481" name="Card 1">
            <a:extLst>
              <a:ext uri="{FF2B5EF4-FFF2-40B4-BE49-F238E27FC236}">
                <a16:creationId xmlns:a16="http://schemas.microsoft.com/office/drawing/2014/main" id="{515F4483-F59A-588B-08C5-ADEB9EAFC605}"/>
              </a:ext>
            </a:extLst>
          </p:cNvPr>
          <p:cNvSpPr/>
          <p:nvPr/>
        </p:nvSpPr>
        <p:spPr>
          <a:xfrm>
            <a:off x="548640" y="150876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87" name="Card 1 we built panel">
            <a:extLst>
              <a:ext uri="{FF2B5EF4-FFF2-40B4-BE49-F238E27FC236}">
                <a16:creationId xmlns:a16="http://schemas.microsoft.com/office/drawing/2014/main" id="{D82D93E3-A1C3-9540-5D47-31D30554B081}"/>
              </a:ext>
            </a:extLst>
          </p:cNvPr>
          <p:cNvSpPr/>
          <p:nvPr/>
        </p:nvSpPr>
        <p:spPr>
          <a:xfrm>
            <a:off x="2432304" y="151511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94" name="Card 1 brief said label">
            <a:extLst>
              <a:ext uri="{FF2B5EF4-FFF2-40B4-BE49-F238E27FC236}">
                <a16:creationId xmlns:a16="http://schemas.microsoft.com/office/drawing/2014/main" id="{7FEF0890-A3F5-2F27-D5C9-1034E31DDA50}"/>
              </a:ext>
            </a:extLst>
          </p:cNvPr>
          <p:cNvSpPr/>
          <p:nvPr/>
        </p:nvSpPr>
        <p:spPr>
          <a:xfrm>
            <a:off x="609600" y="173618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502" name="Card 1 arrow">
            <a:extLst>
              <a:ext uri="{FF2B5EF4-FFF2-40B4-BE49-F238E27FC236}">
                <a16:creationId xmlns:a16="http://schemas.microsoft.com/office/drawing/2014/main" id="{0DAFAF78-1E92-4A05-4DB1-D27B82FC3FCD}"/>
              </a:ext>
            </a:extLst>
          </p:cNvPr>
          <p:cNvSpPr/>
          <p:nvPr/>
        </p:nvSpPr>
        <p:spPr>
          <a:xfrm>
            <a:off x="1975104" y="184404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11" name="Card 1 icon disc">
            <a:extLst>
              <a:ext uri="{FF2B5EF4-FFF2-40B4-BE49-F238E27FC236}">
                <a16:creationId xmlns:a16="http://schemas.microsoft.com/office/drawing/2014/main" id="{6CDC95DD-D16D-460A-1D56-DF849A7AB00C}"/>
              </a:ext>
            </a:extLst>
          </p:cNvPr>
          <p:cNvSpPr/>
          <p:nvPr/>
        </p:nvSpPr>
        <p:spPr>
          <a:xfrm>
            <a:off x="2584704" y="166116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21" name="Card 1 we built label">
            <a:extLst>
              <a:ext uri="{FF2B5EF4-FFF2-40B4-BE49-F238E27FC236}">
                <a16:creationId xmlns:a16="http://schemas.microsoft.com/office/drawing/2014/main" id="{B5FD270E-5E19-2806-BEE2-CC59C191B088}"/>
              </a:ext>
            </a:extLst>
          </p:cNvPr>
          <p:cNvSpPr/>
          <p:nvPr/>
        </p:nvSpPr>
        <p:spPr>
          <a:xfrm>
            <a:off x="3179064" y="173618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532" name="Card 1 brief said">
            <a:extLst>
              <a:ext uri="{FF2B5EF4-FFF2-40B4-BE49-F238E27FC236}">
                <a16:creationId xmlns:a16="http://schemas.microsoft.com/office/drawing/2014/main" id="{9BDEB818-E2F5-61FD-A4D2-EB0B1563CEDF}"/>
              </a:ext>
            </a:extLst>
          </p:cNvPr>
          <p:cNvSpPr/>
          <p:nvPr/>
        </p:nvSpPr>
        <p:spPr>
          <a:xfrm>
            <a:off x="609600" y="2346960"/>
            <a:ext cx="1761744"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dirty="0">
                <a:solidFill>
                  <a:srgbClr val="50655E"/>
                </a:solidFill>
                <a:effectLst/>
                <a:latin typeface="Arial" panose="020B0604020202020204" pitchFamily="34" charset="0"/>
              </a:rPr>
              <a:t>Five autonomous agents, autonomy L2-L4</a:t>
            </a:r>
          </a:p>
          <a:p>
            <a:pPr algn="l">
              <a:buNone/>
            </a:pPr>
            <a:r>
              <a:rPr lang="en-US" sz="100" dirty="0">
                <a:effectLst/>
              </a:rPr>
              <a:t> </a:t>
            </a:r>
            <a:endParaRPr lang="en-US" dirty="0"/>
          </a:p>
        </p:txBody>
      </p:sp>
      <p:sp>
        <p:nvSpPr>
          <p:cNvPr id="34544" name="Card 1 we built">
            <a:extLst>
              <a:ext uri="{FF2B5EF4-FFF2-40B4-BE49-F238E27FC236}">
                <a16:creationId xmlns:a16="http://schemas.microsoft.com/office/drawing/2014/main" id="{15A07E15-51B4-DF51-4FB2-B98CEAEAEB83}"/>
              </a:ext>
            </a:extLst>
          </p:cNvPr>
          <p:cNvSpPr/>
          <p:nvPr/>
        </p:nvSpPr>
        <p:spPr>
          <a:xfrm>
            <a:off x="2493264" y="2346960"/>
            <a:ext cx="345033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dirty="0">
                <a:solidFill>
                  <a:srgbClr val="173F35"/>
                </a:solidFill>
                <a:effectLst/>
                <a:latin typeface="Arial" panose="020B0604020202020204" pitchFamily="34" charset="0"/>
              </a:rPr>
              <a:t>Five bounded assistants on one proposal service</a:t>
            </a:r>
          </a:p>
          <a:p>
            <a:pPr algn="l">
              <a:buNone/>
            </a:pPr>
            <a:r>
              <a:rPr lang="en-US" sz="100" dirty="0">
                <a:effectLst/>
              </a:rPr>
              <a:t> </a:t>
            </a:r>
            <a:endParaRPr lang="en-US" dirty="0"/>
          </a:p>
        </p:txBody>
      </p:sp>
      <p:sp>
        <p:nvSpPr>
          <p:cNvPr id="34557" name="Card 1 why">
            <a:extLst>
              <a:ext uri="{FF2B5EF4-FFF2-40B4-BE49-F238E27FC236}">
                <a16:creationId xmlns:a16="http://schemas.microsoft.com/office/drawing/2014/main" id="{8114C4C5-A547-E3F7-EFF3-1F62B155DD3A}"/>
              </a:ext>
            </a:extLst>
          </p:cNvPr>
          <p:cNvSpPr/>
          <p:nvPr/>
        </p:nvSpPr>
        <p:spPr>
          <a:xfrm>
            <a:off x="2493264" y="306324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our 9 role instruments concluded none of the five should run end to end.</a:t>
            </a:r>
          </a:p>
          <a:p>
            <a:pPr algn="l">
              <a:buNone/>
            </a:pPr>
            <a:r>
              <a:rPr lang="en-US" sz="100">
                <a:effectLst/>
              </a:rPr>
              <a:t> </a:t>
            </a:r>
            <a:endParaRPr lang="en-US"/>
          </a:p>
        </p:txBody>
      </p:sp>
      <p:sp>
        <p:nvSpPr>
          <p:cNvPr id="34571" name="Card 2">
            <a:extLst>
              <a:ext uri="{FF2B5EF4-FFF2-40B4-BE49-F238E27FC236}">
                <a16:creationId xmlns:a16="http://schemas.microsoft.com/office/drawing/2014/main" id="{AD84E105-2D8B-43E6-4D59-E1C691044A6F}"/>
              </a:ext>
            </a:extLst>
          </p:cNvPr>
          <p:cNvSpPr/>
          <p:nvPr/>
        </p:nvSpPr>
        <p:spPr>
          <a:xfrm>
            <a:off x="6187440" y="150876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86" name="Card 2 we built panel">
            <a:extLst>
              <a:ext uri="{FF2B5EF4-FFF2-40B4-BE49-F238E27FC236}">
                <a16:creationId xmlns:a16="http://schemas.microsoft.com/office/drawing/2014/main" id="{A8A89EF4-926C-32C7-B32A-6FC07540406E}"/>
              </a:ext>
            </a:extLst>
          </p:cNvPr>
          <p:cNvSpPr/>
          <p:nvPr/>
        </p:nvSpPr>
        <p:spPr>
          <a:xfrm>
            <a:off x="8071104" y="151511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02" name="Card 2 brief said label">
            <a:extLst>
              <a:ext uri="{FF2B5EF4-FFF2-40B4-BE49-F238E27FC236}">
                <a16:creationId xmlns:a16="http://schemas.microsoft.com/office/drawing/2014/main" id="{7D9B38A4-8B9B-EA79-3B93-247E99E229A4}"/>
              </a:ext>
            </a:extLst>
          </p:cNvPr>
          <p:cNvSpPr/>
          <p:nvPr/>
        </p:nvSpPr>
        <p:spPr>
          <a:xfrm>
            <a:off x="6248400" y="173618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619" name="Card 2 arrow">
            <a:extLst>
              <a:ext uri="{FF2B5EF4-FFF2-40B4-BE49-F238E27FC236}">
                <a16:creationId xmlns:a16="http://schemas.microsoft.com/office/drawing/2014/main" id="{BA2C6D81-DFFD-7DA7-6F7C-57BC1731A2E6}"/>
              </a:ext>
            </a:extLst>
          </p:cNvPr>
          <p:cNvSpPr/>
          <p:nvPr/>
        </p:nvSpPr>
        <p:spPr>
          <a:xfrm>
            <a:off x="7613904" y="184404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37" name="Card 2 icon disc">
            <a:extLst>
              <a:ext uri="{FF2B5EF4-FFF2-40B4-BE49-F238E27FC236}">
                <a16:creationId xmlns:a16="http://schemas.microsoft.com/office/drawing/2014/main" id="{23A2B241-ABD8-5D14-4C13-4D15F112E894}"/>
              </a:ext>
            </a:extLst>
          </p:cNvPr>
          <p:cNvSpPr/>
          <p:nvPr/>
        </p:nvSpPr>
        <p:spPr>
          <a:xfrm>
            <a:off x="8223504" y="166116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56" name="Card 2 we built label">
            <a:extLst>
              <a:ext uri="{FF2B5EF4-FFF2-40B4-BE49-F238E27FC236}">
                <a16:creationId xmlns:a16="http://schemas.microsoft.com/office/drawing/2014/main" id="{D91FA6C1-1D21-9479-C0F6-9F3F68A53C3A}"/>
              </a:ext>
            </a:extLst>
          </p:cNvPr>
          <p:cNvSpPr/>
          <p:nvPr/>
        </p:nvSpPr>
        <p:spPr>
          <a:xfrm>
            <a:off x="8817864" y="173618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676" name="Card 2 brief said">
            <a:extLst>
              <a:ext uri="{FF2B5EF4-FFF2-40B4-BE49-F238E27FC236}">
                <a16:creationId xmlns:a16="http://schemas.microsoft.com/office/drawing/2014/main" id="{1B59F6DB-5B8F-C333-A2B7-651079EB21D1}"/>
              </a:ext>
            </a:extLst>
          </p:cNvPr>
          <p:cNvSpPr/>
          <p:nvPr/>
        </p:nvSpPr>
        <p:spPr>
          <a:xfrm>
            <a:off x="6248400" y="2346960"/>
            <a:ext cx="1761744"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Fix the spreadsheets</a:t>
            </a:r>
          </a:p>
          <a:p>
            <a:pPr algn="l">
              <a:buNone/>
            </a:pPr>
            <a:r>
              <a:rPr lang="en-US" sz="100">
                <a:effectLst/>
              </a:rPr>
              <a:t> </a:t>
            </a:r>
            <a:endParaRPr lang="en-US"/>
          </a:p>
        </p:txBody>
      </p:sp>
      <p:sp>
        <p:nvSpPr>
          <p:cNvPr id="34697" name="Card 2 we built">
            <a:extLst>
              <a:ext uri="{FF2B5EF4-FFF2-40B4-BE49-F238E27FC236}">
                <a16:creationId xmlns:a16="http://schemas.microsoft.com/office/drawing/2014/main" id="{12D1BA9B-EDA3-C17C-A7E3-0579EDFF950A}"/>
              </a:ext>
            </a:extLst>
          </p:cNvPr>
          <p:cNvSpPr/>
          <p:nvPr/>
        </p:nvSpPr>
        <p:spPr>
          <a:xfrm>
            <a:off x="8132064" y="2346960"/>
            <a:ext cx="345033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Data ownership and workflow instrumentation first, then AI</a:t>
            </a:r>
          </a:p>
          <a:p>
            <a:pPr algn="l">
              <a:buNone/>
            </a:pPr>
            <a:r>
              <a:rPr lang="en-US" sz="100">
                <a:effectLst/>
              </a:rPr>
              <a:t> </a:t>
            </a:r>
            <a:endParaRPr lang="en-US"/>
          </a:p>
        </p:txBody>
      </p:sp>
      <p:sp>
        <p:nvSpPr>
          <p:cNvPr id="34719" name="Card 2 why">
            <a:extLst>
              <a:ext uri="{FF2B5EF4-FFF2-40B4-BE49-F238E27FC236}">
                <a16:creationId xmlns:a16="http://schemas.microsoft.com/office/drawing/2014/main" id="{61E8A7F5-C801-677E-5188-841150C02E68}"/>
              </a:ext>
            </a:extLst>
          </p:cNvPr>
          <p:cNvSpPr/>
          <p:nvPr/>
        </p:nvSpPr>
        <p:spPr>
          <a:xfrm>
            <a:off x="8132064" y="306324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slow delivery is a coordination problem that spreadsheets hide.</a:t>
            </a:r>
          </a:p>
          <a:p>
            <a:pPr algn="l">
              <a:buNone/>
            </a:pPr>
            <a:r>
              <a:rPr lang="en-US" sz="100">
                <a:effectLst/>
              </a:rPr>
              <a:t> </a:t>
            </a:r>
            <a:endParaRPr lang="en-US"/>
          </a:p>
        </p:txBody>
      </p:sp>
      <p:sp>
        <p:nvSpPr>
          <p:cNvPr id="34742" name="Card 3">
            <a:extLst>
              <a:ext uri="{FF2B5EF4-FFF2-40B4-BE49-F238E27FC236}">
                <a16:creationId xmlns:a16="http://schemas.microsoft.com/office/drawing/2014/main" id="{8AA14C8F-9F83-DEA6-6E09-36DB7D843CDA}"/>
              </a:ext>
            </a:extLst>
          </p:cNvPr>
          <p:cNvSpPr/>
          <p:nvPr/>
        </p:nvSpPr>
        <p:spPr>
          <a:xfrm>
            <a:off x="548640" y="384048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766" name="Card 3 we built panel">
            <a:extLst>
              <a:ext uri="{FF2B5EF4-FFF2-40B4-BE49-F238E27FC236}">
                <a16:creationId xmlns:a16="http://schemas.microsoft.com/office/drawing/2014/main" id="{B77AF3CD-D7F9-76DD-10F8-937D706B865E}"/>
              </a:ext>
            </a:extLst>
          </p:cNvPr>
          <p:cNvSpPr/>
          <p:nvPr/>
        </p:nvSpPr>
        <p:spPr>
          <a:xfrm>
            <a:off x="2432304" y="384683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791" name="Card 3 brief said label">
            <a:extLst>
              <a:ext uri="{FF2B5EF4-FFF2-40B4-BE49-F238E27FC236}">
                <a16:creationId xmlns:a16="http://schemas.microsoft.com/office/drawing/2014/main" id="{10CFD47A-CC03-27D3-1075-B25684AE02FE}"/>
              </a:ext>
            </a:extLst>
          </p:cNvPr>
          <p:cNvSpPr/>
          <p:nvPr/>
        </p:nvSpPr>
        <p:spPr>
          <a:xfrm>
            <a:off x="609600" y="406790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817" name="Card 3 arrow">
            <a:extLst>
              <a:ext uri="{FF2B5EF4-FFF2-40B4-BE49-F238E27FC236}">
                <a16:creationId xmlns:a16="http://schemas.microsoft.com/office/drawing/2014/main" id="{9FA7F295-6FD1-7433-6DDC-5F8EA2281CA9}"/>
              </a:ext>
            </a:extLst>
          </p:cNvPr>
          <p:cNvSpPr/>
          <p:nvPr/>
        </p:nvSpPr>
        <p:spPr>
          <a:xfrm>
            <a:off x="1975104" y="417576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844" name="Card 3 icon disc">
            <a:extLst>
              <a:ext uri="{FF2B5EF4-FFF2-40B4-BE49-F238E27FC236}">
                <a16:creationId xmlns:a16="http://schemas.microsoft.com/office/drawing/2014/main" id="{FD3C80C3-9CB8-B081-1E78-4E6973C01514}"/>
              </a:ext>
            </a:extLst>
          </p:cNvPr>
          <p:cNvSpPr/>
          <p:nvPr/>
        </p:nvSpPr>
        <p:spPr>
          <a:xfrm>
            <a:off x="2584704" y="39928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872" name="Card 3 we built label">
            <a:extLst>
              <a:ext uri="{FF2B5EF4-FFF2-40B4-BE49-F238E27FC236}">
                <a16:creationId xmlns:a16="http://schemas.microsoft.com/office/drawing/2014/main" id="{2DC1A4BE-0777-F4A0-BB7E-635B9D83EC71}"/>
              </a:ext>
            </a:extLst>
          </p:cNvPr>
          <p:cNvSpPr/>
          <p:nvPr/>
        </p:nvSpPr>
        <p:spPr>
          <a:xfrm>
            <a:off x="3179064" y="406790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901" name="Card 3 brief said">
            <a:extLst>
              <a:ext uri="{FF2B5EF4-FFF2-40B4-BE49-F238E27FC236}">
                <a16:creationId xmlns:a16="http://schemas.microsoft.com/office/drawing/2014/main" id="{5C893BE7-EBCF-1418-289D-6D23C23074F6}"/>
              </a:ext>
            </a:extLst>
          </p:cNvPr>
          <p:cNvSpPr/>
          <p:nvPr/>
        </p:nvSpPr>
        <p:spPr>
          <a:xfrm>
            <a:off x="609600" y="4678680"/>
            <a:ext cx="1761744"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dirty="0">
                <a:solidFill>
                  <a:srgbClr val="50655E"/>
                </a:solidFill>
                <a:effectLst/>
                <a:latin typeface="Arial" panose="020B0604020202020204" pitchFamily="34" charset="0"/>
              </a:rPr>
              <a:t>AI makes decisions</a:t>
            </a:r>
          </a:p>
          <a:p>
            <a:pPr algn="l">
              <a:buNone/>
            </a:pPr>
            <a:r>
              <a:rPr lang="en-US" sz="100" dirty="0">
                <a:effectLst/>
              </a:rPr>
              <a:t> </a:t>
            </a:r>
            <a:endParaRPr lang="en-US" dirty="0"/>
          </a:p>
        </p:txBody>
      </p:sp>
      <p:sp>
        <p:nvSpPr>
          <p:cNvPr id="34931" name="Card 3 we built">
            <a:extLst>
              <a:ext uri="{FF2B5EF4-FFF2-40B4-BE49-F238E27FC236}">
                <a16:creationId xmlns:a16="http://schemas.microsoft.com/office/drawing/2014/main" id="{269D7CD8-0EE2-3AD3-4E41-0142D325D658}"/>
              </a:ext>
            </a:extLst>
          </p:cNvPr>
          <p:cNvSpPr/>
          <p:nvPr/>
        </p:nvSpPr>
        <p:spPr>
          <a:xfrm>
            <a:off x="2493264" y="4593680"/>
            <a:ext cx="3450336"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dirty="0">
                <a:solidFill>
                  <a:srgbClr val="173F35"/>
                </a:solidFill>
                <a:effectLst/>
                <a:latin typeface="Arial" panose="020B0604020202020204" pitchFamily="34" charset="0"/>
              </a:rPr>
              <a:t>AI prepares, people decide</a:t>
            </a:r>
          </a:p>
          <a:p>
            <a:pPr algn="l">
              <a:buNone/>
            </a:pPr>
            <a:r>
              <a:rPr lang="en-US" sz="100" dirty="0">
                <a:effectLst/>
              </a:rPr>
              <a:t> </a:t>
            </a:r>
            <a:endParaRPr lang="en-US" dirty="0"/>
          </a:p>
        </p:txBody>
      </p:sp>
      <p:sp>
        <p:nvSpPr>
          <p:cNvPr id="34962" name="Card 3 why">
            <a:extLst>
              <a:ext uri="{FF2B5EF4-FFF2-40B4-BE49-F238E27FC236}">
                <a16:creationId xmlns:a16="http://schemas.microsoft.com/office/drawing/2014/main" id="{A7B99BE8-1135-E180-6DE5-7C4981AA71EF}"/>
              </a:ext>
            </a:extLst>
          </p:cNvPr>
          <p:cNvSpPr/>
          <p:nvPr/>
        </p:nvSpPr>
        <p:spPr>
          <a:xfrm>
            <a:off x="2493264" y="539496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consent, safety and money need a named human.</a:t>
            </a:r>
          </a:p>
          <a:p>
            <a:pPr algn="l">
              <a:buNone/>
            </a:pPr>
            <a:r>
              <a:rPr lang="en-US" sz="100">
                <a:effectLst/>
              </a:rPr>
              <a:t> </a:t>
            </a:r>
            <a:endParaRPr lang="en-US"/>
          </a:p>
        </p:txBody>
      </p:sp>
      <p:sp>
        <p:nvSpPr>
          <p:cNvPr id="34994" name="Card 4">
            <a:extLst>
              <a:ext uri="{FF2B5EF4-FFF2-40B4-BE49-F238E27FC236}">
                <a16:creationId xmlns:a16="http://schemas.microsoft.com/office/drawing/2014/main" id="{C0D3AC6E-1D98-6710-5E24-170F4976E7F8}"/>
              </a:ext>
            </a:extLst>
          </p:cNvPr>
          <p:cNvSpPr/>
          <p:nvPr/>
        </p:nvSpPr>
        <p:spPr>
          <a:xfrm>
            <a:off x="6187440" y="384048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27" name="Card 4 we built panel">
            <a:extLst>
              <a:ext uri="{FF2B5EF4-FFF2-40B4-BE49-F238E27FC236}">
                <a16:creationId xmlns:a16="http://schemas.microsoft.com/office/drawing/2014/main" id="{97D55D32-6423-D4DE-B22F-A586E5D044F0}"/>
              </a:ext>
            </a:extLst>
          </p:cNvPr>
          <p:cNvSpPr/>
          <p:nvPr/>
        </p:nvSpPr>
        <p:spPr>
          <a:xfrm>
            <a:off x="8071104" y="384683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61" name="Card 4 brief said label">
            <a:extLst>
              <a:ext uri="{FF2B5EF4-FFF2-40B4-BE49-F238E27FC236}">
                <a16:creationId xmlns:a16="http://schemas.microsoft.com/office/drawing/2014/main" id="{4A57C5EE-8A94-DA03-256C-B55DC64BDF90}"/>
              </a:ext>
            </a:extLst>
          </p:cNvPr>
          <p:cNvSpPr/>
          <p:nvPr/>
        </p:nvSpPr>
        <p:spPr>
          <a:xfrm>
            <a:off x="6248400" y="406790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5096" name="Card 4 arrow">
            <a:extLst>
              <a:ext uri="{FF2B5EF4-FFF2-40B4-BE49-F238E27FC236}">
                <a16:creationId xmlns:a16="http://schemas.microsoft.com/office/drawing/2014/main" id="{6107CC56-B50A-85C7-3AED-0D2963B94C9D}"/>
              </a:ext>
            </a:extLst>
          </p:cNvPr>
          <p:cNvSpPr/>
          <p:nvPr/>
        </p:nvSpPr>
        <p:spPr>
          <a:xfrm>
            <a:off x="7613904" y="417576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132" name="Card 4 icon disc">
            <a:extLst>
              <a:ext uri="{FF2B5EF4-FFF2-40B4-BE49-F238E27FC236}">
                <a16:creationId xmlns:a16="http://schemas.microsoft.com/office/drawing/2014/main" id="{AEAEEDCB-554E-C609-6B0B-6393271406CE}"/>
              </a:ext>
            </a:extLst>
          </p:cNvPr>
          <p:cNvSpPr/>
          <p:nvPr/>
        </p:nvSpPr>
        <p:spPr>
          <a:xfrm>
            <a:off x="8223504" y="39928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169" name="Card 4 we built label">
            <a:extLst>
              <a:ext uri="{FF2B5EF4-FFF2-40B4-BE49-F238E27FC236}">
                <a16:creationId xmlns:a16="http://schemas.microsoft.com/office/drawing/2014/main" id="{00B9A193-753A-FF7B-DADE-52A0AAF7032B}"/>
              </a:ext>
            </a:extLst>
          </p:cNvPr>
          <p:cNvSpPr/>
          <p:nvPr/>
        </p:nvSpPr>
        <p:spPr>
          <a:xfrm>
            <a:off x="8817864" y="406790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UNDER ASSESSMENT</a:t>
            </a:r>
          </a:p>
          <a:p>
            <a:pPr algn="l">
              <a:buNone/>
            </a:pPr>
            <a:r>
              <a:rPr lang="en-US" sz="100">
                <a:effectLst/>
              </a:rPr>
              <a:t> </a:t>
            </a:r>
            <a:endParaRPr lang="en-US"/>
          </a:p>
        </p:txBody>
      </p:sp>
      <p:sp>
        <p:nvSpPr>
          <p:cNvPr id="35207" name="Card 4 brief said">
            <a:extLst>
              <a:ext uri="{FF2B5EF4-FFF2-40B4-BE49-F238E27FC236}">
                <a16:creationId xmlns:a16="http://schemas.microsoft.com/office/drawing/2014/main" id="{5576E200-B51B-CC16-B4FF-9376523571D1}"/>
              </a:ext>
            </a:extLst>
          </p:cNvPr>
          <p:cNvSpPr/>
          <p:nvPr/>
        </p:nvSpPr>
        <p:spPr>
          <a:xfrm>
            <a:off x="6248400" y="4593680"/>
            <a:ext cx="1761744"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Resident portal</a:t>
            </a:r>
          </a:p>
          <a:p>
            <a:pPr algn="l">
              <a:buNone/>
            </a:pPr>
            <a:r>
              <a:rPr lang="en-US" sz="100">
                <a:effectLst/>
              </a:rPr>
              <a:t> </a:t>
            </a:r>
            <a:endParaRPr lang="en-US"/>
          </a:p>
        </p:txBody>
      </p:sp>
      <p:sp>
        <p:nvSpPr>
          <p:cNvPr id="35246" name="Card 4 we built">
            <a:extLst>
              <a:ext uri="{FF2B5EF4-FFF2-40B4-BE49-F238E27FC236}">
                <a16:creationId xmlns:a16="http://schemas.microsoft.com/office/drawing/2014/main" id="{46E15DE0-DA6F-094E-3A69-D88A957C67D7}"/>
              </a:ext>
            </a:extLst>
          </p:cNvPr>
          <p:cNvSpPr/>
          <p:nvPr/>
        </p:nvSpPr>
        <p:spPr>
          <a:xfrm>
            <a:off x="8132064" y="4593680"/>
            <a:ext cx="3450336"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Optional portal; assisted routes stay</a:t>
            </a:r>
          </a:p>
          <a:p>
            <a:pPr algn="l">
              <a:buNone/>
            </a:pPr>
            <a:r>
              <a:rPr lang="en-US" sz="100">
                <a:effectLst/>
              </a:rPr>
              <a:t> </a:t>
            </a:r>
            <a:endParaRPr lang="en-US"/>
          </a:p>
        </p:txBody>
      </p:sp>
      <p:sp>
        <p:nvSpPr>
          <p:cNvPr id="35286" name="Card 4 why">
            <a:extLst>
              <a:ext uri="{FF2B5EF4-FFF2-40B4-BE49-F238E27FC236}">
                <a16:creationId xmlns:a16="http://schemas.microsoft.com/office/drawing/2014/main" id="{B36ECA45-ACB4-00ED-627A-5E8534DE5B0B}"/>
              </a:ext>
            </a:extLst>
          </p:cNvPr>
          <p:cNvSpPr/>
          <p:nvPr/>
        </p:nvSpPr>
        <p:spPr>
          <a:xfrm>
            <a:off x="8132064" y="539496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Test fewer calls and staff interruptions (#441).</a:t>
            </a:r>
          </a:p>
          <a:p>
            <a:pPr algn="l">
              <a:buNone/>
            </a:pPr>
            <a:r>
              <a:rPr lang="en-US" sz="100">
                <a:effectLst/>
              </a:rPr>
              <a:t> </a:t>
            </a:r>
            <a:endParaRPr lang="en-US"/>
          </a:p>
        </p:txBody>
      </p:sp>
      <p:pic>
        <p:nvPicPr>
          <p:cNvPr id="35287" name="Card 1 icon" descr="AI icon">
            <a:extLst>
              <a:ext uri="{FF2B5EF4-FFF2-40B4-BE49-F238E27FC236}">
                <a16:creationId xmlns:a16="http://schemas.microsoft.com/office/drawing/2014/main" id="{145386CA-DA80-D70D-783A-07C7C1AF8026}"/>
              </a:ext>
            </a:extLst>
          </p:cNvPr>
          <p:cNvPicPr>
            <a:picLocks noChangeAspect="1"/>
          </p:cNvPicPr>
          <p:nvPr/>
        </p:nvPicPr>
        <p:blipFill>
          <a:blip r:embed="rId3"/>
          <a:stretch>
            <a:fillRect/>
          </a:stretch>
        </p:blipFill>
        <p:spPr>
          <a:xfrm>
            <a:off x="2676144" y="1752600"/>
            <a:ext cx="411480" cy="411480"/>
          </a:xfrm>
          <a:prstGeom prst="rect">
            <a:avLst/>
          </a:prstGeom>
        </p:spPr>
      </p:pic>
      <p:pic>
        <p:nvPicPr>
          <p:cNvPr id="35288" name="Card 2 icon" descr="Spreadsheet icon">
            <a:extLst>
              <a:ext uri="{FF2B5EF4-FFF2-40B4-BE49-F238E27FC236}">
                <a16:creationId xmlns:a16="http://schemas.microsoft.com/office/drawing/2014/main" id="{2A2CFB0E-A61F-D0F8-8E54-B56FD55E433B}"/>
              </a:ext>
            </a:extLst>
          </p:cNvPr>
          <p:cNvPicPr>
            <a:picLocks noChangeAspect="1"/>
          </p:cNvPicPr>
          <p:nvPr/>
        </p:nvPicPr>
        <p:blipFill>
          <a:blip r:embed="rId4"/>
          <a:stretch>
            <a:fillRect/>
          </a:stretch>
        </p:blipFill>
        <p:spPr>
          <a:xfrm>
            <a:off x="8314944" y="1752600"/>
            <a:ext cx="411480" cy="411480"/>
          </a:xfrm>
          <a:prstGeom prst="rect">
            <a:avLst/>
          </a:prstGeom>
        </p:spPr>
      </p:pic>
      <p:pic>
        <p:nvPicPr>
          <p:cNvPr id="35289" name="Card 3 icon" descr="Decision icon">
            <a:extLst>
              <a:ext uri="{FF2B5EF4-FFF2-40B4-BE49-F238E27FC236}">
                <a16:creationId xmlns:a16="http://schemas.microsoft.com/office/drawing/2014/main" id="{3D69DE20-B377-A247-F21E-0B6FE9710CDD}"/>
              </a:ext>
            </a:extLst>
          </p:cNvPr>
          <p:cNvPicPr>
            <a:picLocks noChangeAspect="1"/>
          </p:cNvPicPr>
          <p:nvPr/>
        </p:nvPicPr>
        <p:blipFill>
          <a:blip r:embed="rId5"/>
          <a:stretch>
            <a:fillRect/>
          </a:stretch>
        </p:blipFill>
        <p:spPr>
          <a:xfrm>
            <a:off x="2676144" y="4084320"/>
            <a:ext cx="411480" cy="411480"/>
          </a:xfrm>
          <a:prstGeom prst="rect">
            <a:avLst/>
          </a:prstGeom>
        </p:spPr>
      </p:pic>
      <p:pic>
        <p:nvPicPr>
          <p:cNvPr id="35290" name="Card 4 icon" descr="House icon">
            <a:extLst>
              <a:ext uri="{FF2B5EF4-FFF2-40B4-BE49-F238E27FC236}">
                <a16:creationId xmlns:a16="http://schemas.microsoft.com/office/drawing/2014/main" id="{B95DA5AE-70D0-0CC6-484A-C2EB422CA563}"/>
              </a:ext>
            </a:extLst>
          </p:cNvPr>
          <p:cNvPicPr>
            <a:picLocks noChangeAspect="1"/>
          </p:cNvPicPr>
          <p:nvPr/>
        </p:nvPicPr>
        <p:blipFill>
          <a:blip r:embed="rId6"/>
          <a:stretch>
            <a:fillRect/>
          </a:stretch>
        </p:blipFill>
        <p:spPr>
          <a:xfrm>
            <a:off x="8314944" y="4084320"/>
            <a:ext cx="411480" cy="411480"/>
          </a:xfrm>
          <a:prstGeom prst="rect">
            <a:avLst/>
          </a:prstGeom>
        </p:spPr>
      </p:pic>
    </p:spTree>
    <p:extLst>
      <p:ext uri="{BB962C8B-B14F-4D97-AF65-F5344CB8AC3E}">
        <p14:creationId xmlns:p14="http://schemas.microsoft.com/office/powerpoint/2010/main" val="118431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291" name="Eyebrow">
            <a:extLst>
              <a:ext uri="{FF2B5EF4-FFF2-40B4-BE49-F238E27FC236}">
                <a16:creationId xmlns:a16="http://schemas.microsoft.com/office/drawing/2014/main" id="{644EFCB7-204F-E5E4-977B-592C0E629153}"/>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5293" name="Slide title">
            <a:extLst>
              <a:ext uri="{FF2B5EF4-FFF2-40B4-BE49-F238E27FC236}">
                <a16:creationId xmlns:a16="http://schemas.microsoft.com/office/drawing/2014/main" id="{F32FAAAF-48C2-648E-6536-C2C85221A968}"/>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Every prototype taught us something we kept.</a:t>
            </a:r>
          </a:p>
          <a:p>
            <a:pPr algn="l">
              <a:buNone/>
            </a:pPr>
            <a:r>
              <a:rPr lang="en-US" sz="100">
                <a:effectLst/>
              </a:rPr>
              <a:t> </a:t>
            </a:r>
            <a:endParaRPr lang="en-US"/>
          </a:p>
        </p:txBody>
      </p:sp>
      <p:sp>
        <p:nvSpPr>
          <p:cNvPr id="35296" name="Footer sources">
            <a:extLst>
              <a:ext uri="{FF2B5EF4-FFF2-40B4-BE49-F238E27FC236}">
                <a16:creationId xmlns:a16="http://schemas.microsoft.com/office/drawing/2014/main" id="{14A7E3CC-8121-6148-23C4-2AC60A860DB6}"/>
              </a:ext>
            </a:extLst>
          </p:cNvPr>
          <p:cNvSpPr/>
          <p:nvPr/>
        </p:nvSpPr>
        <p:spPr>
          <a:xfrm>
            <a:off x="548640" y="6126480"/>
            <a:ext cx="1050036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PRD revision history and learnings · exercise addendum · prototype learnings review · pull requests #1, #19, #58, #433</a:t>
            </a:r>
          </a:p>
          <a:p>
            <a:pPr algn="l">
              <a:buNone/>
            </a:pPr>
            <a:r>
              <a:rPr lang="en-US" sz="100">
                <a:effectLst/>
              </a:rPr>
              <a:t> </a:t>
            </a:r>
            <a:endParaRPr lang="en-US"/>
          </a:p>
        </p:txBody>
      </p:sp>
      <p:sp>
        <p:nvSpPr>
          <p:cNvPr id="35300" name="Footer navigation">
            <a:extLst>
              <a:ext uri="{FF2B5EF4-FFF2-40B4-BE49-F238E27FC236}">
                <a16:creationId xmlns:a16="http://schemas.microsoft.com/office/drawing/2014/main" id="{DAE46EB9-AF63-7AA9-64AE-576A9B1CC7A2}"/>
              </a:ext>
            </a:extLst>
          </p:cNvPr>
          <p:cNvSpPr/>
          <p:nvPr/>
        </p:nvSpPr>
        <p:spPr>
          <a:xfrm>
            <a:off x="11140440" y="6126480"/>
            <a:ext cx="5029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S09</a:t>
            </a:r>
          </a:p>
          <a:p>
            <a:pPr algn="r">
              <a:buNone/>
            </a:pPr>
            <a:r>
              <a:rPr lang="en-US" sz="100">
                <a:effectLst/>
              </a:rPr>
              <a:t> </a:t>
            </a:r>
            <a:endParaRPr lang="en-US"/>
          </a:p>
        </p:txBody>
      </p:sp>
      <p:sp>
        <p:nvSpPr>
          <p:cNvPr id="35305" name="Timeline rail">
            <a:extLst>
              <a:ext uri="{FF2B5EF4-FFF2-40B4-BE49-F238E27FC236}">
                <a16:creationId xmlns:a16="http://schemas.microsoft.com/office/drawing/2014/main" id="{1433818E-91C7-E31A-EE9A-6B778168F8CD}"/>
              </a:ext>
            </a:extLst>
          </p:cNvPr>
          <p:cNvSpPr/>
          <p:nvPr/>
        </p:nvSpPr>
        <p:spPr>
          <a:xfrm>
            <a:off x="548640" y="2964180"/>
            <a:ext cx="110947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11" name="Milestone 1 disc">
            <a:extLst>
              <a:ext uri="{FF2B5EF4-FFF2-40B4-BE49-F238E27FC236}">
                <a16:creationId xmlns:a16="http://schemas.microsoft.com/office/drawing/2014/main" id="{156D5F29-F8CD-BB08-307E-44F3CB9A1788}"/>
              </a:ext>
            </a:extLst>
          </p:cNvPr>
          <p:cNvSpPr/>
          <p:nvPr/>
        </p:nvSpPr>
        <p:spPr>
          <a:xfrm>
            <a:off x="150876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18" name="Milestone 2 disc">
            <a:extLst>
              <a:ext uri="{FF2B5EF4-FFF2-40B4-BE49-F238E27FC236}">
                <a16:creationId xmlns:a16="http://schemas.microsoft.com/office/drawing/2014/main" id="{89E4770B-B453-37F9-D523-97B2CE0210D9}"/>
              </a:ext>
            </a:extLst>
          </p:cNvPr>
          <p:cNvSpPr/>
          <p:nvPr/>
        </p:nvSpPr>
        <p:spPr>
          <a:xfrm>
            <a:off x="291592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26" name="Milestone 3 disc">
            <a:extLst>
              <a:ext uri="{FF2B5EF4-FFF2-40B4-BE49-F238E27FC236}">
                <a16:creationId xmlns:a16="http://schemas.microsoft.com/office/drawing/2014/main" id="{D0BC4595-C998-CA2D-8C11-21EC23E65982}"/>
              </a:ext>
            </a:extLst>
          </p:cNvPr>
          <p:cNvSpPr/>
          <p:nvPr/>
        </p:nvSpPr>
        <p:spPr>
          <a:xfrm>
            <a:off x="432308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35" name="Milestone 4 disc">
            <a:extLst>
              <a:ext uri="{FF2B5EF4-FFF2-40B4-BE49-F238E27FC236}">
                <a16:creationId xmlns:a16="http://schemas.microsoft.com/office/drawing/2014/main" id="{1AF9B844-2F0F-417C-F704-BD06E8E63A49}"/>
              </a:ext>
            </a:extLst>
          </p:cNvPr>
          <p:cNvSpPr/>
          <p:nvPr/>
        </p:nvSpPr>
        <p:spPr>
          <a:xfrm>
            <a:off x="573024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45" name="Milestone 5 disc">
            <a:extLst>
              <a:ext uri="{FF2B5EF4-FFF2-40B4-BE49-F238E27FC236}">
                <a16:creationId xmlns:a16="http://schemas.microsoft.com/office/drawing/2014/main" id="{B83401D6-3E54-F021-08F8-A8E66A04144D}"/>
              </a:ext>
            </a:extLst>
          </p:cNvPr>
          <p:cNvSpPr/>
          <p:nvPr/>
        </p:nvSpPr>
        <p:spPr>
          <a:xfrm>
            <a:off x="713740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56" name="Milestone 6 disc">
            <a:extLst>
              <a:ext uri="{FF2B5EF4-FFF2-40B4-BE49-F238E27FC236}">
                <a16:creationId xmlns:a16="http://schemas.microsoft.com/office/drawing/2014/main" id="{F854E815-0FAD-BA85-38F0-D6C8325BB85A}"/>
              </a:ext>
            </a:extLst>
          </p:cNvPr>
          <p:cNvSpPr/>
          <p:nvPr/>
        </p:nvSpPr>
        <p:spPr>
          <a:xfrm>
            <a:off x="854456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68" name="Milestone 7 disc">
            <a:extLst>
              <a:ext uri="{FF2B5EF4-FFF2-40B4-BE49-F238E27FC236}">
                <a16:creationId xmlns:a16="http://schemas.microsoft.com/office/drawing/2014/main" id="{1DE838D4-9CF6-604F-AC68-8C50BFAB88D9}"/>
              </a:ext>
            </a:extLst>
          </p:cNvPr>
          <p:cNvSpPr/>
          <p:nvPr/>
        </p:nvSpPr>
        <p:spPr>
          <a:xfrm>
            <a:off x="995172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81" name="Milestone 1 text">
            <a:extLst>
              <a:ext uri="{FF2B5EF4-FFF2-40B4-BE49-F238E27FC236}">
                <a16:creationId xmlns:a16="http://schemas.microsoft.com/office/drawing/2014/main" id="{E1E3E0E6-2368-93A5-C0C4-B16391ACFC7B}"/>
              </a:ext>
            </a:extLst>
          </p:cNvPr>
          <p:cNvSpPr/>
          <p:nvPr/>
        </p:nvSpPr>
        <p:spPr>
          <a:xfrm>
            <a:off x="548640" y="146304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20 Sep</a:t>
            </a:r>
          </a:p>
          <a:p>
            <a:pPr algn="ctr">
              <a:buNone/>
            </a:pPr>
            <a:r>
              <a:rPr lang="en-US" sz="1400" b="1">
                <a:solidFill>
                  <a:srgbClr val="173F35"/>
                </a:solidFill>
                <a:effectLst/>
                <a:latin typeface="Arial" panose="020B0604020202020204" pitchFamily="34" charset="0"/>
              </a:rPr>
              <a:t>PR #1 requirements review</a:t>
            </a:r>
          </a:p>
          <a:p>
            <a:pPr algn="ctr">
              <a:buNone/>
            </a:pPr>
            <a:r>
              <a:rPr lang="en-US" sz="1300">
                <a:solidFill>
                  <a:srgbClr val="2E6B5E"/>
                </a:solidFill>
                <a:effectLst/>
                <a:latin typeface="Arial" panose="020B0604020202020204" pitchFamily="34" charset="0"/>
              </a:rPr>
              <a:t>open decisions made explicit</a:t>
            </a:r>
            <a:endParaRPr lang="en-US"/>
          </a:p>
        </p:txBody>
      </p:sp>
      <p:sp>
        <p:nvSpPr>
          <p:cNvPr id="35395" name="Milestone 2 text">
            <a:extLst>
              <a:ext uri="{FF2B5EF4-FFF2-40B4-BE49-F238E27FC236}">
                <a16:creationId xmlns:a16="http://schemas.microsoft.com/office/drawing/2014/main" id="{80A2DB65-7B21-47D8-B9E2-0D2140411B16}"/>
              </a:ext>
            </a:extLst>
          </p:cNvPr>
          <p:cNvSpPr/>
          <p:nvPr/>
        </p:nvSpPr>
        <p:spPr>
          <a:xfrm>
            <a:off x="1955800" y="353568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PR #19</a:t>
            </a:r>
          </a:p>
          <a:p>
            <a:pPr algn="ctr">
              <a:buNone/>
            </a:pPr>
            <a:r>
              <a:rPr lang="en-US" sz="1400" b="1">
                <a:solidFill>
                  <a:srgbClr val="173F35"/>
                </a:solidFill>
                <a:effectLst/>
                <a:latin typeface="Arial" panose="020B0604020202020204" pitchFamily="34" charset="0"/>
              </a:rPr>
              <a:t>four role-based perspectives</a:t>
            </a:r>
          </a:p>
          <a:p>
            <a:pPr algn="ctr">
              <a:buNone/>
            </a:pPr>
            <a:r>
              <a:rPr lang="en-US" sz="1300">
                <a:solidFill>
                  <a:srgbClr val="2E6B5E"/>
                </a:solidFill>
                <a:effectLst/>
                <a:latin typeface="Arial" panose="020B0604020202020204" pitchFamily="34" charset="0"/>
              </a:rPr>
              <a:t>roles need their own queues</a:t>
            </a:r>
            <a:endParaRPr lang="en-US"/>
          </a:p>
        </p:txBody>
      </p:sp>
      <p:sp>
        <p:nvSpPr>
          <p:cNvPr id="35410" name="Milestone 3 text">
            <a:extLst>
              <a:ext uri="{FF2B5EF4-FFF2-40B4-BE49-F238E27FC236}">
                <a16:creationId xmlns:a16="http://schemas.microsoft.com/office/drawing/2014/main" id="{589C2294-E4D5-06A2-D04B-02420BE46239}"/>
              </a:ext>
            </a:extLst>
          </p:cNvPr>
          <p:cNvSpPr/>
          <p:nvPr/>
        </p:nvSpPr>
        <p:spPr>
          <a:xfrm>
            <a:off x="3362960" y="1463040"/>
            <a:ext cx="26517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6 Oct</a:t>
            </a:r>
          </a:p>
          <a:p>
            <a:pPr algn="ctr">
              <a:buNone/>
            </a:pPr>
            <a:r>
              <a:rPr lang="en-US" sz="1400" b="1">
                <a:solidFill>
                  <a:srgbClr val="173F35"/>
                </a:solidFill>
                <a:effectLst/>
                <a:latin typeface="Arial" panose="020B0604020202020204" pitchFamily="34" charset="0"/>
              </a:rPr>
              <a:t>review of 11 perspectives,</a:t>
            </a:r>
          </a:p>
          <a:p>
            <a:pPr algn="ctr">
              <a:buNone/>
            </a:pPr>
            <a:r>
              <a:rPr lang="en-US" sz="1400" b="1">
                <a:solidFill>
                  <a:srgbClr val="173F35"/>
                </a:solidFill>
                <a:effectLst/>
                <a:latin typeface="Arial" panose="020B0604020202020204" pitchFamily="34" charset="0"/>
              </a:rPr>
              <a:t>9 filters, 8 cases</a:t>
            </a:r>
          </a:p>
          <a:p>
            <a:pPr algn="ctr">
              <a:buNone/>
            </a:pPr>
            <a:r>
              <a:rPr lang="en-US" sz="1300">
                <a:solidFill>
                  <a:srgbClr val="2E6B5E"/>
                </a:solidFill>
                <a:effectLst/>
                <a:latin typeface="Arial" panose="020B0604020202020204" pitchFamily="34" charset="0"/>
              </a:rPr>
              <a:t>inconsistent owner labels</a:t>
            </a:r>
          </a:p>
          <a:p>
            <a:pPr algn="ctr">
              <a:buNone/>
            </a:pPr>
            <a:r>
              <a:rPr lang="en-US" sz="1300">
                <a:solidFill>
                  <a:srgbClr val="2E6B5E"/>
                </a:solidFill>
                <a:effectLst/>
                <a:latin typeface="Arial" panose="020B0604020202020204" pitchFamily="34" charset="0"/>
              </a:rPr>
              <a:t>fixed in requirements</a:t>
            </a:r>
            <a:endParaRPr lang="en-US"/>
          </a:p>
        </p:txBody>
      </p:sp>
      <p:sp>
        <p:nvSpPr>
          <p:cNvPr id="35426" name="Milestone 4 text">
            <a:extLst>
              <a:ext uri="{FF2B5EF4-FFF2-40B4-BE49-F238E27FC236}">
                <a16:creationId xmlns:a16="http://schemas.microsoft.com/office/drawing/2014/main" id="{1EAF46C3-3A4E-A807-0593-FB06B3D8196B}"/>
              </a:ext>
            </a:extLst>
          </p:cNvPr>
          <p:cNvSpPr/>
          <p:nvPr/>
        </p:nvSpPr>
        <p:spPr>
          <a:xfrm>
            <a:off x="4770120" y="353568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8 Oct</a:t>
            </a:r>
          </a:p>
          <a:p>
            <a:pPr algn="ctr">
              <a:buNone/>
            </a:pPr>
            <a:r>
              <a:rPr lang="en-US" sz="1400" b="1">
                <a:solidFill>
                  <a:srgbClr val="173F35"/>
                </a:solidFill>
                <a:effectLst/>
                <a:latin typeface="Arial" panose="020B0604020202020204" pitchFamily="34" charset="0"/>
              </a:rPr>
              <a:t>MVP replaces prototype</a:t>
            </a:r>
          </a:p>
          <a:p>
            <a:pPr algn="ctr">
              <a:buNone/>
            </a:pPr>
            <a:r>
              <a:rPr lang="en-US" sz="1300">
                <a:solidFill>
                  <a:srgbClr val="2E6B5E"/>
                </a:solidFill>
                <a:effectLst/>
                <a:latin typeface="Arial" panose="020B0604020202020204" pitchFamily="34" charset="0"/>
              </a:rPr>
              <a:t>one shared workbench</a:t>
            </a:r>
            <a:endParaRPr lang="en-US"/>
          </a:p>
        </p:txBody>
      </p:sp>
      <p:sp>
        <p:nvSpPr>
          <p:cNvPr id="35443" name="Milestone 5 text">
            <a:extLst>
              <a:ext uri="{FF2B5EF4-FFF2-40B4-BE49-F238E27FC236}">
                <a16:creationId xmlns:a16="http://schemas.microsoft.com/office/drawing/2014/main" id="{C8401D7F-E9A6-080E-591D-FCD2F78C3350}"/>
              </a:ext>
            </a:extLst>
          </p:cNvPr>
          <p:cNvSpPr/>
          <p:nvPr/>
        </p:nvSpPr>
        <p:spPr>
          <a:xfrm>
            <a:off x="6177280" y="1463040"/>
            <a:ext cx="26517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11 Oct</a:t>
            </a:r>
          </a:p>
          <a:p>
            <a:pPr algn="ctr">
              <a:buNone/>
            </a:pPr>
            <a:r>
              <a:rPr lang="en-US" sz="1400" b="1">
                <a:solidFill>
                  <a:srgbClr val="173F35"/>
                </a:solidFill>
                <a:effectLst/>
                <a:latin typeface="Arial" panose="020B0604020202020204" pitchFamily="34" charset="0"/>
              </a:rPr>
              <a:t>PR #58 real AI,</a:t>
            </a:r>
          </a:p>
          <a:p>
            <a:pPr algn="ctr">
              <a:buNone/>
            </a:pPr>
            <a:r>
              <a:rPr lang="en-US" sz="1400" b="1">
                <a:solidFill>
                  <a:srgbClr val="173F35"/>
                </a:solidFill>
                <a:effectLst/>
                <a:latin typeface="Arial" panose="020B0604020202020204" pitchFamily="34" charset="0"/>
              </a:rPr>
              <a:t>Azure SQL and Blob</a:t>
            </a:r>
          </a:p>
          <a:p>
            <a:pPr algn="ctr">
              <a:buNone/>
            </a:pPr>
            <a:r>
              <a:rPr lang="en-US" sz="1300">
                <a:solidFill>
                  <a:srgbClr val="2E6B5E"/>
                </a:solidFill>
                <a:effectLst/>
                <a:latin typeface="Arial" panose="020B0604020202020204" pitchFamily="34" charset="0"/>
              </a:rPr>
              <a:t>decision model +</a:t>
            </a:r>
          </a:p>
          <a:p>
            <a:pPr algn="ctr">
              <a:buNone/>
            </a:pPr>
            <a:r>
              <a:rPr lang="en-US" sz="1300">
                <a:solidFill>
                  <a:srgbClr val="2E6B5E"/>
                </a:solidFill>
                <a:effectLst/>
                <a:latin typeface="Arial" panose="020B0604020202020204" pitchFamily="34" charset="0"/>
              </a:rPr>
              <a:t>generative calls work</a:t>
            </a:r>
            <a:endParaRPr lang="en-US"/>
          </a:p>
        </p:txBody>
      </p:sp>
      <p:sp>
        <p:nvSpPr>
          <p:cNvPr id="35461" name="Milestone 6 text">
            <a:extLst>
              <a:ext uri="{FF2B5EF4-FFF2-40B4-BE49-F238E27FC236}">
                <a16:creationId xmlns:a16="http://schemas.microsoft.com/office/drawing/2014/main" id="{8EE85162-21C3-E06B-BB65-FDC5981774E2}"/>
              </a:ext>
            </a:extLst>
          </p:cNvPr>
          <p:cNvSpPr/>
          <p:nvPr/>
        </p:nvSpPr>
        <p:spPr>
          <a:xfrm>
            <a:off x="7584440" y="3535680"/>
            <a:ext cx="2651760" cy="1173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14 Oct</a:t>
            </a:r>
          </a:p>
          <a:p>
            <a:pPr algn="ctr">
              <a:buNone/>
            </a:pPr>
            <a:r>
              <a:rPr lang="en-US" sz="1400" b="1">
                <a:solidFill>
                  <a:srgbClr val="173F35"/>
                </a:solidFill>
                <a:effectLst/>
                <a:latin typeface="Arial" panose="020B0604020202020204" pitchFamily="34" charset="0"/>
              </a:rPr>
              <a:t>five assistants, real proposals, 73 SQL tests, survived a restart</a:t>
            </a:r>
          </a:p>
          <a:p>
            <a:pPr algn="ctr">
              <a:buNone/>
            </a:pPr>
            <a:r>
              <a:rPr lang="en-US" sz="1300">
                <a:solidFill>
                  <a:srgbClr val="2E6B5E"/>
                </a:solidFill>
                <a:effectLst/>
                <a:latin typeface="Arial" panose="020B0604020202020204" pitchFamily="34" charset="0"/>
              </a:rPr>
              <a:t>the proposal service holds</a:t>
            </a:r>
            <a:endParaRPr lang="en-US"/>
          </a:p>
        </p:txBody>
      </p:sp>
      <p:sp>
        <p:nvSpPr>
          <p:cNvPr id="35480" name="Milestone 7 text">
            <a:extLst>
              <a:ext uri="{FF2B5EF4-FFF2-40B4-BE49-F238E27FC236}">
                <a16:creationId xmlns:a16="http://schemas.microsoft.com/office/drawing/2014/main" id="{DADFFCFE-B2D1-5E78-00FC-41EDBCAE1E6E}"/>
              </a:ext>
            </a:extLst>
          </p:cNvPr>
          <p:cNvSpPr/>
          <p:nvPr/>
        </p:nvSpPr>
        <p:spPr>
          <a:xfrm>
            <a:off x="8991600" y="1463040"/>
            <a:ext cx="265176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23 Oct</a:t>
            </a:r>
          </a:p>
          <a:p>
            <a:pPr algn="ctr">
              <a:buNone/>
            </a:pPr>
            <a:r>
              <a:rPr lang="en-US" sz="1400" b="1">
                <a:solidFill>
                  <a:srgbClr val="173F35"/>
                </a:solidFill>
                <a:effectLst/>
                <a:latin typeface="Arial" panose="020B0604020202020204" pitchFamily="34" charset="0"/>
              </a:rPr>
              <a:t>PR #433 Tokenomics</a:t>
            </a:r>
          </a:p>
          <a:p>
            <a:pPr algn="ctr">
              <a:buNone/>
            </a:pPr>
            <a:r>
              <a:rPr lang="en-US" sz="1300">
                <a:solidFill>
                  <a:srgbClr val="2E6B5E"/>
                </a:solidFill>
                <a:effectLst/>
                <a:latin typeface="Arial" panose="020B0604020202020204" pitchFamily="34" charset="0"/>
              </a:rPr>
              <a:t>AI is managed by cost per accepted outcome</a:t>
            </a:r>
            <a:endParaRPr lang="en-US"/>
          </a:p>
        </p:txBody>
      </p:sp>
      <p:sp>
        <p:nvSpPr>
          <p:cNvPr id="35500" name="Lessons band">
            <a:extLst>
              <a:ext uri="{FF2B5EF4-FFF2-40B4-BE49-F238E27FC236}">
                <a16:creationId xmlns:a16="http://schemas.microsoft.com/office/drawing/2014/main" id="{C94E423B-05AB-9F76-BE65-9AB2AD04E462}"/>
              </a:ext>
            </a:extLst>
          </p:cNvPr>
          <p:cNvSpPr/>
          <p:nvPr/>
        </p:nvSpPr>
        <p:spPr>
          <a:xfrm>
            <a:off x="548640" y="4892040"/>
            <a:ext cx="11094720" cy="85344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21" name="Statement 1">
            <a:extLst>
              <a:ext uri="{FF2B5EF4-FFF2-40B4-BE49-F238E27FC236}">
                <a16:creationId xmlns:a16="http://schemas.microsoft.com/office/drawing/2014/main" id="{EC249819-E07A-C23D-6596-30C031C22FD3}"/>
              </a:ext>
            </a:extLst>
          </p:cNvPr>
          <p:cNvSpPr/>
          <p:nvPr/>
        </p:nvSpPr>
        <p:spPr>
          <a:xfrm>
            <a:off x="685800" y="5029200"/>
            <a:ext cx="3442255"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E9B14C"/>
                </a:solidFill>
                <a:effectLst/>
                <a:latin typeface="Arial" panose="020B0604020202020204" pitchFamily="34" charset="0"/>
              </a:rPr>
              <a:t>From a requirements review to five real AI assistants in 25 days</a:t>
            </a:r>
          </a:p>
          <a:p>
            <a:pPr algn="l">
              <a:buNone/>
            </a:pPr>
            <a:r>
              <a:rPr lang="en-US" sz="100">
                <a:effectLst/>
              </a:rPr>
              <a:t> </a:t>
            </a:r>
            <a:endParaRPr lang="en-US"/>
          </a:p>
        </p:txBody>
      </p:sp>
      <p:sp>
        <p:nvSpPr>
          <p:cNvPr id="35543" name="Band divider 1">
            <a:extLst>
              <a:ext uri="{FF2B5EF4-FFF2-40B4-BE49-F238E27FC236}">
                <a16:creationId xmlns:a16="http://schemas.microsoft.com/office/drawing/2014/main" id="{7E7F7D14-B81C-E7F1-58BD-7C7C8CCA9262}"/>
              </a:ext>
            </a:extLst>
          </p:cNvPr>
          <p:cNvSpPr/>
          <p:nvPr/>
        </p:nvSpPr>
        <p:spPr>
          <a:xfrm>
            <a:off x="4213145" y="5074920"/>
            <a:ext cx="12700" cy="487680"/>
          </a:xfrm>
          <a:prstGeom prst="rect">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66" name="Statement 2">
            <a:extLst>
              <a:ext uri="{FF2B5EF4-FFF2-40B4-BE49-F238E27FC236}">
                <a16:creationId xmlns:a16="http://schemas.microsoft.com/office/drawing/2014/main" id="{49267F8A-09CA-1A1C-C2DB-B14D5ADCA707}"/>
              </a:ext>
            </a:extLst>
          </p:cNvPr>
          <p:cNvSpPr/>
          <p:nvPr/>
        </p:nvSpPr>
        <p:spPr>
          <a:xfrm>
            <a:off x="4310935" y="5029200"/>
            <a:ext cx="377792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AF9F6"/>
                </a:solidFill>
                <a:effectLst/>
                <a:latin typeface="Arial" panose="020B0604020202020204" pitchFamily="34" charset="0"/>
              </a:rPr>
              <a:t>Owner feedback reshaped the screen: my cases, next owner, plain status</a:t>
            </a:r>
          </a:p>
          <a:p>
            <a:pPr algn="l">
              <a:buNone/>
            </a:pPr>
            <a:r>
              <a:rPr lang="en-US" sz="100">
                <a:effectLst/>
              </a:rPr>
              <a:t> </a:t>
            </a:r>
            <a:endParaRPr lang="en-US"/>
          </a:p>
        </p:txBody>
      </p:sp>
      <p:sp>
        <p:nvSpPr>
          <p:cNvPr id="35590" name="Band divider 2">
            <a:extLst>
              <a:ext uri="{FF2B5EF4-FFF2-40B4-BE49-F238E27FC236}">
                <a16:creationId xmlns:a16="http://schemas.microsoft.com/office/drawing/2014/main" id="{6AF3D692-354B-A19D-42C0-071161456DDB}"/>
              </a:ext>
            </a:extLst>
          </p:cNvPr>
          <p:cNvSpPr/>
          <p:nvPr/>
        </p:nvSpPr>
        <p:spPr>
          <a:xfrm>
            <a:off x="8173947" y="5074920"/>
            <a:ext cx="12700" cy="487680"/>
          </a:xfrm>
          <a:prstGeom prst="rect">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15" name="Statement 3">
            <a:extLst>
              <a:ext uri="{FF2B5EF4-FFF2-40B4-BE49-F238E27FC236}">
                <a16:creationId xmlns:a16="http://schemas.microsoft.com/office/drawing/2014/main" id="{A2FC0FE6-4C31-D40D-A259-FD490527C2D0}"/>
              </a:ext>
            </a:extLst>
          </p:cNvPr>
          <p:cNvSpPr/>
          <p:nvPr/>
        </p:nvSpPr>
        <p:spPr>
          <a:xfrm>
            <a:off x="8271737" y="5029200"/>
            <a:ext cx="3234461"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AF9F6"/>
                </a:solidFill>
                <a:effectLst/>
                <a:latin typeface="Arial" panose="020B0604020202020204" pitchFamily="34" charset="0"/>
              </a:rPr>
              <a:t>Every lesson became a requirement, a decision or a test</a:t>
            </a:r>
          </a:p>
          <a:p>
            <a:pPr algn="l">
              <a:buNone/>
            </a:pPr>
            <a:r>
              <a:rPr lang="en-US" sz="100">
                <a:effectLst/>
              </a:rPr>
              <a:t> </a:t>
            </a:r>
            <a:endParaRPr lang="en-US"/>
          </a:p>
        </p:txBody>
      </p:sp>
      <p:pic>
        <p:nvPicPr>
          <p:cNvPr id="35616" name="Milestone 1 icon" descr="Research icon">
            <a:extLst>
              <a:ext uri="{FF2B5EF4-FFF2-40B4-BE49-F238E27FC236}">
                <a16:creationId xmlns:a16="http://schemas.microsoft.com/office/drawing/2014/main" id="{915E04F5-44A1-72D9-0F54-27A1D37E2943}"/>
              </a:ext>
            </a:extLst>
          </p:cNvPr>
          <p:cNvPicPr>
            <a:picLocks noChangeAspect="1"/>
          </p:cNvPicPr>
          <p:nvPr/>
        </p:nvPicPr>
        <p:blipFill>
          <a:blip r:embed="rId3"/>
          <a:stretch>
            <a:fillRect/>
          </a:stretch>
        </p:blipFill>
        <p:spPr>
          <a:xfrm>
            <a:off x="1623060" y="2827020"/>
            <a:ext cx="502920" cy="502920"/>
          </a:xfrm>
          <a:prstGeom prst="rect">
            <a:avLst/>
          </a:prstGeom>
        </p:spPr>
      </p:pic>
      <p:pic>
        <p:nvPicPr>
          <p:cNvPr id="35617" name="Milestone 2 icon" descr="Prototype icon">
            <a:extLst>
              <a:ext uri="{FF2B5EF4-FFF2-40B4-BE49-F238E27FC236}">
                <a16:creationId xmlns:a16="http://schemas.microsoft.com/office/drawing/2014/main" id="{F8E3716F-88A5-415B-59B6-DC47CB186036}"/>
              </a:ext>
            </a:extLst>
          </p:cNvPr>
          <p:cNvPicPr>
            <a:picLocks noChangeAspect="1"/>
          </p:cNvPicPr>
          <p:nvPr/>
        </p:nvPicPr>
        <p:blipFill>
          <a:blip r:embed="rId4"/>
          <a:stretch>
            <a:fillRect/>
          </a:stretch>
        </p:blipFill>
        <p:spPr>
          <a:xfrm>
            <a:off x="3030220" y="2827020"/>
            <a:ext cx="502920" cy="502920"/>
          </a:xfrm>
          <a:prstGeom prst="rect">
            <a:avLst/>
          </a:prstGeom>
        </p:spPr>
      </p:pic>
      <p:pic>
        <p:nvPicPr>
          <p:cNvPr id="35618" name="Milestone 3 icon" descr="Idea icon">
            <a:extLst>
              <a:ext uri="{FF2B5EF4-FFF2-40B4-BE49-F238E27FC236}">
                <a16:creationId xmlns:a16="http://schemas.microsoft.com/office/drawing/2014/main" id="{ECA09EB6-9921-4D86-59BA-9FCF4B7274E4}"/>
              </a:ext>
            </a:extLst>
          </p:cNvPr>
          <p:cNvPicPr>
            <a:picLocks noChangeAspect="1"/>
          </p:cNvPicPr>
          <p:nvPr/>
        </p:nvPicPr>
        <p:blipFill>
          <a:blip r:embed="rId5"/>
          <a:stretch>
            <a:fillRect/>
          </a:stretch>
        </p:blipFill>
        <p:spPr>
          <a:xfrm>
            <a:off x="4437380" y="2827020"/>
            <a:ext cx="502920" cy="502920"/>
          </a:xfrm>
          <a:prstGeom prst="rect">
            <a:avLst/>
          </a:prstGeom>
        </p:spPr>
      </p:pic>
      <p:pic>
        <p:nvPicPr>
          <p:cNvPr id="35619" name="Milestone 4 icon" descr="AI icon">
            <a:extLst>
              <a:ext uri="{FF2B5EF4-FFF2-40B4-BE49-F238E27FC236}">
                <a16:creationId xmlns:a16="http://schemas.microsoft.com/office/drawing/2014/main" id="{C0E0D7C4-2A42-ED94-8BFA-8B3B6F1A7BE8}"/>
              </a:ext>
            </a:extLst>
          </p:cNvPr>
          <p:cNvPicPr>
            <a:picLocks noChangeAspect="1"/>
          </p:cNvPicPr>
          <p:nvPr/>
        </p:nvPicPr>
        <p:blipFill>
          <a:blip r:embed="rId6"/>
          <a:stretch>
            <a:fillRect/>
          </a:stretch>
        </p:blipFill>
        <p:spPr>
          <a:xfrm>
            <a:off x="5844540" y="2827020"/>
            <a:ext cx="502920" cy="502920"/>
          </a:xfrm>
          <a:prstGeom prst="rect">
            <a:avLst/>
          </a:prstGeom>
        </p:spPr>
      </p:pic>
      <p:pic>
        <p:nvPicPr>
          <p:cNvPr id="35620" name="Milestone 5 icon" descr="Approval gate icon">
            <a:extLst>
              <a:ext uri="{FF2B5EF4-FFF2-40B4-BE49-F238E27FC236}">
                <a16:creationId xmlns:a16="http://schemas.microsoft.com/office/drawing/2014/main" id="{20C5465A-3C60-3F18-EC7A-187377701806}"/>
              </a:ext>
            </a:extLst>
          </p:cNvPr>
          <p:cNvPicPr>
            <a:picLocks noChangeAspect="1"/>
          </p:cNvPicPr>
          <p:nvPr/>
        </p:nvPicPr>
        <p:blipFill>
          <a:blip r:embed="rId7"/>
          <a:stretch>
            <a:fillRect/>
          </a:stretch>
        </p:blipFill>
        <p:spPr>
          <a:xfrm>
            <a:off x="7251700" y="2827020"/>
            <a:ext cx="502920" cy="502920"/>
          </a:xfrm>
          <a:prstGeom prst="rect">
            <a:avLst/>
          </a:prstGeom>
        </p:spPr>
      </p:pic>
      <p:pic>
        <p:nvPicPr>
          <p:cNvPr id="35621" name="Milestone 6 icon" descr="Route icon">
            <a:extLst>
              <a:ext uri="{FF2B5EF4-FFF2-40B4-BE49-F238E27FC236}">
                <a16:creationId xmlns:a16="http://schemas.microsoft.com/office/drawing/2014/main" id="{6B9BFA04-8096-ACB9-8A79-076454A30EAB}"/>
              </a:ext>
            </a:extLst>
          </p:cNvPr>
          <p:cNvPicPr>
            <a:picLocks noChangeAspect="1"/>
          </p:cNvPicPr>
          <p:nvPr/>
        </p:nvPicPr>
        <p:blipFill>
          <a:blip r:embed="rId8"/>
          <a:stretch>
            <a:fillRect/>
          </a:stretch>
        </p:blipFill>
        <p:spPr>
          <a:xfrm>
            <a:off x="8658860" y="2827020"/>
            <a:ext cx="502920" cy="502920"/>
          </a:xfrm>
          <a:prstGeom prst="rect">
            <a:avLst/>
          </a:prstGeom>
        </p:spPr>
      </p:pic>
      <p:pic>
        <p:nvPicPr>
          <p:cNvPr id="35622" name="Milestone 7 icon" descr="Cost icon">
            <a:extLst>
              <a:ext uri="{FF2B5EF4-FFF2-40B4-BE49-F238E27FC236}">
                <a16:creationId xmlns:a16="http://schemas.microsoft.com/office/drawing/2014/main" id="{BBFA3FBE-55F2-A951-9491-5551797DD6E2}"/>
              </a:ext>
            </a:extLst>
          </p:cNvPr>
          <p:cNvPicPr>
            <a:picLocks noChangeAspect="1"/>
          </p:cNvPicPr>
          <p:nvPr/>
        </p:nvPicPr>
        <p:blipFill>
          <a:blip r:embed="rId9"/>
          <a:stretch>
            <a:fillRect/>
          </a:stretch>
        </p:blipFill>
        <p:spPr>
          <a:xfrm>
            <a:off x="10066020" y="2827020"/>
            <a:ext cx="502920" cy="502920"/>
          </a:xfrm>
          <a:prstGeom prst="rect">
            <a:avLst/>
          </a:prstGeom>
        </p:spPr>
      </p:pic>
    </p:spTree>
    <p:extLst>
      <p:ext uri="{BB962C8B-B14F-4D97-AF65-F5344CB8AC3E}">
        <p14:creationId xmlns:p14="http://schemas.microsoft.com/office/powerpoint/2010/main" val="1302422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623" name="Eyebrow">
            <a:extLst>
              <a:ext uri="{FF2B5EF4-FFF2-40B4-BE49-F238E27FC236}">
                <a16:creationId xmlns:a16="http://schemas.microsoft.com/office/drawing/2014/main" id="{261532A3-2C41-514B-D0DF-79B668EB082C}"/>
              </a:ext>
            </a:extLst>
          </p:cNvPr>
          <p:cNvSpPr/>
          <p:nvPr/>
        </p:nvSpPr>
        <p:spPr>
          <a:xfrm>
            <a:off x="548640" y="36576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5625" name="Slide title">
            <a:extLst>
              <a:ext uri="{FF2B5EF4-FFF2-40B4-BE49-F238E27FC236}">
                <a16:creationId xmlns:a16="http://schemas.microsoft.com/office/drawing/2014/main" id="{5A136B73-102A-C251-E44C-CA351D567846}"/>
              </a:ext>
            </a:extLst>
          </p:cNvPr>
          <p:cNvSpPr/>
          <p:nvPr/>
        </p:nvSpPr>
        <p:spPr>
          <a:xfrm>
            <a:off x="548640" y="685800"/>
            <a:ext cx="647787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stress-tested the economics</a:t>
            </a:r>
          </a:p>
          <a:p>
            <a:pPr algn="l">
              <a:buNone/>
            </a:pPr>
            <a:r>
              <a:rPr lang="en-US" sz="3200" b="1">
                <a:solidFill>
                  <a:srgbClr val="173F35"/>
                </a:solidFill>
                <a:effectLst/>
                <a:latin typeface="Arial" panose="020B0604020202020204" pitchFamily="34" charset="0"/>
              </a:rPr>
              <a:t>before we wrote the product.</a:t>
            </a:r>
            <a:endParaRPr lang="en-US"/>
          </a:p>
        </p:txBody>
      </p:sp>
      <p:sp>
        <p:nvSpPr>
          <p:cNvPr id="35628" name="Footer sources">
            <a:extLst>
              <a:ext uri="{FF2B5EF4-FFF2-40B4-BE49-F238E27FC236}">
                <a16:creationId xmlns:a16="http://schemas.microsoft.com/office/drawing/2014/main" id="{766DCFB1-5203-8B50-540C-478555774368}"/>
              </a:ext>
            </a:extLst>
          </p:cNvPr>
          <p:cNvSpPr/>
          <p:nvPr/>
        </p:nvSpPr>
        <p:spPr>
          <a:xfrm>
            <a:off x="548640" y="5943600"/>
            <a:ext cx="5233588"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E21: dated benchmark, not a quote. Grant assumes eligible homes/costs, allocation, award and claim. GBP 20,000 fixture remains separate.</a:t>
            </a:r>
          </a:p>
        </p:txBody>
      </p:sp>
      <p:sp>
        <p:nvSpPr>
          <p:cNvPr id="35632" name="Footer navigation">
            <a:extLst>
              <a:ext uri="{FF2B5EF4-FFF2-40B4-BE49-F238E27FC236}">
                <a16:creationId xmlns:a16="http://schemas.microsoft.com/office/drawing/2014/main" id="{5D266012-D388-3DCC-14ED-D7F3E197CEB1}"/>
              </a:ext>
            </a:extLst>
          </p:cNvPr>
          <p:cNvSpPr/>
          <p:nvPr/>
        </p:nvSpPr>
        <p:spPr>
          <a:xfrm>
            <a:off x="10070592" y="6126480"/>
            <a:ext cx="1572768"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S10 · Answers: B09</a:t>
            </a:r>
          </a:p>
          <a:p>
            <a:pPr algn="r">
              <a:buNone/>
            </a:pPr>
            <a:r>
              <a:rPr lang="en-US" sz="100">
                <a:effectLst/>
              </a:rPr>
              <a:t> </a:t>
            </a:r>
            <a:endParaRPr lang="en-US"/>
          </a:p>
        </p:txBody>
      </p:sp>
      <p:sp>
        <p:nvSpPr>
          <p:cNvPr id="35637" name="What-if pill">
            <a:extLst>
              <a:ext uri="{FF2B5EF4-FFF2-40B4-BE49-F238E27FC236}">
                <a16:creationId xmlns:a16="http://schemas.microsoft.com/office/drawing/2014/main" id="{BF127DB5-FBD4-E69C-B851-B637ED51FCE5}"/>
              </a:ext>
            </a:extLst>
          </p:cNvPr>
          <p:cNvSpPr/>
          <p:nvPr/>
        </p:nvSpPr>
        <p:spPr>
          <a:xfrm>
            <a:off x="10472928" y="365760"/>
            <a:ext cx="11704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WHAT-IF</a:t>
            </a:r>
          </a:p>
          <a:p>
            <a:pPr algn="ctr">
              <a:buNone/>
            </a:pPr>
            <a:r>
              <a:rPr lang="en-US" sz="100">
                <a:effectLst/>
              </a:rPr>
              <a:t> </a:t>
            </a:r>
            <a:endParaRPr lang="en-US"/>
          </a:p>
        </p:txBody>
      </p:sp>
      <p:sp>
        <p:nvSpPr>
          <p:cNvPr id="35643" name="Scenarios callout">
            <a:extLst>
              <a:ext uri="{FF2B5EF4-FFF2-40B4-BE49-F238E27FC236}">
                <a16:creationId xmlns:a16="http://schemas.microsoft.com/office/drawing/2014/main" id="{922D64ED-AB22-F3F3-8FD6-97CAEEE5CC38}"/>
              </a:ext>
            </a:extLst>
          </p:cNvPr>
          <p:cNvSpPr/>
          <p:nvPr/>
        </p:nvSpPr>
        <p:spPr>
          <a:xfrm>
            <a:off x="7209393" y="777240"/>
            <a:ext cx="4433967" cy="10058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50" name="Scenarios icon disc">
            <a:extLst>
              <a:ext uri="{FF2B5EF4-FFF2-40B4-BE49-F238E27FC236}">
                <a16:creationId xmlns:a16="http://schemas.microsoft.com/office/drawing/2014/main" id="{46FA7724-EFFB-AD44-887F-0F78043D9040}"/>
              </a:ext>
            </a:extLst>
          </p:cNvPr>
          <p:cNvSpPr/>
          <p:nvPr/>
        </p:nvSpPr>
        <p:spPr>
          <a:xfrm>
            <a:off x="7361793" y="9829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58" name="Scenarios text">
            <a:extLst>
              <a:ext uri="{FF2B5EF4-FFF2-40B4-BE49-F238E27FC236}">
                <a16:creationId xmlns:a16="http://schemas.microsoft.com/office/drawing/2014/main" id="{546A9D23-10C6-0E66-E048-214E8FEC5B18}"/>
              </a:ext>
            </a:extLst>
          </p:cNvPr>
          <p:cNvSpPr/>
          <p:nvPr/>
        </p:nvSpPr>
        <p:spPr>
          <a:xfrm>
            <a:off x="8001873" y="868680"/>
            <a:ext cx="3595767"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2E6B5E"/>
                </a:solidFill>
                <a:effectLst/>
                <a:latin typeface="Arial" panose="020B0604020202020204" pitchFamily="34" charset="0"/>
              </a:rPr>
              <a:t>20 scenarios</a:t>
            </a:r>
          </a:p>
          <a:p>
            <a:pPr algn="l">
              <a:buNone/>
            </a:pPr>
            <a:r>
              <a:rPr lang="en-US" sz="1400">
                <a:solidFill>
                  <a:srgbClr val="173F35"/>
                </a:solidFill>
                <a:effectLst/>
                <a:latin typeface="Arial" panose="020B0604020202020204" pitchFamily="34" charset="0"/>
              </a:rPr>
              <a:t>five agents, a programme supervisor and a damp and mould loop</a:t>
            </a:r>
            <a:endParaRPr lang="en-US"/>
          </a:p>
        </p:txBody>
      </p:sp>
      <p:sp>
        <p:nvSpPr>
          <p:cNvPr id="35667" name="One home panel">
            <a:extLst>
              <a:ext uri="{FF2B5EF4-FFF2-40B4-BE49-F238E27FC236}">
                <a16:creationId xmlns:a16="http://schemas.microsoft.com/office/drawing/2014/main" id="{7A51534E-0CF1-5C8E-3615-530C68D48BA1}"/>
              </a:ext>
            </a:extLst>
          </p:cNvPr>
          <p:cNvSpPr/>
          <p:nvPr/>
        </p:nvSpPr>
        <p:spPr>
          <a:xfrm>
            <a:off x="548640" y="2057400"/>
            <a:ext cx="4114800" cy="37947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77" name="Programme panel">
            <a:extLst>
              <a:ext uri="{FF2B5EF4-FFF2-40B4-BE49-F238E27FC236}">
                <a16:creationId xmlns:a16="http://schemas.microsoft.com/office/drawing/2014/main" id="{AA6E6D80-69B1-62F1-57C0-4681AB0F473D}"/>
              </a:ext>
            </a:extLst>
          </p:cNvPr>
          <p:cNvSpPr/>
          <p:nvPr/>
        </p:nvSpPr>
        <p:spPr>
          <a:xfrm>
            <a:off x="4892040" y="2057400"/>
            <a:ext cx="6751320" cy="37947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88" name="One home header">
            <a:extLst>
              <a:ext uri="{FF2B5EF4-FFF2-40B4-BE49-F238E27FC236}">
                <a16:creationId xmlns:a16="http://schemas.microsoft.com/office/drawing/2014/main" id="{857F6F12-58A5-2FE9-3C8E-4FA1CAF0E33E}"/>
              </a:ext>
            </a:extLst>
          </p:cNvPr>
          <p:cNvSpPr/>
          <p:nvPr/>
        </p:nvSpPr>
        <p:spPr>
          <a:xfrm>
            <a:off x="609600" y="2124800"/>
            <a:ext cx="39928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ONE HOME · exercise fixture (fictional)</a:t>
            </a:r>
          </a:p>
          <a:p>
            <a:pPr algn="l">
              <a:buNone/>
            </a:pPr>
            <a:r>
              <a:rPr lang="en-US" sz="100">
                <a:effectLst/>
              </a:rPr>
              <a:t> </a:t>
            </a:r>
            <a:endParaRPr lang="en-US"/>
          </a:p>
        </p:txBody>
      </p:sp>
      <p:sp>
        <p:nvSpPr>
          <p:cNvPr id="35700" name="Programme header">
            <a:extLst>
              <a:ext uri="{FF2B5EF4-FFF2-40B4-BE49-F238E27FC236}">
                <a16:creationId xmlns:a16="http://schemas.microsoft.com/office/drawing/2014/main" id="{D5CCE06B-BEF5-877C-4953-CF3A75B1FAD3}"/>
              </a:ext>
            </a:extLst>
          </p:cNvPr>
          <p:cNvSpPr/>
          <p:nvPr/>
        </p:nvSpPr>
        <p:spPr>
          <a:xfrm>
            <a:off x="4953000" y="2124800"/>
            <a:ext cx="6629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THE PROGRAMME · 15,600 homes</a:t>
            </a:r>
          </a:p>
          <a:p>
            <a:pPr algn="l">
              <a:buNone/>
            </a:pPr>
            <a:r>
              <a:rPr lang="en-US" sz="100">
                <a:effectLst/>
              </a:rPr>
              <a:t> </a:t>
            </a:r>
            <a:endParaRPr lang="en-US"/>
          </a:p>
        </p:txBody>
      </p:sp>
      <p:pic>
        <p:nvPicPr>
          <p:cNvPr id="37901" name="Scenarios icon" descr="Research icon">
            <a:extLst>
              <a:ext uri="{FF2B5EF4-FFF2-40B4-BE49-F238E27FC236}">
                <a16:creationId xmlns:a16="http://schemas.microsoft.com/office/drawing/2014/main" id="{CD989EC1-0974-5710-EDCE-836484A89063}"/>
              </a:ext>
            </a:extLst>
          </p:cNvPr>
          <p:cNvPicPr>
            <a:picLocks noChangeAspect="1"/>
          </p:cNvPicPr>
          <p:nvPr/>
        </p:nvPicPr>
        <p:blipFill>
          <a:blip r:embed="rId3"/>
          <a:stretch>
            <a:fillRect/>
          </a:stretch>
        </p:blipFill>
        <p:spPr>
          <a:xfrm>
            <a:off x="7453233" y="1074420"/>
            <a:ext cx="411480" cy="411480"/>
          </a:xfrm>
          <a:prstGeom prst="rect">
            <a:avLst/>
          </a:prstGeom>
        </p:spPr>
      </p:pic>
      <p:sp>
        <p:nvSpPr>
          <p:cNvPr id="53498" name="Programme zero line">
            <a:extLst>
              <a:ext uri="{FF2B5EF4-FFF2-40B4-BE49-F238E27FC236}">
                <a16:creationId xmlns:a16="http://schemas.microsoft.com/office/drawing/2014/main" id="{945AD91C-3904-4150-765E-09A3857AB9AA}"/>
              </a:ext>
            </a:extLst>
          </p:cNvPr>
          <p:cNvSpPr/>
          <p:nvPr/>
        </p:nvSpPr>
        <p:spPr>
          <a:xfrm>
            <a:off x="8371076" y="2834640"/>
            <a:ext cx="19050" cy="227494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0" name="Home zero line">
            <a:extLst>
              <a:ext uri="{FF2B5EF4-FFF2-40B4-BE49-F238E27FC236}">
                <a16:creationId xmlns:a16="http://schemas.microsoft.com/office/drawing/2014/main" id="{EF5DF874-C5D9-7D35-8526-84318DC5724D}"/>
              </a:ext>
            </a:extLst>
          </p:cNvPr>
          <p:cNvSpPr/>
          <p:nvPr/>
        </p:nvSpPr>
        <p:spPr>
          <a:xfrm>
            <a:off x="782955" y="2804160"/>
            <a:ext cx="19050" cy="2351151"/>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3" name="Home bar 1">
            <a:extLst>
              <a:ext uri="{FF2B5EF4-FFF2-40B4-BE49-F238E27FC236}">
                <a16:creationId xmlns:a16="http://schemas.microsoft.com/office/drawing/2014/main" id="{9FE522FB-207D-5EE2-1FD9-CF70FADE2AFD}"/>
              </a:ext>
            </a:extLst>
          </p:cNvPr>
          <p:cNvSpPr/>
          <p:nvPr/>
        </p:nvSpPr>
        <p:spPr>
          <a:xfrm>
            <a:off x="792480" y="2849880"/>
            <a:ext cx="2895600" cy="292608"/>
          </a:xfrm>
          <a:prstGeom prst="rect">
            <a:avLst/>
          </a:prstGeom>
          <a:solidFill>
            <a:srgbClr val="BFC9C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7" name="Home bar 2">
            <a:extLst>
              <a:ext uri="{FF2B5EF4-FFF2-40B4-BE49-F238E27FC236}">
                <a16:creationId xmlns:a16="http://schemas.microsoft.com/office/drawing/2014/main" id="{0BAFFF3B-E904-6B38-9199-668D690DBD68}"/>
              </a:ext>
            </a:extLst>
          </p:cNvPr>
          <p:cNvSpPr/>
          <p:nvPr/>
        </p:nvSpPr>
        <p:spPr>
          <a:xfrm>
            <a:off x="792480" y="3505581"/>
            <a:ext cx="1809750" cy="29260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12" name="Home bar 3">
            <a:extLst>
              <a:ext uri="{FF2B5EF4-FFF2-40B4-BE49-F238E27FC236}">
                <a16:creationId xmlns:a16="http://schemas.microsoft.com/office/drawing/2014/main" id="{104DB3DD-95BB-09FC-93F7-6BA6DFFBE6B8}"/>
              </a:ext>
            </a:extLst>
          </p:cNvPr>
          <p:cNvSpPr/>
          <p:nvPr/>
        </p:nvSpPr>
        <p:spPr>
          <a:xfrm>
            <a:off x="792480" y="4161282"/>
            <a:ext cx="2099310" cy="29260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18" name="Home bar 4">
            <a:extLst>
              <a:ext uri="{FF2B5EF4-FFF2-40B4-BE49-F238E27FC236}">
                <a16:creationId xmlns:a16="http://schemas.microsoft.com/office/drawing/2014/main" id="{A51DBA4B-08FD-2CA3-82C6-9E47CDBA26EC}"/>
              </a:ext>
            </a:extLst>
          </p:cNvPr>
          <p:cNvSpPr/>
          <p:nvPr/>
        </p:nvSpPr>
        <p:spPr>
          <a:xfrm>
            <a:off x="792480" y="4816983"/>
            <a:ext cx="2026920" cy="29260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25" name="Home axis">
            <a:extLst>
              <a:ext uri="{FF2B5EF4-FFF2-40B4-BE49-F238E27FC236}">
                <a16:creationId xmlns:a16="http://schemas.microsoft.com/office/drawing/2014/main" id="{1FD8BBC8-4906-1E6B-0749-4F64550F8780}"/>
              </a:ext>
            </a:extLst>
          </p:cNvPr>
          <p:cNvSpPr/>
          <p:nvPr/>
        </p:nvSpPr>
        <p:spPr>
          <a:xfrm>
            <a:off x="787717" y="5155311"/>
            <a:ext cx="3189923" cy="9525"/>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33" name="Home tick mark 0">
            <a:extLst>
              <a:ext uri="{FF2B5EF4-FFF2-40B4-BE49-F238E27FC236}">
                <a16:creationId xmlns:a16="http://schemas.microsoft.com/office/drawing/2014/main" id="{D6B31566-83A3-5D02-C54C-7AF7BAC547F2}"/>
              </a:ext>
            </a:extLst>
          </p:cNvPr>
          <p:cNvSpPr/>
          <p:nvPr/>
        </p:nvSpPr>
        <p:spPr>
          <a:xfrm>
            <a:off x="7877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42" name="Home tick mark 5000">
            <a:extLst>
              <a:ext uri="{FF2B5EF4-FFF2-40B4-BE49-F238E27FC236}">
                <a16:creationId xmlns:a16="http://schemas.microsoft.com/office/drawing/2014/main" id="{53A0CC10-8CF0-995D-4EDF-B6D121ECC639}"/>
              </a:ext>
            </a:extLst>
          </p:cNvPr>
          <p:cNvSpPr/>
          <p:nvPr/>
        </p:nvSpPr>
        <p:spPr>
          <a:xfrm>
            <a:off x="15116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52" name="Home tick mark 10000">
            <a:extLst>
              <a:ext uri="{FF2B5EF4-FFF2-40B4-BE49-F238E27FC236}">
                <a16:creationId xmlns:a16="http://schemas.microsoft.com/office/drawing/2014/main" id="{331C6C69-6AEB-6C6C-3DD4-CC0E77E0B6B7}"/>
              </a:ext>
            </a:extLst>
          </p:cNvPr>
          <p:cNvSpPr/>
          <p:nvPr/>
        </p:nvSpPr>
        <p:spPr>
          <a:xfrm>
            <a:off x="22355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63" name="Home tick mark 15000">
            <a:extLst>
              <a:ext uri="{FF2B5EF4-FFF2-40B4-BE49-F238E27FC236}">
                <a16:creationId xmlns:a16="http://schemas.microsoft.com/office/drawing/2014/main" id="{3FBD55C3-6309-965C-4FA1-956D56106016}"/>
              </a:ext>
            </a:extLst>
          </p:cNvPr>
          <p:cNvSpPr/>
          <p:nvPr/>
        </p:nvSpPr>
        <p:spPr>
          <a:xfrm>
            <a:off x="29594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75" name="Home tick mark 20000">
            <a:extLst>
              <a:ext uri="{FF2B5EF4-FFF2-40B4-BE49-F238E27FC236}">
                <a16:creationId xmlns:a16="http://schemas.microsoft.com/office/drawing/2014/main" id="{301357DE-C695-BAC4-FB7D-163AD327A6CB}"/>
              </a:ext>
            </a:extLst>
          </p:cNvPr>
          <p:cNvSpPr/>
          <p:nvPr/>
        </p:nvSpPr>
        <p:spPr>
          <a:xfrm>
            <a:off x="36833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88" name="Programme bar £95m">
            <a:extLst>
              <a:ext uri="{FF2B5EF4-FFF2-40B4-BE49-F238E27FC236}">
                <a16:creationId xmlns:a16="http://schemas.microsoft.com/office/drawing/2014/main" id="{B71B6A50-F65E-8514-4148-DD6E946A2357}"/>
              </a:ext>
            </a:extLst>
          </p:cNvPr>
          <p:cNvSpPr/>
          <p:nvPr/>
        </p:nvSpPr>
        <p:spPr>
          <a:xfrm>
            <a:off x="8380601" y="2903220"/>
            <a:ext cx="682562"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02" name="Programme bar £107m">
            <a:extLst>
              <a:ext uri="{FF2B5EF4-FFF2-40B4-BE49-F238E27FC236}">
                <a16:creationId xmlns:a16="http://schemas.microsoft.com/office/drawing/2014/main" id="{11DFDE8C-9244-6155-0998-FA800A7674EE}"/>
              </a:ext>
            </a:extLst>
          </p:cNvPr>
          <p:cNvSpPr/>
          <p:nvPr/>
        </p:nvSpPr>
        <p:spPr>
          <a:xfrm>
            <a:off x="8380601" y="3236658"/>
            <a:ext cx="768780"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17" name="Programme bar £312m">
            <a:extLst>
              <a:ext uri="{FF2B5EF4-FFF2-40B4-BE49-F238E27FC236}">
                <a16:creationId xmlns:a16="http://schemas.microsoft.com/office/drawing/2014/main" id="{775A8242-E2E3-0985-4BD8-6B688F1ADF96}"/>
              </a:ext>
            </a:extLst>
          </p:cNvPr>
          <p:cNvSpPr/>
          <p:nvPr/>
        </p:nvSpPr>
        <p:spPr>
          <a:xfrm>
            <a:off x="8380601" y="3570096"/>
            <a:ext cx="2241678"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33" name="Programme bar £22.5m">
            <a:extLst>
              <a:ext uri="{FF2B5EF4-FFF2-40B4-BE49-F238E27FC236}">
                <a16:creationId xmlns:a16="http://schemas.microsoft.com/office/drawing/2014/main" id="{1429EBE9-5A3F-1828-AA3C-0C048C6C4DCC}"/>
              </a:ext>
            </a:extLst>
          </p:cNvPr>
          <p:cNvSpPr/>
          <p:nvPr/>
        </p:nvSpPr>
        <p:spPr>
          <a:xfrm>
            <a:off x="8380601" y="4177854"/>
            <a:ext cx="161659"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50" name="Programme bar £47m">
            <a:extLst>
              <a:ext uri="{FF2B5EF4-FFF2-40B4-BE49-F238E27FC236}">
                <a16:creationId xmlns:a16="http://schemas.microsoft.com/office/drawing/2014/main" id="{9D46E419-563A-DF93-B7A7-0502D08DF01D}"/>
              </a:ext>
            </a:extLst>
          </p:cNvPr>
          <p:cNvSpPr/>
          <p:nvPr/>
        </p:nvSpPr>
        <p:spPr>
          <a:xfrm>
            <a:off x="8380601" y="4511292"/>
            <a:ext cx="337688"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68" name="Programme bar £117m">
            <a:extLst>
              <a:ext uri="{FF2B5EF4-FFF2-40B4-BE49-F238E27FC236}">
                <a16:creationId xmlns:a16="http://schemas.microsoft.com/office/drawing/2014/main" id="{8206F95D-26E3-0F0F-7C34-EB8B8670053E}"/>
              </a:ext>
            </a:extLst>
          </p:cNvPr>
          <p:cNvSpPr/>
          <p:nvPr/>
        </p:nvSpPr>
        <p:spPr>
          <a:xfrm>
            <a:off x="8380601" y="4844730"/>
            <a:ext cx="840629"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87" name="Programme axis">
            <a:extLst>
              <a:ext uri="{FF2B5EF4-FFF2-40B4-BE49-F238E27FC236}">
                <a16:creationId xmlns:a16="http://schemas.microsoft.com/office/drawing/2014/main" id="{FCA22C39-ECC0-C7E0-B718-6AE816ECC64C}"/>
              </a:ext>
            </a:extLst>
          </p:cNvPr>
          <p:cNvSpPr/>
          <p:nvPr/>
        </p:nvSpPr>
        <p:spPr>
          <a:xfrm>
            <a:off x="8375838" y="5109588"/>
            <a:ext cx="2519467" cy="9525"/>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07" name="Programme tick mark 0">
            <a:extLst>
              <a:ext uri="{FF2B5EF4-FFF2-40B4-BE49-F238E27FC236}">
                <a16:creationId xmlns:a16="http://schemas.microsoft.com/office/drawing/2014/main" id="{5D5C4C83-EA5B-73B9-A719-FF5683794620}"/>
              </a:ext>
            </a:extLst>
          </p:cNvPr>
          <p:cNvSpPr/>
          <p:nvPr/>
        </p:nvSpPr>
        <p:spPr>
          <a:xfrm>
            <a:off x="8375838"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28" name="Programme tick mark 100">
            <a:extLst>
              <a:ext uri="{FF2B5EF4-FFF2-40B4-BE49-F238E27FC236}">
                <a16:creationId xmlns:a16="http://schemas.microsoft.com/office/drawing/2014/main" id="{3A3246EC-58E8-3735-41DF-FE8B72AA4E9C}"/>
              </a:ext>
            </a:extLst>
          </p:cNvPr>
          <p:cNvSpPr/>
          <p:nvPr/>
        </p:nvSpPr>
        <p:spPr>
          <a:xfrm>
            <a:off x="9094324"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50" name="Programme tick mark 200">
            <a:extLst>
              <a:ext uri="{FF2B5EF4-FFF2-40B4-BE49-F238E27FC236}">
                <a16:creationId xmlns:a16="http://schemas.microsoft.com/office/drawing/2014/main" id="{A1CAD44F-1855-C5BD-90E4-CD448651E256}"/>
              </a:ext>
            </a:extLst>
          </p:cNvPr>
          <p:cNvSpPr/>
          <p:nvPr/>
        </p:nvSpPr>
        <p:spPr>
          <a:xfrm>
            <a:off x="9812811"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73" name="Programme tick mark 300">
            <a:extLst>
              <a:ext uri="{FF2B5EF4-FFF2-40B4-BE49-F238E27FC236}">
                <a16:creationId xmlns:a16="http://schemas.microsoft.com/office/drawing/2014/main" id="{07AFBB3E-CCD3-A80F-3044-F6CE14732212}"/>
              </a:ext>
            </a:extLst>
          </p:cNvPr>
          <p:cNvSpPr/>
          <p:nvPr/>
        </p:nvSpPr>
        <p:spPr>
          <a:xfrm>
            <a:off x="10531298"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97" name="Home label 1">
            <a:extLst>
              <a:ext uri="{FF2B5EF4-FFF2-40B4-BE49-F238E27FC236}">
                <a16:creationId xmlns:a16="http://schemas.microsoft.com/office/drawing/2014/main" id="{44A4B5C6-2FA3-1B5A-4211-C1E37576AA3E}"/>
              </a:ext>
            </a:extLst>
          </p:cNvPr>
          <p:cNvSpPr/>
          <p:nvPr/>
        </p:nvSpPr>
        <p:spPr>
          <a:xfrm>
            <a:off x="774192" y="2498180"/>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Gross cash before grant</a:t>
            </a:r>
          </a:p>
          <a:p>
            <a:pPr algn="l">
              <a:buNone/>
            </a:pPr>
            <a:r>
              <a:rPr lang="en-US" sz="100">
                <a:effectLst/>
              </a:rPr>
              <a:t> </a:t>
            </a:r>
            <a:endParaRPr lang="en-US"/>
          </a:p>
        </p:txBody>
      </p:sp>
      <p:sp>
        <p:nvSpPr>
          <p:cNvPr id="53822" name="Home value 1">
            <a:extLst>
              <a:ext uri="{FF2B5EF4-FFF2-40B4-BE49-F238E27FC236}">
                <a16:creationId xmlns:a16="http://schemas.microsoft.com/office/drawing/2014/main" id="{0DA3050F-EB89-0E3B-3292-051BCF72D3D5}"/>
              </a:ext>
            </a:extLst>
          </p:cNvPr>
          <p:cNvSpPr/>
          <p:nvPr/>
        </p:nvSpPr>
        <p:spPr>
          <a:xfrm>
            <a:off x="3669792" y="2758784"/>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20,000</a:t>
            </a:r>
          </a:p>
          <a:p>
            <a:pPr algn="l">
              <a:buNone/>
            </a:pPr>
            <a:r>
              <a:rPr lang="en-US" sz="100">
                <a:effectLst/>
              </a:rPr>
              <a:t> </a:t>
            </a:r>
            <a:endParaRPr lang="en-US"/>
          </a:p>
        </p:txBody>
      </p:sp>
      <p:sp>
        <p:nvSpPr>
          <p:cNvPr id="53848" name="Home label 2">
            <a:extLst>
              <a:ext uri="{FF2B5EF4-FFF2-40B4-BE49-F238E27FC236}">
                <a16:creationId xmlns:a16="http://schemas.microsoft.com/office/drawing/2014/main" id="{FB22D47B-210F-AED5-0782-46DE928E0B61}"/>
              </a:ext>
            </a:extLst>
          </p:cNvPr>
          <p:cNvSpPr/>
          <p:nvPr/>
        </p:nvSpPr>
        <p:spPr>
          <a:xfrm>
            <a:off x="774192" y="3153881"/>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Provider funding, base case</a:t>
            </a:r>
          </a:p>
          <a:p>
            <a:pPr algn="l">
              <a:buNone/>
            </a:pPr>
            <a:r>
              <a:rPr lang="en-US" sz="100">
                <a:effectLst/>
              </a:rPr>
              <a:t> </a:t>
            </a:r>
            <a:endParaRPr lang="en-US"/>
          </a:p>
        </p:txBody>
      </p:sp>
      <p:sp>
        <p:nvSpPr>
          <p:cNvPr id="53875" name="Home value 2">
            <a:extLst>
              <a:ext uri="{FF2B5EF4-FFF2-40B4-BE49-F238E27FC236}">
                <a16:creationId xmlns:a16="http://schemas.microsoft.com/office/drawing/2014/main" id="{4F658AC9-0C6A-FB84-3901-D15DFC490C12}"/>
              </a:ext>
            </a:extLst>
          </p:cNvPr>
          <p:cNvSpPr/>
          <p:nvPr/>
        </p:nvSpPr>
        <p:spPr>
          <a:xfrm>
            <a:off x="2583942" y="3414485"/>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12,500</a:t>
            </a:r>
          </a:p>
          <a:p>
            <a:pPr algn="l">
              <a:buNone/>
            </a:pPr>
            <a:r>
              <a:rPr lang="en-US" sz="100">
                <a:effectLst/>
              </a:rPr>
              <a:t> </a:t>
            </a:r>
            <a:endParaRPr lang="en-US"/>
          </a:p>
        </p:txBody>
      </p:sp>
      <p:sp>
        <p:nvSpPr>
          <p:cNvPr id="53903" name="Home label 3">
            <a:extLst>
              <a:ext uri="{FF2B5EF4-FFF2-40B4-BE49-F238E27FC236}">
                <a16:creationId xmlns:a16="http://schemas.microsoft.com/office/drawing/2014/main" id="{1B828E4B-FE91-0563-EAD1-0F3BD860C9F9}"/>
              </a:ext>
            </a:extLst>
          </p:cNvPr>
          <p:cNvSpPr/>
          <p:nvPr/>
        </p:nvSpPr>
        <p:spPr>
          <a:xfrm>
            <a:off x="774192" y="3809582"/>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Contingency spent</a:t>
            </a:r>
          </a:p>
          <a:p>
            <a:pPr algn="l">
              <a:buNone/>
            </a:pPr>
            <a:r>
              <a:rPr lang="en-US" sz="100">
                <a:effectLst/>
              </a:rPr>
              <a:t> </a:t>
            </a:r>
            <a:endParaRPr lang="en-US"/>
          </a:p>
        </p:txBody>
      </p:sp>
      <p:sp>
        <p:nvSpPr>
          <p:cNvPr id="53932" name="Home value 3">
            <a:extLst>
              <a:ext uri="{FF2B5EF4-FFF2-40B4-BE49-F238E27FC236}">
                <a16:creationId xmlns:a16="http://schemas.microsoft.com/office/drawing/2014/main" id="{DE4A925D-3A43-7910-3F82-1E98BA4DBABA}"/>
              </a:ext>
            </a:extLst>
          </p:cNvPr>
          <p:cNvSpPr/>
          <p:nvPr/>
        </p:nvSpPr>
        <p:spPr>
          <a:xfrm>
            <a:off x="2873502" y="4070186"/>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14,500</a:t>
            </a:r>
          </a:p>
          <a:p>
            <a:pPr algn="l">
              <a:buNone/>
            </a:pPr>
            <a:r>
              <a:rPr lang="en-US" sz="100">
                <a:effectLst/>
              </a:rPr>
              <a:t> </a:t>
            </a:r>
            <a:endParaRPr lang="en-US"/>
          </a:p>
        </p:txBody>
      </p:sp>
      <p:sp>
        <p:nvSpPr>
          <p:cNvPr id="53962" name="Home label 4">
            <a:extLst>
              <a:ext uri="{FF2B5EF4-FFF2-40B4-BE49-F238E27FC236}">
                <a16:creationId xmlns:a16="http://schemas.microsoft.com/office/drawing/2014/main" id="{338D9D23-D4BE-CC93-C48D-33634317A409}"/>
              </a:ext>
            </a:extLst>
          </p:cNvPr>
          <p:cNvSpPr/>
          <p:nvPr/>
        </p:nvSpPr>
        <p:spPr>
          <a:xfrm>
            <a:off x="774192" y="4465283"/>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Eligible cost falls to 12,000</a:t>
            </a:r>
          </a:p>
          <a:p>
            <a:pPr algn="l">
              <a:buNone/>
            </a:pPr>
            <a:r>
              <a:rPr lang="en-US" sz="100">
                <a:effectLst/>
              </a:rPr>
              <a:t> </a:t>
            </a:r>
            <a:endParaRPr lang="en-US"/>
          </a:p>
        </p:txBody>
      </p:sp>
      <p:sp>
        <p:nvSpPr>
          <p:cNvPr id="53993" name="Home value 4">
            <a:extLst>
              <a:ext uri="{FF2B5EF4-FFF2-40B4-BE49-F238E27FC236}">
                <a16:creationId xmlns:a16="http://schemas.microsoft.com/office/drawing/2014/main" id="{74DF1E51-1911-6B7C-DE23-1695A7A14FDE}"/>
              </a:ext>
            </a:extLst>
          </p:cNvPr>
          <p:cNvSpPr/>
          <p:nvPr/>
        </p:nvSpPr>
        <p:spPr>
          <a:xfrm>
            <a:off x="2801112" y="4725887"/>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14,000</a:t>
            </a:r>
          </a:p>
          <a:p>
            <a:pPr algn="l">
              <a:buNone/>
            </a:pPr>
            <a:r>
              <a:rPr lang="en-US" sz="100">
                <a:effectLst/>
              </a:rPr>
              <a:t> </a:t>
            </a:r>
            <a:endParaRPr lang="en-US"/>
          </a:p>
        </p:txBody>
      </p:sp>
      <p:sp>
        <p:nvSpPr>
          <p:cNvPr id="54025" name="Home tick 0">
            <a:extLst>
              <a:ext uri="{FF2B5EF4-FFF2-40B4-BE49-F238E27FC236}">
                <a16:creationId xmlns:a16="http://schemas.microsoft.com/office/drawing/2014/main" id="{CEE163FA-BAB7-C781-79E8-C1890C61CC82}"/>
              </a:ext>
            </a:extLst>
          </p:cNvPr>
          <p:cNvSpPr/>
          <p:nvPr/>
        </p:nvSpPr>
        <p:spPr>
          <a:xfrm>
            <a:off x="3352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0</a:t>
            </a:r>
          </a:p>
          <a:p>
            <a:pPr algn="ctr">
              <a:buNone/>
            </a:pPr>
            <a:r>
              <a:rPr lang="en-US" sz="100">
                <a:effectLst/>
              </a:rPr>
              <a:t> </a:t>
            </a:r>
            <a:endParaRPr lang="en-US"/>
          </a:p>
        </p:txBody>
      </p:sp>
      <p:sp>
        <p:nvSpPr>
          <p:cNvPr id="54058" name="Home tick 5000">
            <a:extLst>
              <a:ext uri="{FF2B5EF4-FFF2-40B4-BE49-F238E27FC236}">
                <a16:creationId xmlns:a16="http://schemas.microsoft.com/office/drawing/2014/main" id="{20EE0D55-572B-CF02-10E2-EC67CEAAC54B}"/>
              </a:ext>
            </a:extLst>
          </p:cNvPr>
          <p:cNvSpPr/>
          <p:nvPr/>
        </p:nvSpPr>
        <p:spPr>
          <a:xfrm>
            <a:off x="10591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5,000</a:t>
            </a:r>
          </a:p>
          <a:p>
            <a:pPr algn="ctr">
              <a:buNone/>
            </a:pPr>
            <a:r>
              <a:rPr lang="en-US" sz="100">
                <a:effectLst/>
              </a:rPr>
              <a:t> </a:t>
            </a:r>
            <a:endParaRPr lang="en-US"/>
          </a:p>
        </p:txBody>
      </p:sp>
      <p:sp>
        <p:nvSpPr>
          <p:cNvPr id="54092" name="Home tick 10000">
            <a:extLst>
              <a:ext uri="{FF2B5EF4-FFF2-40B4-BE49-F238E27FC236}">
                <a16:creationId xmlns:a16="http://schemas.microsoft.com/office/drawing/2014/main" id="{903F6F07-3540-A200-9DC2-ADF48C8955F6}"/>
              </a:ext>
            </a:extLst>
          </p:cNvPr>
          <p:cNvSpPr/>
          <p:nvPr/>
        </p:nvSpPr>
        <p:spPr>
          <a:xfrm>
            <a:off x="17830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10,000</a:t>
            </a:r>
          </a:p>
          <a:p>
            <a:pPr algn="ctr">
              <a:buNone/>
            </a:pPr>
            <a:r>
              <a:rPr lang="en-US" sz="100">
                <a:effectLst/>
              </a:rPr>
              <a:t> </a:t>
            </a:r>
            <a:endParaRPr lang="en-US"/>
          </a:p>
        </p:txBody>
      </p:sp>
      <p:sp>
        <p:nvSpPr>
          <p:cNvPr id="54127" name="Home tick 15000">
            <a:extLst>
              <a:ext uri="{FF2B5EF4-FFF2-40B4-BE49-F238E27FC236}">
                <a16:creationId xmlns:a16="http://schemas.microsoft.com/office/drawing/2014/main" id="{3ED9B94D-48BC-4372-788A-CAD6CA0607F6}"/>
              </a:ext>
            </a:extLst>
          </p:cNvPr>
          <p:cNvSpPr/>
          <p:nvPr/>
        </p:nvSpPr>
        <p:spPr>
          <a:xfrm>
            <a:off x="25069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15,000</a:t>
            </a:r>
          </a:p>
          <a:p>
            <a:pPr algn="ctr">
              <a:buNone/>
            </a:pPr>
            <a:r>
              <a:rPr lang="en-US" sz="100">
                <a:effectLst/>
              </a:rPr>
              <a:t> </a:t>
            </a:r>
            <a:endParaRPr lang="en-US"/>
          </a:p>
        </p:txBody>
      </p:sp>
      <p:sp>
        <p:nvSpPr>
          <p:cNvPr id="54163" name="Home tick 20000">
            <a:extLst>
              <a:ext uri="{FF2B5EF4-FFF2-40B4-BE49-F238E27FC236}">
                <a16:creationId xmlns:a16="http://schemas.microsoft.com/office/drawing/2014/main" id="{6F91F38D-B17F-1122-6E70-10BCC2BF4F5C}"/>
              </a:ext>
            </a:extLst>
          </p:cNvPr>
          <p:cNvSpPr/>
          <p:nvPr/>
        </p:nvSpPr>
        <p:spPr>
          <a:xfrm>
            <a:off x="32308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20,000</a:t>
            </a:r>
          </a:p>
          <a:p>
            <a:pPr algn="ctr">
              <a:buNone/>
            </a:pPr>
            <a:r>
              <a:rPr lang="en-US" sz="100">
                <a:effectLst/>
              </a:rPr>
              <a:t> </a:t>
            </a:r>
            <a:endParaRPr lang="en-US"/>
          </a:p>
        </p:txBody>
      </p:sp>
      <p:sp>
        <p:nvSpPr>
          <p:cNvPr id="54200" name="Home unit">
            <a:extLst>
              <a:ext uri="{FF2B5EF4-FFF2-40B4-BE49-F238E27FC236}">
                <a16:creationId xmlns:a16="http://schemas.microsoft.com/office/drawing/2014/main" id="{608EDDB8-B059-F2EB-1463-E06B578A3E43}"/>
              </a:ext>
            </a:extLst>
          </p:cNvPr>
          <p:cNvSpPr/>
          <p:nvPr/>
        </p:nvSpPr>
        <p:spPr>
          <a:xfrm>
            <a:off x="792480" y="5353775"/>
            <a:ext cx="318516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50655E"/>
                </a:solidFill>
                <a:effectLst/>
                <a:latin typeface="Arial" panose="020B0604020202020204" pitchFamily="34" charset="0"/>
              </a:rPr>
              <a:t>GBP</a:t>
            </a:r>
          </a:p>
          <a:p>
            <a:pPr algn="ctr">
              <a:buNone/>
            </a:pPr>
            <a:r>
              <a:rPr lang="en-US" sz="100">
                <a:effectLst/>
              </a:rPr>
              <a:t> </a:t>
            </a:r>
            <a:endParaRPr lang="en-US"/>
          </a:p>
        </p:txBody>
      </p:sp>
      <p:sp>
        <p:nvSpPr>
          <p:cNvPr id="54238" name="Group WORKS">
            <a:extLst>
              <a:ext uri="{FF2B5EF4-FFF2-40B4-BE49-F238E27FC236}">
                <a16:creationId xmlns:a16="http://schemas.microsoft.com/office/drawing/2014/main" id="{2864CCD5-8C3A-B1CA-B48B-F8BC5C4BDE88}"/>
              </a:ext>
            </a:extLst>
          </p:cNvPr>
          <p:cNvSpPr/>
          <p:nvPr/>
        </p:nvSpPr>
        <p:spPr>
          <a:xfrm>
            <a:off x="4953000" y="2475320"/>
            <a:ext cx="3290441"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WORKS</a:t>
            </a:r>
          </a:p>
          <a:p>
            <a:pPr algn="l">
              <a:buNone/>
            </a:pPr>
            <a:r>
              <a:rPr lang="en-US" sz="100">
                <a:effectLst/>
              </a:rPr>
              <a:t> </a:t>
            </a:r>
            <a:endParaRPr lang="en-US"/>
          </a:p>
        </p:txBody>
      </p:sp>
      <p:sp>
        <p:nvSpPr>
          <p:cNvPr id="54277" name="Programme label Light-touch to C at nati">
            <a:extLst>
              <a:ext uri="{FF2B5EF4-FFF2-40B4-BE49-F238E27FC236}">
                <a16:creationId xmlns:a16="http://schemas.microsoft.com/office/drawing/2014/main" id="{5C4AC56C-39A0-2B4B-06C2-B4147A2CC2DB}"/>
              </a:ext>
            </a:extLst>
          </p:cNvPr>
          <p:cNvSpPr/>
          <p:nvPr/>
        </p:nvSpPr>
        <p:spPr>
          <a:xfrm>
            <a:off x="4953000" y="2771579"/>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GBP 6,082/home historical HA benchmark</a:t>
            </a:r>
          </a:p>
        </p:txBody>
      </p:sp>
      <p:sp>
        <p:nvSpPr>
          <p:cNvPr id="54317" name="Programme value £95m">
            <a:extLst>
              <a:ext uri="{FF2B5EF4-FFF2-40B4-BE49-F238E27FC236}">
                <a16:creationId xmlns:a16="http://schemas.microsoft.com/office/drawing/2014/main" id="{EDE6126E-5845-5648-8D7B-6267A7DF1598}"/>
              </a:ext>
            </a:extLst>
          </p:cNvPr>
          <p:cNvSpPr/>
          <p:nvPr/>
        </p:nvSpPr>
        <p:spPr>
          <a:xfrm>
            <a:off x="9044875" y="2763959"/>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94.9m</a:t>
            </a:r>
          </a:p>
        </p:txBody>
      </p:sp>
      <p:sp>
        <p:nvSpPr>
          <p:cNvPr id="54358" name="Programme label By EPC band">
            <a:extLst>
              <a:ext uri="{FF2B5EF4-FFF2-40B4-BE49-F238E27FC236}">
                <a16:creationId xmlns:a16="http://schemas.microsoft.com/office/drawing/2014/main" id="{08489D00-8379-E407-2D2B-50F3F09E2BA9}"/>
              </a:ext>
            </a:extLst>
          </p:cNvPr>
          <p:cNvSpPr/>
          <p:nvPr/>
        </p:nvSpPr>
        <p:spPr>
          <a:xfrm>
            <a:off x="4953000" y="3105017"/>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By EPC band</a:t>
            </a:r>
          </a:p>
          <a:p>
            <a:pPr algn="l">
              <a:buNone/>
            </a:pPr>
            <a:r>
              <a:rPr lang="en-US" sz="100">
                <a:effectLst/>
              </a:rPr>
              <a:t> </a:t>
            </a:r>
            <a:endParaRPr lang="en-US"/>
          </a:p>
        </p:txBody>
      </p:sp>
      <p:sp>
        <p:nvSpPr>
          <p:cNvPr id="54400" name="Programme value £107m">
            <a:extLst>
              <a:ext uri="{FF2B5EF4-FFF2-40B4-BE49-F238E27FC236}">
                <a16:creationId xmlns:a16="http://schemas.microsoft.com/office/drawing/2014/main" id="{4510C60C-C09A-2D34-34F0-CCB292BE1118}"/>
              </a:ext>
            </a:extLst>
          </p:cNvPr>
          <p:cNvSpPr/>
          <p:nvPr/>
        </p:nvSpPr>
        <p:spPr>
          <a:xfrm>
            <a:off x="9131093" y="3097397"/>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£107m</a:t>
            </a:r>
          </a:p>
          <a:p>
            <a:pPr algn="l">
              <a:buNone/>
            </a:pPr>
            <a:r>
              <a:rPr lang="en-US" sz="100">
                <a:effectLst/>
              </a:rPr>
              <a:t> </a:t>
            </a:r>
            <a:endParaRPr lang="en-US"/>
          </a:p>
        </p:txBody>
      </p:sp>
      <p:sp>
        <p:nvSpPr>
          <p:cNvPr id="54443" name="Programme label Deep-retrofit fixture (G">
            <a:extLst>
              <a:ext uri="{FF2B5EF4-FFF2-40B4-BE49-F238E27FC236}">
                <a16:creationId xmlns:a16="http://schemas.microsoft.com/office/drawing/2014/main" id="{42101A6B-9E48-0F91-BD3E-4054B46AFCA9}"/>
              </a:ext>
            </a:extLst>
          </p:cNvPr>
          <p:cNvSpPr/>
          <p:nvPr/>
        </p:nvSpPr>
        <p:spPr>
          <a:xfrm>
            <a:off x="4953000" y="3438455"/>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Deep-retrofit fixture (GBP 20,000 a home)</a:t>
            </a:r>
          </a:p>
          <a:p>
            <a:pPr algn="l">
              <a:buNone/>
            </a:pPr>
            <a:r>
              <a:rPr lang="en-US" sz="100">
                <a:effectLst/>
              </a:rPr>
              <a:t> </a:t>
            </a:r>
            <a:endParaRPr lang="en-US"/>
          </a:p>
        </p:txBody>
      </p:sp>
      <p:sp>
        <p:nvSpPr>
          <p:cNvPr id="54487" name="Programme value £312m">
            <a:extLst>
              <a:ext uri="{FF2B5EF4-FFF2-40B4-BE49-F238E27FC236}">
                <a16:creationId xmlns:a16="http://schemas.microsoft.com/office/drawing/2014/main" id="{297BB368-EF63-E25B-A08B-1804ED649E61}"/>
              </a:ext>
            </a:extLst>
          </p:cNvPr>
          <p:cNvSpPr/>
          <p:nvPr/>
        </p:nvSpPr>
        <p:spPr>
          <a:xfrm>
            <a:off x="10603991" y="3430835"/>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£312m</a:t>
            </a:r>
          </a:p>
          <a:p>
            <a:pPr algn="l">
              <a:buNone/>
            </a:pPr>
            <a:r>
              <a:rPr lang="en-US" sz="100">
                <a:effectLst/>
              </a:rPr>
              <a:t> </a:t>
            </a:r>
            <a:endParaRPr lang="en-US"/>
          </a:p>
        </p:txBody>
      </p:sp>
      <p:sp>
        <p:nvSpPr>
          <p:cNvPr id="54532" name="Group GRANT">
            <a:extLst>
              <a:ext uri="{FF2B5EF4-FFF2-40B4-BE49-F238E27FC236}">
                <a16:creationId xmlns:a16="http://schemas.microsoft.com/office/drawing/2014/main" id="{8CC49B78-A7BE-462F-827B-1FBC1B2E71AD}"/>
              </a:ext>
            </a:extLst>
          </p:cNvPr>
          <p:cNvSpPr/>
          <p:nvPr/>
        </p:nvSpPr>
        <p:spPr>
          <a:xfrm>
            <a:off x="4953000" y="3749954"/>
            <a:ext cx="3290441"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GRANT SCENARIOS</a:t>
            </a:r>
          </a:p>
        </p:txBody>
      </p:sp>
      <p:sp>
        <p:nvSpPr>
          <p:cNvPr id="54578" name="Programme label Proportional wave 3 shar">
            <a:extLst>
              <a:ext uri="{FF2B5EF4-FFF2-40B4-BE49-F238E27FC236}">
                <a16:creationId xmlns:a16="http://schemas.microsoft.com/office/drawing/2014/main" id="{3C9E1841-7CA2-0337-AF17-6AF050452056}"/>
              </a:ext>
            </a:extLst>
          </p:cNvPr>
          <p:cNvSpPr/>
          <p:nvPr/>
        </p:nvSpPr>
        <p:spPr>
          <a:xfrm>
            <a:off x="4953000" y="4046213"/>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Proportional wave 3 share</a:t>
            </a:r>
          </a:p>
          <a:p>
            <a:pPr algn="l">
              <a:buNone/>
            </a:pPr>
            <a:r>
              <a:rPr lang="en-US" sz="100">
                <a:effectLst/>
              </a:rPr>
              <a:t> </a:t>
            </a:r>
            <a:endParaRPr lang="en-US"/>
          </a:p>
        </p:txBody>
      </p:sp>
      <p:sp>
        <p:nvSpPr>
          <p:cNvPr id="54625" name="Programme value £22.5m">
            <a:extLst>
              <a:ext uri="{FF2B5EF4-FFF2-40B4-BE49-F238E27FC236}">
                <a16:creationId xmlns:a16="http://schemas.microsoft.com/office/drawing/2014/main" id="{01B93AEA-7803-DE9F-F114-71F14680E7EF}"/>
              </a:ext>
            </a:extLst>
          </p:cNvPr>
          <p:cNvSpPr/>
          <p:nvPr/>
        </p:nvSpPr>
        <p:spPr>
          <a:xfrm>
            <a:off x="8523972" y="4038593"/>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£22.5m</a:t>
            </a:r>
          </a:p>
          <a:p>
            <a:pPr algn="l">
              <a:buNone/>
            </a:pPr>
            <a:r>
              <a:rPr lang="en-US" sz="100">
                <a:effectLst/>
              </a:rPr>
              <a:t> </a:t>
            </a:r>
            <a:endParaRPr lang="en-US"/>
          </a:p>
        </p:txBody>
      </p:sp>
      <p:sp>
        <p:nvSpPr>
          <p:cNvPr id="54673" name="Programme label 50% of light-touch cost">
            <a:extLst>
              <a:ext uri="{FF2B5EF4-FFF2-40B4-BE49-F238E27FC236}">
                <a16:creationId xmlns:a16="http://schemas.microsoft.com/office/drawing/2014/main" id="{6E18868D-2CCB-4E50-574E-F69232707F45}"/>
              </a:ext>
            </a:extLst>
          </p:cNvPr>
          <p:cNvSpPr/>
          <p:nvPr/>
        </p:nvSpPr>
        <p:spPr>
          <a:xfrm>
            <a:off x="4953000" y="4379651"/>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Conditional GBP 3,041/home (50% share)</a:t>
            </a:r>
          </a:p>
        </p:txBody>
      </p:sp>
      <p:sp>
        <p:nvSpPr>
          <p:cNvPr id="54722" name="Programme value £47m">
            <a:extLst>
              <a:ext uri="{FF2B5EF4-FFF2-40B4-BE49-F238E27FC236}">
                <a16:creationId xmlns:a16="http://schemas.microsoft.com/office/drawing/2014/main" id="{7750BDBD-A1B5-4987-5915-D9D4A09ECA46}"/>
              </a:ext>
            </a:extLst>
          </p:cNvPr>
          <p:cNvSpPr/>
          <p:nvPr/>
        </p:nvSpPr>
        <p:spPr>
          <a:xfrm>
            <a:off x="8700001" y="4372031"/>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47.4m</a:t>
            </a:r>
          </a:p>
        </p:txBody>
      </p:sp>
      <p:sp>
        <p:nvSpPr>
          <p:cNvPr id="54772" name="Programme label Full £7,500 cap">
            <a:extLst>
              <a:ext uri="{FF2B5EF4-FFF2-40B4-BE49-F238E27FC236}">
                <a16:creationId xmlns:a16="http://schemas.microsoft.com/office/drawing/2014/main" id="{D6000E2A-537D-E928-005F-4CB802F0168D}"/>
              </a:ext>
            </a:extLst>
          </p:cNvPr>
          <p:cNvSpPr/>
          <p:nvPr/>
        </p:nvSpPr>
        <p:spPr>
          <a:xfrm>
            <a:off x="4953000" y="4713089"/>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Full £7,500 cap</a:t>
            </a:r>
          </a:p>
          <a:p>
            <a:pPr algn="l">
              <a:buNone/>
            </a:pPr>
            <a:r>
              <a:rPr lang="en-US" sz="100">
                <a:effectLst/>
              </a:rPr>
              <a:t> </a:t>
            </a:r>
            <a:endParaRPr lang="en-US"/>
          </a:p>
        </p:txBody>
      </p:sp>
      <p:sp>
        <p:nvSpPr>
          <p:cNvPr id="54823" name="Programme value £117m">
            <a:extLst>
              <a:ext uri="{FF2B5EF4-FFF2-40B4-BE49-F238E27FC236}">
                <a16:creationId xmlns:a16="http://schemas.microsoft.com/office/drawing/2014/main" id="{7FCA9B75-A387-1788-482B-E470058A409C}"/>
              </a:ext>
            </a:extLst>
          </p:cNvPr>
          <p:cNvSpPr/>
          <p:nvPr/>
        </p:nvSpPr>
        <p:spPr>
          <a:xfrm>
            <a:off x="9202942" y="4705469"/>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£117m</a:t>
            </a:r>
          </a:p>
          <a:p>
            <a:pPr algn="l">
              <a:buNone/>
            </a:pPr>
            <a:r>
              <a:rPr lang="en-US" sz="100">
                <a:effectLst/>
              </a:rPr>
              <a:t> </a:t>
            </a:r>
            <a:endParaRPr lang="en-US"/>
          </a:p>
        </p:txBody>
      </p:sp>
      <p:sp>
        <p:nvSpPr>
          <p:cNvPr id="54875" name="Programme tick 0">
            <a:extLst>
              <a:ext uri="{FF2B5EF4-FFF2-40B4-BE49-F238E27FC236}">
                <a16:creationId xmlns:a16="http://schemas.microsoft.com/office/drawing/2014/main" id="{6F44651B-E6AD-F580-3512-9FF727CF26F4}"/>
              </a:ext>
            </a:extLst>
          </p:cNvPr>
          <p:cNvSpPr/>
          <p:nvPr/>
        </p:nvSpPr>
        <p:spPr>
          <a:xfrm>
            <a:off x="7923401"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0</a:t>
            </a:r>
          </a:p>
          <a:p>
            <a:pPr algn="ctr">
              <a:buNone/>
            </a:pPr>
            <a:r>
              <a:rPr lang="en-US" sz="100">
                <a:effectLst/>
              </a:rPr>
              <a:t> </a:t>
            </a:r>
            <a:endParaRPr lang="en-US"/>
          </a:p>
        </p:txBody>
      </p:sp>
      <p:sp>
        <p:nvSpPr>
          <p:cNvPr id="54928" name="Programme tick 100">
            <a:extLst>
              <a:ext uri="{FF2B5EF4-FFF2-40B4-BE49-F238E27FC236}">
                <a16:creationId xmlns:a16="http://schemas.microsoft.com/office/drawing/2014/main" id="{EAB9F03F-2C6E-46D9-A313-893DC2B5B5CC}"/>
              </a:ext>
            </a:extLst>
          </p:cNvPr>
          <p:cNvSpPr/>
          <p:nvPr/>
        </p:nvSpPr>
        <p:spPr>
          <a:xfrm>
            <a:off x="8641887"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100</a:t>
            </a:r>
          </a:p>
          <a:p>
            <a:pPr algn="ctr">
              <a:buNone/>
            </a:pPr>
            <a:r>
              <a:rPr lang="en-US" sz="100">
                <a:effectLst/>
              </a:rPr>
              <a:t> </a:t>
            </a:r>
            <a:endParaRPr lang="en-US"/>
          </a:p>
        </p:txBody>
      </p:sp>
      <p:sp>
        <p:nvSpPr>
          <p:cNvPr id="54982" name="Programme tick 200">
            <a:extLst>
              <a:ext uri="{FF2B5EF4-FFF2-40B4-BE49-F238E27FC236}">
                <a16:creationId xmlns:a16="http://schemas.microsoft.com/office/drawing/2014/main" id="{5DA4F5DC-2B37-AFC9-D8CE-87003F7A2B0E}"/>
              </a:ext>
            </a:extLst>
          </p:cNvPr>
          <p:cNvSpPr/>
          <p:nvPr/>
        </p:nvSpPr>
        <p:spPr>
          <a:xfrm>
            <a:off x="9360374"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200</a:t>
            </a:r>
          </a:p>
          <a:p>
            <a:pPr algn="ctr">
              <a:buNone/>
            </a:pPr>
            <a:r>
              <a:rPr lang="en-US" sz="100">
                <a:effectLst/>
              </a:rPr>
              <a:t> </a:t>
            </a:r>
            <a:endParaRPr lang="en-US"/>
          </a:p>
        </p:txBody>
      </p:sp>
      <p:sp>
        <p:nvSpPr>
          <p:cNvPr id="55037" name="Programme tick 300">
            <a:extLst>
              <a:ext uri="{FF2B5EF4-FFF2-40B4-BE49-F238E27FC236}">
                <a16:creationId xmlns:a16="http://schemas.microsoft.com/office/drawing/2014/main" id="{815C8845-6092-6264-C18E-3088439C08B0}"/>
              </a:ext>
            </a:extLst>
          </p:cNvPr>
          <p:cNvSpPr/>
          <p:nvPr/>
        </p:nvSpPr>
        <p:spPr>
          <a:xfrm>
            <a:off x="10078861"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300</a:t>
            </a:r>
          </a:p>
          <a:p>
            <a:pPr algn="ctr">
              <a:buNone/>
            </a:pPr>
            <a:r>
              <a:rPr lang="en-US" sz="100">
                <a:effectLst/>
              </a:rPr>
              <a:t> </a:t>
            </a:r>
            <a:endParaRPr lang="en-US"/>
          </a:p>
        </p:txBody>
      </p:sp>
      <p:sp>
        <p:nvSpPr>
          <p:cNvPr id="55093" name="Programme unit">
            <a:extLst>
              <a:ext uri="{FF2B5EF4-FFF2-40B4-BE49-F238E27FC236}">
                <a16:creationId xmlns:a16="http://schemas.microsoft.com/office/drawing/2014/main" id="{B7622B5E-91F9-1C80-07BD-2165A1FF7065}"/>
              </a:ext>
            </a:extLst>
          </p:cNvPr>
          <p:cNvSpPr/>
          <p:nvPr/>
        </p:nvSpPr>
        <p:spPr>
          <a:xfrm>
            <a:off x="8380601" y="5308052"/>
            <a:ext cx="25147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50655E"/>
                </a:solidFill>
                <a:effectLst/>
                <a:latin typeface="Arial" panose="020B0604020202020204" pitchFamily="34" charset="0"/>
              </a:rPr>
              <a:t>GBP m</a:t>
            </a:r>
          </a:p>
        </p:txBody>
      </p:sp>
    </p:spTree>
    <p:extLst>
      <p:ext uri="{BB962C8B-B14F-4D97-AF65-F5344CB8AC3E}">
        <p14:creationId xmlns:p14="http://schemas.microsoft.com/office/powerpoint/2010/main" val="1283465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7905" name="Eyebrow">
            <a:extLst>
              <a:ext uri="{FF2B5EF4-FFF2-40B4-BE49-F238E27FC236}">
                <a16:creationId xmlns:a16="http://schemas.microsoft.com/office/drawing/2014/main" id="{8385A6F6-C6A0-B35F-E34B-D3C816B7E5B7}"/>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7907" name="Slide title">
            <a:extLst>
              <a:ext uri="{FF2B5EF4-FFF2-40B4-BE49-F238E27FC236}">
                <a16:creationId xmlns:a16="http://schemas.microsoft.com/office/drawing/2014/main" id="{A1795C47-4C54-013D-4274-13E0616771A2}"/>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Meet the Workbench:</a:t>
            </a:r>
          </a:p>
          <a:p>
            <a:pPr algn="l">
              <a:buNone/>
            </a:pPr>
            <a:r>
              <a:rPr lang="en-US" sz="3200" b="1">
                <a:solidFill>
                  <a:srgbClr val="173F35"/>
                </a:solidFill>
                <a:effectLst/>
                <a:latin typeface="Arial" panose="020B0604020202020204" pitchFamily="34" charset="0"/>
              </a:rPr>
              <a:t>every home, one owner, one next step.</a:t>
            </a:r>
            <a:endParaRPr lang="en-US"/>
          </a:p>
        </p:txBody>
      </p:sp>
      <p:sp>
        <p:nvSpPr>
          <p:cNvPr id="37910" name="Footer sources">
            <a:extLst>
              <a:ext uri="{FF2B5EF4-FFF2-40B4-BE49-F238E27FC236}">
                <a16:creationId xmlns:a16="http://schemas.microsoft.com/office/drawing/2014/main" id="{000EC742-3BD5-165D-9734-E07087D37EAD}"/>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AMA Plan board (23 Oct 2026): #73, #76, #77, #78, #85, #95, #102, #106 · prototype learnings</a:t>
            </a:r>
          </a:p>
          <a:p>
            <a:pPr algn="l">
              <a:buNone/>
            </a:pPr>
            <a:r>
              <a:rPr lang="en-US" sz="100">
                <a:effectLst/>
              </a:rPr>
              <a:t> </a:t>
            </a:r>
            <a:endParaRPr lang="en-US"/>
          </a:p>
        </p:txBody>
      </p:sp>
      <p:sp>
        <p:nvSpPr>
          <p:cNvPr id="37914" name="Footer navigation">
            <a:extLst>
              <a:ext uri="{FF2B5EF4-FFF2-40B4-BE49-F238E27FC236}">
                <a16:creationId xmlns:a16="http://schemas.microsoft.com/office/drawing/2014/main" id="{84DA8607-177E-BD1C-CA95-4C8F0DEA87B3}"/>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S11 · Answers: B02</a:t>
            </a:r>
          </a:p>
          <a:p>
            <a:pPr algn="r">
              <a:buNone/>
            </a:pPr>
            <a:r>
              <a:rPr lang="en-US" sz="100">
                <a:effectLst/>
              </a:rPr>
              <a:t> </a:t>
            </a:r>
            <a:endParaRPr lang="en-US"/>
          </a:p>
        </p:txBody>
      </p:sp>
      <p:sp>
        <p:nvSpPr>
          <p:cNvPr id="37919" name="Window body">
            <a:extLst>
              <a:ext uri="{FF2B5EF4-FFF2-40B4-BE49-F238E27FC236}">
                <a16:creationId xmlns:a16="http://schemas.microsoft.com/office/drawing/2014/main" id="{45603A92-88EE-7885-43A0-C68BD66CB9A4}"/>
              </a:ext>
            </a:extLst>
          </p:cNvPr>
          <p:cNvSpPr/>
          <p:nvPr/>
        </p:nvSpPr>
        <p:spPr>
          <a:xfrm>
            <a:off x="548640" y="2340864"/>
            <a:ext cx="6812280" cy="3054096"/>
          </a:xfrm>
          <a:prstGeom prst="rect">
            <a:avLst/>
          </a:prstGeom>
          <a:solidFill>
            <a:srgbClr val="FFFFFF"/>
          </a:solidFill>
          <a:ln w="9525">
            <a:solidFill>
              <a:srgbClr val="D5DDD9"/>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25" name="Window title bar">
            <a:extLst>
              <a:ext uri="{FF2B5EF4-FFF2-40B4-BE49-F238E27FC236}">
                <a16:creationId xmlns:a16="http://schemas.microsoft.com/office/drawing/2014/main" id="{864F724B-449F-B7E8-658D-6D330CEDAFCB}"/>
              </a:ext>
            </a:extLst>
          </p:cNvPr>
          <p:cNvSpPr/>
          <p:nvPr/>
        </p:nvSpPr>
        <p:spPr>
          <a:xfrm>
            <a:off x="548640" y="2011680"/>
            <a:ext cx="6812280" cy="329184"/>
          </a:xfrm>
          <a:prstGeom prst="round2SameRect">
            <a:avLst/>
          </a:prstGeom>
          <a:solidFill>
            <a:srgbClr val="173F35"/>
          </a:solidFill>
          <a:ln>
            <a:solidFill>
              <a:srgbClr val="FFFFFF">
                <a:alpha val="0"/>
              </a:srgbClr>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32" name="Window dot 1">
            <a:extLst>
              <a:ext uri="{FF2B5EF4-FFF2-40B4-BE49-F238E27FC236}">
                <a16:creationId xmlns:a16="http://schemas.microsoft.com/office/drawing/2014/main" id="{56DE68DA-4828-B560-2F0C-8F291C31D043}"/>
              </a:ext>
            </a:extLst>
          </p:cNvPr>
          <p:cNvSpPr/>
          <p:nvPr/>
        </p:nvSpPr>
        <p:spPr>
          <a:xfrm>
            <a:off x="694944" y="2121408"/>
            <a:ext cx="109728" cy="109728"/>
          </a:xfrm>
          <a:prstGeom prst="ellipse">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40" name="Window dot 2">
            <a:extLst>
              <a:ext uri="{FF2B5EF4-FFF2-40B4-BE49-F238E27FC236}">
                <a16:creationId xmlns:a16="http://schemas.microsoft.com/office/drawing/2014/main" id="{CF8FB8CE-6393-B54F-0595-3F661A770ED1}"/>
              </a:ext>
            </a:extLst>
          </p:cNvPr>
          <p:cNvSpPr/>
          <p:nvPr/>
        </p:nvSpPr>
        <p:spPr>
          <a:xfrm>
            <a:off x="868680" y="2121408"/>
            <a:ext cx="109728" cy="109728"/>
          </a:xfrm>
          <a:prstGeom prst="ellipse">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49" name="Window dot 3">
            <a:extLst>
              <a:ext uri="{FF2B5EF4-FFF2-40B4-BE49-F238E27FC236}">
                <a16:creationId xmlns:a16="http://schemas.microsoft.com/office/drawing/2014/main" id="{B815D06E-B49F-0EA0-CF67-F36DA9EBD749}"/>
              </a:ext>
            </a:extLst>
          </p:cNvPr>
          <p:cNvSpPr/>
          <p:nvPr/>
        </p:nvSpPr>
        <p:spPr>
          <a:xfrm>
            <a:off x="1042416" y="2121408"/>
            <a:ext cx="109728" cy="109728"/>
          </a:xfrm>
          <a:prstGeom prst="ellipse">
            <a:avLst/>
          </a:prstGeom>
          <a:solidFill>
            <a:srgbClr val="DCE8E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59" name="Window label">
            <a:extLst>
              <a:ext uri="{FF2B5EF4-FFF2-40B4-BE49-F238E27FC236}">
                <a16:creationId xmlns:a16="http://schemas.microsoft.com/office/drawing/2014/main" id="{1BDE7B9A-4ACC-5399-709C-8891E5267DEE}"/>
              </a:ext>
            </a:extLst>
          </p:cNvPr>
          <p:cNvSpPr/>
          <p:nvPr/>
        </p:nvSpPr>
        <p:spPr>
          <a:xfrm>
            <a:off x="1188720" y="1954112"/>
            <a:ext cx="29260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AF9F6"/>
                </a:solidFill>
                <a:effectLst/>
                <a:latin typeface="Arial" panose="020B0604020202020204" pitchFamily="34" charset="0"/>
              </a:rPr>
              <a:t>Zava Forward · Workbench</a:t>
            </a:r>
          </a:p>
          <a:p>
            <a:pPr algn="l">
              <a:buNone/>
            </a:pPr>
            <a:r>
              <a:rPr lang="en-US" sz="100">
                <a:effectLst/>
              </a:rPr>
              <a:t> </a:t>
            </a:r>
            <a:endParaRPr lang="en-US"/>
          </a:p>
        </p:txBody>
      </p:sp>
      <p:sp>
        <p:nvSpPr>
          <p:cNvPr id="37970" name="Nav rail">
            <a:extLst>
              <a:ext uri="{FF2B5EF4-FFF2-40B4-BE49-F238E27FC236}">
                <a16:creationId xmlns:a16="http://schemas.microsoft.com/office/drawing/2014/main" id="{9699B7EF-0282-0507-9D36-7BFE424ED1E1}"/>
              </a:ext>
            </a:extLst>
          </p:cNvPr>
          <p:cNvSpPr/>
          <p:nvPr/>
        </p:nvSpPr>
        <p:spPr>
          <a:xfrm>
            <a:off x="558165" y="2340864"/>
            <a:ext cx="1051560" cy="3044571"/>
          </a:xfrm>
          <a:prstGeom prst="rect">
            <a:avLst/>
          </a:prstGeom>
          <a:solidFill>
            <a:srgbClr val="F1F4F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82" name="Nav selected">
            <a:extLst>
              <a:ext uri="{FF2B5EF4-FFF2-40B4-BE49-F238E27FC236}">
                <a16:creationId xmlns:a16="http://schemas.microsoft.com/office/drawing/2014/main" id="{C12F4B0B-5606-F0A9-CB5C-16A4CD8749ED}"/>
              </a:ext>
            </a:extLst>
          </p:cNvPr>
          <p:cNvSpPr/>
          <p:nvPr/>
        </p:nvSpPr>
        <p:spPr>
          <a:xfrm>
            <a:off x="621792" y="2487168"/>
            <a:ext cx="905256" cy="329184"/>
          </a:xfrm>
          <a:prstGeom prst="roundRect">
            <a:avLst/>
          </a:prstGeom>
          <a:solidFill>
            <a:srgbClr val="DCE8E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95" name="Nav My cases">
            <a:extLst>
              <a:ext uri="{FF2B5EF4-FFF2-40B4-BE49-F238E27FC236}">
                <a16:creationId xmlns:a16="http://schemas.microsoft.com/office/drawing/2014/main" id="{077069C1-5E45-5A59-1901-88BAB33AEEA9}"/>
              </a:ext>
            </a:extLst>
          </p:cNvPr>
          <p:cNvSpPr/>
          <p:nvPr/>
        </p:nvSpPr>
        <p:spPr>
          <a:xfrm>
            <a:off x="640080" y="2421980"/>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173F35"/>
                </a:solidFill>
                <a:effectLst/>
                <a:latin typeface="Arial" panose="020B0604020202020204" pitchFamily="34" charset="0"/>
              </a:rPr>
              <a:t>My cases</a:t>
            </a:r>
          </a:p>
          <a:p>
            <a:pPr algn="l">
              <a:buNone/>
            </a:pPr>
            <a:r>
              <a:rPr lang="en-US" sz="100">
                <a:effectLst/>
              </a:rPr>
              <a:t> </a:t>
            </a:r>
            <a:endParaRPr lang="en-US"/>
          </a:p>
        </p:txBody>
      </p:sp>
      <p:sp>
        <p:nvSpPr>
          <p:cNvPr id="38009" name="Nav Queues">
            <a:extLst>
              <a:ext uri="{FF2B5EF4-FFF2-40B4-BE49-F238E27FC236}">
                <a16:creationId xmlns:a16="http://schemas.microsoft.com/office/drawing/2014/main" id="{2FFE9DC8-B0B3-009C-294B-BC6C6FC957DD}"/>
              </a:ext>
            </a:extLst>
          </p:cNvPr>
          <p:cNvSpPr/>
          <p:nvPr/>
        </p:nvSpPr>
        <p:spPr>
          <a:xfrm>
            <a:off x="640080" y="2842604"/>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Queues</a:t>
            </a:r>
          </a:p>
          <a:p>
            <a:pPr algn="l">
              <a:buNone/>
            </a:pPr>
            <a:r>
              <a:rPr lang="en-US" sz="100">
                <a:effectLst/>
              </a:rPr>
              <a:t> </a:t>
            </a:r>
            <a:endParaRPr lang="en-US"/>
          </a:p>
        </p:txBody>
      </p:sp>
      <p:sp>
        <p:nvSpPr>
          <p:cNvPr id="38024" name="Nav Funding">
            <a:extLst>
              <a:ext uri="{FF2B5EF4-FFF2-40B4-BE49-F238E27FC236}">
                <a16:creationId xmlns:a16="http://schemas.microsoft.com/office/drawing/2014/main" id="{6A46FA52-F523-6F06-22F8-79716B8F8B59}"/>
              </a:ext>
            </a:extLst>
          </p:cNvPr>
          <p:cNvSpPr/>
          <p:nvPr/>
        </p:nvSpPr>
        <p:spPr>
          <a:xfrm>
            <a:off x="640080" y="3263228"/>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Funding</a:t>
            </a:r>
          </a:p>
          <a:p>
            <a:pPr algn="l">
              <a:buNone/>
            </a:pPr>
            <a:r>
              <a:rPr lang="en-US" sz="100">
                <a:effectLst/>
              </a:rPr>
              <a:t> </a:t>
            </a:r>
            <a:endParaRPr lang="en-US"/>
          </a:p>
        </p:txBody>
      </p:sp>
      <p:sp>
        <p:nvSpPr>
          <p:cNvPr id="38040" name="Nav Quality">
            <a:extLst>
              <a:ext uri="{FF2B5EF4-FFF2-40B4-BE49-F238E27FC236}">
                <a16:creationId xmlns:a16="http://schemas.microsoft.com/office/drawing/2014/main" id="{E8BD29B0-E1B7-B9C4-76EF-7A3B96802FE8}"/>
              </a:ext>
            </a:extLst>
          </p:cNvPr>
          <p:cNvSpPr/>
          <p:nvPr/>
        </p:nvSpPr>
        <p:spPr>
          <a:xfrm>
            <a:off x="640080" y="3683852"/>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Quality</a:t>
            </a:r>
          </a:p>
          <a:p>
            <a:pPr algn="l">
              <a:buNone/>
            </a:pPr>
            <a:r>
              <a:rPr lang="en-US" sz="100">
                <a:effectLst/>
              </a:rPr>
              <a:t> </a:t>
            </a:r>
            <a:endParaRPr lang="en-US"/>
          </a:p>
        </p:txBody>
      </p:sp>
      <p:sp>
        <p:nvSpPr>
          <p:cNvPr id="38057" name="Nav Insight">
            <a:extLst>
              <a:ext uri="{FF2B5EF4-FFF2-40B4-BE49-F238E27FC236}">
                <a16:creationId xmlns:a16="http://schemas.microsoft.com/office/drawing/2014/main" id="{016B9376-90FE-1B26-CF20-CF1DD3E88F33}"/>
              </a:ext>
            </a:extLst>
          </p:cNvPr>
          <p:cNvSpPr/>
          <p:nvPr/>
        </p:nvSpPr>
        <p:spPr>
          <a:xfrm>
            <a:off x="640080" y="4104476"/>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Insight</a:t>
            </a:r>
          </a:p>
          <a:p>
            <a:pPr algn="l">
              <a:buNone/>
            </a:pPr>
            <a:r>
              <a:rPr lang="en-US" sz="100">
                <a:effectLst/>
              </a:rPr>
              <a:t> </a:t>
            </a:r>
            <a:endParaRPr lang="en-US"/>
          </a:p>
        </p:txBody>
      </p:sp>
      <p:sp>
        <p:nvSpPr>
          <p:cNvPr id="38075" name="Case 0412 id">
            <a:extLst>
              <a:ext uri="{FF2B5EF4-FFF2-40B4-BE49-F238E27FC236}">
                <a16:creationId xmlns:a16="http://schemas.microsoft.com/office/drawing/2014/main" id="{10EE3C83-DD94-936D-8DDF-DE114976888A}"/>
              </a:ext>
            </a:extLst>
          </p:cNvPr>
          <p:cNvSpPr/>
          <p:nvPr/>
        </p:nvSpPr>
        <p:spPr>
          <a:xfrm>
            <a:off x="1755648" y="2406740"/>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EXAMPLE-HOME-0412</a:t>
            </a:r>
          </a:p>
          <a:p>
            <a:pPr algn="l">
              <a:buNone/>
            </a:pPr>
            <a:r>
              <a:rPr lang="en-US" sz="100">
                <a:effectLst/>
              </a:rPr>
              <a:t> </a:t>
            </a:r>
            <a:endParaRPr lang="en-US"/>
          </a:p>
        </p:txBody>
      </p:sp>
      <p:sp>
        <p:nvSpPr>
          <p:cNvPr id="38094" name="Case 0412 status">
            <a:extLst>
              <a:ext uri="{FF2B5EF4-FFF2-40B4-BE49-F238E27FC236}">
                <a16:creationId xmlns:a16="http://schemas.microsoft.com/office/drawing/2014/main" id="{659A76C1-B94E-B2EA-D19A-E60EB6C25520}"/>
              </a:ext>
            </a:extLst>
          </p:cNvPr>
          <p:cNvSpPr/>
          <p:nvPr/>
        </p:nvSpPr>
        <p:spPr>
          <a:xfrm>
            <a:off x="1847088" y="2775204"/>
            <a:ext cx="153619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Ready for review</a:t>
            </a:r>
          </a:p>
          <a:p>
            <a:pPr algn="ctr">
              <a:buNone/>
            </a:pPr>
            <a:r>
              <a:rPr lang="en-US" sz="100">
                <a:effectLst/>
              </a:rPr>
              <a:t> </a:t>
            </a:r>
            <a:endParaRPr lang="en-US"/>
          </a:p>
        </p:txBody>
      </p:sp>
      <p:sp>
        <p:nvSpPr>
          <p:cNvPr id="38114" name="Selected case row">
            <a:extLst>
              <a:ext uri="{FF2B5EF4-FFF2-40B4-BE49-F238E27FC236}">
                <a16:creationId xmlns:a16="http://schemas.microsoft.com/office/drawing/2014/main" id="{F82DA8C8-EE31-0154-9A17-405C16F8CFE2}"/>
              </a:ext>
            </a:extLst>
          </p:cNvPr>
          <p:cNvSpPr/>
          <p:nvPr/>
        </p:nvSpPr>
        <p:spPr>
          <a:xfrm>
            <a:off x="1737360" y="3163824"/>
            <a:ext cx="2423160" cy="694944"/>
          </a:xfrm>
          <a:prstGeom prst="rect">
            <a:avLst/>
          </a:prstGeom>
          <a:solidFill>
            <a:srgbClr val="E8F1ED"/>
          </a:solidFill>
          <a:ln w="12700">
            <a:solidFill>
              <a:srgbClr val="2E6B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135" name="Case 0587 id">
            <a:extLst>
              <a:ext uri="{FF2B5EF4-FFF2-40B4-BE49-F238E27FC236}">
                <a16:creationId xmlns:a16="http://schemas.microsoft.com/office/drawing/2014/main" id="{8FA0E86B-C307-F52D-B0EC-33014C71EFB4}"/>
              </a:ext>
            </a:extLst>
          </p:cNvPr>
          <p:cNvSpPr/>
          <p:nvPr/>
        </p:nvSpPr>
        <p:spPr>
          <a:xfrm>
            <a:off x="1755648" y="3101684"/>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EXAMPLE-HOME-0587</a:t>
            </a:r>
          </a:p>
          <a:p>
            <a:pPr algn="l">
              <a:buNone/>
            </a:pPr>
            <a:r>
              <a:rPr lang="en-US" sz="100">
                <a:effectLst/>
              </a:rPr>
              <a:t> </a:t>
            </a:r>
            <a:endParaRPr lang="en-US"/>
          </a:p>
        </p:txBody>
      </p:sp>
      <p:sp>
        <p:nvSpPr>
          <p:cNvPr id="38157" name="Case 0587 status">
            <a:extLst>
              <a:ext uri="{FF2B5EF4-FFF2-40B4-BE49-F238E27FC236}">
                <a16:creationId xmlns:a16="http://schemas.microsoft.com/office/drawing/2014/main" id="{212780D9-7F25-180E-3AB5-BC624208FB9C}"/>
              </a:ext>
            </a:extLst>
          </p:cNvPr>
          <p:cNvSpPr/>
          <p:nvPr/>
        </p:nvSpPr>
        <p:spPr>
          <a:xfrm>
            <a:off x="1847088" y="3470148"/>
            <a:ext cx="224028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Blocked: evidence conflict</a:t>
            </a:r>
          </a:p>
          <a:p>
            <a:pPr algn="ctr">
              <a:buNone/>
            </a:pPr>
            <a:r>
              <a:rPr lang="en-US" sz="100">
                <a:effectLst/>
              </a:rPr>
              <a:t> </a:t>
            </a:r>
            <a:endParaRPr lang="en-US"/>
          </a:p>
        </p:txBody>
      </p:sp>
      <p:sp>
        <p:nvSpPr>
          <p:cNvPr id="38180" name="Case 1130 id">
            <a:extLst>
              <a:ext uri="{FF2B5EF4-FFF2-40B4-BE49-F238E27FC236}">
                <a16:creationId xmlns:a16="http://schemas.microsoft.com/office/drawing/2014/main" id="{FD76DE29-8B7D-0EB6-4964-2DB2D7A40856}"/>
              </a:ext>
            </a:extLst>
          </p:cNvPr>
          <p:cNvSpPr/>
          <p:nvPr/>
        </p:nvSpPr>
        <p:spPr>
          <a:xfrm>
            <a:off x="1755648" y="3796628"/>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EXAMPLE-HOME-1130</a:t>
            </a:r>
          </a:p>
          <a:p>
            <a:pPr algn="l">
              <a:buNone/>
            </a:pPr>
            <a:r>
              <a:rPr lang="en-US" sz="100">
                <a:effectLst/>
              </a:rPr>
              <a:t> </a:t>
            </a:r>
            <a:endParaRPr lang="en-US"/>
          </a:p>
        </p:txBody>
      </p:sp>
      <p:sp>
        <p:nvSpPr>
          <p:cNvPr id="38204" name="Case 1130 status">
            <a:extLst>
              <a:ext uri="{FF2B5EF4-FFF2-40B4-BE49-F238E27FC236}">
                <a16:creationId xmlns:a16="http://schemas.microsoft.com/office/drawing/2014/main" id="{4623CE09-3EC5-66BA-D099-BA5F7D5D0226}"/>
              </a:ext>
            </a:extLst>
          </p:cNvPr>
          <p:cNvSpPr/>
          <p:nvPr/>
        </p:nvSpPr>
        <p:spPr>
          <a:xfrm>
            <a:off x="1847088" y="4165092"/>
            <a:ext cx="1581912"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Awaiting resident</a:t>
            </a:r>
          </a:p>
          <a:p>
            <a:pPr algn="ctr">
              <a:buNone/>
            </a:pPr>
            <a:r>
              <a:rPr lang="en-US" sz="100">
                <a:effectLst/>
              </a:rPr>
              <a:t> </a:t>
            </a:r>
            <a:endParaRPr lang="en-US"/>
          </a:p>
        </p:txBody>
      </p:sp>
      <p:sp>
        <p:nvSpPr>
          <p:cNvPr id="38229" name="Case 2209 id">
            <a:extLst>
              <a:ext uri="{FF2B5EF4-FFF2-40B4-BE49-F238E27FC236}">
                <a16:creationId xmlns:a16="http://schemas.microsoft.com/office/drawing/2014/main" id="{4A7931DA-3376-3CC5-3343-0F5B803076A4}"/>
              </a:ext>
            </a:extLst>
          </p:cNvPr>
          <p:cNvSpPr/>
          <p:nvPr/>
        </p:nvSpPr>
        <p:spPr>
          <a:xfrm>
            <a:off x="1755648" y="4491572"/>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EXAMPLE-HOME-2209</a:t>
            </a:r>
          </a:p>
          <a:p>
            <a:pPr algn="l">
              <a:buNone/>
            </a:pPr>
            <a:r>
              <a:rPr lang="en-US" sz="100">
                <a:effectLst/>
              </a:rPr>
              <a:t> </a:t>
            </a:r>
            <a:endParaRPr lang="en-US"/>
          </a:p>
        </p:txBody>
      </p:sp>
      <p:sp>
        <p:nvSpPr>
          <p:cNvPr id="38255" name="Case 2209 status">
            <a:extLst>
              <a:ext uri="{FF2B5EF4-FFF2-40B4-BE49-F238E27FC236}">
                <a16:creationId xmlns:a16="http://schemas.microsoft.com/office/drawing/2014/main" id="{E77DD0AA-F9FE-0B41-BB6C-503488FCDE05}"/>
              </a:ext>
            </a:extLst>
          </p:cNvPr>
          <p:cNvSpPr/>
          <p:nvPr/>
        </p:nvSpPr>
        <p:spPr>
          <a:xfrm>
            <a:off x="1847088" y="4860036"/>
            <a:ext cx="1755648"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Funding pack ready</a:t>
            </a:r>
          </a:p>
          <a:p>
            <a:pPr algn="ctr">
              <a:buNone/>
            </a:pPr>
            <a:r>
              <a:rPr lang="en-US" sz="100">
                <a:effectLst/>
              </a:rPr>
              <a:t> </a:t>
            </a:r>
            <a:endParaRPr lang="en-US"/>
          </a:p>
        </p:txBody>
      </p:sp>
      <p:sp>
        <p:nvSpPr>
          <p:cNvPr id="38282" name="Row divider 3-4">
            <a:extLst>
              <a:ext uri="{FF2B5EF4-FFF2-40B4-BE49-F238E27FC236}">
                <a16:creationId xmlns:a16="http://schemas.microsoft.com/office/drawing/2014/main" id="{6CBCEA55-C706-96E5-A07E-CD59E77987DD}"/>
              </a:ext>
            </a:extLst>
          </p:cNvPr>
          <p:cNvSpPr/>
          <p:nvPr/>
        </p:nvSpPr>
        <p:spPr>
          <a:xfrm>
            <a:off x="1737360" y="4553712"/>
            <a:ext cx="2423160" cy="9525"/>
          </a:xfrm>
          <a:prstGeom prst="rect">
            <a:avLst/>
          </a:prstGeom>
          <a:solidFill>
            <a:srgbClr val="D5DDD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10" name="Case card">
            <a:extLst>
              <a:ext uri="{FF2B5EF4-FFF2-40B4-BE49-F238E27FC236}">
                <a16:creationId xmlns:a16="http://schemas.microsoft.com/office/drawing/2014/main" id="{F28CE26C-CA1A-EF22-DF06-2DE0B6484E24}"/>
              </a:ext>
            </a:extLst>
          </p:cNvPr>
          <p:cNvSpPr/>
          <p:nvPr/>
        </p:nvSpPr>
        <p:spPr>
          <a:xfrm>
            <a:off x="4297680" y="2450592"/>
            <a:ext cx="2926080" cy="2834640"/>
          </a:xfrm>
          <a:prstGeom prst="rect">
            <a:avLst/>
          </a:prstGeom>
          <a:solidFill>
            <a:srgbClr val="FAF9F6"/>
          </a:solidFill>
          <a:ln w="12700">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39" name="Case card id">
            <a:extLst>
              <a:ext uri="{FF2B5EF4-FFF2-40B4-BE49-F238E27FC236}">
                <a16:creationId xmlns:a16="http://schemas.microsoft.com/office/drawing/2014/main" id="{A0E84E8C-F185-CE75-1215-EC01BA3992D8}"/>
              </a:ext>
            </a:extLst>
          </p:cNvPr>
          <p:cNvSpPr/>
          <p:nvPr/>
        </p:nvSpPr>
        <p:spPr>
          <a:xfrm>
            <a:off x="4343400" y="2493608"/>
            <a:ext cx="28346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EXAMPLE-HOME-0587</a:t>
            </a:r>
          </a:p>
          <a:p>
            <a:pPr algn="l">
              <a:buNone/>
            </a:pPr>
            <a:r>
              <a:rPr lang="en-US" sz="100">
                <a:effectLst/>
              </a:rPr>
              <a:t> </a:t>
            </a:r>
            <a:endParaRPr lang="en-US"/>
          </a:p>
        </p:txBody>
      </p:sp>
      <p:sp>
        <p:nvSpPr>
          <p:cNvPr id="38369" name="Case field 1">
            <a:extLst>
              <a:ext uri="{FF2B5EF4-FFF2-40B4-BE49-F238E27FC236}">
                <a16:creationId xmlns:a16="http://schemas.microsoft.com/office/drawing/2014/main" id="{C3715D8C-EC39-8146-2661-77BE6A1D65DE}"/>
              </a:ext>
            </a:extLst>
          </p:cNvPr>
          <p:cNvSpPr/>
          <p:nvPr/>
        </p:nvSpPr>
        <p:spPr>
          <a:xfrm>
            <a:off x="4343400" y="2885276"/>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Next owner: Assessor</a:t>
            </a:r>
          </a:p>
          <a:p>
            <a:pPr algn="l">
              <a:buNone/>
            </a:pPr>
            <a:r>
              <a:rPr lang="en-US" sz="100">
                <a:effectLst/>
              </a:rPr>
              <a:t> </a:t>
            </a:r>
            <a:endParaRPr lang="en-US"/>
          </a:p>
        </p:txBody>
      </p:sp>
      <p:sp>
        <p:nvSpPr>
          <p:cNvPr id="38400" name="Case field 2">
            <a:extLst>
              <a:ext uri="{FF2B5EF4-FFF2-40B4-BE49-F238E27FC236}">
                <a16:creationId xmlns:a16="http://schemas.microsoft.com/office/drawing/2014/main" id="{4F44D577-6FD8-83C6-8019-2FD2F1A1D563}"/>
              </a:ext>
            </a:extLst>
          </p:cNvPr>
          <p:cNvSpPr/>
          <p:nvPr/>
        </p:nvSpPr>
        <p:spPr>
          <a:xfrm>
            <a:off x="4343400" y="3196172"/>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7A4B00"/>
                </a:solidFill>
                <a:effectLst/>
                <a:latin typeface="Arial" panose="020B0604020202020204" pitchFamily="34" charset="0"/>
              </a:rPr>
              <a:t>Evidence: 2 sources disagree</a:t>
            </a:r>
          </a:p>
          <a:p>
            <a:pPr algn="l">
              <a:buNone/>
            </a:pPr>
            <a:r>
              <a:rPr lang="en-US" sz="100">
                <a:effectLst/>
              </a:rPr>
              <a:t> </a:t>
            </a:r>
            <a:endParaRPr lang="en-US"/>
          </a:p>
        </p:txBody>
      </p:sp>
      <p:sp>
        <p:nvSpPr>
          <p:cNvPr id="38432" name="Case field 3">
            <a:extLst>
              <a:ext uri="{FF2B5EF4-FFF2-40B4-BE49-F238E27FC236}">
                <a16:creationId xmlns:a16="http://schemas.microsoft.com/office/drawing/2014/main" id="{E4D6F0D9-FE52-5CAF-E084-D926FDAF656D}"/>
              </a:ext>
            </a:extLst>
          </p:cNvPr>
          <p:cNvSpPr/>
          <p:nvPr/>
        </p:nvSpPr>
        <p:spPr>
          <a:xfrm>
            <a:off x="4343400" y="3507068"/>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Awaab clock: 10 working days</a:t>
            </a:r>
          </a:p>
          <a:p>
            <a:pPr algn="l">
              <a:buNone/>
            </a:pPr>
            <a:r>
              <a:rPr lang="en-US" sz="100">
                <a:effectLst/>
              </a:rPr>
              <a:t> </a:t>
            </a:r>
            <a:endParaRPr lang="en-US"/>
          </a:p>
        </p:txBody>
      </p:sp>
      <p:sp>
        <p:nvSpPr>
          <p:cNvPr id="38465" name="AI panel">
            <a:extLst>
              <a:ext uri="{FF2B5EF4-FFF2-40B4-BE49-F238E27FC236}">
                <a16:creationId xmlns:a16="http://schemas.microsoft.com/office/drawing/2014/main" id="{3463B0B0-CAAF-94F9-712D-86D182275BBF}"/>
              </a:ext>
            </a:extLst>
          </p:cNvPr>
          <p:cNvSpPr/>
          <p:nvPr/>
        </p:nvSpPr>
        <p:spPr>
          <a:xfrm>
            <a:off x="4407408" y="4029456"/>
            <a:ext cx="2706624" cy="114604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499" name="AI panel text">
            <a:extLst>
              <a:ext uri="{FF2B5EF4-FFF2-40B4-BE49-F238E27FC236}">
                <a16:creationId xmlns:a16="http://schemas.microsoft.com/office/drawing/2014/main" id="{DF846604-819B-382E-2432-B1999C5DD685}"/>
              </a:ext>
            </a:extLst>
          </p:cNvPr>
          <p:cNvSpPr/>
          <p:nvPr/>
        </p:nvSpPr>
        <p:spPr>
          <a:xfrm>
            <a:off x="4809744" y="4102608"/>
            <a:ext cx="22311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Draft summary prepared · awaiting review</a:t>
            </a:r>
          </a:p>
          <a:p>
            <a:pPr algn="l">
              <a:buNone/>
            </a:pPr>
            <a:r>
              <a:rPr lang="en-US" sz="100">
                <a:effectLst/>
              </a:rPr>
              <a:t> </a:t>
            </a:r>
            <a:endParaRPr lang="en-US"/>
          </a:p>
        </p:txBody>
      </p:sp>
      <p:sp>
        <p:nvSpPr>
          <p:cNvPr id="38534" name="Accept button">
            <a:extLst>
              <a:ext uri="{FF2B5EF4-FFF2-40B4-BE49-F238E27FC236}">
                <a16:creationId xmlns:a16="http://schemas.microsoft.com/office/drawing/2014/main" id="{B368BD22-9908-7A9D-86E3-0955C7C5657E}"/>
              </a:ext>
            </a:extLst>
          </p:cNvPr>
          <p:cNvSpPr/>
          <p:nvPr/>
        </p:nvSpPr>
        <p:spPr>
          <a:xfrm>
            <a:off x="4498848" y="4745736"/>
            <a:ext cx="804672" cy="320040"/>
          </a:xfrm>
          <a:prstGeom prst="round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Accept</a:t>
            </a:r>
          </a:p>
          <a:p>
            <a:pPr algn="ctr">
              <a:buNone/>
            </a:pPr>
            <a:r>
              <a:rPr lang="en-US" sz="100">
                <a:effectLst/>
              </a:rPr>
              <a:t> </a:t>
            </a:r>
            <a:endParaRPr lang="en-US"/>
          </a:p>
        </p:txBody>
      </p:sp>
      <p:sp>
        <p:nvSpPr>
          <p:cNvPr id="38570" name="Reject button">
            <a:extLst>
              <a:ext uri="{FF2B5EF4-FFF2-40B4-BE49-F238E27FC236}">
                <a16:creationId xmlns:a16="http://schemas.microsoft.com/office/drawing/2014/main" id="{C2808529-EE22-175E-C839-4EC81E165A2C}"/>
              </a:ext>
            </a:extLst>
          </p:cNvPr>
          <p:cNvSpPr/>
          <p:nvPr/>
        </p:nvSpPr>
        <p:spPr>
          <a:xfrm>
            <a:off x="5376672" y="4745736"/>
            <a:ext cx="1645920" cy="320040"/>
          </a:xfrm>
          <a:prstGeom prst="round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3F2A72"/>
                </a:solidFill>
                <a:effectLst/>
                <a:latin typeface="Arial" panose="020B0604020202020204" pitchFamily="34" charset="0"/>
              </a:rPr>
              <a:t>Reject with reason</a:t>
            </a:r>
          </a:p>
          <a:p>
            <a:pPr algn="ctr">
              <a:buNone/>
            </a:pPr>
            <a:r>
              <a:rPr lang="en-US" sz="100">
                <a:effectLst/>
              </a:rPr>
              <a:t> </a:t>
            </a:r>
            <a:endParaRPr lang="en-US"/>
          </a:p>
        </p:txBody>
      </p:sp>
      <p:sp>
        <p:nvSpPr>
          <p:cNvPr id="38607" name="Concept caption">
            <a:extLst>
              <a:ext uri="{FF2B5EF4-FFF2-40B4-BE49-F238E27FC236}">
                <a16:creationId xmlns:a16="http://schemas.microsoft.com/office/drawing/2014/main" id="{C2AB866B-337A-543C-3F00-4DA1434610BA}"/>
              </a:ext>
            </a:extLst>
          </p:cNvPr>
          <p:cNvSpPr/>
          <p:nvPr/>
        </p:nvSpPr>
        <p:spPr>
          <a:xfrm>
            <a:off x="548640" y="5373968"/>
            <a:ext cx="110947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Product concept view based on delivered work queue (#77), case controls (#78) and AI suggestions (#106). Fictional data.</a:t>
            </a:r>
          </a:p>
          <a:p>
            <a:pPr algn="l">
              <a:buNone/>
            </a:pPr>
            <a:r>
              <a:rPr lang="en-US" sz="100">
                <a:effectLst/>
              </a:rPr>
              <a:t> </a:t>
            </a:r>
            <a:endParaRPr lang="en-US"/>
          </a:p>
        </p:txBody>
      </p:sp>
      <p:sp>
        <p:nvSpPr>
          <p:cNvPr id="38645" name="Statement 1">
            <a:extLst>
              <a:ext uri="{FF2B5EF4-FFF2-40B4-BE49-F238E27FC236}">
                <a16:creationId xmlns:a16="http://schemas.microsoft.com/office/drawing/2014/main" id="{1E99633E-F644-4201-003B-EE2DA12A4F13}"/>
              </a:ext>
            </a:extLst>
          </p:cNvPr>
          <p:cNvSpPr/>
          <p:nvPr/>
        </p:nvSpPr>
        <p:spPr>
          <a:xfrm>
            <a:off x="8385048" y="2112264"/>
            <a:ext cx="325831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My cases · next owner ·</a:t>
            </a:r>
          </a:p>
          <a:p>
            <a:pPr algn="l">
              <a:buNone/>
            </a:pPr>
            <a:r>
              <a:rPr lang="en-US" sz="1800" b="1">
                <a:solidFill>
                  <a:srgbClr val="173F35"/>
                </a:solidFill>
                <a:effectLst/>
                <a:latin typeface="Arial" panose="020B0604020202020204" pitchFamily="34" charset="0"/>
              </a:rPr>
              <a:t>plain status · bounded help</a:t>
            </a:r>
            <a:endParaRPr lang="en-US"/>
          </a:p>
        </p:txBody>
      </p:sp>
      <p:sp>
        <p:nvSpPr>
          <p:cNvPr id="38684" name="Statement 1 disc">
            <a:extLst>
              <a:ext uri="{FF2B5EF4-FFF2-40B4-BE49-F238E27FC236}">
                <a16:creationId xmlns:a16="http://schemas.microsoft.com/office/drawing/2014/main" id="{A032AE99-B049-C1D1-12F7-88B2625AEE3B}"/>
              </a:ext>
            </a:extLst>
          </p:cNvPr>
          <p:cNvSpPr/>
          <p:nvPr/>
        </p:nvSpPr>
        <p:spPr>
          <a:xfrm>
            <a:off x="7744968" y="2011680"/>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24" name="Statement 2">
            <a:extLst>
              <a:ext uri="{FF2B5EF4-FFF2-40B4-BE49-F238E27FC236}">
                <a16:creationId xmlns:a16="http://schemas.microsoft.com/office/drawing/2014/main" id="{575E4D0E-DA4B-6C60-35FF-CC86EAC95892}"/>
              </a:ext>
            </a:extLst>
          </p:cNvPr>
          <p:cNvSpPr/>
          <p:nvPr/>
        </p:nvSpPr>
        <p:spPr>
          <a:xfrm>
            <a:off x="8385048" y="2971800"/>
            <a:ext cx="3258312" cy="1463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2E6B5E"/>
                </a:solidFill>
                <a:effectLst/>
                <a:latin typeface="Arial" panose="020B0604020202020204" pitchFamily="34" charset="0"/>
              </a:rPr>
              <a:t>Delivered in the MVP:</a:t>
            </a:r>
          </a:p>
          <a:p>
            <a:pPr algn="l">
              <a:buNone/>
            </a:pPr>
            <a:r>
              <a:rPr lang="en-US" sz="1800">
                <a:solidFill>
                  <a:srgbClr val="173F35"/>
                </a:solidFill>
                <a:effectLst/>
                <a:latin typeface="Arial" panose="020B0604020202020204" pitchFamily="34" charset="0"/>
              </a:rPr>
              <a:t>work-queue signals, controlled bulk edits, hazard referral, grant states, forecasts</a:t>
            </a:r>
            <a:endParaRPr lang="en-US"/>
          </a:p>
        </p:txBody>
      </p:sp>
      <p:sp>
        <p:nvSpPr>
          <p:cNvPr id="38765" name="Statement 2 disc">
            <a:extLst>
              <a:ext uri="{FF2B5EF4-FFF2-40B4-BE49-F238E27FC236}">
                <a16:creationId xmlns:a16="http://schemas.microsoft.com/office/drawing/2014/main" id="{46F99373-C4BB-9CB6-5C2F-0AA51B7E3221}"/>
              </a:ext>
            </a:extLst>
          </p:cNvPr>
          <p:cNvSpPr/>
          <p:nvPr/>
        </p:nvSpPr>
        <p:spPr>
          <a:xfrm>
            <a:off x="7744968" y="2871216"/>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07" name="Statement 3">
            <a:extLst>
              <a:ext uri="{FF2B5EF4-FFF2-40B4-BE49-F238E27FC236}">
                <a16:creationId xmlns:a16="http://schemas.microsoft.com/office/drawing/2014/main" id="{9465F97F-7CDD-5FE8-3D46-6678DB9A9995}"/>
              </a:ext>
            </a:extLst>
          </p:cNvPr>
          <p:cNvSpPr/>
          <p:nvPr/>
        </p:nvSpPr>
        <p:spPr>
          <a:xfrm>
            <a:off x="8385048" y="4654296"/>
            <a:ext cx="325831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Every decision sits on one evidence trail</a:t>
            </a:r>
          </a:p>
          <a:p>
            <a:pPr algn="l">
              <a:buNone/>
            </a:pPr>
            <a:r>
              <a:rPr lang="en-US" sz="100">
                <a:effectLst/>
              </a:rPr>
              <a:t> </a:t>
            </a:r>
            <a:endParaRPr lang="en-US"/>
          </a:p>
        </p:txBody>
      </p:sp>
      <p:sp>
        <p:nvSpPr>
          <p:cNvPr id="38850" name="Statement 3 disc">
            <a:extLst>
              <a:ext uri="{FF2B5EF4-FFF2-40B4-BE49-F238E27FC236}">
                <a16:creationId xmlns:a16="http://schemas.microsoft.com/office/drawing/2014/main" id="{070A0F2A-28EE-2937-DC3D-17E580C93A0A}"/>
              </a:ext>
            </a:extLst>
          </p:cNvPr>
          <p:cNvSpPr/>
          <p:nvPr/>
        </p:nvSpPr>
        <p:spPr>
          <a:xfrm>
            <a:off x="7744968" y="4553712"/>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851" name="AI panel icon" descr="AI icon">
            <a:extLst>
              <a:ext uri="{FF2B5EF4-FFF2-40B4-BE49-F238E27FC236}">
                <a16:creationId xmlns:a16="http://schemas.microsoft.com/office/drawing/2014/main" id="{46E9E0F9-C039-20B1-BDFA-40F92F1403E1}"/>
              </a:ext>
            </a:extLst>
          </p:cNvPr>
          <p:cNvPicPr>
            <a:picLocks noChangeAspect="1"/>
          </p:cNvPicPr>
          <p:nvPr/>
        </p:nvPicPr>
        <p:blipFill>
          <a:blip r:embed="rId3"/>
          <a:stretch>
            <a:fillRect/>
          </a:stretch>
        </p:blipFill>
        <p:spPr>
          <a:xfrm>
            <a:off x="4498848" y="4139184"/>
            <a:ext cx="310896" cy="310896"/>
          </a:xfrm>
          <a:prstGeom prst="rect">
            <a:avLst/>
          </a:prstGeom>
        </p:spPr>
      </p:pic>
      <p:pic>
        <p:nvPicPr>
          <p:cNvPr id="38852" name="Statement 1 icon" descr="Route icon">
            <a:extLst>
              <a:ext uri="{FF2B5EF4-FFF2-40B4-BE49-F238E27FC236}">
                <a16:creationId xmlns:a16="http://schemas.microsoft.com/office/drawing/2014/main" id="{81DDD207-E340-6960-BD8B-6AF4CC2D85A3}"/>
              </a:ext>
            </a:extLst>
          </p:cNvPr>
          <p:cNvPicPr>
            <a:picLocks noChangeAspect="1"/>
          </p:cNvPicPr>
          <p:nvPr/>
        </p:nvPicPr>
        <p:blipFill>
          <a:blip r:embed="rId4"/>
          <a:stretch>
            <a:fillRect/>
          </a:stretch>
        </p:blipFill>
        <p:spPr>
          <a:xfrm>
            <a:off x="7836408" y="2103120"/>
            <a:ext cx="384048" cy="384048"/>
          </a:xfrm>
          <a:prstGeom prst="rect">
            <a:avLst/>
          </a:prstGeom>
        </p:spPr>
      </p:pic>
      <p:pic>
        <p:nvPicPr>
          <p:cNvPr id="38853" name="Statement 2 icon" descr="Approval gate icon">
            <a:extLst>
              <a:ext uri="{FF2B5EF4-FFF2-40B4-BE49-F238E27FC236}">
                <a16:creationId xmlns:a16="http://schemas.microsoft.com/office/drawing/2014/main" id="{9478C4ED-4538-D77A-C522-9401A60445B2}"/>
              </a:ext>
            </a:extLst>
          </p:cNvPr>
          <p:cNvPicPr>
            <a:picLocks noChangeAspect="1"/>
          </p:cNvPicPr>
          <p:nvPr/>
        </p:nvPicPr>
        <p:blipFill>
          <a:blip r:embed="rId5"/>
          <a:stretch>
            <a:fillRect/>
          </a:stretch>
        </p:blipFill>
        <p:spPr>
          <a:xfrm>
            <a:off x="7836408" y="2962656"/>
            <a:ext cx="384048" cy="384048"/>
          </a:xfrm>
          <a:prstGeom prst="rect">
            <a:avLst/>
          </a:prstGeom>
        </p:spPr>
      </p:pic>
      <p:pic>
        <p:nvPicPr>
          <p:cNvPr id="38854" name="Statement 3 icon" descr="Evidence icon">
            <a:extLst>
              <a:ext uri="{FF2B5EF4-FFF2-40B4-BE49-F238E27FC236}">
                <a16:creationId xmlns:a16="http://schemas.microsoft.com/office/drawing/2014/main" id="{CB3B1B7A-C7FE-45C2-B6FE-233EFDC6161B}"/>
              </a:ext>
            </a:extLst>
          </p:cNvPr>
          <p:cNvPicPr>
            <a:picLocks noChangeAspect="1"/>
          </p:cNvPicPr>
          <p:nvPr/>
        </p:nvPicPr>
        <p:blipFill>
          <a:blip r:embed="rId6"/>
          <a:stretch>
            <a:fillRect/>
          </a:stretch>
        </p:blipFill>
        <p:spPr>
          <a:xfrm>
            <a:off x="7836408" y="4645152"/>
            <a:ext cx="384048" cy="384048"/>
          </a:xfrm>
          <a:prstGeom prst="rect">
            <a:avLst/>
          </a:prstGeom>
        </p:spPr>
      </p:pic>
    </p:spTree>
    <p:extLst>
      <p:ext uri="{BB962C8B-B14F-4D97-AF65-F5344CB8AC3E}">
        <p14:creationId xmlns:p14="http://schemas.microsoft.com/office/powerpoint/2010/main" val="132834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8856" name="Eyebrow">
            <a:extLst>
              <a:ext uri="{FF2B5EF4-FFF2-40B4-BE49-F238E27FC236}">
                <a16:creationId xmlns:a16="http://schemas.microsoft.com/office/drawing/2014/main" id="{86E9FDFB-9EE1-AEFD-A395-ED72C8E6D0EB}"/>
              </a:ext>
            </a:extLst>
          </p:cNvPr>
          <p:cNvSpPr/>
          <p:nvPr/>
        </p:nvSpPr>
        <p:spPr>
          <a:xfrm>
            <a:off x="548640" y="365760"/>
            <a:ext cx="11091672"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1200" b="1">
                <a:solidFill>
                  <a:srgbClr val="173F35"/>
                </a:solidFill>
                <a:latin typeface="Arial"/>
              </a:rPr>
              <a:t>ACT 3 / THE PRODUCT</a:t>
            </a:r>
          </a:p>
        </p:txBody>
      </p:sp>
      <p:sp>
        <p:nvSpPr>
          <p:cNvPr id="38858" name="Slide title">
            <a:extLst>
              <a:ext uri="{FF2B5EF4-FFF2-40B4-BE49-F238E27FC236}">
                <a16:creationId xmlns:a16="http://schemas.microsoft.com/office/drawing/2014/main" id="{45553DF9-78EC-71B4-745A-A5FB2B94A64E}"/>
              </a:ext>
            </a:extLst>
          </p:cNvPr>
          <p:cNvSpPr/>
          <p:nvPr/>
        </p:nvSpPr>
        <p:spPr>
          <a:xfrm>
            <a:off x="548640" y="777240"/>
            <a:ext cx="11091672"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2800" b="1">
                <a:solidFill>
                  <a:srgbClr val="173F35"/>
                </a:solidFill>
                <a:latin typeface="Arial"/>
              </a:rPr>
              <a:t>One home, end to end: every exception has an owner.</a:t>
            </a:r>
          </a:p>
        </p:txBody>
      </p:sp>
      <p:sp>
        <p:nvSpPr>
          <p:cNvPr id="38861" name="Footer sources">
            <a:extLst>
              <a:ext uri="{FF2B5EF4-FFF2-40B4-BE49-F238E27FC236}">
                <a16:creationId xmlns:a16="http://schemas.microsoft.com/office/drawing/2014/main" id="{3B743F3A-8B7F-C65F-26D1-6BAEA813C552}"/>
              </a:ext>
            </a:extLst>
          </p:cNvPr>
          <p:cNvSpPr/>
          <p:nvPr/>
        </p:nvSpPr>
        <p:spPr>
          <a:xfrm>
            <a:off x="5090160" y="5943600"/>
            <a:ext cx="4526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journey atlas and ADR 0003 (E08) · AMA Plan board: #84, #85, #87, #88, #90, #91, #95, #106</a:t>
            </a:r>
          </a:p>
          <a:p>
            <a:pPr algn="l">
              <a:buNone/>
            </a:pPr>
            <a:r>
              <a:rPr lang="en-US" sz="100">
                <a:effectLst/>
              </a:rPr>
              <a:t> </a:t>
            </a:r>
            <a:endParaRPr lang="en-US"/>
          </a:p>
        </p:txBody>
      </p:sp>
      <p:sp>
        <p:nvSpPr>
          <p:cNvPr id="38865" name="Footer navigation">
            <a:extLst>
              <a:ext uri="{FF2B5EF4-FFF2-40B4-BE49-F238E27FC236}">
                <a16:creationId xmlns:a16="http://schemas.microsoft.com/office/drawing/2014/main" id="{31BE853A-F2FC-E8C3-8774-8C8D939E2760}"/>
              </a:ext>
            </a:extLst>
          </p:cNvPr>
          <p:cNvSpPr/>
          <p:nvPr/>
        </p:nvSpPr>
        <p:spPr>
          <a:xfrm>
            <a:off x="9631680" y="6126480"/>
            <a:ext cx="2011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S12 · Answers: B06 · B23</a:t>
            </a:r>
          </a:p>
          <a:p>
            <a:pPr algn="r">
              <a:buNone/>
            </a:pPr>
            <a:r>
              <a:rPr lang="en-US" sz="100">
                <a:effectLst/>
              </a:rPr>
              <a:t> </a:t>
            </a:r>
            <a:endParaRPr lang="en-US"/>
          </a:p>
        </p:txBody>
      </p:sp>
      <p:sp>
        <p:nvSpPr>
          <p:cNvPr id="900000" name="Story-13-status" descr="Fictional service synthesis: a proposed experience, not an actual system trace or delivered-feature claim"/>
          <p:cNvSpPr txBox="1"/>
          <p:nvPr/>
        </p:nvSpPr>
        <p:spPr>
          <a:xfrm>
            <a:off x="548640" y="1389888"/>
            <a:ext cx="11091672" cy="292608"/>
          </a:xfrm>
          <a:prstGeom prst="rect">
            <a:avLst/>
          </a:prstGeom>
          <a:noFill/>
          <a:ln>
            <a:noFill/>
          </a:ln>
        </p:spPr>
        <p:txBody>
          <a:bodyPr wrap="square" lIns="18288" tIns="9144" rIns="18288" bIns="9144" anchor="t">
            <a:noAutofit/>
          </a:bodyPr>
          <a:lstStyle/>
          <a:p>
            <a:pPr algn="l">
              <a:lnSpc>
                <a:spcPct val="105000"/>
              </a:lnSpc>
              <a:buNone/>
            </a:pPr>
            <a:r>
              <a:rPr lang="en-GB" sz="1300" b="0">
                <a:solidFill>
                  <a:srgbClr val="173F35"/>
                </a:solidFill>
                <a:latin typeface="Arial"/>
              </a:rPr>
              <a:t>Fictional service synthesis: a proposed experience, not an actual system trace or delivered-feature claim</a:t>
            </a:r>
          </a:p>
        </p:txBody>
      </p:sp>
      <p:sp>
        <p:nvSpPr>
          <p:cNvPr id="900001" name="Story-13-moment-1" descr="Report /&#10;understand"/>
          <p:cNvSpPr txBox="1"/>
          <p:nvPr/>
        </p:nvSpPr>
        <p:spPr>
          <a:xfrm>
            <a:off x="187452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Report /</a:t>
            </a:r>
          </a:p>
          <a:p>
            <a:pPr algn="l">
              <a:lnSpc>
                <a:spcPct val="105000"/>
              </a:lnSpc>
              <a:buNone/>
            </a:pPr>
            <a:r>
              <a:rPr lang="en-GB" sz="1600" b="1">
                <a:solidFill>
                  <a:srgbClr val="173F35"/>
                </a:solidFill>
                <a:latin typeface="Arial"/>
              </a:rPr>
              <a:t>understand</a:t>
            </a:r>
          </a:p>
        </p:txBody>
      </p:sp>
      <p:sp>
        <p:nvSpPr>
          <p:cNvPr id="900002" name="Story-13-moment-2" descr="Choose&#10;scope"/>
          <p:cNvSpPr txBox="1"/>
          <p:nvPr/>
        </p:nvSpPr>
        <p:spPr>
          <a:xfrm>
            <a:off x="384048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Choose</a:t>
            </a:r>
          </a:p>
          <a:p>
            <a:pPr algn="l">
              <a:lnSpc>
                <a:spcPct val="105000"/>
              </a:lnSpc>
              <a:buNone/>
            </a:pPr>
            <a:r>
              <a:rPr lang="en-GB" sz="1600" b="1">
                <a:solidFill>
                  <a:srgbClr val="173F35"/>
                </a:solidFill>
                <a:latin typeface="Arial"/>
              </a:rPr>
              <a:t>scope</a:t>
            </a:r>
          </a:p>
        </p:txBody>
      </p:sp>
      <p:sp>
        <p:nvSpPr>
          <p:cNvPr id="900003" name="Story-13-moment-3" descr="Book /&#10;deliver"/>
          <p:cNvSpPr txBox="1"/>
          <p:nvPr/>
        </p:nvSpPr>
        <p:spPr>
          <a:xfrm>
            <a:off x="580644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Book /</a:t>
            </a:r>
          </a:p>
          <a:p>
            <a:pPr algn="l">
              <a:lnSpc>
                <a:spcPct val="105000"/>
              </a:lnSpc>
              <a:buNone/>
            </a:pPr>
            <a:r>
              <a:rPr lang="en-GB" sz="1600" b="1">
                <a:solidFill>
                  <a:srgbClr val="173F35"/>
                </a:solidFill>
                <a:latin typeface="Arial"/>
              </a:rPr>
              <a:t>deliver</a:t>
            </a:r>
          </a:p>
        </p:txBody>
      </p:sp>
      <p:sp>
        <p:nvSpPr>
          <p:cNvPr id="900004" name="Story-13-moment-4" descr="Inspect /&#10;handover"/>
          <p:cNvSpPr txBox="1"/>
          <p:nvPr/>
        </p:nvSpPr>
        <p:spPr>
          <a:xfrm>
            <a:off x="7772400" y="1828800"/>
            <a:ext cx="1755648"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Inspect /</a:t>
            </a:r>
          </a:p>
          <a:p>
            <a:pPr algn="l">
              <a:lnSpc>
                <a:spcPct val="105000"/>
              </a:lnSpc>
              <a:buNone/>
            </a:pPr>
            <a:r>
              <a:rPr lang="en-GB" sz="1600" b="1">
                <a:solidFill>
                  <a:srgbClr val="173F35"/>
                </a:solidFill>
                <a:latin typeface="Arial"/>
              </a:rPr>
              <a:t>handover</a:t>
            </a:r>
          </a:p>
        </p:txBody>
      </p:sp>
      <p:sp>
        <p:nvSpPr>
          <p:cNvPr id="900005" name="Story-13-moment-5" descr="Claim /&#10;reconcile"/>
          <p:cNvSpPr txBox="1"/>
          <p:nvPr/>
        </p:nvSpPr>
        <p:spPr>
          <a:xfrm>
            <a:off x="9738360" y="1828800"/>
            <a:ext cx="1901952" cy="585216"/>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Claim /</a:t>
            </a:r>
          </a:p>
          <a:p>
            <a:pPr algn="l">
              <a:lnSpc>
                <a:spcPct val="105000"/>
              </a:lnSpc>
              <a:buNone/>
            </a:pPr>
            <a:r>
              <a:rPr lang="en-GB" sz="1600" b="1">
                <a:solidFill>
                  <a:srgbClr val="173F35"/>
                </a:solidFill>
                <a:latin typeface="Arial"/>
              </a:rPr>
              <a:t>reconcile</a:t>
            </a:r>
          </a:p>
        </p:txBody>
      </p:sp>
      <p:sp>
        <p:nvSpPr>
          <p:cNvPr id="900006" name="Story-13-resident-band"/>
          <p:cNvSpPr txBox="1"/>
          <p:nvPr/>
        </p:nvSpPr>
        <p:spPr>
          <a:xfrm>
            <a:off x="548640" y="2514600"/>
            <a:ext cx="11091672" cy="685800"/>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07" name="Story-13-resident-label" descr="Resident"/>
          <p:cNvSpPr txBox="1"/>
          <p:nvPr/>
        </p:nvSpPr>
        <p:spPr>
          <a:xfrm>
            <a:off x="658368" y="2642616"/>
            <a:ext cx="1097280" cy="365760"/>
          </a:xfrm>
          <a:prstGeom prst="rect">
            <a:avLst/>
          </a:prstGeom>
          <a:no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Resident</a:t>
            </a:r>
          </a:p>
        </p:txBody>
      </p:sp>
      <p:sp>
        <p:nvSpPr>
          <p:cNvPr id="900008" name="Story-13-resident-1" descr="Tell it once;&#10;choose support"/>
          <p:cNvSpPr txBox="1"/>
          <p:nvPr/>
        </p:nvSpPr>
        <p:spPr>
          <a:xfrm>
            <a:off x="187452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Tell it once;</a:t>
            </a:r>
          </a:p>
          <a:p>
            <a:pPr algn="l">
              <a:lnSpc>
                <a:spcPct val="105000"/>
              </a:lnSpc>
              <a:buNone/>
            </a:pPr>
            <a:r>
              <a:rPr lang="en-GB" sz="1400" b="0">
                <a:solidFill>
                  <a:srgbClr val="173F35"/>
                </a:solidFill>
                <a:latin typeface="Arial"/>
              </a:rPr>
              <a:t>choose support</a:t>
            </a:r>
          </a:p>
        </p:txBody>
      </p:sp>
      <p:sp>
        <p:nvSpPr>
          <p:cNvPr id="900009" name="Story-13-resident-2" descr="Agree, defer&#10;or decline"/>
          <p:cNvSpPr txBox="1"/>
          <p:nvPr/>
        </p:nvSpPr>
        <p:spPr>
          <a:xfrm>
            <a:off x="384048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Agree, defer</a:t>
            </a:r>
          </a:p>
          <a:p>
            <a:pPr algn="l">
              <a:lnSpc>
                <a:spcPct val="105000"/>
              </a:lnSpc>
              <a:buNone/>
            </a:pPr>
            <a:r>
              <a:rPr lang="en-GB" sz="1400" b="0">
                <a:solidFill>
                  <a:srgbClr val="173F35"/>
                </a:solidFill>
                <a:latin typeface="Arial"/>
              </a:rPr>
              <a:t>or decline</a:t>
            </a:r>
          </a:p>
        </p:txBody>
      </p:sp>
      <p:sp>
        <p:nvSpPr>
          <p:cNvPr id="900010" name="Story-13-resident-3" descr="Confirm slot;&#10;raise changes"/>
          <p:cNvSpPr txBox="1"/>
          <p:nvPr/>
        </p:nvSpPr>
        <p:spPr>
          <a:xfrm>
            <a:off x="580644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Confirm slot;</a:t>
            </a:r>
          </a:p>
          <a:p>
            <a:pPr algn="l">
              <a:lnSpc>
                <a:spcPct val="105000"/>
              </a:lnSpc>
              <a:buNone/>
            </a:pPr>
            <a:r>
              <a:rPr lang="en-GB" sz="1400" b="0">
                <a:solidFill>
                  <a:srgbClr val="173F35"/>
                </a:solidFill>
                <a:latin typeface="Arial"/>
              </a:rPr>
              <a:t>raise changes</a:t>
            </a:r>
          </a:p>
        </p:txBody>
      </p:sp>
      <p:sp>
        <p:nvSpPr>
          <p:cNvPr id="900011" name="Story-13-resident-4" descr="Practise controls;&#10;report concerns"/>
          <p:cNvSpPr txBox="1"/>
          <p:nvPr/>
        </p:nvSpPr>
        <p:spPr>
          <a:xfrm>
            <a:off x="7772400" y="2606040"/>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Practise controls;</a:t>
            </a:r>
          </a:p>
          <a:p>
            <a:pPr algn="l">
              <a:lnSpc>
                <a:spcPct val="105000"/>
              </a:lnSpc>
              <a:buNone/>
            </a:pPr>
            <a:r>
              <a:rPr lang="en-GB" sz="1400" b="0">
                <a:solidFill>
                  <a:srgbClr val="173F35"/>
                </a:solidFill>
                <a:latin typeface="Arial"/>
              </a:rPr>
              <a:t>report concerns</a:t>
            </a:r>
          </a:p>
        </p:txBody>
      </p:sp>
      <p:sp>
        <p:nvSpPr>
          <p:cNvPr id="900012" name="Story-13-resident-5" descr="Keep aftercare&#10;and redress"/>
          <p:cNvSpPr txBox="1"/>
          <p:nvPr/>
        </p:nvSpPr>
        <p:spPr>
          <a:xfrm>
            <a:off x="9738360" y="2606040"/>
            <a:ext cx="1828800"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Keep aftercare</a:t>
            </a:r>
          </a:p>
          <a:p>
            <a:pPr algn="l">
              <a:lnSpc>
                <a:spcPct val="105000"/>
              </a:lnSpc>
              <a:buNone/>
            </a:pPr>
            <a:r>
              <a:rPr lang="en-GB" sz="1400" b="0">
                <a:solidFill>
                  <a:srgbClr val="173F35"/>
                </a:solidFill>
                <a:latin typeface="Arial"/>
              </a:rPr>
              <a:t>and redress</a:t>
            </a:r>
          </a:p>
        </p:txBody>
      </p:sp>
      <p:sp>
        <p:nvSpPr>
          <p:cNvPr id="900013" name="Story-13-delivery-label" descr="Delivery&#10;team"/>
          <p:cNvSpPr txBox="1"/>
          <p:nvPr/>
        </p:nvSpPr>
        <p:spPr>
          <a:xfrm>
            <a:off x="658368" y="3474720"/>
            <a:ext cx="1097280" cy="502920"/>
          </a:xfrm>
          <a:prstGeom prst="rect">
            <a:avLst/>
          </a:prstGeom>
          <a:no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Delivery</a:t>
            </a:r>
          </a:p>
          <a:p>
            <a:pPr algn="l">
              <a:lnSpc>
                <a:spcPct val="105000"/>
              </a:lnSpc>
              <a:buNone/>
            </a:pPr>
            <a:r>
              <a:rPr lang="en-GB" sz="1500" b="1">
                <a:solidFill>
                  <a:srgbClr val="173F35"/>
                </a:solidFill>
                <a:latin typeface="Arial"/>
              </a:rPr>
              <a:t>team</a:t>
            </a:r>
          </a:p>
        </p:txBody>
      </p:sp>
      <p:sp>
        <p:nvSpPr>
          <p:cNvPr id="900014" name="Story-13-delivery-1" descr="Resolve identity;&#10;record evidence"/>
          <p:cNvSpPr txBox="1"/>
          <p:nvPr/>
        </p:nvSpPr>
        <p:spPr>
          <a:xfrm>
            <a:off x="1874520" y="3474720"/>
            <a:ext cx="1755648"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Resolve identity;</a:t>
            </a:r>
          </a:p>
          <a:p>
            <a:pPr algn="l">
              <a:lnSpc>
                <a:spcPct val="105000"/>
              </a:lnSpc>
              <a:buNone/>
            </a:pPr>
            <a:r>
              <a:rPr lang="en-GB" sz="1400" b="0">
                <a:solidFill>
                  <a:srgbClr val="173F35"/>
                </a:solidFill>
                <a:latin typeface="Arial"/>
              </a:rPr>
              <a:t>record evidence</a:t>
            </a:r>
          </a:p>
        </p:txBody>
      </p:sp>
      <p:sp>
        <p:nvSpPr>
          <p:cNvPr id="900015" name="Story-13-delivery-2" descr="CHANGE: scope&#10;review reopens"/>
          <p:cNvSpPr txBox="1"/>
          <p:nvPr/>
        </p:nvSpPr>
        <p:spPr>
          <a:xfrm>
            <a:off x="3840480" y="3474720"/>
            <a:ext cx="1755648" cy="566928"/>
          </a:xfrm>
          <a:prstGeom prst="rect">
            <a:avLst/>
          </a:prstGeom>
          <a:solidFill>
            <a:srgbClr val="FFF1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CHANGE: scope</a:t>
            </a:r>
          </a:p>
          <a:p>
            <a:pPr algn="l">
              <a:lnSpc>
                <a:spcPct val="105000"/>
              </a:lnSpc>
              <a:buNone/>
            </a:pPr>
            <a:r>
              <a:rPr lang="en-GB" sz="1400" b="1">
                <a:solidFill>
                  <a:srgbClr val="173F35"/>
                </a:solidFill>
                <a:latin typeface="Arial"/>
              </a:rPr>
              <a:t>review reopens</a:t>
            </a:r>
          </a:p>
        </p:txBody>
      </p:sp>
      <p:sp>
        <p:nvSpPr>
          <p:cNvPr id="900016" name="Story-13-delivery-3" descr="Accept capacity;&#10;release / capture"/>
          <p:cNvSpPr txBox="1"/>
          <p:nvPr/>
        </p:nvSpPr>
        <p:spPr>
          <a:xfrm>
            <a:off x="5806440" y="3474720"/>
            <a:ext cx="1755648"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Accept capacity;</a:t>
            </a:r>
          </a:p>
          <a:p>
            <a:pPr algn="l">
              <a:lnSpc>
                <a:spcPct val="105000"/>
              </a:lnSpc>
              <a:buNone/>
            </a:pPr>
            <a:r>
              <a:rPr lang="en-GB" sz="1400" b="0">
                <a:solidFill>
                  <a:srgbClr val="173F35"/>
                </a:solidFill>
                <a:latin typeface="Arial"/>
              </a:rPr>
              <a:t>release / capture</a:t>
            </a:r>
          </a:p>
        </p:txBody>
      </p:sp>
      <p:sp>
        <p:nvSpPr>
          <p:cNvPr id="900017" name="Story-13-delivery-4" descr="Remedy returns;&#10;explain handover"/>
          <p:cNvSpPr txBox="1"/>
          <p:nvPr/>
        </p:nvSpPr>
        <p:spPr>
          <a:xfrm>
            <a:off x="7772400" y="3474720"/>
            <a:ext cx="1755648"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Remedy returns;</a:t>
            </a:r>
          </a:p>
          <a:p>
            <a:pPr algn="l">
              <a:lnSpc>
                <a:spcPct val="105000"/>
              </a:lnSpc>
              <a:buNone/>
            </a:pPr>
            <a:r>
              <a:rPr lang="en-GB" sz="1400" b="0">
                <a:solidFill>
                  <a:srgbClr val="173F35"/>
                </a:solidFill>
                <a:latin typeface="Arial"/>
              </a:rPr>
              <a:t>explain handover</a:t>
            </a:r>
          </a:p>
        </p:txBody>
      </p:sp>
      <p:sp>
        <p:nvSpPr>
          <p:cNvPr id="900018" name="Story-13-delivery-5" descr="Retain defects&#10;and open owners"/>
          <p:cNvSpPr txBox="1"/>
          <p:nvPr/>
        </p:nvSpPr>
        <p:spPr>
          <a:xfrm>
            <a:off x="9738360" y="3474720"/>
            <a:ext cx="1828800" cy="56692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Retain defects</a:t>
            </a:r>
          </a:p>
          <a:p>
            <a:pPr algn="l">
              <a:lnSpc>
                <a:spcPct val="105000"/>
              </a:lnSpc>
              <a:buNone/>
            </a:pPr>
            <a:r>
              <a:rPr lang="en-GB" sz="1400" b="0">
                <a:solidFill>
                  <a:srgbClr val="173F35"/>
                </a:solidFill>
                <a:latin typeface="Arial"/>
              </a:rPr>
              <a:t>and open owners</a:t>
            </a:r>
          </a:p>
        </p:txBody>
      </p:sp>
      <p:sp>
        <p:nvSpPr>
          <p:cNvPr id="900019" name="Story-13-finance-band"/>
          <p:cNvSpPr txBox="1"/>
          <p:nvPr/>
        </p:nvSpPr>
        <p:spPr>
          <a:xfrm>
            <a:off x="548640" y="4251960"/>
            <a:ext cx="11091672" cy="731520"/>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20" name="Story-13-finance-label" descr="Finance&#10;+ QA"/>
          <p:cNvSpPr txBox="1"/>
          <p:nvPr/>
        </p:nvSpPr>
        <p:spPr>
          <a:xfrm>
            <a:off x="658368" y="4379976"/>
            <a:ext cx="1097280" cy="502920"/>
          </a:xfrm>
          <a:prstGeom prst="rect">
            <a:avLst/>
          </a:prstGeom>
          <a:no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Finance</a:t>
            </a:r>
          </a:p>
          <a:p>
            <a:pPr algn="l">
              <a:lnSpc>
                <a:spcPct val="105000"/>
              </a:lnSpc>
              <a:buNone/>
            </a:pPr>
            <a:r>
              <a:rPr lang="en-GB" sz="1500" b="1">
                <a:solidFill>
                  <a:srgbClr val="173F35"/>
                </a:solidFill>
                <a:latin typeface="Arial"/>
              </a:rPr>
              <a:t>+ QA</a:t>
            </a:r>
          </a:p>
        </p:txBody>
      </p:sp>
      <p:sp>
        <p:nvSpPr>
          <p:cNvPr id="900021" name="Story-13-finance-1" descr="Check route /&#10;evidence gaps"/>
          <p:cNvSpPr txBox="1"/>
          <p:nvPr/>
        </p:nvSpPr>
        <p:spPr>
          <a:xfrm>
            <a:off x="1874520" y="4370832"/>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Check route /</a:t>
            </a:r>
          </a:p>
          <a:p>
            <a:pPr algn="l">
              <a:lnSpc>
                <a:spcPct val="105000"/>
              </a:lnSpc>
              <a:buNone/>
            </a:pPr>
            <a:r>
              <a:rPr lang="en-GB" sz="1400" b="0">
                <a:solidFill>
                  <a:srgbClr val="173F35"/>
                </a:solidFill>
                <a:latin typeface="Arial"/>
              </a:rPr>
              <a:t>evidence gaps</a:t>
            </a:r>
          </a:p>
        </p:txBody>
      </p:sp>
      <p:sp>
        <p:nvSpPr>
          <p:cNvPr id="900022" name="Story-13-finance-2" descr="Finance: budget&#10;Resident: works choice"/>
          <p:cNvSpPr txBox="1"/>
          <p:nvPr/>
        </p:nvSpPr>
        <p:spPr>
          <a:xfrm>
            <a:off x="3840480" y="4370832"/>
            <a:ext cx="1755648" cy="502920"/>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Finance: budget</a:t>
            </a:r>
          </a:p>
          <a:p>
            <a:pPr algn="l">
              <a:lnSpc>
                <a:spcPct val="105000"/>
              </a:lnSpc>
              <a:buNone/>
            </a:pPr>
            <a:r>
              <a:rPr lang="en-GB" sz="1200" b="0">
                <a:solidFill>
                  <a:srgbClr val="173F35"/>
                </a:solidFill>
                <a:latin typeface="Arial"/>
              </a:rPr>
              <a:t>Resident: works choice</a:t>
            </a:r>
          </a:p>
        </p:txBody>
      </p:sp>
      <p:sp>
        <p:nvSpPr>
          <p:cNvPr id="900023" name="Story-13-finance-3" descr="CHANGE: recheck&#10;commitment version"/>
          <p:cNvSpPr txBox="1"/>
          <p:nvPr/>
        </p:nvSpPr>
        <p:spPr>
          <a:xfrm>
            <a:off x="5806440" y="4370832"/>
            <a:ext cx="1755648" cy="502920"/>
          </a:xfrm>
          <a:prstGeom prst="rect">
            <a:avLst/>
          </a:prstGeom>
          <a:solidFill>
            <a:srgbClr val="FFF1D6"/>
          </a:solidFill>
          <a:ln>
            <a:noFill/>
          </a:ln>
        </p:spPr>
        <p:txBody>
          <a:bodyPr wrap="square" lIns="18288" tIns="9144" rIns="18288" bIns="9144" anchor="t">
            <a:noAutofit/>
          </a:bodyPr>
          <a:lstStyle/>
          <a:p>
            <a:pPr algn="l">
              <a:lnSpc>
                <a:spcPct val="105000"/>
              </a:lnSpc>
              <a:buNone/>
            </a:pPr>
            <a:r>
              <a:rPr lang="en-GB" sz="1300" b="1">
                <a:solidFill>
                  <a:srgbClr val="173F35"/>
                </a:solidFill>
                <a:latin typeface="Arial"/>
              </a:rPr>
              <a:t>CHANGE: recheck</a:t>
            </a:r>
          </a:p>
          <a:p>
            <a:pPr algn="l">
              <a:lnSpc>
                <a:spcPct val="105000"/>
              </a:lnSpc>
              <a:buNone/>
            </a:pPr>
            <a:r>
              <a:rPr lang="en-GB" sz="1300" b="1">
                <a:solidFill>
                  <a:srgbClr val="173F35"/>
                </a:solidFill>
                <a:latin typeface="Arial"/>
              </a:rPr>
              <a:t>commitment version</a:t>
            </a:r>
          </a:p>
        </p:txBody>
      </p:sp>
      <p:sp>
        <p:nvSpPr>
          <p:cNvPr id="900024" name="Story-13-finance-4" descr="Independent QA;&#10;accept or return"/>
          <p:cNvSpPr txBox="1"/>
          <p:nvPr/>
        </p:nvSpPr>
        <p:spPr>
          <a:xfrm>
            <a:off x="7772400" y="4370832"/>
            <a:ext cx="1755648"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Independent QA;</a:t>
            </a:r>
          </a:p>
          <a:p>
            <a:pPr algn="l">
              <a:lnSpc>
                <a:spcPct val="105000"/>
              </a:lnSpc>
              <a:buNone/>
            </a:pPr>
            <a:r>
              <a:rPr lang="en-GB" sz="1400" b="0">
                <a:solidFill>
                  <a:srgbClr val="173F35"/>
                </a:solidFill>
                <a:latin typeface="Arial"/>
              </a:rPr>
              <a:t>accept or return</a:t>
            </a:r>
          </a:p>
        </p:txBody>
      </p:sp>
      <p:sp>
        <p:nvSpPr>
          <p:cNvPr id="900025" name="Story-13-finance-5" descr="Reconcile claim&#10;against cash"/>
          <p:cNvSpPr txBox="1"/>
          <p:nvPr/>
        </p:nvSpPr>
        <p:spPr>
          <a:xfrm>
            <a:off x="9738360" y="4370832"/>
            <a:ext cx="1828800" cy="5029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Reconcile claim</a:t>
            </a:r>
          </a:p>
          <a:p>
            <a:pPr algn="l">
              <a:lnSpc>
                <a:spcPct val="105000"/>
              </a:lnSpc>
              <a:buNone/>
            </a:pPr>
            <a:r>
              <a:rPr lang="en-GB" sz="1400" b="0">
                <a:solidFill>
                  <a:srgbClr val="173F35"/>
                </a:solidFill>
                <a:latin typeface="Arial"/>
              </a:rPr>
              <a:t>against cash</a:t>
            </a:r>
          </a:p>
        </p:txBody>
      </p:sp>
      <p:sp>
        <p:nvSpPr>
          <p:cNvPr id="900026" name="Story-13-exception" descr="CHANGE EXCEPTION   Changed scope -&gt; named receiver -&gt; affected reviews reopen -&gt; resident update"/>
          <p:cNvSpPr txBox="1"/>
          <p:nvPr/>
        </p:nvSpPr>
        <p:spPr>
          <a:xfrm>
            <a:off x="548640" y="5148072"/>
            <a:ext cx="11091672" cy="384048"/>
          </a:xfrm>
          <a:prstGeom prst="rect">
            <a:avLst/>
          </a:prstGeom>
          <a:solidFill>
            <a:srgbClr val="FFF1D6"/>
          </a:solidFill>
          <a:ln>
            <a:noFill/>
          </a:ln>
        </p:spPr>
        <p:txBody>
          <a:bodyPr wrap="square" lIns="18288" tIns="9144" rIns="18288" bIns="9144" anchor="t">
            <a:noAutofit/>
          </a:bodyPr>
          <a:lstStyle/>
          <a:p>
            <a:pPr algn="l">
              <a:lnSpc>
                <a:spcPct val="105000"/>
              </a:lnSpc>
              <a:buNone/>
            </a:pPr>
            <a:r>
              <a:rPr lang="en-GB" sz="1500" b="1">
                <a:solidFill>
                  <a:srgbClr val="173F35"/>
                </a:solidFill>
                <a:latin typeface="Arial"/>
              </a:rPr>
              <a:t>CHANGE EXCEPTION   Changed scope -&gt; named receiver -&gt; affected reviews reopen -&gt; resident update</a:t>
            </a:r>
          </a:p>
        </p:txBody>
      </p:sp>
      <p:sp>
        <p:nvSpPr>
          <p:cNvPr id="900027" name="Story-13-boundary" descr="Hazards use an independent human route. Access, silence or a booking never implies works consent."/>
          <p:cNvSpPr txBox="1"/>
          <p:nvPr/>
        </p:nvSpPr>
        <p:spPr>
          <a:xfrm>
            <a:off x="548640" y="5632704"/>
            <a:ext cx="11091672" cy="237744"/>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Hazards use an independent human route. Access, silence or a booking never implies works consent.</a:t>
            </a:r>
          </a:p>
        </p:txBody>
      </p:sp>
    </p:spTree>
    <p:extLst>
      <p:ext uri="{BB962C8B-B14F-4D97-AF65-F5344CB8AC3E}">
        <p14:creationId xmlns:p14="http://schemas.microsoft.com/office/powerpoint/2010/main" val="2377474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9457" name="Eyebrow">
            <a:extLst>
              <a:ext uri="{FF2B5EF4-FFF2-40B4-BE49-F238E27FC236}">
                <a16:creationId xmlns:a16="http://schemas.microsoft.com/office/drawing/2014/main" id="{B6697767-710C-FC27-5DB1-C083D9362B90}"/>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9459" name="Slide title">
            <a:extLst>
              <a:ext uri="{FF2B5EF4-FFF2-40B4-BE49-F238E27FC236}">
                <a16:creationId xmlns:a16="http://schemas.microsoft.com/office/drawing/2014/main" id="{94EA84CA-EA8A-E087-0FED-85758913CC9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189 backlog items, 16 epics, one coherent product.</a:t>
            </a:r>
          </a:p>
          <a:p>
            <a:pPr algn="l">
              <a:buNone/>
            </a:pPr>
            <a:r>
              <a:rPr lang="en-US" sz="100">
                <a:effectLst/>
              </a:rPr>
              <a:t> </a:t>
            </a:r>
            <a:endParaRPr lang="en-US"/>
          </a:p>
        </p:txBody>
      </p:sp>
      <p:sp>
        <p:nvSpPr>
          <p:cNvPr id="39462" name="Footer sources">
            <a:extLst>
              <a:ext uri="{FF2B5EF4-FFF2-40B4-BE49-F238E27FC236}">
                <a16:creationId xmlns:a16="http://schemas.microsoft.com/office/drawing/2014/main" id="{F37DCD64-7F8D-F7D7-1F1B-BE32402898DE}"/>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 AMA Plan project 7 snapshot, 23 Oct 2026 07:21 UTC (API projection of GitHub issues)</a:t>
            </a:r>
          </a:p>
          <a:p>
            <a:pPr algn="l">
              <a:buNone/>
            </a:pPr>
            <a:r>
              <a:rPr lang="en-US" sz="100">
                <a:effectLst/>
              </a:rPr>
              <a:t> </a:t>
            </a:r>
            <a:endParaRPr lang="en-US"/>
          </a:p>
        </p:txBody>
      </p:sp>
      <p:sp>
        <p:nvSpPr>
          <p:cNvPr id="39466" name="Footer navigation">
            <a:extLst>
              <a:ext uri="{FF2B5EF4-FFF2-40B4-BE49-F238E27FC236}">
                <a16:creationId xmlns:a16="http://schemas.microsoft.com/office/drawing/2014/main" id="{17385D11-3F7F-48F7-10C7-609CEDCC62FE}"/>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S13</a:t>
            </a:r>
          </a:p>
          <a:p>
            <a:pPr algn="r">
              <a:buNone/>
            </a:pPr>
            <a:r>
              <a:rPr lang="en-US" sz="100">
                <a:effectLst/>
              </a:rPr>
              <a:t> </a:t>
            </a:r>
            <a:endParaRPr lang="en-US"/>
          </a:p>
        </p:txBody>
      </p:sp>
      <p:sp>
        <p:nvSpPr>
          <p:cNvPr id="39471" name="Epic tile 1">
            <a:extLst>
              <a:ext uri="{FF2B5EF4-FFF2-40B4-BE49-F238E27FC236}">
                <a16:creationId xmlns:a16="http://schemas.microsoft.com/office/drawing/2014/main" id="{1615A875-967D-A3E2-AD89-A01676B1AE0D}"/>
              </a:ext>
            </a:extLst>
          </p:cNvPr>
          <p:cNvSpPr/>
          <p:nvPr/>
        </p:nvSpPr>
        <p:spPr>
          <a:xfrm>
            <a:off x="548640"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77" name="Epic 1 name">
            <a:extLst>
              <a:ext uri="{FF2B5EF4-FFF2-40B4-BE49-F238E27FC236}">
                <a16:creationId xmlns:a16="http://schemas.microsoft.com/office/drawing/2014/main" id="{83C823BA-9D2D-23D4-CB86-35A718701968}"/>
              </a:ext>
            </a:extLst>
          </p:cNvPr>
          <p:cNvSpPr/>
          <p:nvPr/>
        </p:nvSpPr>
        <p:spPr>
          <a:xfrm>
            <a:off x="941832"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Home case and workbench</a:t>
            </a:r>
          </a:p>
          <a:p>
            <a:pPr algn="l">
              <a:buNone/>
            </a:pPr>
            <a:r>
              <a:rPr lang="en-US" sz="100">
                <a:effectLst/>
              </a:rPr>
              <a:t> </a:t>
            </a:r>
            <a:endParaRPr lang="en-US"/>
          </a:p>
        </p:txBody>
      </p:sp>
      <p:sp>
        <p:nvSpPr>
          <p:cNvPr id="39484" name="Epic 1 track">
            <a:extLst>
              <a:ext uri="{FF2B5EF4-FFF2-40B4-BE49-F238E27FC236}">
                <a16:creationId xmlns:a16="http://schemas.microsoft.com/office/drawing/2014/main" id="{B054232A-0785-9808-E063-26F210594CB6}"/>
              </a:ext>
            </a:extLst>
          </p:cNvPr>
          <p:cNvSpPr/>
          <p:nvPr/>
        </p:nvSpPr>
        <p:spPr>
          <a:xfrm>
            <a:off x="640080"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92" name="Epic 1 delivered bar">
            <a:extLst>
              <a:ext uri="{FF2B5EF4-FFF2-40B4-BE49-F238E27FC236}">
                <a16:creationId xmlns:a16="http://schemas.microsoft.com/office/drawing/2014/main" id="{98AB816B-D7BC-428B-9480-C55E85CCB909}"/>
              </a:ext>
            </a:extLst>
          </p:cNvPr>
          <p:cNvSpPr/>
          <p:nvPr/>
        </p:nvSpPr>
        <p:spPr>
          <a:xfrm>
            <a:off x="640080"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01" name="Epic 1 queued bar">
            <a:extLst>
              <a:ext uri="{FF2B5EF4-FFF2-40B4-BE49-F238E27FC236}">
                <a16:creationId xmlns:a16="http://schemas.microsoft.com/office/drawing/2014/main" id="{34E2BC26-6B07-D472-B9B8-8135A2AFB7F6}"/>
              </a:ext>
            </a:extLst>
          </p:cNvPr>
          <p:cNvSpPr/>
          <p:nvPr/>
        </p:nvSpPr>
        <p:spPr>
          <a:xfrm>
            <a:off x="756745" y="2116836"/>
            <a:ext cx="34999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11" name="Epic 1 delivered count">
            <a:extLst>
              <a:ext uri="{FF2B5EF4-FFF2-40B4-BE49-F238E27FC236}">
                <a16:creationId xmlns:a16="http://schemas.microsoft.com/office/drawing/2014/main" id="{A504EDD0-5756-F76A-DA54-418730BD7AC4}"/>
              </a:ext>
            </a:extLst>
          </p:cNvPr>
          <p:cNvSpPr/>
          <p:nvPr/>
        </p:nvSpPr>
        <p:spPr>
          <a:xfrm>
            <a:off x="54864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39522" name="Epic 1 in progress count">
            <a:extLst>
              <a:ext uri="{FF2B5EF4-FFF2-40B4-BE49-F238E27FC236}">
                <a16:creationId xmlns:a16="http://schemas.microsoft.com/office/drawing/2014/main" id="{4B63F270-AD5C-AD52-B377-353546125781}"/>
              </a:ext>
            </a:extLst>
          </p:cNvPr>
          <p:cNvSpPr/>
          <p:nvPr/>
        </p:nvSpPr>
        <p:spPr>
          <a:xfrm>
            <a:off x="93268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534" name="Epic 1 queued count">
            <a:extLst>
              <a:ext uri="{FF2B5EF4-FFF2-40B4-BE49-F238E27FC236}">
                <a16:creationId xmlns:a16="http://schemas.microsoft.com/office/drawing/2014/main" id="{F55F16DB-E7DD-15EC-A19D-EA6A60AA1B13}"/>
              </a:ext>
            </a:extLst>
          </p:cNvPr>
          <p:cNvSpPr/>
          <p:nvPr/>
        </p:nvSpPr>
        <p:spPr>
          <a:xfrm>
            <a:off x="1316736"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39547" name="Epic tile 2">
            <a:extLst>
              <a:ext uri="{FF2B5EF4-FFF2-40B4-BE49-F238E27FC236}">
                <a16:creationId xmlns:a16="http://schemas.microsoft.com/office/drawing/2014/main" id="{08EC7A73-BC46-969F-A540-943304D598DF}"/>
              </a:ext>
            </a:extLst>
          </p:cNvPr>
          <p:cNvSpPr/>
          <p:nvPr/>
        </p:nvSpPr>
        <p:spPr>
          <a:xfrm>
            <a:off x="2523744"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61" name="Epic 2 name">
            <a:extLst>
              <a:ext uri="{FF2B5EF4-FFF2-40B4-BE49-F238E27FC236}">
                <a16:creationId xmlns:a16="http://schemas.microsoft.com/office/drawing/2014/main" id="{4333FE9C-294D-E4B7-FB81-015878051E34}"/>
              </a:ext>
            </a:extLst>
          </p:cNvPr>
          <p:cNvSpPr/>
          <p:nvPr/>
        </p:nvSpPr>
        <p:spPr>
          <a:xfrm>
            <a:off x="2916936"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Safety and consent</a:t>
            </a:r>
          </a:p>
          <a:p>
            <a:pPr algn="l">
              <a:buNone/>
            </a:pPr>
            <a:r>
              <a:rPr lang="en-US" sz="100">
                <a:effectLst/>
              </a:rPr>
              <a:t> </a:t>
            </a:r>
            <a:endParaRPr lang="en-US"/>
          </a:p>
        </p:txBody>
      </p:sp>
      <p:sp>
        <p:nvSpPr>
          <p:cNvPr id="39576" name="Epic 2 track">
            <a:extLst>
              <a:ext uri="{FF2B5EF4-FFF2-40B4-BE49-F238E27FC236}">
                <a16:creationId xmlns:a16="http://schemas.microsoft.com/office/drawing/2014/main" id="{DE0F94BE-4BCC-38D2-AA54-D36FB7ABCB0D}"/>
              </a:ext>
            </a:extLst>
          </p:cNvPr>
          <p:cNvSpPr/>
          <p:nvPr/>
        </p:nvSpPr>
        <p:spPr>
          <a:xfrm>
            <a:off x="2615184"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92" name="Epic 2 delivered bar">
            <a:extLst>
              <a:ext uri="{FF2B5EF4-FFF2-40B4-BE49-F238E27FC236}">
                <a16:creationId xmlns:a16="http://schemas.microsoft.com/office/drawing/2014/main" id="{47941CCA-2950-AB45-4F10-CD4ED285D07C}"/>
              </a:ext>
            </a:extLst>
          </p:cNvPr>
          <p:cNvSpPr/>
          <p:nvPr/>
        </p:nvSpPr>
        <p:spPr>
          <a:xfrm>
            <a:off x="2615184" y="2116836"/>
            <a:ext cx="233330"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609" name="Epic 2 queued bar">
            <a:extLst>
              <a:ext uri="{FF2B5EF4-FFF2-40B4-BE49-F238E27FC236}">
                <a16:creationId xmlns:a16="http://schemas.microsoft.com/office/drawing/2014/main" id="{CDFE35A8-AA36-0DD9-9629-5D09E3C54CB6}"/>
              </a:ext>
            </a:extLst>
          </p:cNvPr>
          <p:cNvSpPr/>
          <p:nvPr/>
        </p:nvSpPr>
        <p:spPr>
          <a:xfrm>
            <a:off x="2848514" y="2116836"/>
            <a:ext cx="29166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627" name="Epic 2 delivered count">
            <a:extLst>
              <a:ext uri="{FF2B5EF4-FFF2-40B4-BE49-F238E27FC236}">
                <a16:creationId xmlns:a16="http://schemas.microsoft.com/office/drawing/2014/main" id="{90D5C5E1-C79A-3D03-6382-325FD6023729}"/>
              </a:ext>
            </a:extLst>
          </p:cNvPr>
          <p:cNvSpPr/>
          <p:nvPr/>
        </p:nvSpPr>
        <p:spPr>
          <a:xfrm>
            <a:off x="2523744"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4</a:t>
            </a:r>
          </a:p>
          <a:p>
            <a:pPr algn="l">
              <a:buNone/>
            </a:pPr>
            <a:r>
              <a:rPr lang="en-US" sz="100">
                <a:effectLst/>
              </a:rPr>
              <a:t> </a:t>
            </a:r>
            <a:endParaRPr lang="en-US"/>
          </a:p>
        </p:txBody>
      </p:sp>
      <p:sp>
        <p:nvSpPr>
          <p:cNvPr id="39646" name="Epic 2 in progress count">
            <a:extLst>
              <a:ext uri="{FF2B5EF4-FFF2-40B4-BE49-F238E27FC236}">
                <a16:creationId xmlns:a16="http://schemas.microsoft.com/office/drawing/2014/main" id="{1FF2108B-66BA-4716-AEC4-0383201D21BB}"/>
              </a:ext>
            </a:extLst>
          </p:cNvPr>
          <p:cNvSpPr/>
          <p:nvPr/>
        </p:nvSpPr>
        <p:spPr>
          <a:xfrm>
            <a:off x="2907792"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666" name="Epic 2 queued count">
            <a:extLst>
              <a:ext uri="{FF2B5EF4-FFF2-40B4-BE49-F238E27FC236}">
                <a16:creationId xmlns:a16="http://schemas.microsoft.com/office/drawing/2014/main" id="{2344DE37-6921-8AA3-F4DA-31F939057F4D}"/>
              </a:ext>
            </a:extLst>
          </p:cNvPr>
          <p:cNvSpPr/>
          <p:nvPr/>
        </p:nvSpPr>
        <p:spPr>
          <a:xfrm>
            <a:off x="329184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5</a:t>
            </a:r>
          </a:p>
          <a:p>
            <a:pPr algn="l">
              <a:buNone/>
            </a:pPr>
            <a:r>
              <a:rPr lang="en-US" sz="100">
                <a:effectLst/>
              </a:rPr>
              <a:t> </a:t>
            </a:r>
            <a:endParaRPr lang="en-US"/>
          </a:p>
        </p:txBody>
      </p:sp>
      <p:sp>
        <p:nvSpPr>
          <p:cNvPr id="39687" name="Epic tile 3">
            <a:extLst>
              <a:ext uri="{FF2B5EF4-FFF2-40B4-BE49-F238E27FC236}">
                <a16:creationId xmlns:a16="http://schemas.microsoft.com/office/drawing/2014/main" id="{F0EBD501-A9AE-8DB3-184B-30BCC032878E}"/>
              </a:ext>
            </a:extLst>
          </p:cNvPr>
          <p:cNvSpPr/>
          <p:nvPr/>
        </p:nvSpPr>
        <p:spPr>
          <a:xfrm>
            <a:off x="4498848"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09" name="Epic 3 name">
            <a:extLst>
              <a:ext uri="{FF2B5EF4-FFF2-40B4-BE49-F238E27FC236}">
                <a16:creationId xmlns:a16="http://schemas.microsoft.com/office/drawing/2014/main" id="{966891B2-20FD-C9CA-1690-AFF74E2BB483}"/>
              </a:ext>
            </a:extLst>
          </p:cNvPr>
          <p:cNvSpPr/>
          <p:nvPr/>
        </p:nvSpPr>
        <p:spPr>
          <a:xfrm>
            <a:off x="4892040"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Capacity and quality</a:t>
            </a:r>
          </a:p>
          <a:p>
            <a:pPr algn="l">
              <a:buNone/>
            </a:pPr>
            <a:r>
              <a:rPr lang="en-US" sz="100">
                <a:effectLst/>
              </a:rPr>
              <a:t> </a:t>
            </a:r>
            <a:endParaRPr lang="en-US"/>
          </a:p>
        </p:txBody>
      </p:sp>
      <p:sp>
        <p:nvSpPr>
          <p:cNvPr id="39732" name="Epic 3 track">
            <a:extLst>
              <a:ext uri="{FF2B5EF4-FFF2-40B4-BE49-F238E27FC236}">
                <a16:creationId xmlns:a16="http://schemas.microsoft.com/office/drawing/2014/main" id="{C17B0D96-5545-CA6A-4F8E-38BC1A91CAF4}"/>
              </a:ext>
            </a:extLst>
          </p:cNvPr>
          <p:cNvSpPr/>
          <p:nvPr/>
        </p:nvSpPr>
        <p:spPr>
          <a:xfrm>
            <a:off x="4590288"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56" name="Epic 3 delivered bar">
            <a:extLst>
              <a:ext uri="{FF2B5EF4-FFF2-40B4-BE49-F238E27FC236}">
                <a16:creationId xmlns:a16="http://schemas.microsoft.com/office/drawing/2014/main" id="{F77985F1-70CF-29BB-F232-BF59EFA04522}"/>
              </a:ext>
            </a:extLst>
          </p:cNvPr>
          <p:cNvSpPr/>
          <p:nvPr/>
        </p:nvSpPr>
        <p:spPr>
          <a:xfrm>
            <a:off x="4590288"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81" name="Epic 3 queued bar">
            <a:extLst>
              <a:ext uri="{FF2B5EF4-FFF2-40B4-BE49-F238E27FC236}">
                <a16:creationId xmlns:a16="http://schemas.microsoft.com/office/drawing/2014/main" id="{6B2CD820-FEBD-A7B7-02A2-26A9428A9E48}"/>
              </a:ext>
            </a:extLst>
          </p:cNvPr>
          <p:cNvSpPr/>
          <p:nvPr/>
        </p:nvSpPr>
        <p:spPr>
          <a:xfrm>
            <a:off x="4706953" y="2116836"/>
            <a:ext cx="174997"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807" name="Epic 3 delivered count">
            <a:extLst>
              <a:ext uri="{FF2B5EF4-FFF2-40B4-BE49-F238E27FC236}">
                <a16:creationId xmlns:a16="http://schemas.microsoft.com/office/drawing/2014/main" id="{F19F5B46-E713-BB2A-20E5-7657FBBFEA17}"/>
              </a:ext>
            </a:extLst>
          </p:cNvPr>
          <p:cNvSpPr/>
          <p:nvPr/>
        </p:nvSpPr>
        <p:spPr>
          <a:xfrm>
            <a:off x="449884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39834" name="Epic 3 in progress count">
            <a:extLst>
              <a:ext uri="{FF2B5EF4-FFF2-40B4-BE49-F238E27FC236}">
                <a16:creationId xmlns:a16="http://schemas.microsoft.com/office/drawing/2014/main" id="{69043818-9B88-15EB-896D-BFB001A14628}"/>
              </a:ext>
            </a:extLst>
          </p:cNvPr>
          <p:cNvSpPr/>
          <p:nvPr/>
        </p:nvSpPr>
        <p:spPr>
          <a:xfrm>
            <a:off x="4882896"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862" name="Epic 3 queued count">
            <a:extLst>
              <a:ext uri="{FF2B5EF4-FFF2-40B4-BE49-F238E27FC236}">
                <a16:creationId xmlns:a16="http://schemas.microsoft.com/office/drawing/2014/main" id="{6D891715-926D-D377-94C8-3E7A9BFFF18D}"/>
              </a:ext>
            </a:extLst>
          </p:cNvPr>
          <p:cNvSpPr/>
          <p:nvPr/>
        </p:nvSpPr>
        <p:spPr>
          <a:xfrm>
            <a:off x="5266944"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3</a:t>
            </a:r>
          </a:p>
          <a:p>
            <a:pPr algn="l">
              <a:buNone/>
            </a:pPr>
            <a:r>
              <a:rPr lang="en-US" sz="100">
                <a:effectLst/>
              </a:rPr>
              <a:t> </a:t>
            </a:r>
            <a:endParaRPr lang="en-US"/>
          </a:p>
        </p:txBody>
      </p:sp>
      <p:sp>
        <p:nvSpPr>
          <p:cNvPr id="39891" name="Epic tile 4">
            <a:extLst>
              <a:ext uri="{FF2B5EF4-FFF2-40B4-BE49-F238E27FC236}">
                <a16:creationId xmlns:a16="http://schemas.microsoft.com/office/drawing/2014/main" id="{8364EA49-25C0-29F5-4147-98757C90988E}"/>
              </a:ext>
            </a:extLst>
          </p:cNvPr>
          <p:cNvSpPr/>
          <p:nvPr/>
        </p:nvSpPr>
        <p:spPr>
          <a:xfrm>
            <a:off x="6473952"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921" name="Epic 4 name">
            <a:extLst>
              <a:ext uri="{FF2B5EF4-FFF2-40B4-BE49-F238E27FC236}">
                <a16:creationId xmlns:a16="http://schemas.microsoft.com/office/drawing/2014/main" id="{288C15BF-BF72-7FB9-A1F5-F50F72714F48}"/>
              </a:ext>
            </a:extLst>
          </p:cNvPr>
          <p:cNvSpPr/>
          <p:nvPr/>
        </p:nvSpPr>
        <p:spPr>
          <a:xfrm>
            <a:off x="6867144"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Finance and grants</a:t>
            </a:r>
          </a:p>
          <a:p>
            <a:pPr algn="l">
              <a:buNone/>
            </a:pPr>
            <a:r>
              <a:rPr lang="en-US" sz="100">
                <a:effectLst/>
              </a:rPr>
              <a:t> </a:t>
            </a:r>
            <a:endParaRPr lang="en-US"/>
          </a:p>
        </p:txBody>
      </p:sp>
      <p:sp>
        <p:nvSpPr>
          <p:cNvPr id="39952" name="Epic 4 track">
            <a:extLst>
              <a:ext uri="{FF2B5EF4-FFF2-40B4-BE49-F238E27FC236}">
                <a16:creationId xmlns:a16="http://schemas.microsoft.com/office/drawing/2014/main" id="{4EEAED34-59EF-B2BE-443A-3E7B7D2F1C32}"/>
              </a:ext>
            </a:extLst>
          </p:cNvPr>
          <p:cNvSpPr/>
          <p:nvPr/>
        </p:nvSpPr>
        <p:spPr>
          <a:xfrm>
            <a:off x="6565392"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984" name="Epic 4 delivered bar">
            <a:extLst>
              <a:ext uri="{FF2B5EF4-FFF2-40B4-BE49-F238E27FC236}">
                <a16:creationId xmlns:a16="http://schemas.microsoft.com/office/drawing/2014/main" id="{D8E159A2-A161-A276-F2FE-6FD04A234B28}"/>
              </a:ext>
            </a:extLst>
          </p:cNvPr>
          <p:cNvSpPr/>
          <p:nvPr/>
        </p:nvSpPr>
        <p:spPr>
          <a:xfrm>
            <a:off x="6565392"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17" name="Epic 4 in progress bar">
            <a:extLst>
              <a:ext uri="{FF2B5EF4-FFF2-40B4-BE49-F238E27FC236}">
                <a16:creationId xmlns:a16="http://schemas.microsoft.com/office/drawing/2014/main" id="{8C73B6C5-28AB-C067-1A1D-E1607F04872D}"/>
              </a:ext>
            </a:extLst>
          </p:cNvPr>
          <p:cNvSpPr/>
          <p:nvPr/>
        </p:nvSpPr>
        <p:spPr>
          <a:xfrm>
            <a:off x="6682057" y="2116836"/>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51" name="Epic 4 queued bar">
            <a:extLst>
              <a:ext uri="{FF2B5EF4-FFF2-40B4-BE49-F238E27FC236}">
                <a16:creationId xmlns:a16="http://schemas.microsoft.com/office/drawing/2014/main" id="{7E42BA54-433A-7050-312B-D4BCA7AD6703}"/>
              </a:ext>
            </a:extLst>
          </p:cNvPr>
          <p:cNvSpPr/>
          <p:nvPr/>
        </p:nvSpPr>
        <p:spPr>
          <a:xfrm>
            <a:off x="6798722" y="2116836"/>
            <a:ext cx="11666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86" name="Epic 4 delivered count">
            <a:extLst>
              <a:ext uri="{FF2B5EF4-FFF2-40B4-BE49-F238E27FC236}">
                <a16:creationId xmlns:a16="http://schemas.microsoft.com/office/drawing/2014/main" id="{EC786664-3628-5A7B-9B21-2CFEA5EC3DEA}"/>
              </a:ext>
            </a:extLst>
          </p:cNvPr>
          <p:cNvSpPr/>
          <p:nvPr/>
        </p:nvSpPr>
        <p:spPr>
          <a:xfrm>
            <a:off x="6473952"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0122" name="Epic 4 in progress count">
            <a:extLst>
              <a:ext uri="{FF2B5EF4-FFF2-40B4-BE49-F238E27FC236}">
                <a16:creationId xmlns:a16="http://schemas.microsoft.com/office/drawing/2014/main" id="{13254650-C925-8BA7-6F05-EE4E8915E9B8}"/>
              </a:ext>
            </a:extLst>
          </p:cNvPr>
          <p:cNvSpPr/>
          <p:nvPr/>
        </p:nvSpPr>
        <p:spPr>
          <a:xfrm>
            <a:off x="685800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0159" name="Epic 4 queued count">
            <a:extLst>
              <a:ext uri="{FF2B5EF4-FFF2-40B4-BE49-F238E27FC236}">
                <a16:creationId xmlns:a16="http://schemas.microsoft.com/office/drawing/2014/main" id="{19409DDF-9BDD-B7FA-434F-DC6FAF0E7A17}"/>
              </a:ext>
            </a:extLst>
          </p:cNvPr>
          <p:cNvSpPr/>
          <p:nvPr/>
        </p:nvSpPr>
        <p:spPr>
          <a:xfrm>
            <a:off x="724204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2</a:t>
            </a:r>
          </a:p>
          <a:p>
            <a:pPr algn="l">
              <a:buNone/>
            </a:pPr>
            <a:r>
              <a:rPr lang="en-US" sz="100">
                <a:effectLst/>
              </a:rPr>
              <a:t> </a:t>
            </a:r>
            <a:endParaRPr lang="en-US"/>
          </a:p>
        </p:txBody>
      </p:sp>
      <p:sp>
        <p:nvSpPr>
          <p:cNvPr id="40197" name="Epic tile 5">
            <a:extLst>
              <a:ext uri="{FF2B5EF4-FFF2-40B4-BE49-F238E27FC236}">
                <a16:creationId xmlns:a16="http://schemas.microsoft.com/office/drawing/2014/main" id="{03FC93BB-8A47-2DA2-FD90-46C05BC31AE4}"/>
              </a:ext>
            </a:extLst>
          </p:cNvPr>
          <p:cNvSpPr/>
          <p:nvPr/>
        </p:nvSpPr>
        <p:spPr>
          <a:xfrm>
            <a:off x="548640"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236" name="Epic 5 name">
            <a:extLst>
              <a:ext uri="{FF2B5EF4-FFF2-40B4-BE49-F238E27FC236}">
                <a16:creationId xmlns:a16="http://schemas.microsoft.com/office/drawing/2014/main" id="{20843483-0A7F-0886-C491-13FB5DAA8A3A}"/>
              </a:ext>
            </a:extLst>
          </p:cNvPr>
          <p:cNvSpPr/>
          <p:nvPr/>
        </p:nvSpPr>
        <p:spPr>
          <a:xfrm>
            <a:off x="941832" y="2670048"/>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Insight and forecasting</a:t>
            </a:r>
          </a:p>
          <a:p>
            <a:pPr algn="l">
              <a:buNone/>
            </a:pPr>
            <a:r>
              <a:rPr lang="en-US" sz="100">
                <a:effectLst/>
              </a:rPr>
              <a:t> </a:t>
            </a:r>
            <a:endParaRPr lang="en-US"/>
          </a:p>
        </p:txBody>
      </p:sp>
      <p:sp>
        <p:nvSpPr>
          <p:cNvPr id="40276" name="Epic 5 track">
            <a:extLst>
              <a:ext uri="{FF2B5EF4-FFF2-40B4-BE49-F238E27FC236}">
                <a16:creationId xmlns:a16="http://schemas.microsoft.com/office/drawing/2014/main" id="{BEEF2A10-71E0-9785-78C1-5A75EB4DFCE3}"/>
              </a:ext>
            </a:extLst>
          </p:cNvPr>
          <p:cNvSpPr/>
          <p:nvPr/>
        </p:nvSpPr>
        <p:spPr>
          <a:xfrm>
            <a:off x="640080"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317" name="Epic 5 delivered bar">
            <a:extLst>
              <a:ext uri="{FF2B5EF4-FFF2-40B4-BE49-F238E27FC236}">
                <a16:creationId xmlns:a16="http://schemas.microsoft.com/office/drawing/2014/main" id="{4E8E387E-FCF4-235E-2282-C02B8C8117CB}"/>
              </a:ext>
            </a:extLst>
          </p:cNvPr>
          <p:cNvSpPr/>
          <p:nvPr/>
        </p:nvSpPr>
        <p:spPr>
          <a:xfrm>
            <a:off x="640080" y="3223260"/>
            <a:ext cx="174997"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359" name="Epic 5 queued bar">
            <a:extLst>
              <a:ext uri="{FF2B5EF4-FFF2-40B4-BE49-F238E27FC236}">
                <a16:creationId xmlns:a16="http://schemas.microsoft.com/office/drawing/2014/main" id="{574CC97F-972A-A7EC-229F-C0ED09506DCB}"/>
              </a:ext>
            </a:extLst>
          </p:cNvPr>
          <p:cNvSpPr/>
          <p:nvPr/>
        </p:nvSpPr>
        <p:spPr>
          <a:xfrm>
            <a:off x="815077" y="3223260"/>
            <a:ext cx="58333"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402" name="Epic 5 delivered count">
            <a:extLst>
              <a:ext uri="{FF2B5EF4-FFF2-40B4-BE49-F238E27FC236}">
                <a16:creationId xmlns:a16="http://schemas.microsoft.com/office/drawing/2014/main" id="{11FA64B5-46D1-FC86-8DE0-CC054BC484E9}"/>
              </a:ext>
            </a:extLst>
          </p:cNvPr>
          <p:cNvSpPr/>
          <p:nvPr/>
        </p:nvSpPr>
        <p:spPr>
          <a:xfrm>
            <a:off x="54864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3</a:t>
            </a:r>
          </a:p>
          <a:p>
            <a:pPr algn="l">
              <a:buNone/>
            </a:pPr>
            <a:r>
              <a:rPr lang="en-US" sz="100">
                <a:effectLst/>
              </a:rPr>
              <a:t> </a:t>
            </a:r>
            <a:endParaRPr lang="en-US"/>
          </a:p>
        </p:txBody>
      </p:sp>
      <p:sp>
        <p:nvSpPr>
          <p:cNvPr id="40446" name="Epic 5 in progress count">
            <a:extLst>
              <a:ext uri="{FF2B5EF4-FFF2-40B4-BE49-F238E27FC236}">
                <a16:creationId xmlns:a16="http://schemas.microsoft.com/office/drawing/2014/main" id="{2C9C648C-EC03-E6A8-F178-A4D349683CD6}"/>
              </a:ext>
            </a:extLst>
          </p:cNvPr>
          <p:cNvSpPr/>
          <p:nvPr/>
        </p:nvSpPr>
        <p:spPr>
          <a:xfrm>
            <a:off x="93268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40491" name="Epic 5 queued count">
            <a:extLst>
              <a:ext uri="{FF2B5EF4-FFF2-40B4-BE49-F238E27FC236}">
                <a16:creationId xmlns:a16="http://schemas.microsoft.com/office/drawing/2014/main" id="{430ED200-AC55-B976-BAD5-8933B1706E3E}"/>
              </a:ext>
            </a:extLst>
          </p:cNvPr>
          <p:cNvSpPr/>
          <p:nvPr/>
        </p:nvSpPr>
        <p:spPr>
          <a:xfrm>
            <a:off x="1316736"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a:t>
            </a:r>
          </a:p>
          <a:p>
            <a:pPr algn="l">
              <a:buNone/>
            </a:pPr>
            <a:r>
              <a:rPr lang="en-US" sz="100">
                <a:effectLst/>
              </a:rPr>
              <a:t> </a:t>
            </a:r>
            <a:endParaRPr lang="en-US"/>
          </a:p>
        </p:txBody>
      </p:sp>
      <p:sp>
        <p:nvSpPr>
          <p:cNvPr id="40537" name="Epic tile 6">
            <a:extLst>
              <a:ext uri="{FF2B5EF4-FFF2-40B4-BE49-F238E27FC236}">
                <a16:creationId xmlns:a16="http://schemas.microsoft.com/office/drawing/2014/main" id="{DD9CE2EE-8AF1-A327-CDC1-594DC74B21A6}"/>
              </a:ext>
            </a:extLst>
          </p:cNvPr>
          <p:cNvSpPr/>
          <p:nvPr/>
        </p:nvSpPr>
        <p:spPr>
          <a:xfrm>
            <a:off x="2523744"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584" name="Epic 6 name">
            <a:extLst>
              <a:ext uri="{FF2B5EF4-FFF2-40B4-BE49-F238E27FC236}">
                <a16:creationId xmlns:a16="http://schemas.microsoft.com/office/drawing/2014/main" id="{CF2F2329-1FDC-2B67-1B2C-2C677EEFCB0D}"/>
              </a:ext>
            </a:extLst>
          </p:cNvPr>
          <p:cNvSpPr/>
          <p:nvPr/>
        </p:nvSpPr>
        <p:spPr>
          <a:xfrm>
            <a:off x="2916936" y="2691728"/>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Bounded AI</a:t>
            </a:r>
          </a:p>
          <a:p>
            <a:pPr algn="l">
              <a:buNone/>
            </a:pPr>
            <a:r>
              <a:rPr lang="en-US" sz="100">
                <a:effectLst/>
              </a:rPr>
              <a:t> </a:t>
            </a:r>
            <a:endParaRPr lang="en-US"/>
          </a:p>
        </p:txBody>
      </p:sp>
      <p:sp>
        <p:nvSpPr>
          <p:cNvPr id="40632" name="Epic 6 track">
            <a:extLst>
              <a:ext uri="{FF2B5EF4-FFF2-40B4-BE49-F238E27FC236}">
                <a16:creationId xmlns:a16="http://schemas.microsoft.com/office/drawing/2014/main" id="{45FE2CF6-0E7F-93D1-4FE6-BD845FD90D62}"/>
              </a:ext>
            </a:extLst>
          </p:cNvPr>
          <p:cNvSpPr/>
          <p:nvPr/>
        </p:nvSpPr>
        <p:spPr>
          <a:xfrm>
            <a:off x="2615184"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681" name="Epic 6 delivered bar">
            <a:extLst>
              <a:ext uri="{FF2B5EF4-FFF2-40B4-BE49-F238E27FC236}">
                <a16:creationId xmlns:a16="http://schemas.microsoft.com/office/drawing/2014/main" id="{88D7900C-5B97-E8C9-E458-87F2F8AFB213}"/>
              </a:ext>
            </a:extLst>
          </p:cNvPr>
          <p:cNvSpPr/>
          <p:nvPr/>
        </p:nvSpPr>
        <p:spPr>
          <a:xfrm>
            <a:off x="2615184" y="3223260"/>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731" name="Epic 6 in progress bar">
            <a:extLst>
              <a:ext uri="{FF2B5EF4-FFF2-40B4-BE49-F238E27FC236}">
                <a16:creationId xmlns:a16="http://schemas.microsoft.com/office/drawing/2014/main" id="{9B5D0D61-8180-2421-3989-8BAC5B1D6BA7}"/>
              </a:ext>
            </a:extLst>
          </p:cNvPr>
          <p:cNvSpPr/>
          <p:nvPr/>
        </p:nvSpPr>
        <p:spPr>
          <a:xfrm>
            <a:off x="2731849" y="3223260"/>
            <a:ext cx="174997"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782" name="Epic 6 queued bar">
            <a:extLst>
              <a:ext uri="{FF2B5EF4-FFF2-40B4-BE49-F238E27FC236}">
                <a16:creationId xmlns:a16="http://schemas.microsoft.com/office/drawing/2014/main" id="{58C7F098-E1C3-7D91-1825-FBB047E7DEEC}"/>
              </a:ext>
            </a:extLst>
          </p:cNvPr>
          <p:cNvSpPr/>
          <p:nvPr/>
        </p:nvSpPr>
        <p:spPr>
          <a:xfrm>
            <a:off x="2906846" y="3223260"/>
            <a:ext cx="5833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834" name="Epic 6 delivered count">
            <a:extLst>
              <a:ext uri="{FF2B5EF4-FFF2-40B4-BE49-F238E27FC236}">
                <a16:creationId xmlns:a16="http://schemas.microsoft.com/office/drawing/2014/main" id="{481491DB-E3E9-5E0E-C81B-EBDB881CBD0F}"/>
              </a:ext>
            </a:extLst>
          </p:cNvPr>
          <p:cNvSpPr/>
          <p:nvPr/>
        </p:nvSpPr>
        <p:spPr>
          <a:xfrm>
            <a:off x="2523744"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0887" name="Epic 6 in progress count">
            <a:extLst>
              <a:ext uri="{FF2B5EF4-FFF2-40B4-BE49-F238E27FC236}">
                <a16:creationId xmlns:a16="http://schemas.microsoft.com/office/drawing/2014/main" id="{CC7931A1-C31C-4C5C-B74E-4A470D81F19A}"/>
              </a:ext>
            </a:extLst>
          </p:cNvPr>
          <p:cNvSpPr/>
          <p:nvPr/>
        </p:nvSpPr>
        <p:spPr>
          <a:xfrm>
            <a:off x="2907792"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3</a:t>
            </a:r>
          </a:p>
          <a:p>
            <a:pPr algn="l">
              <a:buNone/>
            </a:pPr>
            <a:r>
              <a:rPr lang="en-US" sz="100">
                <a:effectLst/>
              </a:rPr>
              <a:t> </a:t>
            </a:r>
            <a:endParaRPr lang="en-US"/>
          </a:p>
        </p:txBody>
      </p:sp>
      <p:sp>
        <p:nvSpPr>
          <p:cNvPr id="40941" name="Epic 6 queued count">
            <a:extLst>
              <a:ext uri="{FF2B5EF4-FFF2-40B4-BE49-F238E27FC236}">
                <a16:creationId xmlns:a16="http://schemas.microsoft.com/office/drawing/2014/main" id="{92335C81-8296-FA9F-A0E7-17B68E787122}"/>
              </a:ext>
            </a:extLst>
          </p:cNvPr>
          <p:cNvSpPr/>
          <p:nvPr/>
        </p:nvSpPr>
        <p:spPr>
          <a:xfrm>
            <a:off x="329184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a:t>
            </a:r>
          </a:p>
          <a:p>
            <a:pPr algn="l">
              <a:buNone/>
            </a:pPr>
            <a:r>
              <a:rPr lang="en-US" sz="100">
                <a:effectLst/>
              </a:rPr>
              <a:t> </a:t>
            </a:r>
            <a:endParaRPr lang="en-US"/>
          </a:p>
        </p:txBody>
      </p:sp>
      <p:sp>
        <p:nvSpPr>
          <p:cNvPr id="40996" name="Epic tile 7">
            <a:extLst>
              <a:ext uri="{FF2B5EF4-FFF2-40B4-BE49-F238E27FC236}">
                <a16:creationId xmlns:a16="http://schemas.microsoft.com/office/drawing/2014/main" id="{3B1E4854-17CE-382A-991B-27B714E77182}"/>
              </a:ext>
            </a:extLst>
          </p:cNvPr>
          <p:cNvSpPr/>
          <p:nvPr/>
        </p:nvSpPr>
        <p:spPr>
          <a:xfrm>
            <a:off x="4498848"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052" name="Epic 7 name">
            <a:extLst>
              <a:ext uri="{FF2B5EF4-FFF2-40B4-BE49-F238E27FC236}">
                <a16:creationId xmlns:a16="http://schemas.microsoft.com/office/drawing/2014/main" id="{9B2FA306-FC77-BBCF-DECE-7BE9D2F3F657}"/>
              </a:ext>
            </a:extLst>
          </p:cNvPr>
          <p:cNvSpPr/>
          <p:nvPr/>
        </p:nvSpPr>
        <p:spPr>
          <a:xfrm>
            <a:off x="4892040" y="2691728"/>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IoT monitoring</a:t>
            </a:r>
          </a:p>
          <a:p>
            <a:pPr algn="l">
              <a:buNone/>
            </a:pPr>
            <a:r>
              <a:rPr lang="en-US" sz="100">
                <a:effectLst/>
              </a:rPr>
              <a:t> </a:t>
            </a:r>
            <a:endParaRPr lang="en-US"/>
          </a:p>
        </p:txBody>
      </p:sp>
      <p:sp>
        <p:nvSpPr>
          <p:cNvPr id="41109" name="Epic 7 track">
            <a:extLst>
              <a:ext uri="{FF2B5EF4-FFF2-40B4-BE49-F238E27FC236}">
                <a16:creationId xmlns:a16="http://schemas.microsoft.com/office/drawing/2014/main" id="{C794F151-BB48-7127-A2B6-8DD7B82744C1}"/>
              </a:ext>
            </a:extLst>
          </p:cNvPr>
          <p:cNvSpPr/>
          <p:nvPr/>
        </p:nvSpPr>
        <p:spPr>
          <a:xfrm>
            <a:off x="4590288"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167" name="Epic 7 delivered bar">
            <a:extLst>
              <a:ext uri="{FF2B5EF4-FFF2-40B4-BE49-F238E27FC236}">
                <a16:creationId xmlns:a16="http://schemas.microsoft.com/office/drawing/2014/main" id="{42AA7CA0-8F3D-AFAA-A929-136103ACBC17}"/>
              </a:ext>
            </a:extLst>
          </p:cNvPr>
          <p:cNvSpPr/>
          <p:nvPr/>
        </p:nvSpPr>
        <p:spPr>
          <a:xfrm>
            <a:off x="4590288" y="3223260"/>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26" name="Epic 7 queued bar">
            <a:extLst>
              <a:ext uri="{FF2B5EF4-FFF2-40B4-BE49-F238E27FC236}">
                <a16:creationId xmlns:a16="http://schemas.microsoft.com/office/drawing/2014/main" id="{C5C665B8-B271-238C-1790-0C89DA6D40D8}"/>
              </a:ext>
            </a:extLst>
          </p:cNvPr>
          <p:cNvSpPr/>
          <p:nvPr/>
        </p:nvSpPr>
        <p:spPr>
          <a:xfrm>
            <a:off x="4648620" y="3223260"/>
            <a:ext cx="116665"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86" name="Epic 7 delivered count">
            <a:extLst>
              <a:ext uri="{FF2B5EF4-FFF2-40B4-BE49-F238E27FC236}">
                <a16:creationId xmlns:a16="http://schemas.microsoft.com/office/drawing/2014/main" id="{4ECDAA8C-5B02-6200-165F-7729E87E15A9}"/>
              </a:ext>
            </a:extLst>
          </p:cNvPr>
          <p:cNvSpPr/>
          <p:nvPr/>
        </p:nvSpPr>
        <p:spPr>
          <a:xfrm>
            <a:off x="449884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1347" name="Epic 7 in progress count">
            <a:extLst>
              <a:ext uri="{FF2B5EF4-FFF2-40B4-BE49-F238E27FC236}">
                <a16:creationId xmlns:a16="http://schemas.microsoft.com/office/drawing/2014/main" id="{D0657394-860A-A168-C264-B48AF3B4C9E9}"/>
              </a:ext>
            </a:extLst>
          </p:cNvPr>
          <p:cNvSpPr/>
          <p:nvPr/>
        </p:nvSpPr>
        <p:spPr>
          <a:xfrm>
            <a:off x="4882896"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41409" name="Epic 7 queued count">
            <a:extLst>
              <a:ext uri="{FF2B5EF4-FFF2-40B4-BE49-F238E27FC236}">
                <a16:creationId xmlns:a16="http://schemas.microsoft.com/office/drawing/2014/main" id="{D4A73A11-70B6-299C-4FCA-7919FEC14337}"/>
              </a:ext>
            </a:extLst>
          </p:cNvPr>
          <p:cNvSpPr/>
          <p:nvPr/>
        </p:nvSpPr>
        <p:spPr>
          <a:xfrm>
            <a:off x="5266944"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2</a:t>
            </a:r>
          </a:p>
          <a:p>
            <a:pPr algn="l">
              <a:buNone/>
            </a:pPr>
            <a:r>
              <a:rPr lang="en-US" sz="100">
                <a:effectLst/>
              </a:rPr>
              <a:t> </a:t>
            </a:r>
            <a:endParaRPr lang="en-US"/>
          </a:p>
        </p:txBody>
      </p:sp>
      <p:sp>
        <p:nvSpPr>
          <p:cNvPr id="41472" name="Epic tile 8">
            <a:extLst>
              <a:ext uri="{FF2B5EF4-FFF2-40B4-BE49-F238E27FC236}">
                <a16:creationId xmlns:a16="http://schemas.microsoft.com/office/drawing/2014/main" id="{FA2B5401-5184-7AE8-3AFC-C334B32AED66}"/>
              </a:ext>
            </a:extLst>
          </p:cNvPr>
          <p:cNvSpPr/>
          <p:nvPr/>
        </p:nvSpPr>
        <p:spPr>
          <a:xfrm>
            <a:off x="6473952"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36" name="Epic 8 name">
            <a:extLst>
              <a:ext uri="{FF2B5EF4-FFF2-40B4-BE49-F238E27FC236}">
                <a16:creationId xmlns:a16="http://schemas.microsoft.com/office/drawing/2014/main" id="{6F0AFC86-324B-B403-7E42-48B545732A29}"/>
              </a:ext>
            </a:extLst>
          </p:cNvPr>
          <p:cNvSpPr/>
          <p:nvPr/>
        </p:nvSpPr>
        <p:spPr>
          <a:xfrm>
            <a:off x="6867144" y="2670048"/>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Platform and security</a:t>
            </a:r>
          </a:p>
          <a:p>
            <a:pPr algn="l">
              <a:buNone/>
            </a:pPr>
            <a:r>
              <a:rPr lang="en-US" sz="100">
                <a:effectLst/>
              </a:rPr>
              <a:t> </a:t>
            </a:r>
            <a:endParaRPr lang="en-US"/>
          </a:p>
        </p:txBody>
      </p:sp>
      <p:sp>
        <p:nvSpPr>
          <p:cNvPr id="41601" name="Epic 8 track">
            <a:extLst>
              <a:ext uri="{FF2B5EF4-FFF2-40B4-BE49-F238E27FC236}">
                <a16:creationId xmlns:a16="http://schemas.microsoft.com/office/drawing/2014/main" id="{AAE4CA33-8C92-1CCF-2B83-24BD9C2CEFB9}"/>
              </a:ext>
            </a:extLst>
          </p:cNvPr>
          <p:cNvSpPr/>
          <p:nvPr/>
        </p:nvSpPr>
        <p:spPr>
          <a:xfrm>
            <a:off x="6565392"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67" name="Epic 8 in progress bar">
            <a:extLst>
              <a:ext uri="{FF2B5EF4-FFF2-40B4-BE49-F238E27FC236}">
                <a16:creationId xmlns:a16="http://schemas.microsoft.com/office/drawing/2014/main" id="{DAF5B928-16C7-8989-52B9-6D5EE15F8D38}"/>
              </a:ext>
            </a:extLst>
          </p:cNvPr>
          <p:cNvSpPr/>
          <p:nvPr/>
        </p:nvSpPr>
        <p:spPr>
          <a:xfrm>
            <a:off x="6565392" y="3223260"/>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34" name="Epic 8 queued bar">
            <a:extLst>
              <a:ext uri="{FF2B5EF4-FFF2-40B4-BE49-F238E27FC236}">
                <a16:creationId xmlns:a16="http://schemas.microsoft.com/office/drawing/2014/main" id="{FF6FC4D5-6339-6EF9-EB53-C51BFFB81431}"/>
              </a:ext>
            </a:extLst>
          </p:cNvPr>
          <p:cNvSpPr/>
          <p:nvPr/>
        </p:nvSpPr>
        <p:spPr>
          <a:xfrm>
            <a:off x="6623724" y="3223260"/>
            <a:ext cx="466660"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02" name="Epic 8 delivered count">
            <a:extLst>
              <a:ext uri="{FF2B5EF4-FFF2-40B4-BE49-F238E27FC236}">
                <a16:creationId xmlns:a16="http://schemas.microsoft.com/office/drawing/2014/main" id="{700818F2-C232-C6FF-84B5-47DF53ED5768}"/>
              </a:ext>
            </a:extLst>
          </p:cNvPr>
          <p:cNvSpPr/>
          <p:nvPr/>
        </p:nvSpPr>
        <p:spPr>
          <a:xfrm>
            <a:off x="6473952"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1871" name="Epic 8 in progress count">
            <a:extLst>
              <a:ext uri="{FF2B5EF4-FFF2-40B4-BE49-F238E27FC236}">
                <a16:creationId xmlns:a16="http://schemas.microsoft.com/office/drawing/2014/main" id="{739B454E-1866-F515-38D7-C26774801569}"/>
              </a:ext>
            </a:extLst>
          </p:cNvPr>
          <p:cNvSpPr/>
          <p:nvPr/>
        </p:nvSpPr>
        <p:spPr>
          <a:xfrm>
            <a:off x="685800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1941" name="Epic 8 queued count">
            <a:extLst>
              <a:ext uri="{FF2B5EF4-FFF2-40B4-BE49-F238E27FC236}">
                <a16:creationId xmlns:a16="http://schemas.microsoft.com/office/drawing/2014/main" id="{69625984-139B-47E6-6C75-69E05EB961B1}"/>
              </a:ext>
            </a:extLst>
          </p:cNvPr>
          <p:cNvSpPr/>
          <p:nvPr/>
        </p:nvSpPr>
        <p:spPr>
          <a:xfrm>
            <a:off x="724204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8</a:t>
            </a:r>
          </a:p>
          <a:p>
            <a:pPr algn="l">
              <a:buNone/>
            </a:pPr>
            <a:r>
              <a:rPr lang="en-US" sz="100">
                <a:effectLst/>
              </a:rPr>
              <a:t> </a:t>
            </a:r>
            <a:endParaRPr lang="en-US"/>
          </a:p>
        </p:txBody>
      </p:sp>
      <p:sp>
        <p:nvSpPr>
          <p:cNvPr id="42012" name="Epic tile 9">
            <a:extLst>
              <a:ext uri="{FF2B5EF4-FFF2-40B4-BE49-F238E27FC236}">
                <a16:creationId xmlns:a16="http://schemas.microsoft.com/office/drawing/2014/main" id="{11636425-AC6F-790E-D669-076C0DCCCDE4}"/>
              </a:ext>
            </a:extLst>
          </p:cNvPr>
          <p:cNvSpPr/>
          <p:nvPr/>
        </p:nvSpPr>
        <p:spPr>
          <a:xfrm>
            <a:off x="548640"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84" name="Epic 9 name">
            <a:extLst>
              <a:ext uri="{FF2B5EF4-FFF2-40B4-BE49-F238E27FC236}">
                <a16:creationId xmlns:a16="http://schemas.microsoft.com/office/drawing/2014/main" id="{A8FE7E1E-0843-9619-9EA7-DDB2484398A3}"/>
              </a:ext>
            </a:extLst>
          </p:cNvPr>
          <p:cNvSpPr/>
          <p:nvPr/>
        </p:nvSpPr>
        <p:spPr>
          <a:xfrm>
            <a:off x="941832" y="3798152"/>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Governance</a:t>
            </a:r>
          </a:p>
          <a:p>
            <a:pPr algn="l">
              <a:buNone/>
            </a:pPr>
            <a:r>
              <a:rPr lang="en-US" sz="100">
                <a:effectLst/>
              </a:rPr>
              <a:t> </a:t>
            </a:r>
            <a:endParaRPr lang="en-US"/>
          </a:p>
        </p:txBody>
      </p:sp>
      <p:sp>
        <p:nvSpPr>
          <p:cNvPr id="42157" name="Epic 9 track">
            <a:extLst>
              <a:ext uri="{FF2B5EF4-FFF2-40B4-BE49-F238E27FC236}">
                <a16:creationId xmlns:a16="http://schemas.microsoft.com/office/drawing/2014/main" id="{C05E9977-E4C9-5AD9-0A96-86A2B9B2F9F6}"/>
              </a:ext>
            </a:extLst>
          </p:cNvPr>
          <p:cNvSpPr/>
          <p:nvPr/>
        </p:nvSpPr>
        <p:spPr>
          <a:xfrm>
            <a:off x="640080"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31" name="Epic 9 delivered bar">
            <a:extLst>
              <a:ext uri="{FF2B5EF4-FFF2-40B4-BE49-F238E27FC236}">
                <a16:creationId xmlns:a16="http://schemas.microsoft.com/office/drawing/2014/main" id="{B0498D8E-4C14-A88F-5D3F-E54A040A46C4}"/>
              </a:ext>
            </a:extLst>
          </p:cNvPr>
          <p:cNvSpPr/>
          <p:nvPr/>
        </p:nvSpPr>
        <p:spPr>
          <a:xfrm>
            <a:off x="640080"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06" name="Epic 9 in progress bar">
            <a:extLst>
              <a:ext uri="{FF2B5EF4-FFF2-40B4-BE49-F238E27FC236}">
                <a16:creationId xmlns:a16="http://schemas.microsoft.com/office/drawing/2014/main" id="{C72D058A-50F0-363F-0FBE-EF962E810C40}"/>
              </a:ext>
            </a:extLst>
          </p:cNvPr>
          <p:cNvSpPr/>
          <p:nvPr/>
        </p:nvSpPr>
        <p:spPr>
          <a:xfrm>
            <a:off x="698412" y="4329684"/>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82" name="Epic 9 queued bar">
            <a:extLst>
              <a:ext uri="{FF2B5EF4-FFF2-40B4-BE49-F238E27FC236}">
                <a16:creationId xmlns:a16="http://schemas.microsoft.com/office/drawing/2014/main" id="{12682D42-CF69-AE14-6402-4F8641CC2317}"/>
              </a:ext>
            </a:extLst>
          </p:cNvPr>
          <p:cNvSpPr/>
          <p:nvPr/>
        </p:nvSpPr>
        <p:spPr>
          <a:xfrm>
            <a:off x="756745" y="4329684"/>
            <a:ext cx="233329"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59" name="Epic 9 delivered count">
            <a:extLst>
              <a:ext uri="{FF2B5EF4-FFF2-40B4-BE49-F238E27FC236}">
                <a16:creationId xmlns:a16="http://schemas.microsoft.com/office/drawing/2014/main" id="{018A772D-743A-139D-24E2-39D91B9E3084}"/>
              </a:ext>
            </a:extLst>
          </p:cNvPr>
          <p:cNvSpPr/>
          <p:nvPr/>
        </p:nvSpPr>
        <p:spPr>
          <a:xfrm>
            <a:off x="54864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2537" name="Epic 9 in progress count">
            <a:extLst>
              <a:ext uri="{FF2B5EF4-FFF2-40B4-BE49-F238E27FC236}">
                <a16:creationId xmlns:a16="http://schemas.microsoft.com/office/drawing/2014/main" id="{173901CC-64F1-F140-4DA7-A7F9D6BA35AD}"/>
              </a:ext>
            </a:extLst>
          </p:cNvPr>
          <p:cNvSpPr/>
          <p:nvPr/>
        </p:nvSpPr>
        <p:spPr>
          <a:xfrm>
            <a:off x="93268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2616" name="Epic 9 queued count">
            <a:extLst>
              <a:ext uri="{FF2B5EF4-FFF2-40B4-BE49-F238E27FC236}">
                <a16:creationId xmlns:a16="http://schemas.microsoft.com/office/drawing/2014/main" id="{C3B5B5E3-6160-1085-D8F8-E3B53C37CB59}"/>
              </a:ext>
            </a:extLst>
          </p:cNvPr>
          <p:cNvSpPr/>
          <p:nvPr/>
        </p:nvSpPr>
        <p:spPr>
          <a:xfrm>
            <a:off x="1316736"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4</a:t>
            </a:r>
          </a:p>
          <a:p>
            <a:pPr algn="l">
              <a:buNone/>
            </a:pPr>
            <a:r>
              <a:rPr lang="en-US" sz="100">
                <a:effectLst/>
              </a:rPr>
              <a:t> </a:t>
            </a:r>
            <a:endParaRPr lang="en-US"/>
          </a:p>
        </p:txBody>
      </p:sp>
      <p:sp>
        <p:nvSpPr>
          <p:cNvPr id="42696" name="Epic tile 10">
            <a:extLst>
              <a:ext uri="{FF2B5EF4-FFF2-40B4-BE49-F238E27FC236}">
                <a16:creationId xmlns:a16="http://schemas.microsoft.com/office/drawing/2014/main" id="{5011770B-6105-2350-C89B-85D1CC464F90}"/>
              </a:ext>
            </a:extLst>
          </p:cNvPr>
          <p:cNvSpPr/>
          <p:nvPr/>
        </p:nvSpPr>
        <p:spPr>
          <a:xfrm>
            <a:off x="2523744"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77" name="Epic 10 name">
            <a:extLst>
              <a:ext uri="{FF2B5EF4-FFF2-40B4-BE49-F238E27FC236}">
                <a16:creationId xmlns:a16="http://schemas.microsoft.com/office/drawing/2014/main" id="{2CA111CE-FDDD-09F0-26F2-7B852B710C35}"/>
              </a:ext>
            </a:extLst>
          </p:cNvPr>
          <p:cNvSpPr/>
          <p:nvPr/>
        </p:nvSpPr>
        <p:spPr>
          <a:xfrm>
            <a:off x="2916936" y="3776472"/>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Infrastructure as code</a:t>
            </a:r>
          </a:p>
          <a:p>
            <a:pPr algn="l">
              <a:buNone/>
            </a:pPr>
            <a:r>
              <a:rPr lang="en-US" sz="100">
                <a:effectLst/>
              </a:rPr>
              <a:t> </a:t>
            </a:r>
            <a:endParaRPr lang="en-US"/>
          </a:p>
        </p:txBody>
      </p:sp>
      <p:sp>
        <p:nvSpPr>
          <p:cNvPr id="42859" name="Epic 10 track">
            <a:extLst>
              <a:ext uri="{FF2B5EF4-FFF2-40B4-BE49-F238E27FC236}">
                <a16:creationId xmlns:a16="http://schemas.microsoft.com/office/drawing/2014/main" id="{E6D45FEB-3A10-2358-A08F-FBDB2ABBCFB9}"/>
              </a:ext>
            </a:extLst>
          </p:cNvPr>
          <p:cNvSpPr/>
          <p:nvPr/>
        </p:nvSpPr>
        <p:spPr>
          <a:xfrm>
            <a:off x="2615184"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942" name="Epic 10 in progress bar">
            <a:extLst>
              <a:ext uri="{FF2B5EF4-FFF2-40B4-BE49-F238E27FC236}">
                <a16:creationId xmlns:a16="http://schemas.microsoft.com/office/drawing/2014/main" id="{52EC6809-FE9F-0E6D-162A-837183442BC0}"/>
              </a:ext>
            </a:extLst>
          </p:cNvPr>
          <p:cNvSpPr/>
          <p:nvPr/>
        </p:nvSpPr>
        <p:spPr>
          <a:xfrm>
            <a:off x="2615184" y="4329684"/>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026" name="Epic 10 queued bar">
            <a:extLst>
              <a:ext uri="{FF2B5EF4-FFF2-40B4-BE49-F238E27FC236}">
                <a16:creationId xmlns:a16="http://schemas.microsoft.com/office/drawing/2014/main" id="{BE2864A9-6129-1700-28A4-FCC2C876B49F}"/>
              </a:ext>
            </a:extLst>
          </p:cNvPr>
          <p:cNvSpPr/>
          <p:nvPr/>
        </p:nvSpPr>
        <p:spPr>
          <a:xfrm>
            <a:off x="2731849" y="4329684"/>
            <a:ext cx="641656"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111" name="Epic 10 delivered count">
            <a:extLst>
              <a:ext uri="{FF2B5EF4-FFF2-40B4-BE49-F238E27FC236}">
                <a16:creationId xmlns:a16="http://schemas.microsoft.com/office/drawing/2014/main" id="{682FFA5D-B0DC-BB52-27EF-9E2B98740F5F}"/>
              </a:ext>
            </a:extLst>
          </p:cNvPr>
          <p:cNvSpPr/>
          <p:nvPr/>
        </p:nvSpPr>
        <p:spPr>
          <a:xfrm>
            <a:off x="2523744"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3197" name="Epic 10 in progress count">
            <a:extLst>
              <a:ext uri="{FF2B5EF4-FFF2-40B4-BE49-F238E27FC236}">
                <a16:creationId xmlns:a16="http://schemas.microsoft.com/office/drawing/2014/main" id="{D90A50C3-3A07-A93C-61DE-CDBD53425C19}"/>
              </a:ext>
            </a:extLst>
          </p:cNvPr>
          <p:cNvSpPr/>
          <p:nvPr/>
        </p:nvSpPr>
        <p:spPr>
          <a:xfrm>
            <a:off x="2907792"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3284" name="Epic 10 queued count">
            <a:extLst>
              <a:ext uri="{FF2B5EF4-FFF2-40B4-BE49-F238E27FC236}">
                <a16:creationId xmlns:a16="http://schemas.microsoft.com/office/drawing/2014/main" id="{1504B982-5CA5-5A8D-CC8A-F4EE9287FC1A}"/>
              </a:ext>
            </a:extLst>
          </p:cNvPr>
          <p:cNvSpPr/>
          <p:nvPr/>
        </p:nvSpPr>
        <p:spPr>
          <a:xfrm>
            <a:off x="329184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11</a:t>
            </a:r>
          </a:p>
          <a:p>
            <a:pPr algn="l">
              <a:buNone/>
            </a:pPr>
            <a:r>
              <a:rPr lang="en-US" sz="100">
                <a:effectLst/>
              </a:rPr>
              <a:t> </a:t>
            </a:r>
            <a:endParaRPr lang="en-US"/>
          </a:p>
        </p:txBody>
      </p:sp>
      <p:sp>
        <p:nvSpPr>
          <p:cNvPr id="43372" name="Epic tile 11">
            <a:extLst>
              <a:ext uri="{FF2B5EF4-FFF2-40B4-BE49-F238E27FC236}">
                <a16:creationId xmlns:a16="http://schemas.microsoft.com/office/drawing/2014/main" id="{3A08125F-8133-E2B3-6DEF-CD33E4721624}"/>
              </a:ext>
            </a:extLst>
          </p:cNvPr>
          <p:cNvSpPr/>
          <p:nvPr/>
        </p:nvSpPr>
        <p:spPr>
          <a:xfrm>
            <a:off x="4498848"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461" name="Epic 11 name">
            <a:extLst>
              <a:ext uri="{FF2B5EF4-FFF2-40B4-BE49-F238E27FC236}">
                <a16:creationId xmlns:a16="http://schemas.microsoft.com/office/drawing/2014/main" id="{AEA36FAE-F173-EF31-3639-78895325965C}"/>
              </a:ext>
            </a:extLst>
          </p:cNvPr>
          <p:cNvSpPr/>
          <p:nvPr/>
        </p:nvSpPr>
        <p:spPr>
          <a:xfrm>
            <a:off x="4892040" y="3776472"/>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UX and accessibility</a:t>
            </a:r>
          </a:p>
          <a:p>
            <a:pPr algn="l">
              <a:buNone/>
            </a:pPr>
            <a:r>
              <a:rPr lang="en-US" sz="100">
                <a:effectLst/>
              </a:rPr>
              <a:t> </a:t>
            </a:r>
            <a:endParaRPr lang="en-US"/>
          </a:p>
        </p:txBody>
      </p:sp>
      <p:sp>
        <p:nvSpPr>
          <p:cNvPr id="43551" name="Epic 11 track">
            <a:extLst>
              <a:ext uri="{FF2B5EF4-FFF2-40B4-BE49-F238E27FC236}">
                <a16:creationId xmlns:a16="http://schemas.microsoft.com/office/drawing/2014/main" id="{0AE2FCA7-356B-8FC0-862E-AA95689265EE}"/>
              </a:ext>
            </a:extLst>
          </p:cNvPr>
          <p:cNvSpPr/>
          <p:nvPr/>
        </p:nvSpPr>
        <p:spPr>
          <a:xfrm>
            <a:off x="4590288"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642" name="Epic 11 delivered bar">
            <a:extLst>
              <a:ext uri="{FF2B5EF4-FFF2-40B4-BE49-F238E27FC236}">
                <a16:creationId xmlns:a16="http://schemas.microsoft.com/office/drawing/2014/main" id="{E1E0E860-E630-283E-87CC-7BE18F85EEEA}"/>
              </a:ext>
            </a:extLst>
          </p:cNvPr>
          <p:cNvSpPr/>
          <p:nvPr/>
        </p:nvSpPr>
        <p:spPr>
          <a:xfrm>
            <a:off x="4590288"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34" name="Epic 11 in progress bar">
            <a:extLst>
              <a:ext uri="{FF2B5EF4-FFF2-40B4-BE49-F238E27FC236}">
                <a16:creationId xmlns:a16="http://schemas.microsoft.com/office/drawing/2014/main" id="{16C9B743-D3D2-7D5C-13DE-0DBD555835F1}"/>
              </a:ext>
            </a:extLst>
          </p:cNvPr>
          <p:cNvSpPr/>
          <p:nvPr/>
        </p:nvSpPr>
        <p:spPr>
          <a:xfrm>
            <a:off x="4648620" y="4329684"/>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27" name="Epic 11 queued bar">
            <a:extLst>
              <a:ext uri="{FF2B5EF4-FFF2-40B4-BE49-F238E27FC236}">
                <a16:creationId xmlns:a16="http://schemas.microsoft.com/office/drawing/2014/main" id="{B1A04E0D-7E22-94AA-D10C-81A10F3C5D5A}"/>
              </a:ext>
            </a:extLst>
          </p:cNvPr>
          <p:cNvSpPr/>
          <p:nvPr/>
        </p:nvSpPr>
        <p:spPr>
          <a:xfrm>
            <a:off x="4765285" y="4329684"/>
            <a:ext cx="75832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21" name="Epic 11 delivered count">
            <a:extLst>
              <a:ext uri="{FF2B5EF4-FFF2-40B4-BE49-F238E27FC236}">
                <a16:creationId xmlns:a16="http://schemas.microsoft.com/office/drawing/2014/main" id="{E084AF30-EEEA-C9AE-D4BC-EA30C108BEFD}"/>
              </a:ext>
            </a:extLst>
          </p:cNvPr>
          <p:cNvSpPr/>
          <p:nvPr/>
        </p:nvSpPr>
        <p:spPr>
          <a:xfrm>
            <a:off x="449884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4016" name="Epic 11 in progress count">
            <a:extLst>
              <a:ext uri="{FF2B5EF4-FFF2-40B4-BE49-F238E27FC236}">
                <a16:creationId xmlns:a16="http://schemas.microsoft.com/office/drawing/2014/main" id="{034BE952-39AB-865F-19C3-2CAC20B9EF5B}"/>
              </a:ext>
            </a:extLst>
          </p:cNvPr>
          <p:cNvSpPr/>
          <p:nvPr/>
        </p:nvSpPr>
        <p:spPr>
          <a:xfrm>
            <a:off x="4882896"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4112" name="Epic 11 queued count">
            <a:extLst>
              <a:ext uri="{FF2B5EF4-FFF2-40B4-BE49-F238E27FC236}">
                <a16:creationId xmlns:a16="http://schemas.microsoft.com/office/drawing/2014/main" id="{DD8BC81F-0E35-4801-02BE-53C3F07089C3}"/>
              </a:ext>
            </a:extLst>
          </p:cNvPr>
          <p:cNvSpPr/>
          <p:nvPr/>
        </p:nvSpPr>
        <p:spPr>
          <a:xfrm>
            <a:off x="5266944"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13</a:t>
            </a:r>
          </a:p>
          <a:p>
            <a:pPr algn="l">
              <a:buNone/>
            </a:pPr>
            <a:r>
              <a:rPr lang="en-US" sz="100">
                <a:effectLst/>
              </a:rPr>
              <a:t> </a:t>
            </a:r>
            <a:endParaRPr lang="en-US"/>
          </a:p>
        </p:txBody>
      </p:sp>
      <p:sp>
        <p:nvSpPr>
          <p:cNvPr id="44209" name="Epic tile 12">
            <a:extLst>
              <a:ext uri="{FF2B5EF4-FFF2-40B4-BE49-F238E27FC236}">
                <a16:creationId xmlns:a16="http://schemas.microsoft.com/office/drawing/2014/main" id="{1EB794A3-2040-B0A5-354A-A32D5A60B37D}"/>
              </a:ext>
            </a:extLst>
          </p:cNvPr>
          <p:cNvSpPr/>
          <p:nvPr/>
        </p:nvSpPr>
        <p:spPr>
          <a:xfrm>
            <a:off x="6473952"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07" name="Epic 12 name">
            <a:extLst>
              <a:ext uri="{FF2B5EF4-FFF2-40B4-BE49-F238E27FC236}">
                <a16:creationId xmlns:a16="http://schemas.microsoft.com/office/drawing/2014/main" id="{191CF2DA-0452-A499-2774-C03BABFB8D12}"/>
              </a:ext>
            </a:extLst>
          </p:cNvPr>
          <p:cNvSpPr/>
          <p:nvPr/>
        </p:nvSpPr>
        <p:spPr>
          <a:xfrm>
            <a:off x="6867144" y="3798152"/>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Agent chat</a:t>
            </a:r>
          </a:p>
          <a:p>
            <a:pPr algn="l">
              <a:buNone/>
            </a:pPr>
            <a:r>
              <a:rPr lang="en-US" sz="100">
                <a:effectLst/>
              </a:rPr>
              <a:t> </a:t>
            </a:r>
            <a:endParaRPr lang="en-US"/>
          </a:p>
        </p:txBody>
      </p:sp>
      <p:sp>
        <p:nvSpPr>
          <p:cNvPr id="44406" name="Epic 12 track">
            <a:extLst>
              <a:ext uri="{FF2B5EF4-FFF2-40B4-BE49-F238E27FC236}">
                <a16:creationId xmlns:a16="http://schemas.microsoft.com/office/drawing/2014/main" id="{69A8D6EE-82F9-6C09-9C00-69E5EA922466}"/>
              </a:ext>
            </a:extLst>
          </p:cNvPr>
          <p:cNvSpPr/>
          <p:nvPr/>
        </p:nvSpPr>
        <p:spPr>
          <a:xfrm>
            <a:off x="6565392"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506" name="Epic 12 delivered bar">
            <a:extLst>
              <a:ext uri="{FF2B5EF4-FFF2-40B4-BE49-F238E27FC236}">
                <a16:creationId xmlns:a16="http://schemas.microsoft.com/office/drawing/2014/main" id="{0CCC0EA3-8136-306C-5A74-525D9072E81D}"/>
              </a:ext>
            </a:extLst>
          </p:cNvPr>
          <p:cNvSpPr/>
          <p:nvPr/>
        </p:nvSpPr>
        <p:spPr>
          <a:xfrm>
            <a:off x="6565392"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607" name="Epic 12 in progress bar">
            <a:extLst>
              <a:ext uri="{FF2B5EF4-FFF2-40B4-BE49-F238E27FC236}">
                <a16:creationId xmlns:a16="http://schemas.microsoft.com/office/drawing/2014/main" id="{DBFEF01E-ED79-6CAE-12A9-2FC0717D5C45}"/>
              </a:ext>
            </a:extLst>
          </p:cNvPr>
          <p:cNvSpPr/>
          <p:nvPr/>
        </p:nvSpPr>
        <p:spPr>
          <a:xfrm>
            <a:off x="6623724" y="4329684"/>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09" name="Epic 12 queued bar">
            <a:extLst>
              <a:ext uri="{FF2B5EF4-FFF2-40B4-BE49-F238E27FC236}">
                <a16:creationId xmlns:a16="http://schemas.microsoft.com/office/drawing/2014/main" id="{235B4718-B3D6-AADA-2AF5-5B4B3DAFAAB1}"/>
              </a:ext>
            </a:extLst>
          </p:cNvPr>
          <p:cNvSpPr/>
          <p:nvPr/>
        </p:nvSpPr>
        <p:spPr>
          <a:xfrm>
            <a:off x="6682057" y="4329684"/>
            <a:ext cx="29166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812" name="Epic 12 delivered count">
            <a:extLst>
              <a:ext uri="{FF2B5EF4-FFF2-40B4-BE49-F238E27FC236}">
                <a16:creationId xmlns:a16="http://schemas.microsoft.com/office/drawing/2014/main" id="{4B0F93D6-F002-A30B-CCCB-4134E153F283}"/>
              </a:ext>
            </a:extLst>
          </p:cNvPr>
          <p:cNvSpPr/>
          <p:nvPr/>
        </p:nvSpPr>
        <p:spPr>
          <a:xfrm>
            <a:off x="6473952"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4916" name="Epic 12 in progress count">
            <a:extLst>
              <a:ext uri="{FF2B5EF4-FFF2-40B4-BE49-F238E27FC236}">
                <a16:creationId xmlns:a16="http://schemas.microsoft.com/office/drawing/2014/main" id="{ECF154D2-B788-13B5-E979-F48147F9E60C}"/>
              </a:ext>
            </a:extLst>
          </p:cNvPr>
          <p:cNvSpPr/>
          <p:nvPr/>
        </p:nvSpPr>
        <p:spPr>
          <a:xfrm>
            <a:off x="685800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5021" name="Epic 12 queued count">
            <a:extLst>
              <a:ext uri="{FF2B5EF4-FFF2-40B4-BE49-F238E27FC236}">
                <a16:creationId xmlns:a16="http://schemas.microsoft.com/office/drawing/2014/main" id="{A1C1CC39-826A-7926-B889-731855A556B9}"/>
              </a:ext>
            </a:extLst>
          </p:cNvPr>
          <p:cNvSpPr/>
          <p:nvPr/>
        </p:nvSpPr>
        <p:spPr>
          <a:xfrm>
            <a:off x="724204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5</a:t>
            </a:r>
          </a:p>
          <a:p>
            <a:pPr algn="l">
              <a:buNone/>
            </a:pPr>
            <a:r>
              <a:rPr lang="en-US" sz="100">
                <a:effectLst/>
              </a:rPr>
              <a:t> </a:t>
            </a:r>
            <a:endParaRPr lang="en-US"/>
          </a:p>
        </p:txBody>
      </p:sp>
      <p:sp>
        <p:nvSpPr>
          <p:cNvPr id="45127" name="Epic tile 13">
            <a:extLst>
              <a:ext uri="{FF2B5EF4-FFF2-40B4-BE49-F238E27FC236}">
                <a16:creationId xmlns:a16="http://schemas.microsoft.com/office/drawing/2014/main" id="{D9139794-2960-22F4-76A8-1D2D9ABDEBA3}"/>
              </a:ext>
            </a:extLst>
          </p:cNvPr>
          <p:cNvSpPr/>
          <p:nvPr/>
        </p:nvSpPr>
        <p:spPr>
          <a:xfrm>
            <a:off x="548640"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234" name="Epic 13 name">
            <a:extLst>
              <a:ext uri="{FF2B5EF4-FFF2-40B4-BE49-F238E27FC236}">
                <a16:creationId xmlns:a16="http://schemas.microsoft.com/office/drawing/2014/main" id="{F3372555-3E97-6367-2912-D8625E3852AD}"/>
              </a:ext>
            </a:extLst>
          </p:cNvPr>
          <p:cNvSpPr/>
          <p:nvPr/>
        </p:nvSpPr>
        <p:spPr>
          <a:xfrm>
            <a:off x="941832" y="4904576"/>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Synthetic data</a:t>
            </a:r>
          </a:p>
          <a:p>
            <a:pPr algn="l">
              <a:buNone/>
            </a:pPr>
            <a:r>
              <a:rPr lang="en-US" sz="100">
                <a:effectLst/>
              </a:rPr>
              <a:t> </a:t>
            </a:r>
            <a:endParaRPr lang="en-US"/>
          </a:p>
        </p:txBody>
      </p:sp>
      <p:sp>
        <p:nvSpPr>
          <p:cNvPr id="45342" name="Epic 13 track">
            <a:extLst>
              <a:ext uri="{FF2B5EF4-FFF2-40B4-BE49-F238E27FC236}">
                <a16:creationId xmlns:a16="http://schemas.microsoft.com/office/drawing/2014/main" id="{B68389B0-4447-A582-D720-F15B39BF7ED0}"/>
              </a:ext>
            </a:extLst>
          </p:cNvPr>
          <p:cNvSpPr/>
          <p:nvPr/>
        </p:nvSpPr>
        <p:spPr>
          <a:xfrm>
            <a:off x="640080"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451" name="Epic 13 delivered bar">
            <a:extLst>
              <a:ext uri="{FF2B5EF4-FFF2-40B4-BE49-F238E27FC236}">
                <a16:creationId xmlns:a16="http://schemas.microsoft.com/office/drawing/2014/main" id="{94FBC1D1-EAA3-80E9-CF8C-5268522A7069}"/>
              </a:ext>
            </a:extLst>
          </p:cNvPr>
          <p:cNvSpPr/>
          <p:nvPr/>
        </p:nvSpPr>
        <p:spPr>
          <a:xfrm>
            <a:off x="640080" y="5436108"/>
            <a:ext cx="52499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561" name="Epic 13 in progress bar">
            <a:extLst>
              <a:ext uri="{FF2B5EF4-FFF2-40B4-BE49-F238E27FC236}">
                <a16:creationId xmlns:a16="http://schemas.microsoft.com/office/drawing/2014/main" id="{2BCAB353-0599-B8F3-E7F2-0C039BF165F6}"/>
              </a:ext>
            </a:extLst>
          </p:cNvPr>
          <p:cNvSpPr/>
          <p:nvPr/>
        </p:nvSpPr>
        <p:spPr>
          <a:xfrm>
            <a:off x="1165072" y="5436108"/>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672" name="Epic 13 queued bar">
            <a:extLst>
              <a:ext uri="{FF2B5EF4-FFF2-40B4-BE49-F238E27FC236}">
                <a16:creationId xmlns:a16="http://schemas.microsoft.com/office/drawing/2014/main" id="{9C6389C1-8D08-3B09-8AF1-7E2FE13C35AD}"/>
              </a:ext>
            </a:extLst>
          </p:cNvPr>
          <p:cNvSpPr/>
          <p:nvPr/>
        </p:nvSpPr>
        <p:spPr>
          <a:xfrm>
            <a:off x="1223404" y="5436108"/>
            <a:ext cx="1108316"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784" name="Epic 13 delivered count">
            <a:extLst>
              <a:ext uri="{FF2B5EF4-FFF2-40B4-BE49-F238E27FC236}">
                <a16:creationId xmlns:a16="http://schemas.microsoft.com/office/drawing/2014/main" id="{77CFFEA6-0DC8-7166-5957-7DC0BBD64F42}"/>
              </a:ext>
            </a:extLst>
          </p:cNvPr>
          <p:cNvSpPr/>
          <p:nvPr/>
        </p:nvSpPr>
        <p:spPr>
          <a:xfrm>
            <a:off x="54864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9</a:t>
            </a:r>
          </a:p>
          <a:p>
            <a:pPr algn="l">
              <a:buNone/>
            </a:pPr>
            <a:r>
              <a:rPr lang="en-US" sz="100">
                <a:effectLst/>
              </a:rPr>
              <a:t> </a:t>
            </a:r>
            <a:endParaRPr lang="en-US"/>
          </a:p>
        </p:txBody>
      </p:sp>
      <p:sp>
        <p:nvSpPr>
          <p:cNvPr id="45897" name="Epic 13 in progress count">
            <a:extLst>
              <a:ext uri="{FF2B5EF4-FFF2-40B4-BE49-F238E27FC236}">
                <a16:creationId xmlns:a16="http://schemas.microsoft.com/office/drawing/2014/main" id="{8A0C6D2D-C637-80DF-B063-5F62D10C00FC}"/>
              </a:ext>
            </a:extLst>
          </p:cNvPr>
          <p:cNvSpPr/>
          <p:nvPr/>
        </p:nvSpPr>
        <p:spPr>
          <a:xfrm>
            <a:off x="93268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6011" name="Epic 13 queued count">
            <a:extLst>
              <a:ext uri="{FF2B5EF4-FFF2-40B4-BE49-F238E27FC236}">
                <a16:creationId xmlns:a16="http://schemas.microsoft.com/office/drawing/2014/main" id="{B31AE8C5-50F9-6F3B-765C-CE3FAD7A54FC}"/>
              </a:ext>
            </a:extLst>
          </p:cNvPr>
          <p:cNvSpPr/>
          <p:nvPr/>
        </p:nvSpPr>
        <p:spPr>
          <a:xfrm>
            <a:off x="1316736"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19</a:t>
            </a:r>
          </a:p>
          <a:p>
            <a:pPr algn="l">
              <a:buNone/>
            </a:pPr>
            <a:r>
              <a:rPr lang="en-US" sz="100">
                <a:effectLst/>
              </a:rPr>
              <a:t> </a:t>
            </a:r>
            <a:endParaRPr lang="en-US"/>
          </a:p>
        </p:txBody>
      </p:sp>
      <p:sp>
        <p:nvSpPr>
          <p:cNvPr id="46126" name="Epic tile 14">
            <a:extLst>
              <a:ext uri="{FF2B5EF4-FFF2-40B4-BE49-F238E27FC236}">
                <a16:creationId xmlns:a16="http://schemas.microsoft.com/office/drawing/2014/main" id="{7D64E8F2-F272-ABB2-5319-8DDC82FDF9AB}"/>
              </a:ext>
            </a:extLst>
          </p:cNvPr>
          <p:cNvSpPr/>
          <p:nvPr/>
        </p:nvSpPr>
        <p:spPr>
          <a:xfrm>
            <a:off x="2523744"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242" name="Epic 14 name">
            <a:extLst>
              <a:ext uri="{FF2B5EF4-FFF2-40B4-BE49-F238E27FC236}">
                <a16:creationId xmlns:a16="http://schemas.microsoft.com/office/drawing/2014/main" id="{A97FBE47-4FA8-ACF6-0802-9332A545DF4E}"/>
              </a:ext>
            </a:extLst>
          </p:cNvPr>
          <p:cNvSpPr/>
          <p:nvPr/>
        </p:nvSpPr>
        <p:spPr>
          <a:xfrm>
            <a:off x="2916936" y="4882896"/>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Repository restructure</a:t>
            </a:r>
          </a:p>
          <a:p>
            <a:pPr algn="l">
              <a:buNone/>
            </a:pPr>
            <a:r>
              <a:rPr lang="en-US" sz="100">
                <a:effectLst/>
              </a:rPr>
              <a:t> </a:t>
            </a:r>
            <a:endParaRPr lang="en-US"/>
          </a:p>
        </p:txBody>
      </p:sp>
      <p:sp>
        <p:nvSpPr>
          <p:cNvPr id="46359" name="Epic 14 track">
            <a:extLst>
              <a:ext uri="{FF2B5EF4-FFF2-40B4-BE49-F238E27FC236}">
                <a16:creationId xmlns:a16="http://schemas.microsoft.com/office/drawing/2014/main" id="{1F417936-EB5B-7624-8E04-41159CB461BE}"/>
              </a:ext>
            </a:extLst>
          </p:cNvPr>
          <p:cNvSpPr/>
          <p:nvPr/>
        </p:nvSpPr>
        <p:spPr>
          <a:xfrm>
            <a:off x="2615184"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77" name="Epic 14 delivered bar">
            <a:extLst>
              <a:ext uri="{FF2B5EF4-FFF2-40B4-BE49-F238E27FC236}">
                <a16:creationId xmlns:a16="http://schemas.microsoft.com/office/drawing/2014/main" id="{EF2A0CA0-1CCA-0609-9404-F6F07DFEB931}"/>
              </a:ext>
            </a:extLst>
          </p:cNvPr>
          <p:cNvSpPr/>
          <p:nvPr/>
        </p:nvSpPr>
        <p:spPr>
          <a:xfrm>
            <a:off x="2615184" y="5436108"/>
            <a:ext cx="174997"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96" name="Epic 14 in progress bar">
            <a:extLst>
              <a:ext uri="{FF2B5EF4-FFF2-40B4-BE49-F238E27FC236}">
                <a16:creationId xmlns:a16="http://schemas.microsoft.com/office/drawing/2014/main" id="{D5D9A924-1214-5A1D-499E-FE39F948A73B}"/>
              </a:ext>
            </a:extLst>
          </p:cNvPr>
          <p:cNvSpPr/>
          <p:nvPr/>
        </p:nvSpPr>
        <p:spPr>
          <a:xfrm>
            <a:off x="2790181" y="5436108"/>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16" name="Epic 14 queued bar">
            <a:extLst>
              <a:ext uri="{FF2B5EF4-FFF2-40B4-BE49-F238E27FC236}">
                <a16:creationId xmlns:a16="http://schemas.microsoft.com/office/drawing/2014/main" id="{E6A4DE54-D87E-E7A8-A73E-53033A30A171}"/>
              </a:ext>
            </a:extLst>
          </p:cNvPr>
          <p:cNvSpPr/>
          <p:nvPr/>
        </p:nvSpPr>
        <p:spPr>
          <a:xfrm>
            <a:off x="2848514" y="5436108"/>
            <a:ext cx="34999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37" name="Epic 14 delivered count">
            <a:extLst>
              <a:ext uri="{FF2B5EF4-FFF2-40B4-BE49-F238E27FC236}">
                <a16:creationId xmlns:a16="http://schemas.microsoft.com/office/drawing/2014/main" id="{2FFB175C-AC40-A82C-8AF6-AFAC7CE287C4}"/>
              </a:ext>
            </a:extLst>
          </p:cNvPr>
          <p:cNvSpPr/>
          <p:nvPr/>
        </p:nvSpPr>
        <p:spPr>
          <a:xfrm>
            <a:off x="2523744"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3</a:t>
            </a:r>
          </a:p>
          <a:p>
            <a:pPr algn="l">
              <a:buNone/>
            </a:pPr>
            <a:r>
              <a:rPr lang="en-US" sz="100">
                <a:effectLst/>
              </a:rPr>
              <a:t> </a:t>
            </a:r>
            <a:endParaRPr lang="en-US"/>
          </a:p>
        </p:txBody>
      </p:sp>
      <p:sp>
        <p:nvSpPr>
          <p:cNvPr id="46959" name="Epic 14 in progress count">
            <a:extLst>
              <a:ext uri="{FF2B5EF4-FFF2-40B4-BE49-F238E27FC236}">
                <a16:creationId xmlns:a16="http://schemas.microsoft.com/office/drawing/2014/main" id="{106385A8-B043-BF07-9B63-1335F9808BCE}"/>
              </a:ext>
            </a:extLst>
          </p:cNvPr>
          <p:cNvSpPr/>
          <p:nvPr/>
        </p:nvSpPr>
        <p:spPr>
          <a:xfrm>
            <a:off x="2907792"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7082" name="Epic 14 queued count">
            <a:extLst>
              <a:ext uri="{FF2B5EF4-FFF2-40B4-BE49-F238E27FC236}">
                <a16:creationId xmlns:a16="http://schemas.microsoft.com/office/drawing/2014/main" id="{30966F52-CACA-1F44-83D5-34FF15F597E8}"/>
              </a:ext>
            </a:extLst>
          </p:cNvPr>
          <p:cNvSpPr/>
          <p:nvPr/>
        </p:nvSpPr>
        <p:spPr>
          <a:xfrm>
            <a:off x="329184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47206" name="Epic tile 15">
            <a:extLst>
              <a:ext uri="{FF2B5EF4-FFF2-40B4-BE49-F238E27FC236}">
                <a16:creationId xmlns:a16="http://schemas.microsoft.com/office/drawing/2014/main" id="{32AAF4CA-EB4D-57AC-6480-062E133AFAEB}"/>
              </a:ext>
            </a:extLst>
          </p:cNvPr>
          <p:cNvSpPr/>
          <p:nvPr/>
        </p:nvSpPr>
        <p:spPr>
          <a:xfrm>
            <a:off x="4498848"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31" name="Epic 15 name">
            <a:extLst>
              <a:ext uri="{FF2B5EF4-FFF2-40B4-BE49-F238E27FC236}">
                <a16:creationId xmlns:a16="http://schemas.microsoft.com/office/drawing/2014/main" id="{34F63D05-16E8-B177-BD5C-45F2F400508E}"/>
              </a:ext>
            </a:extLst>
          </p:cNvPr>
          <p:cNvSpPr/>
          <p:nvPr/>
        </p:nvSpPr>
        <p:spPr>
          <a:xfrm>
            <a:off x="4892040" y="4882896"/>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Regulatory assistant</a:t>
            </a:r>
          </a:p>
          <a:p>
            <a:pPr algn="l">
              <a:buNone/>
            </a:pPr>
            <a:r>
              <a:rPr lang="en-US" sz="100">
                <a:effectLst/>
              </a:rPr>
              <a:t> </a:t>
            </a:r>
            <a:endParaRPr lang="en-US"/>
          </a:p>
        </p:txBody>
      </p:sp>
      <p:sp>
        <p:nvSpPr>
          <p:cNvPr id="47457" name="Epic 15 track">
            <a:extLst>
              <a:ext uri="{FF2B5EF4-FFF2-40B4-BE49-F238E27FC236}">
                <a16:creationId xmlns:a16="http://schemas.microsoft.com/office/drawing/2014/main" id="{3ED44572-3BC0-E66D-8E4D-99674A6C9D93}"/>
              </a:ext>
            </a:extLst>
          </p:cNvPr>
          <p:cNvSpPr/>
          <p:nvPr/>
        </p:nvSpPr>
        <p:spPr>
          <a:xfrm>
            <a:off x="4590288"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84" name="Epic 15 delivered bar">
            <a:extLst>
              <a:ext uri="{FF2B5EF4-FFF2-40B4-BE49-F238E27FC236}">
                <a16:creationId xmlns:a16="http://schemas.microsoft.com/office/drawing/2014/main" id="{4C47C88B-A9D2-4085-DB7B-A8336F7D7D5E}"/>
              </a:ext>
            </a:extLst>
          </p:cNvPr>
          <p:cNvSpPr/>
          <p:nvPr/>
        </p:nvSpPr>
        <p:spPr>
          <a:xfrm>
            <a:off x="4590288" y="5436108"/>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12" name="Epic 15 in progress bar">
            <a:extLst>
              <a:ext uri="{FF2B5EF4-FFF2-40B4-BE49-F238E27FC236}">
                <a16:creationId xmlns:a16="http://schemas.microsoft.com/office/drawing/2014/main" id="{68D214E1-AD76-F22B-49A4-FD898DBEBEB1}"/>
              </a:ext>
            </a:extLst>
          </p:cNvPr>
          <p:cNvSpPr/>
          <p:nvPr/>
        </p:nvSpPr>
        <p:spPr>
          <a:xfrm>
            <a:off x="4706953" y="5436108"/>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841" name="Epic 15 queued bar">
            <a:extLst>
              <a:ext uri="{FF2B5EF4-FFF2-40B4-BE49-F238E27FC236}">
                <a16:creationId xmlns:a16="http://schemas.microsoft.com/office/drawing/2014/main" id="{6B252743-6AA6-C340-A4D2-39817F70D98D}"/>
              </a:ext>
            </a:extLst>
          </p:cNvPr>
          <p:cNvSpPr/>
          <p:nvPr/>
        </p:nvSpPr>
        <p:spPr>
          <a:xfrm>
            <a:off x="4765285" y="5436108"/>
            <a:ext cx="349995"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971" name="Epic 15 delivered count">
            <a:extLst>
              <a:ext uri="{FF2B5EF4-FFF2-40B4-BE49-F238E27FC236}">
                <a16:creationId xmlns:a16="http://schemas.microsoft.com/office/drawing/2014/main" id="{E886E31F-DCD2-A05C-5768-4BAE309CCEBE}"/>
              </a:ext>
            </a:extLst>
          </p:cNvPr>
          <p:cNvSpPr/>
          <p:nvPr/>
        </p:nvSpPr>
        <p:spPr>
          <a:xfrm>
            <a:off x="449884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8102" name="Epic 15 in progress count">
            <a:extLst>
              <a:ext uri="{FF2B5EF4-FFF2-40B4-BE49-F238E27FC236}">
                <a16:creationId xmlns:a16="http://schemas.microsoft.com/office/drawing/2014/main" id="{0262411D-035D-140D-D9C2-F4BDA5B523EF}"/>
              </a:ext>
            </a:extLst>
          </p:cNvPr>
          <p:cNvSpPr/>
          <p:nvPr/>
        </p:nvSpPr>
        <p:spPr>
          <a:xfrm>
            <a:off x="4882896"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8234" name="Epic 15 queued count">
            <a:extLst>
              <a:ext uri="{FF2B5EF4-FFF2-40B4-BE49-F238E27FC236}">
                <a16:creationId xmlns:a16="http://schemas.microsoft.com/office/drawing/2014/main" id="{2BDEB4A6-D685-A295-EBEC-92D9F7FB73A1}"/>
              </a:ext>
            </a:extLst>
          </p:cNvPr>
          <p:cNvSpPr/>
          <p:nvPr/>
        </p:nvSpPr>
        <p:spPr>
          <a:xfrm>
            <a:off x="5266944"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48367" name="Epic tile 16">
            <a:extLst>
              <a:ext uri="{FF2B5EF4-FFF2-40B4-BE49-F238E27FC236}">
                <a16:creationId xmlns:a16="http://schemas.microsoft.com/office/drawing/2014/main" id="{ACC454A2-707E-44E9-357D-0284BAD8E3E9}"/>
              </a:ext>
            </a:extLst>
          </p:cNvPr>
          <p:cNvSpPr/>
          <p:nvPr/>
        </p:nvSpPr>
        <p:spPr>
          <a:xfrm>
            <a:off x="6473952"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501" name="Epic 16 name">
            <a:extLst>
              <a:ext uri="{FF2B5EF4-FFF2-40B4-BE49-F238E27FC236}">
                <a16:creationId xmlns:a16="http://schemas.microsoft.com/office/drawing/2014/main" id="{90EF07D2-46D4-1989-4AA0-6190DD617745}"/>
              </a:ext>
            </a:extLst>
          </p:cNvPr>
          <p:cNvSpPr/>
          <p:nvPr/>
        </p:nvSpPr>
        <p:spPr>
          <a:xfrm>
            <a:off x="6867144" y="4904576"/>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Responsible AI</a:t>
            </a:r>
          </a:p>
          <a:p>
            <a:pPr algn="l">
              <a:buNone/>
            </a:pPr>
            <a:r>
              <a:rPr lang="en-US" sz="100">
                <a:effectLst/>
              </a:rPr>
              <a:t> </a:t>
            </a:r>
            <a:endParaRPr lang="en-US"/>
          </a:p>
        </p:txBody>
      </p:sp>
      <p:sp>
        <p:nvSpPr>
          <p:cNvPr id="48636" name="Epic 16 track">
            <a:extLst>
              <a:ext uri="{FF2B5EF4-FFF2-40B4-BE49-F238E27FC236}">
                <a16:creationId xmlns:a16="http://schemas.microsoft.com/office/drawing/2014/main" id="{CF765600-0006-A70B-AFBC-6851C3C98090}"/>
              </a:ext>
            </a:extLst>
          </p:cNvPr>
          <p:cNvSpPr/>
          <p:nvPr/>
        </p:nvSpPr>
        <p:spPr>
          <a:xfrm>
            <a:off x="6565392"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772" name="Epic 16 in progress bar">
            <a:extLst>
              <a:ext uri="{FF2B5EF4-FFF2-40B4-BE49-F238E27FC236}">
                <a16:creationId xmlns:a16="http://schemas.microsoft.com/office/drawing/2014/main" id="{7B06C4C2-95D1-A9D3-7822-8EE267870E5C}"/>
              </a:ext>
            </a:extLst>
          </p:cNvPr>
          <p:cNvSpPr/>
          <p:nvPr/>
        </p:nvSpPr>
        <p:spPr>
          <a:xfrm>
            <a:off x="6565392" y="5436108"/>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909" name="Epic 16 queued bar">
            <a:extLst>
              <a:ext uri="{FF2B5EF4-FFF2-40B4-BE49-F238E27FC236}">
                <a16:creationId xmlns:a16="http://schemas.microsoft.com/office/drawing/2014/main" id="{B4947D67-BF0D-CE31-B108-2B23D451868D}"/>
              </a:ext>
            </a:extLst>
          </p:cNvPr>
          <p:cNvSpPr/>
          <p:nvPr/>
        </p:nvSpPr>
        <p:spPr>
          <a:xfrm>
            <a:off x="6682057" y="5436108"/>
            <a:ext cx="233329"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047" name="Epic 16 delivered count">
            <a:extLst>
              <a:ext uri="{FF2B5EF4-FFF2-40B4-BE49-F238E27FC236}">
                <a16:creationId xmlns:a16="http://schemas.microsoft.com/office/drawing/2014/main" id="{668F372D-DE84-66C5-F83B-D6C914823D95}"/>
              </a:ext>
            </a:extLst>
          </p:cNvPr>
          <p:cNvSpPr/>
          <p:nvPr/>
        </p:nvSpPr>
        <p:spPr>
          <a:xfrm>
            <a:off x="6473952"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9186" name="Epic 16 in progress count">
            <a:extLst>
              <a:ext uri="{FF2B5EF4-FFF2-40B4-BE49-F238E27FC236}">
                <a16:creationId xmlns:a16="http://schemas.microsoft.com/office/drawing/2014/main" id="{4A815485-A6E1-DA65-605D-FD26F98617F3}"/>
              </a:ext>
            </a:extLst>
          </p:cNvPr>
          <p:cNvSpPr/>
          <p:nvPr/>
        </p:nvSpPr>
        <p:spPr>
          <a:xfrm>
            <a:off x="685800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9326" name="Epic 16 queued count">
            <a:extLst>
              <a:ext uri="{FF2B5EF4-FFF2-40B4-BE49-F238E27FC236}">
                <a16:creationId xmlns:a16="http://schemas.microsoft.com/office/drawing/2014/main" id="{A6183167-3875-9958-B3C0-4D288F1510DC}"/>
              </a:ext>
            </a:extLst>
          </p:cNvPr>
          <p:cNvSpPr/>
          <p:nvPr/>
        </p:nvSpPr>
        <p:spPr>
          <a:xfrm>
            <a:off x="724204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4</a:t>
            </a:r>
          </a:p>
          <a:p>
            <a:pPr algn="l">
              <a:buNone/>
            </a:pPr>
            <a:r>
              <a:rPr lang="en-US" sz="100">
                <a:effectLst/>
              </a:rPr>
              <a:t> </a:t>
            </a:r>
            <a:endParaRPr lang="en-US"/>
          </a:p>
        </p:txBody>
      </p:sp>
      <p:sp>
        <p:nvSpPr>
          <p:cNvPr id="49467" name="Counter delivered number">
            <a:extLst>
              <a:ext uri="{FF2B5EF4-FFF2-40B4-BE49-F238E27FC236}">
                <a16:creationId xmlns:a16="http://schemas.microsoft.com/office/drawing/2014/main" id="{73E06EBF-930F-9965-F254-AE2EABDD931E}"/>
              </a:ext>
            </a:extLst>
          </p:cNvPr>
          <p:cNvSpPr/>
          <p:nvPr/>
        </p:nvSpPr>
        <p:spPr>
          <a:xfrm>
            <a:off x="8524416" y="1374992"/>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a:solidFill>
                  <a:srgbClr val="2E6B5E"/>
                </a:solidFill>
                <a:effectLst/>
                <a:latin typeface="Arial" panose="020B0604020202020204" pitchFamily="34" charset="0"/>
              </a:rPr>
              <a:t>54</a:t>
            </a:r>
          </a:p>
          <a:p>
            <a:pPr algn="r">
              <a:buNone/>
            </a:pPr>
            <a:r>
              <a:rPr lang="en-US" sz="100">
                <a:effectLst/>
              </a:rPr>
              <a:t> </a:t>
            </a:r>
            <a:endParaRPr lang="en-US"/>
          </a:p>
        </p:txBody>
      </p:sp>
      <p:sp>
        <p:nvSpPr>
          <p:cNvPr id="49609" name="Counter delivered key">
            <a:extLst>
              <a:ext uri="{FF2B5EF4-FFF2-40B4-BE49-F238E27FC236}">
                <a16:creationId xmlns:a16="http://schemas.microsoft.com/office/drawing/2014/main" id="{E04A41DC-227A-8F16-0546-86FFE8DED621}"/>
              </a:ext>
            </a:extLst>
          </p:cNvPr>
          <p:cNvSpPr/>
          <p:nvPr/>
        </p:nvSpPr>
        <p:spPr>
          <a:xfrm>
            <a:off x="9597189" y="1820456"/>
            <a:ext cx="155448" cy="15544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752" name="Counter delivered label">
            <a:extLst>
              <a:ext uri="{FF2B5EF4-FFF2-40B4-BE49-F238E27FC236}">
                <a16:creationId xmlns:a16="http://schemas.microsoft.com/office/drawing/2014/main" id="{A4838E81-D756-65F5-5A6E-93A575445921}"/>
              </a:ext>
            </a:extLst>
          </p:cNvPr>
          <p:cNvSpPr/>
          <p:nvPr/>
        </p:nvSpPr>
        <p:spPr>
          <a:xfrm>
            <a:off x="9734349" y="1639444"/>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delivered</a:t>
            </a:r>
          </a:p>
          <a:p>
            <a:pPr algn="l">
              <a:buNone/>
            </a:pPr>
            <a:r>
              <a:rPr lang="en-US" sz="100">
                <a:effectLst/>
              </a:rPr>
              <a:t> </a:t>
            </a:r>
            <a:endParaRPr lang="en-US"/>
          </a:p>
        </p:txBody>
      </p:sp>
      <p:sp>
        <p:nvSpPr>
          <p:cNvPr id="49896" name="Counter in progress number">
            <a:extLst>
              <a:ext uri="{FF2B5EF4-FFF2-40B4-BE49-F238E27FC236}">
                <a16:creationId xmlns:a16="http://schemas.microsoft.com/office/drawing/2014/main" id="{262F6E3A-31A1-BED9-DBCA-1E513DB84A4F}"/>
              </a:ext>
            </a:extLst>
          </p:cNvPr>
          <p:cNvSpPr/>
          <p:nvPr/>
        </p:nvSpPr>
        <p:spPr>
          <a:xfrm>
            <a:off x="8524416" y="1960208"/>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a:solidFill>
                  <a:srgbClr val="2F5F8A"/>
                </a:solidFill>
                <a:effectLst/>
                <a:latin typeface="Arial" panose="020B0604020202020204" pitchFamily="34" charset="0"/>
              </a:rPr>
              <a:t>24</a:t>
            </a:r>
          </a:p>
          <a:p>
            <a:pPr algn="r">
              <a:buNone/>
            </a:pPr>
            <a:r>
              <a:rPr lang="en-US" sz="100">
                <a:effectLst/>
              </a:rPr>
              <a:t> </a:t>
            </a:r>
            <a:endParaRPr lang="en-US"/>
          </a:p>
        </p:txBody>
      </p:sp>
      <p:sp>
        <p:nvSpPr>
          <p:cNvPr id="50041" name="Counter in progress key">
            <a:extLst>
              <a:ext uri="{FF2B5EF4-FFF2-40B4-BE49-F238E27FC236}">
                <a16:creationId xmlns:a16="http://schemas.microsoft.com/office/drawing/2014/main" id="{E03EF8C5-F778-4D63-AE83-895AEA01046C}"/>
              </a:ext>
            </a:extLst>
          </p:cNvPr>
          <p:cNvSpPr/>
          <p:nvPr/>
        </p:nvSpPr>
        <p:spPr>
          <a:xfrm>
            <a:off x="9597189" y="2405672"/>
            <a:ext cx="155448" cy="155448"/>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187" name="Counter in progress label">
            <a:extLst>
              <a:ext uri="{FF2B5EF4-FFF2-40B4-BE49-F238E27FC236}">
                <a16:creationId xmlns:a16="http://schemas.microsoft.com/office/drawing/2014/main" id="{785BFAC5-0E71-925D-2897-9B5EF6379F17}"/>
              </a:ext>
            </a:extLst>
          </p:cNvPr>
          <p:cNvSpPr/>
          <p:nvPr/>
        </p:nvSpPr>
        <p:spPr>
          <a:xfrm>
            <a:off x="9734349" y="2224660"/>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in progress</a:t>
            </a:r>
          </a:p>
          <a:p>
            <a:pPr algn="l">
              <a:buNone/>
            </a:pPr>
            <a:r>
              <a:rPr lang="en-US" sz="100">
                <a:effectLst/>
              </a:rPr>
              <a:t> </a:t>
            </a:r>
            <a:endParaRPr lang="en-US"/>
          </a:p>
        </p:txBody>
      </p:sp>
      <p:sp>
        <p:nvSpPr>
          <p:cNvPr id="50334" name="Counter queued number">
            <a:extLst>
              <a:ext uri="{FF2B5EF4-FFF2-40B4-BE49-F238E27FC236}">
                <a16:creationId xmlns:a16="http://schemas.microsoft.com/office/drawing/2014/main" id="{E29B6427-9D47-134F-0E99-AF564280A695}"/>
              </a:ext>
            </a:extLst>
          </p:cNvPr>
          <p:cNvSpPr/>
          <p:nvPr/>
        </p:nvSpPr>
        <p:spPr>
          <a:xfrm>
            <a:off x="8524416" y="2545424"/>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dirty="0">
                <a:solidFill>
                  <a:srgbClr val="7A4B00"/>
                </a:solidFill>
                <a:effectLst/>
                <a:latin typeface="Arial" panose="020B0604020202020204" pitchFamily="34" charset="0"/>
              </a:rPr>
              <a:t>111</a:t>
            </a:r>
          </a:p>
          <a:p>
            <a:pPr algn="r">
              <a:buNone/>
            </a:pPr>
            <a:r>
              <a:rPr lang="en-US" sz="100" dirty="0">
                <a:effectLst/>
              </a:rPr>
              <a:t> </a:t>
            </a:r>
            <a:endParaRPr lang="en-US" dirty="0"/>
          </a:p>
        </p:txBody>
      </p:sp>
      <p:sp>
        <p:nvSpPr>
          <p:cNvPr id="50482" name="Counter queued key">
            <a:extLst>
              <a:ext uri="{FF2B5EF4-FFF2-40B4-BE49-F238E27FC236}">
                <a16:creationId xmlns:a16="http://schemas.microsoft.com/office/drawing/2014/main" id="{E1FBFBFC-0B3F-AA8A-83BF-E2D991AC6EEA}"/>
              </a:ext>
            </a:extLst>
          </p:cNvPr>
          <p:cNvSpPr/>
          <p:nvPr/>
        </p:nvSpPr>
        <p:spPr>
          <a:xfrm>
            <a:off x="9597189" y="2990888"/>
            <a:ext cx="155448" cy="15544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631" name="Counter queued label">
            <a:extLst>
              <a:ext uri="{FF2B5EF4-FFF2-40B4-BE49-F238E27FC236}">
                <a16:creationId xmlns:a16="http://schemas.microsoft.com/office/drawing/2014/main" id="{78C1C20A-CE8E-9872-5EF5-8384C3BE5541}"/>
              </a:ext>
            </a:extLst>
          </p:cNvPr>
          <p:cNvSpPr/>
          <p:nvPr/>
        </p:nvSpPr>
        <p:spPr>
          <a:xfrm>
            <a:off x="9734349" y="2809876"/>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queued</a:t>
            </a:r>
          </a:p>
          <a:p>
            <a:pPr algn="l">
              <a:buNone/>
            </a:pPr>
            <a:r>
              <a:rPr lang="en-US" sz="100">
                <a:effectLst/>
              </a:rPr>
              <a:t> </a:t>
            </a:r>
            <a:endParaRPr lang="en-US"/>
          </a:p>
        </p:txBody>
      </p:sp>
      <p:sp>
        <p:nvSpPr>
          <p:cNvPr id="50781" name="Statement 2">
            <a:extLst>
              <a:ext uri="{FF2B5EF4-FFF2-40B4-BE49-F238E27FC236}">
                <a16:creationId xmlns:a16="http://schemas.microsoft.com/office/drawing/2014/main" id="{B471467C-F3D5-F498-8737-D13CB6C01F02}"/>
              </a:ext>
            </a:extLst>
          </p:cNvPr>
          <p:cNvSpPr/>
          <p:nvPr/>
        </p:nvSpPr>
        <p:spPr>
          <a:xfrm>
            <a:off x="8549640" y="3456432"/>
            <a:ext cx="30937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Generated from the BRD, PRD and architecture decisions</a:t>
            </a:r>
          </a:p>
          <a:p>
            <a:pPr algn="l">
              <a:buNone/>
            </a:pPr>
            <a:r>
              <a:rPr lang="en-US" sz="100">
                <a:effectLst/>
              </a:rPr>
              <a:t> </a:t>
            </a:r>
            <a:endParaRPr lang="en-US"/>
          </a:p>
        </p:txBody>
      </p:sp>
      <p:sp>
        <p:nvSpPr>
          <p:cNvPr id="50932" name="Statement 3">
            <a:extLst>
              <a:ext uri="{FF2B5EF4-FFF2-40B4-BE49-F238E27FC236}">
                <a16:creationId xmlns:a16="http://schemas.microsoft.com/office/drawing/2014/main" id="{A57F6551-7ACA-0B43-761C-CFD5A5FF814D}"/>
              </a:ext>
            </a:extLst>
          </p:cNvPr>
          <p:cNvSpPr/>
          <p:nvPr/>
        </p:nvSpPr>
        <p:spPr>
          <a:xfrm>
            <a:off x="8549640" y="4352544"/>
            <a:ext cx="3093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Every item traceable from requirement to pull request</a:t>
            </a:r>
          </a:p>
          <a:p>
            <a:pPr algn="l">
              <a:buNone/>
            </a:pPr>
            <a:r>
              <a:rPr lang="en-US" sz="100">
                <a:effectLst/>
              </a:rPr>
              <a:t> </a:t>
            </a:r>
            <a:endParaRPr lang="en-US"/>
          </a:p>
        </p:txBody>
      </p:sp>
      <p:sp>
        <p:nvSpPr>
          <p:cNvPr id="51084" name="Footnote">
            <a:extLst>
              <a:ext uri="{FF2B5EF4-FFF2-40B4-BE49-F238E27FC236}">
                <a16:creationId xmlns:a16="http://schemas.microsoft.com/office/drawing/2014/main" id="{46C15A2E-FDFC-E05E-C1C0-074D1E623016}"/>
              </a:ext>
            </a:extLst>
          </p:cNvPr>
          <p:cNvSpPr/>
          <p:nvPr/>
        </p:nvSpPr>
        <p:spPr>
          <a:xfrm>
            <a:off x="8549640" y="505968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Board totals include 28 items outside the 16 epic areas.</a:t>
            </a:r>
          </a:p>
          <a:p>
            <a:pPr algn="l">
              <a:buNone/>
            </a:pPr>
            <a:r>
              <a:rPr lang="en-US" sz="1200">
                <a:solidFill>
                  <a:srgbClr val="50655E"/>
                </a:solidFill>
                <a:effectLst/>
                <a:latin typeface="Arial" panose="020B0604020202020204" pitchFamily="34" charset="0"/>
              </a:rPr>
              <a:t>Bars to one scale: full track = 29 items.</a:t>
            </a:r>
            <a:endParaRPr lang="en-US"/>
          </a:p>
        </p:txBody>
      </p:sp>
      <p:pic>
        <p:nvPicPr>
          <p:cNvPr id="51085" name="Epic 1 icon" descr="House icon">
            <a:extLst>
              <a:ext uri="{FF2B5EF4-FFF2-40B4-BE49-F238E27FC236}">
                <a16:creationId xmlns:a16="http://schemas.microsoft.com/office/drawing/2014/main" id="{F1C1C2AC-54C3-ED3A-C72F-07D51AAA052F}"/>
              </a:ext>
            </a:extLst>
          </p:cNvPr>
          <p:cNvPicPr>
            <a:picLocks noChangeAspect="1"/>
          </p:cNvPicPr>
          <p:nvPr/>
        </p:nvPicPr>
        <p:blipFill>
          <a:blip r:embed="rId3"/>
          <a:stretch>
            <a:fillRect/>
          </a:stretch>
        </p:blipFill>
        <p:spPr>
          <a:xfrm>
            <a:off x="640080" y="1658112"/>
            <a:ext cx="329184" cy="329184"/>
          </a:xfrm>
          <a:prstGeom prst="rect">
            <a:avLst/>
          </a:prstGeom>
        </p:spPr>
      </p:pic>
      <p:pic>
        <p:nvPicPr>
          <p:cNvPr id="51086" name="Epic 2 icon" descr="Damp and mould icon">
            <a:extLst>
              <a:ext uri="{FF2B5EF4-FFF2-40B4-BE49-F238E27FC236}">
                <a16:creationId xmlns:a16="http://schemas.microsoft.com/office/drawing/2014/main" id="{2D57FD56-99A7-674A-E7CD-99981C36FA96}"/>
              </a:ext>
            </a:extLst>
          </p:cNvPr>
          <p:cNvPicPr>
            <a:picLocks noChangeAspect="1"/>
          </p:cNvPicPr>
          <p:nvPr/>
        </p:nvPicPr>
        <p:blipFill>
          <a:blip r:embed="rId4"/>
          <a:stretch>
            <a:fillRect/>
          </a:stretch>
        </p:blipFill>
        <p:spPr>
          <a:xfrm>
            <a:off x="2615184" y="1658112"/>
            <a:ext cx="329184" cy="329184"/>
          </a:xfrm>
          <a:prstGeom prst="rect">
            <a:avLst/>
          </a:prstGeom>
        </p:spPr>
      </p:pic>
      <p:pic>
        <p:nvPicPr>
          <p:cNvPr id="51087" name="Epic 3 icon" descr="Contractor icon">
            <a:extLst>
              <a:ext uri="{FF2B5EF4-FFF2-40B4-BE49-F238E27FC236}">
                <a16:creationId xmlns:a16="http://schemas.microsoft.com/office/drawing/2014/main" id="{8E0902D5-91C8-7AB8-99C7-9AD14477A069}"/>
              </a:ext>
            </a:extLst>
          </p:cNvPr>
          <p:cNvPicPr>
            <a:picLocks noChangeAspect="1"/>
          </p:cNvPicPr>
          <p:nvPr/>
        </p:nvPicPr>
        <p:blipFill>
          <a:blip r:embed="rId5"/>
          <a:stretch>
            <a:fillRect/>
          </a:stretch>
        </p:blipFill>
        <p:spPr>
          <a:xfrm>
            <a:off x="4590288" y="1658112"/>
            <a:ext cx="329184" cy="329184"/>
          </a:xfrm>
          <a:prstGeom prst="rect">
            <a:avLst/>
          </a:prstGeom>
        </p:spPr>
      </p:pic>
      <p:pic>
        <p:nvPicPr>
          <p:cNvPr id="51088" name="Epic 4 icon" descr="Cost icon">
            <a:extLst>
              <a:ext uri="{FF2B5EF4-FFF2-40B4-BE49-F238E27FC236}">
                <a16:creationId xmlns:a16="http://schemas.microsoft.com/office/drawing/2014/main" id="{5791F5A4-47D6-6422-A0FB-0439D43ED6F8}"/>
              </a:ext>
            </a:extLst>
          </p:cNvPr>
          <p:cNvPicPr>
            <a:picLocks noChangeAspect="1"/>
          </p:cNvPicPr>
          <p:nvPr/>
        </p:nvPicPr>
        <p:blipFill>
          <a:blip r:embed="rId6"/>
          <a:stretch>
            <a:fillRect/>
          </a:stretch>
        </p:blipFill>
        <p:spPr>
          <a:xfrm>
            <a:off x="6565392" y="1658112"/>
            <a:ext cx="329184" cy="329184"/>
          </a:xfrm>
          <a:prstGeom prst="rect">
            <a:avLst/>
          </a:prstGeom>
        </p:spPr>
      </p:pic>
      <p:pic>
        <p:nvPicPr>
          <p:cNvPr id="51089" name="Epic 5 icon" descr="Forecast icon">
            <a:extLst>
              <a:ext uri="{FF2B5EF4-FFF2-40B4-BE49-F238E27FC236}">
                <a16:creationId xmlns:a16="http://schemas.microsoft.com/office/drawing/2014/main" id="{9E275A9F-8A54-DC4E-C162-F5F5EE5C45AB}"/>
              </a:ext>
            </a:extLst>
          </p:cNvPr>
          <p:cNvPicPr>
            <a:picLocks noChangeAspect="1"/>
          </p:cNvPicPr>
          <p:nvPr/>
        </p:nvPicPr>
        <p:blipFill>
          <a:blip r:embed="rId7"/>
          <a:stretch>
            <a:fillRect/>
          </a:stretch>
        </p:blipFill>
        <p:spPr>
          <a:xfrm>
            <a:off x="640080" y="2764536"/>
            <a:ext cx="329184" cy="329184"/>
          </a:xfrm>
          <a:prstGeom prst="rect">
            <a:avLst/>
          </a:prstGeom>
        </p:spPr>
      </p:pic>
      <p:pic>
        <p:nvPicPr>
          <p:cNvPr id="51090" name="Epic 6 icon" descr="AI icon">
            <a:extLst>
              <a:ext uri="{FF2B5EF4-FFF2-40B4-BE49-F238E27FC236}">
                <a16:creationId xmlns:a16="http://schemas.microsoft.com/office/drawing/2014/main" id="{A1E3FC52-AA2A-CCBB-08FF-A6738F280FF3}"/>
              </a:ext>
            </a:extLst>
          </p:cNvPr>
          <p:cNvPicPr>
            <a:picLocks noChangeAspect="1"/>
          </p:cNvPicPr>
          <p:nvPr/>
        </p:nvPicPr>
        <p:blipFill>
          <a:blip r:embed="rId8"/>
          <a:stretch>
            <a:fillRect/>
          </a:stretch>
        </p:blipFill>
        <p:spPr>
          <a:xfrm>
            <a:off x="2615184" y="2764536"/>
            <a:ext cx="329184" cy="329184"/>
          </a:xfrm>
          <a:prstGeom prst="rect">
            <a:avLst/>
          </a:prstGeom>
        </p:spPr>
      </p:pic>
      <p:pic>
        <p:nvPicPr>
          <p:cNvPr id="51091" name="Epic 7 icon" descr="Warmth icon">
            <a:extLst>
              <a:ext uri="{FF2B5EF4-FFF2-40B4-BE49-F238E27FC236}">
                <a16:creationId xmlns:a16="http://schemas.microsoft.com/office/drawing/2014/main" id="{8AB2000F-ED42-0254-0A5D-536AFB6E0BD4}"/>
              </a:ext>
            </a:extLst>
          </p:cNvPr>
          <p:cNvPicPr>
            <a:picLocks noChangeAspect="1"/>
          </p:cNvPicPr>
          <p:nvPr/>
        </p:nvPicPr>
        <p:blipFill>
          <a:blip r:embed="rId9"/>
          <a:stretch>
            <a:fillRect/>
          </a:stretch>
        </p:blipFill>
        <p:spPr>
          <a:xfrm>
            <a:off x="4590288" y="2764536"/>
            <a:ext cx="329184" cy="329184"/>
          </a:xfrm>
          <a:prstGeom prst="rect">
            <a:avLst/>
          </a:prstGeom>
        </p:spPr>
      </p:pic>
      <p:pic>
        <p:nvPicPr>
          <p:cNvPr id="51092" name="Epic 8 icon" descr="Security icon">
            <a:extLst>
              <a:ext uri="{FF2B5EF4-FFF2-40B4-BE49-F238E27FC236}">
                <a16:creationId xmlns:a16="http://schemas.microsoft.com/office/drawing/2014/main" id="{32A40441-62DC-BA96-AA2B-A7119D4F2EFE}"/>
              </a:ext>
            </a:extLst>
          </p:cNvPr>
          <p:cNvPicPr>
            <a:picLocks noChangeAspect="1"/>
          </p:cNvPicPr>
          <p:nvPr/>
        </p:nvPicPr>
        <p:blipFill>
          <a:blip r:embed="rId10"/>
          <a:stretch>
            <a:fillRect/>
          </a:stretch>
        </p:blipFill>
        <p:spPr>
          <a:xfrm>
            <a:off x="6565392" y="2764536"/>
            <a:ext cx="329184" cy="329184"/>
          </a:xfrm>
          <a:prstGeom prst="rect">
            <a:avLst/>
          </a:prstGeom>
        </p:spPr>
      </p:pic>
      <p:pic>
        <p:nvPicPr>
          <p:cNvPr id="51093" name="Epic 9 icon" descr="Approval gate icon">
            <a:extLst>
              <a:ext uri="{FF2B5EF4-FFF2-40B4-BE49-F238E27FC236}">
                <a16:creationId xmlns:a16="http://schemas.microsoft.com/office/drawing/2014/main" id="{C6E251BD-3E33-93AA-2542-69A062B4247C}"/>
              </a:ext>
            </a:extLst>
          </p:cNvPr>
          <p:cNvPicPr>
            <a:picLocks noChangeAspect="1"/>
          </p:cNvPicPr>
          <p:nvPr/>
        </p:nvPicPr>
        <p:blipFill>
          <a:blip r:embed="rId11"/>
          <a:stretch>
            <a:fillRect/>
          </a:stretch>
        </p:blipFill>
        <p:spPr>
          <a:xfrm>
            <a:off x="640080" y="3870960"/>
            <a:ext cx="329184" cy="329184"/>
          </a:xfrm>
          <a:prstGeom prst="rect">
            <a:avLst/>
          </a:prstGeom>
        </p:spPr>
      </p:pic>
      <p:pic>
        <p:nvPicPr>
          <p:cNvPr id="51094" name="Epic 10 icon" descr="Cloud icon">
            <a:extLst>
              <a:ext uri="{FF2B5EF4-FFF2-40B4-BE49-F238E27FC236}">
                <a16:creationId xmlns:a16="http://schemas.microsoft.com/office/drawing/2014/main" id="{9CEFBDA5-DE75-B1F6-7453-24116B7691BD}"/>
              </a:ext>
            </a:extLst>
          </p:cNvPr>
          <p:cNvPicPr>
            <a:picLocks noChangeAspect="1"/>
          </p:cNvPicPr>
          <p:nvPr/>
        </p:nvPicPr>
        <p:blipFill>
          <a:blip r:embed="rId12"/>
          <a:stretch>
            <a:fillRect/>
          </a:stretch>
        </p:blipFill>
        <p:spPr>
          <a:xfrm>
            <a:off x="2615184" y="3870960"/>
            <a:ext cx="329184" cy="329184"/>
          </a:xfrm>
          <a:prstGeom prst="rect">
            <a:avLst/>
          </a:prstGeom>
        </p:spPr>
      </p:pic>
      <p:pic>
        <p:nvPicPr>
          <p:cNvPr id="51095" name="Epic 11 icon" descr="Prototype icon">
            <a:extLst>
              <a:ext uri="{FF2B5EF4-FFF2-40B4-BE49-F238E27FC236}">
                <a16:creationId xmlns:a16="http://schemas.microsoft.com/office/drawing/2014/main" id="{6C16D3B1-7BD4-16B3-C5E5-34B74BC7FC87}"/>
              </a:ext>
            </a:extLst>
          </p:cNvPr>
          <p:cNvPicPr>
            <a:picLocks noChangeAspect="1"/>
          </p:cNvPicPr>
          <p:nvPr/>
        </p:nvPicPr>
        <p:blipFill>
          <a:blip r:embed="rId13"/>
          <a:stretch>
            <a:fillRect/>
          </a:stretch>
        </p:blipFill>
        <p:spPr>
          <a:xfrm>
            <a:off x="4590288" y="3870960"/>
            <a:ext cx="329184" cy="329184"/>
          </a:xfrm>
          <a:prstGeom prst="rect">
            <a:avLst/>
          </a:prstGeom>
        </p:spPr>
      </p:pic>
      <p:pic>
        <p:nvPicPr>
          <p:cNvPr id="51096" name="Epic 12 icon" descr="Conversation icon">
            <a:extLst>
              <a:ext uri="{FF2B5EF4-FFF2-40B4-BE49-F238E27FC236}">
                <a16:creationId xmlns:a16="http://schemas.microsoft.com/office/drawing/2014/main" id="{09681945-4C64-A262-2708-1BF52B0E62EF}"/>
              </a:ext>
            </a:extLst>
          </p:cNvPr>
          <p:cNvPicPr>
            <a:picLocks noChangeAspect="1"/>
          </p:cNvPicPr>
          <p:nvPr/>
        </p:nvPicPr>
        <p:blipFill>
          <a:blip r:embed="rId14"/>
          <a:stretch>
            <a:fillRect/>
          </a:stretch>
        </p:blipFill>
        <p:spPr>
          <a:xfrm>
            <a:off x="6565392" y="3870960"/>
            <a:ext cx="329184" cy="329184"/>
          </a:xfrm>
          <a:prstGeom prst="rect">
            <a:avLst/>
          </a:prstGeom>
        </p:spPr>
      </p:pic>
      <p:pic>
        <p:nvPicPr>
          <p:cNvPr id="51097" name="Epic 13 icon" descr="Spreadsheet icon">
            <a:extLst>
              <a:ext uri="{FF2B5EF4-FFF2-40B4-BE49-F238E27FC236}">
                <a16:creationId xmlns:a16="http://schemas.microsoft.com/office/drawing/2014/main" id="{0180DE6B-F0E7-758C-918C-BFB197F30AA1}"/>
              </a:ext>
            </a:extLst>
          </p:cNvPr>
          <p:cNvPicPr>
            <a:picLocks noChangeAspect="1"/>
          </p:cNvPicPr>
          <p:nvPr/>
        </p:nvPicPr>
        <p:blipFill>
          <a:blip r:embed="rId15"/>
          <a:stretch>
            <a:fillRect/>
          </a:stretch>
        </p:blipFill>
        <p:spPr>
          <a:xfrm>
            <a:off x="640080" y="4977384"/>
            <a:ext cx="329184" cy="329184"/>
          </a:xfrm>
          <a:prstGeom prst="rect">
            <a:avLst/>
          </a:prstGeom>
        </p:spPr>
      </p:pic>
      <p:pic>
        <p:nvPicPr>
          <p:cNvPr id="51098" name="Epic 14 icon" descr="Route icon">
            <a:extLst>
              <a:ext uri="{FF2B5EF4-FFF2-40B4-BE49-F238E27FC236}">
                <a16:creationId xmlns:a16="http://schemas.microsoft.com/office/drawing/2014/main" id="{3D1A947A-C9C1-BAE9-A3C7-8645427066BD}"/>
              </a:ext>
            </a:extLst>
          </p:cNvPr>
          <p:cNvPicPr>
            <a:picLocks noChangeAspect="1"/>
          </p:cNvPicPr>
          <p:nvPr/>
        </p:nvPicPr>
        <p:blipFill>
          <a:blip r:embed="rId16"/>
          <a:stretch>
            <a:fillRect/>
          </a:stretch>
        </p:blipFill>
        <p:spPr>
          <a:xfrm>
            <a:off x="2615184" y="4977384"/>
            <a:ext cx="329184" cy="329184"/>
          </a:xfrm>
          <a:prstGeom prst="rect">
            <a:avLst/>
          </a:prstGeom>
        </p:spPr>
      </p:pic>
      <p:pic>
        <p:nvPicPr>
          <p:cNvPr id="51099" name="Epic 15 icon" descr="Evidence icon">
            <a:extLst>
              <a:ext uri="{FF2B5EF4-FFF2-40B4-BE49-F238E27FC236}">
                <a16:creationId xmlns:a16="http://schemas.microsoft.com/office/drawing/2014/main" id="{CCB82A9F-2FB2-91BE-26E3-6098E9A1E99E}"/>
              </a:ext>
            </a:extLst>
          </p:cNvPr>
          <p:cNvPicPr>
            <a:picLocks noChangeAspect="1"/>
          </p:cNvPicPr>
          <p:nvPr/>
        </p:nvPicPr>
        <p:blipFill>
          <a:blip r:embed="rId17"/>
          <a:stretch>
            <a:fillRect/>
          </a:stretch>
        </p:blipFill>
        <p:spPr>
          <a:xfrm>
            <a:off x="4590288" y="4977384"/>
            <a:ext cx="329184" cy="329184"/>
          </a:xfrm>
          <a:prstGeom prst="rect">
            <a:avLst/>
          </a:prstGeom>
        </p:spPr>
      </p:pic>
      <p:pic>
        <p:nvPicPr>
          <p:cNvPr id="51100" name="Epic 16 icon" descr="Research icon">
            <a:extLst>
              <a:ext uri="{FF2B5EF4-FFF2-40B4-BE49-F238E27FC236}">
                <a16:creationId xmlns:a16="http://schemas.microsoft.com/office/drawing/2014/main" id="{A0DEF99C-EC00-1C94-8059-1B6D7E1D09ED}"/>
              </a:ext>
            </a:extLst>
          </p:cNvPr>
          <p:cNvPicPr>
            <a:picLocks noChangeAspect="1"/>
          </p:cNvPicPr>
          <p:nvPr/>
        </p:nvPicPr>
        <p:blipFill>
          <a:blip r:embed="rId18"/>
          <a:stretch>
            <a:fillRect/>
          </a:stretch>
        </p:blipFill>
        <p:spPr>
          <a:xfrm>
            <a:off x="6565392" y="4977384"/>
            <a:ext cx="329184" cy="329184"/>
          </a:xfrm>
          <a:prstGeom prst="rect">
            <a:avLst/>
          </a:prstGeom>
        </p:spPr>
      </p:pic>
    </p:spTree>
    <p:extLst>
      <p:ext uri="{BB962C8B-B14F-4D97-AF65-F5344CB8AC3E}">
        <p14:creationId xmlns:p14="http://schemas.microsoft.com/office/powerpoint/2010/main" val="303247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5094" name="Lane 1">
            <a:extLst>
              <a:ext uri="{FF2B5EF4-FFF2-40B4-BE49-F238E27FC236}">
                <a16:creationId xmlns:a16="http://schemas.microsoft.com/office/drawing/2014/main" id="{1641F7CC-2437-292E-7164-058D8E3551E2}"/>
              </a:ext>
            </a:extLst>
          </p:cNvPr>
          <p:cNvSpPr/>
          <p:nvPr/>
        </p:nvSpPr>
        <p:spPr>
          <a:xfrm>
            <a:off x="548640" y="1463040"/>
            <a:ext cx="2103120" cy="297180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096" name="Sheet stock list">
            <a:extLst>
              <a:ext uri="{FF2B5EF4-FFF2-40B4-BE49-F238E27FC236}">
                <a16:creationId xmlns:a16="http://schemas.microsoft.com/office/drawing/2014/main" id="{5EE8D02E-5125-9192-F5E1-B63C8C9893D9}"/>
              </a:ext>
            </a:extLst>
          </p:cNvPr>
          <p:cNvSpPr/>
          <p:nvPr/>
        </p:nvSpPr>
        <p:spPr>
          <a:xfrm>
            <a:off x="649224" y="2526792"/>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099" name="Sheet survey tracker">
            <a:extLst>
              <a:ext uri="{FF2B5EF4-FFF2-40B4-BE49-F238E27FC236}">
                <a16:creationId xmlns:a16="http://schemas.microsoft.com/office/drawing/2014/main" id="{9306674D-DFCD-0D75-50CE-17998855EB41}"/>
              </a:ext>
            </a:extLst>
          </p:cNvPr>
          <p:cNvSpPr/>
          <p:nvPr/>
        </p:nvSpPr>
        <p:spPr>
          <a:xfrm>
            <a:off x="649224" y="2865120"/>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03" name="Sheet grant tracker">
            <a:extLst>
              <a:ext uri="{FF2B5EF4-FFF2-40B4-BE49-F238E27FC236}">
                <a16:creationId xmlns:a16="http://schemas.microsoft.com/office/drawing/2014/main" id="{3811FC6A-B9B8-F5F5-C7EF-712E1975580E}"/>
              </a:ext>
            </a:extLst>
          </p:cNvPr>
          <p:cNvSpPr/>
          <p:nvPr/>
        </p:nvSpPr>
        <p:spPr>
          <a:xfrm>
            <a:off x="649224" y="3203448"/>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08" name="Sheet contractor schedule">
            <a:extLst>
              <a:ext uri="{FF2B5EF4-FFF2-40B4-BE49-F238E27FC236}">
                <a16:creationId xmlns:a16="http://schemas.microsoft.com/office/drawing/2014/main" id="{D1917239-4A76-1FB9-07C4-D7E98247B96D}"/>
              </a:ext>
            </a:extLst>
          </p:cNvPr>
          <p:cNvSpPr/>
          <p:nvPr/>
        </p:nvSpPr>
        <p:spPr>
          <a:xfrm>
            <a:off x="649224" y="3541776"/>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14" name="Lane 2">
            <a:extLst>
              <a:ext uri="{FF2B5EF4-FFF2-40B4-BE49-F238E27FC236}">
                <a16:creationId xmlns:a16="http://schemas.microsoft.com/office/drawing/2014/main" id="{15AD7684-B527-13D1-3AB8-5F91AE8EF195}"/>
              </a:ext>
            </a:extLst>
          </p:cNvPr>
          <p:cNvSpPr/>
          <p:nvPr/>
        </p:nvSpPr>
        <p:spPr>
          <a:xfrm>
            <a:off x="3035808" y="1463040"/>
            <a:ext cx="2560320"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21" name="Lane 3">
            <a:extLst>
              <a:ext uri="{FF2B5EF4-FFF2-40B4-BE49-F238E27FC236}">
                <a16:creationId xmlns:a16="http://schemas.microsoft.com/office/drawing/2014/main" id="{71B46951-9204-BD65-6F8F-9BECC71FD0DB}"/>
              </a:ext>
            </a:extLst>
          </p:cNvPr>
          <p:cNvSpPr/>
          <p:nvPr/>
        </p:nvSpPr>
        <p:spPr>
          <a:xfrm>
            <a:off x="5980176" y="1463040"/>
            <a:ext cx="2377440"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29" name="Lane 4">
            <a:extLst>
              <a:ext uri="{FF2B5EF4-FFF2-40B4-BE49-F238E27FC236}">
                <a16:creationId xmlns:a16="http://schemas.microsoft.com/office/drawing/2014/main" id="{10DE829E-1663-544F-8E35-D8622FA9F95D}"/>
              </a:ext>
            </a:extLst>
          </p:cNvPr>
          <p:cNvSpPr/>
          <p:nvPr/>
        </p:nvSpPr>
        <p:spPr>
          <a:xfrm>
            <a:off x="8741664" y="1463040"/>
            <a:ext cx="2898648"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38" name="Arrow 1-2">
            <a:extLst>
              <a:ext uri="{FF2B5EF4-FFF2-40B4-BE49-F238E27FC236}">
                <a16:creationId xmlns:a16="http://schemas.microsoft.com/office/drawing/2014/main" id="{D8FA6A29-0413-B019-3387-27B7D6693B4D}"/>
              </a:ext>
            </a:extLst>
          </p:cNvPr>
          <p:cNvSpPr/>
          <p:nvPr/>
        </p:nvSpPr>
        <p:spPr>
          <a:xfrm>
            <a:off x="2715768"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48" name="Arrow 2-3">
            <a:extLst>
              <a:ext uri="{FF2B5EF4-FFF2-40B4-BE49-F238E27FC236}">
                <a16:creationId xmlns:a16="http://schemas.microsoft.com/office/drawing/2014/main" id="{E3E50997-1235-EFA1-28ED-2A606CE1B4C6}"/>
              </a:ext>
            </a:extLst>
          </p:cNvPr>
          <p:cNvSpPr/>
          <p:nvPr/>
        </p:nvSpPr>
        <p:spPr>
          <a:xfrm>
            <a:off x="5660136"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59" name="Arrow 3-4">
            <a:extLst>
              <a:ext uri="{FF2B5EF4-FFF2-40B4-BE49-F238E27FC236}">
                <a16:creationId xmlns:a16="http://schemas.microsoft.com/office/drawing/2014/main" id="{19E6362C-439A-4529-76E8-363C441D3760}"/>
              </a:ext>
            </a:extLst>
          </p:cNvPr>
          <p:cNvSpPr/>
          <p:nvPr/>
        </p:nvSpPr>
        <p:spPr>
          <a:xfrm>
            <a:off x="8421624"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71" name="Microsoft 365 band">
            <a:extLst>
              <a:ext uri="{FF2B5EF4-FFF2-40B4-BE49-F238E27FC236}">
                <a16:creationId xmlns:a16="http://schemas.microsoft.com/office/drawing/2014/main" id="{A5C94923-E809-1CC1-B6A6-092CF75DAAFF}"/>
              </a:ext>
            </a:extLst>
          </p:cNvPr>
          <p:cNvSpPr/>
          <p:nvPr/>
        </p:nvSpPr>
        <p:spPr>
          <a:xfrm>
            <a:off x="548640" y="4535424"/>
            <a:ext cx="11094720" cy="132892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84" name="M365 chip 1">
            <a:extLst>
              <a:ext uri="{FF2B5EF4-FFF2-40B4-BE49-F238E27FC236}">
                <a16:creationId xmlns:a16="http://schemas.microsoft.com/office/drawing/2014/main" id="{8837A139-28EB-7CF1-EFBF-D65C1909C38E}"/>
              </a:ext>
            </a:extLst>
          </p:cNvPr>
          <p:cNvSpPr/>
          <p:nvPr/>
        </p:nvSpPr>
        <p:spPr>
          <a:xfrm>
            <a:off x="303580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98" name="M365 chip 2">
            <a:extLst>
              <a:ext uri="{FF2B5EF4-FFF2-40B4-BE49-F238E27FC236}">
                <a16:creationId xmlns:a16="http://schemas.microsoft.com/office/drawing/2014/main" id="{C61D75C0-82D3-7A46-2242-51DF272697C3}"/>
              </a:ext>
            </a:extLst>
          </p:cNvPr>
          <p:cNvSpPr/>
          <p:nvPr/>
        </p:nvSpPr>
        <p:spPr>
          <a:xfrm>
            <a:off x="475731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13" name="M365 chip 3">
            <a:extLst>
              <a:ext uri="{FF2B5EF4-FFF2-40B4-BE49-F238E27FC236}">
                <a16:creationId xmlns:a16="http://schemas.microsoft.com/office/drawing/2014/main" id="{3A7F82BB-FDEB-FE85-8326-7DD53201C2DD}"/>
              </a:ext>
            </a:extLst>
          </p:cNvPr>
          <p:cNvSpPr/>
          <p:nvPr/>
        </p:nvSpPr>
        <p:spPr>
          <a:xfrm>
            <a:off x="647882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29" name="M365 chip 4">
            <a:extLst>
              <a:ext uri="{FF2B5EF4-FFF2-40B4-BE49-F238E27FC236}">
                <a16:creationId xmlns:a16="http://schemas.microsoft.com/office/drawing/2014/main" id="{887C0AAC-B3E8-D4B6-1EC8-824E1580E0B8}"/>
              </a:ext>
            </a:extLst>
          </p:cNvPr>
          <p:cNvSpPr/>
          <p:nvPr/>
        </p:nvSpPr>
        <p:spPr>
          <a:xfrm>
            <a:off x="820033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46" name="M365 chip 5">
            <a:extLst>
              <a:ext uri="{FF2B5EF4-FFF2-40B4-BE49-F238E27FC236}">
                <a16:creationId xmlns:a16="http://schemas.microsoft.com/office/drawing/2014/main" id="{4086DB01-C483-B624-CB57-26C744955B10}"/>
              </a:ext>
            </a:extLst>
          </p:cNvPr>
          <p:cNvSpPr/>
          <p:nvPr/>
        </p:nvSpPr>
        <p:spPr>
          <a:xfrm>
            <a:off x="992184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5247" name="Lane 1 icon" descr="Spreadsheet icon">
            <a:extLst>
              <a:ext uri="{FF2B5EF4-FFF2-40B4-BE49-F238E27FC236}">
                <a16:creationId xmlns:a16="http://schemas.microsoft.com/office/drawing/2014/main" id="{A60A0D02-1855-72A9-9647-2A0CE78C4F97}"/>
              </a:ext>
            </a:extLst>
          </p:cNvPr>
          <p:cNvPicPr>
            <a:picLocks noChangeAspect="1"/>
          </p:cNvPicPr>
          <p:nvPr/>
        </p:nvPicPr>
        <p:blipFill>
          <a:blip r:embed="rId3"/>
          <a:stretch>
            <a:fillRect/>
          </a:stretch>
        </p:blipFill>
        <p:spPr>
          <a:xfrm>
            <a:off x="649224" y="1563624"/>
            <a:ext cx="347472" cy="347472"/>
          </a:xfrm>
          <a:prstGeom prst="rect">
            <a:avLst/>
          </a:prstGeom>
        </p:spPr>
      </p:pic>
      <p:pic>
        <p:nvPicPr>
          <p:cNvPr id="55248" name="Lane 2 icon" descr="Research icon">
            <a:extLst>
              <a:ext uri="{FF2B5EF4-FFF2-40B4-BE49-F238E27FC236}">
                <a16:creationId xmlns:a16="http://schemas.microsoft.com/office/drawing/2014/main" id="{CEAA2512-0CD4-A3F0-911E-772EE6687E87}"/>
              </a:ext>
            </a:extLst>
          </p:cNvPr>
          <p:cNvPicPr>
            <a:picLocks noChangeAspect="1"/>
          </p:cNvPicPr>
          <p:nvPr/>
        </p:nvPicPr>
        <p:blipFill>
          <a:blip r:embed="rId4"/>
          <a:stretch>
            <a:fillRect/>
          </a:stretch>
        </p:blipFill>
        <p:spPr>
          <a:xfrm>
            <a:off x="3136392" y="1563624"/>
            <a:ext cx="347472" cy="347472"/>
          </a:xfrm>
          <a:prstGeom prst="rect">
            <a:avLst/>
          </a:prstGeom>
        </p:spPr>
      </p:pic>
      <p:pic>
        <p:nvPicPr>
          <p:cNvPr id="55249" name="Lane 3 icon" descr="People and roles icon">
            <a:extLst>
              <a:ext uri="{FF2B5EF4-FFF2-40B4-BE49-F238E27FC236}">
                <a16:creationId xmlns:a16="http://schemas.microsoft.com/office/drawing/2014/main" id="{0712210D-9C5D-D5A3-CC4B-BF16AD7847FB}"/>
              </a:ext>
            </a:extLst>
          </p:cNvPr>
          <p:cNvPicPr>
            <a:picLocks noChangeAspect="1"/>
          </p:cNvPicPr>
          <p:nvPr/>
        </p:nvPicPr>
        <p:blipFill>
          <a:blip r:embed="rId5"/>
          <a:stretch>
            <a:fillRect/>
          </a:stretch>
        </p:blipFill>
        <p:spPr>
          <a:xfrm>
            <a:off x="6080760" y="1563624"/>
            <a:ext cx="347472" cy="347472"/>
          </a:xfrm>
          <a:prstGeom prst="rect">
            <a:avLst/>
          </a:prstGeom>
        </p:spPr>
      </p:pic>
      <p:pic>
        <p:nvPicPr>
          <p:cNvPr id="55250" name="Lane 4 icon" descr="House icon">
            <a:extLst>
              <a:ext uri="{FF2B5EF4-FFF2-40B4-BE49-F238E27FC236}">
                <a16:creationId xmlns:a16="http://schemas.microsoft.com/office/drawing/2014/main" id="{B2B53EFB-321E-A7F1-23C4-64A577025A94}"/>
              </a:ext>
            </a:extLst>
          </p:cNvPr>
          <p:cNvPicPr>
            <a:picLocks noChangeAspect="1"/>
          </p:cNvPicPr>
          <p:nvPr/>
        </p:nvPicPr>
        <p:blipFill>
          <a:blip r:embed="rId6"/>
          <a:stretch>
            <a:fillRect/>
          </a:stretch>
        </p:blipFill>
        <p:spPr>
          <a:xfrm>
            <a:off x="8842248" y="1563624"/>
            <a:ext cx="347472" cy="347472"/>
          </a:xfrm>
          <a:prstGeom prst="rect">
            <a:avLst/>
          </a:prstGeom>
        </p:spPr>
      </p:pic>
      <p:sp>
        <p:nvSpPr>
          <p:cNvPr id="55251" name="Eyebrow">
            <a:extLst>
              <a:ext uri="{FF2B5EF4-FFF2-40B4-BE49-F238E27FC236}">
                <a16:creationId xmlns:a16="http://schemas.microsoft.com/office/drawing/2014/main" id="{F2D51851-665E-F43B-94DF-D6860D7B151F}"/>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55253" name="Slide title">
            <a:extLst>
              <a:ext uri="{FF2B5EF4-FFF2-40B4-BE49-F238E27FC236}">
                <a16:creationId xmlns:a16="http://schemas.microsoft.com/office/drawing/2014/main" id="{178E0B52-A837-C50A-F817-A01770BC3EB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Start Monday with the spreadsheets you already run.</a:t>
            </a:r>
          </a:p>
          <a:p>
            <a:pPr algn="l">
              <a:buNone/>
            </a:pPr>
            <a:r>
              <a:rPr lang="en-US" sz="100">
                <a:effectLst/>
              </a:rPr>
              <a:t> </a:t>
            </a:r>
            <a:endParaRPr lang="en-US"/>
          </a:p>
        </p:txBody>
      </p:sp>
      <p:sp>
        <p:nvSpPr>
          <p:cNvPr id="55256" name="Footer sources">
            <a:extLst>
              <a:ext uri="{FF2B5EF4-FFF2-40B4-BE49-F238E27FC236}">
                <a16:creationId xmlns:a16="http://schemas.microsoft.com/office/drawing/2014/main" id="{C432C705-6E37-84F6-4276-D5CBE0991E29}"/>
              </a:ext>
            </a:extLst>
          </p:cNvPr>
          <p:cNvSpPr/>
          <p:nvPr/>
        </p:nvSpPr>
        <p:spPr>
          <a:xfrm>
            <a:off x="548640" y="6126480"/>
            <a:ext cx="91897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PRD FR-029, FR-030, NFR-010 and transition plan · infra/main.bicep · architecture README · AMA Plan #80, #100, #102</a:t>
            </a:r>
          </a:p>
          <a:p>
            <a:pPr algn="l">
              <a:buNone/>
            </a:pPr>
            <a:r>
              <a:rPr lang="en-US" sz="100">
                <a:effectLst/>
              </a:rPr>
              <a:t> </a:t>
            </a:r>
            <a:endParaRPr lang="en-US"/>
          </a:p>
        </p:txBody>
      </p:sp>
      <p:sp>
        <p:nvSpPr>
          <p:cNvPr id="55260" name="Footer navigation">
            <a:extLst>
              <a:ext uri="{FF2B5EF4-FFF2-40B4-BE49-F238E27FC236}">
                <a16:creationId xmlns:a16="http://schemas.microsoft.com/office/drawing/2014/main" id="{6CD62730-CA8D-2891-F337-87472AAFECA4}"/>
              </a:ext>
            </a:extLst>
          </p:cNvPr>
          <p:cNvSpPr/>
          <p:nvPr/>
        </p:nvSpPr>
        <p:spPr>
          <a:xfrm>
            <a:off x="10043160" y="6126480"/>
            <a:ext cx="1600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S14 · Answers: B20</a:t>
            </a:r>
          </a:p>
          <a:p>
            <a:pPr algn="r">
              <a:buNone/>
            </a:pPr>
            <a:r>
              <a:rPr lang="en-US" sz="100">
                <a:effectLst/>
              </a:rPr>
              <a:t> </a:t>
            </a:r>
            <a:endParaRPr lang="en-US"/>
          </a:p>
        </p:txBody>
      </p:sp>
      <p:sp>
        <p:nvSpPr>
          <p:cNvPr id="55265" name="Lane 1 title">
            <a:extLst>
              <a:ext uri="{FF2B5EF4-FFF2-40B4-BE49-F238E27FC236}">
                <a16:creationId xmlns:a16="http://schemas.microsoft.com/office/drawing/2014/main" id="{73C1E209-DDBB-D3C9-717F-E72FD1374A60}"/>
              </a:ext>
            </a:extLst>
          </p:cNvPr>
          <p:cNvSpPr/>
          <p:nvPr/>
        </p:nvSpPr>
        <p:spPr>
          <a:xfrm>
            <a:off x="557784" y="1920240"/>
            <a:ext cx="20848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Your spreadsheets</a:t>
            </a:r>
          </a:p>
          <a:p>
            <a:pPr algn="l">
              <a:buNone/>
            </a:pPr>
            <a:r>
              <a:rPr lang="en-US" sz="1600" b="1">
                <a:solidFill>
                  <a:srgbClr val="173F35"/>
                </a:solidFill>
                <a:effectLst/>
                <a:latin typeface="Arial" panose="020B0604020202020204" pitchFamily="34" charset="0"/>
              </a:rPr>
              <a:t>today</a:t>
            </a:r>
            <a:endParaRPr lang="en-US"/>
          </a:p>
        </p:txBody>
      </p:sp>
      <p:sp>
        <p:nvSpPr>
          <p:cNvPr id="55271" name="Sheet stock list text">
            <a:extLst>
              <a:ext uri="{FF2B5EF4-FFF2-40B4-BE49-F238E27FC236}">
                <a16:creationId xmlns:a16="http://schemas.microsoft.com/office/drawing/2014/main" id="{95D69706-BF0F-58C7-265C-F2441C1FD1D7}"/>
              </a:ext>
            </a:extLst>
          </p:cNvPr>
          <p:cNvSpPr/>
          <p:nvPr/>
        </p:nvSpPr>
        <p:spPr>
          <a:xfrm>
            <a:off x="649224" y="2434172"/>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stock list</a:t>
            </a:r>
          </a:p>
          <a:p>
            <a:pPr algn="l">
              <a:buNone/>
            </a:pPr>
            <a:r>
              <a:rPr lang="en-US" sz="100">
                <a:effectLst/>
              </a:rPr>
              <a:t> </a:t>
            </a:r>
            <a:endParaRPr lang="en-US"/>
          </a:p>
        </p:txBody>
      </p:sp>
      <p:sp>
        <p:nvSpPr>
          <p:cNvPr id="55278" name="Sheet survey tracker text">
            <a:extLst>
              <a:ext uri="{FF2B5EF4-FFF2-40B4-BE49-F238E27FC236}">
                <a16:creationId xmlns:a16="http://schemas.microsoft.com/office/drawing/2014/main" id="{98248242-A9B4-EB7A-7E54-1247DDF86CD8}"/>
              </a:ext>
            </a:extLst>
          </p:cNvPr>
          <p:cNvSpPr/>
          <p:nvPr/>
        </p:nvSpPr>
        <p:spPr>
          <a:xfrm>
            <a:off x="649224" y="2772500"/>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survey tracker</a:t>
            </a:r>
          </a:p>
          <a:p>
            <a:pPr algn="l">
              <a:buNone/>
            </a:pPr>
            <a:r>
              <a:rPr lang="en-US" sz="100">
                <a:effectLst/>
              </a:rPr>
              <a:t> </a:t>
            </a:r>
            <a:endParaRPr lang="en-US"/>
          </a:p>
        </p:txBody>
      </p:sp>
      <p:sp>
        <p:nvSpPr>
          <p:cNvPr id="55286" name="Sheet grant tracker text">
            <a:extLst>
              <a:ext uri="{FF2B5EF4-FFF2-40B4-BE49-F238E27FC236}">
                <a16:creationId xmlns:a16="http://schemas.microsoft.com/office/drawing/2014/main" id="{92848ABE-43CD-B491-181F-26F73994CDC4}"/>
              </a:ext>
            </a:extLst>
          </p:cNvPr>
          <p:cNvSpPr/>
          <p:nvPr/>
        </p:nvSpPr>
        <p:spPr>
          <a:xfrm>
            <a:off x="649224" y="3110828"/>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grant tracker</a:t>
            </a:r>
          </a:p>
          <a:p>
            <a:pPr algn="l">
              <a:buNone/>
            </a:pPr>
            <a:r>
              <a:rPr lang="en-US" sz="100">
                <a:effectLst/>
              </a:rPr>
              <a:t> </a:t>
            </a:r>
            <a:endParaRPr lang="en-US"/>
          </a:p>
        </p:txBody>
      </p:sp>
      <p:sp>
        <p:nvSpPr>
          <p:cNvPr id="55295" name="Sheet contractor schedule text">
            <a:extLst>
              <a:ext uri="{FF2B5EF4-FFF2-40B4-BE49-F238E27FC236}">
                <a16:creationId xmlns:a16="http://schemas.microsoft.com/office/drawing/2014/main" id="{BB444293-DA70-0F3F-7F9C-7F6293CD6A72}"/>
              </a:ext>
            </a:extLst>
          </p:cNvPr>
          <p:cNvSpPr/>
          <p:nvPr/>
        </p:nvSpPr>
        <p:spPr>
          <a:xfrm>
            <a:off x="649224" y="3449156"/>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contractor schedule</a:t>
            </a:r>
          </a:p>
          <a:p>
            <a:pPr algn="l">
              <a:buNone/>
            </a:pPr>
            <a:r>
              <a:rPr lang="en-US" sz="100">
                <a:effectLst/>
              </a:rPr>
              <a:t> </a:t>
            </a:r>
            <a:endParaRPr lang="en-US"/>
          </a:p>
        </p:txBody>
      </p:sp>
      <p:sp>
        <p:nvSpPr>
          <p:cNvPr id="55305" name="Lane 2 title">
            <a:extLst>
              <a:ext uri="{FF2B5EF4-FFF2-40B4-BE49-F238E27FC236}">
                <a16:creationId xmlns:a16="http://schemas.microsoft.com/office/drawing/2014/main" id="{0888320D-04F4-23BD-A3B8-EB86FD97C777}"/>
              </a:ext>
            </a:extLst>
          </p:cNvPr>
          <p:cNvSpPr/>
          <p:nvPr/>
        </p:nvSpPr>
        <p:spPr>
          <a:xfrm>
            <a:off x="3044952" y="1835240"/>
            <a:ext cx="2542032"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Import preview</a:t>
            </a:r>
          </a:p>
          <a:p>
            <a:pPr algn="l">
              <a:buNone/>
            </a:pPr>
            <a:r>
              <a:rPr lang="en-US" sz="100">
                <a:effectLst/>
              </a:rPr>
              <a:t> </a:t>
            </a:r>
            <a:endParaRPr lang="en-US"/>
          </a:p>
        </p:txBody>
      </p:sp>
      <p:sp>
        <p:nvSpPr>
          <p:cNvPr id="55316" name="Lane 2 body">
            <a:extLst>
              <a:ext uri="{FF2B5EF4-FFF2-40B4-BE49-F238E27FC236}">
                <a16:creationId xmlns:a16="http://schemas.microsoft.com/office/drawing/2014/main" id="{78561FCA-B635-A5C5-6E1C-C1AE9CD069C8}"/>
              </a:ext>
            </a:extLst>
          </p:cNvPr>
          <p:cNvSpPr/>
          <p:nvPr/>
        </p:nvSpPr>
        <p:spPr>
          <a:xfrm>
            <a:off x="3044952" y="2237232"/>
            <a:ext cx="2542032"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Import today’s trackers: preview, validate, quarantine bad rows, never touch the source</a:t>
            </a:r>
          </a:p>
          <a:p>
            <a:pPr algn="l">
              <a:buNone/>
            </a:pPr>
            <a:r>
              <a:rPr lang="en-US" sz="100">
                <a:effectLst/>
              </a:rPr>
              <a:t> </a:t>
            </a:r>
            <a:endParaRPr lang="en-US"/>
          </a:p>
        </p:txBody>
      </p:sp>
      <p:sp>
        <p:nvSpPr>
          <p:cNvPr id="55328" name="Lane 2 detail">
            <a:extLst>
              <a:ext uri="{FF2B5EF4-FFF2-40B4-BE49-F238E27FC236}">
                <a16:creationId xmlns:a16="http://schemas.microsoft.com/office/drawing/2014/main" id="{04840B29-12AB-9B87-1581-76D9F7FCCE93}"/>
              </a:ext>
            </a:extLst>
          </p:cNvPr>
          <p:cNvSpPr/>
          <p:nvPr/>
        </p:nvSpPr>
        <p:spPr>
          <a:xfrm>
            <a:off x="3044952" y="3163824"/>
            <a:ext cx="2542032"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E6B5E"/>
                </a:solidFill>
                <a:effectLst/>
                <a:latin typeface="Arial" panose="020B0604020202020204" pitchFamily="34" charset="0"/>
              </a:rPr>
              <a:t>Map columns · 500-row import under 10 s preview target</a:t>
            </a:r>
          </a:p>
          <a:p>
            <a:pPr algn="l">
              <a:buNone/>
            </a:pPr>
            <a:r>
              <a:rPr lang="en-US" sz="100">
                <a:effectLst/>
              </a:rPr>
              <a:t> </a:t>
            </a:r>
            <a:endParaRPr lang="en-US"/>
          </a:p>
        </p:txBody>
      </p:sp>
      <p:sp>
        <p:nvSpPr>
          <p:cNvPr id="55341" name="Lane 2 pill DESIGNED · PRD FR-029">
            <a:extLst>
              <a:ext uri="{FF2B5EF4-FFF2-40B4-BE49-F238E27FC236}">
                <a16:creationId xmlns:a16="http://schemas.microsoft.com/office/drawing/2014/main" id="{E16DA279-B185-8332-B7FF-EA1E37A7389E}"/>
              </a:ext>
            </a:extLst>
          </p:cNvPr>
          <p:cNvSpPr/>
          <p:nvPr/>
        </p:nvSpPr>
        <p:spPr>
          <a:xfrm>
            <a:off x="3136392" y="3685032"/>
            <a:ext cx="22494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PRD FR-029</a:t>
            </a:r>
          </a:p>
          <a:p>
            <a:pPr algn="ctr">
              <a:buNone/>
            </a:pPr>
            <a:r>
              <a:rPr lang="en-US" sz="100">
                <a:effectLst/>
              </a:rPr>
              <a:t> </a:t>
            </a:r>
            <a:endParaRPr lang="en-US"/>
          </a:p>
        </p:txBody>
      </p:sp>
      <p:sp>
        <p:nvSpPr>
          <p:cNvPr id="55355" name="Lane 3 title">
            <a:extLst>
              <a:ext uri="{FF2B5EF4-FFF2-40B4-BE49-F238E27FC236}">
                <a16:creationId xmlns:a16="http://schemas.microsoft.com/office/drawing/2014/main" id="{575AA986-7E1D-C0CF-155C-7B39FC5C9DD3}"/>
              </a:ext>
            </a:extLst>
          </p:cNvPr>
          <p:cNvSpPr/>
          <p:nvPr/>
        </p:nvSpPr>
        <p:spPr>
          <a:xfrm>
            <a:off x="5989320" y="1835240"/>
            <a:ext cx="2359152"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Parallel run</a:t>
            </a:r>
          </a:p>
          <a:p>
            <a:pPr algn="l">
              <a:buNone/>
            </a:pPr>
            <a:r>
              <a:rPr lang="en-US" sz="100">
                <a:effectLst/>
              </a:rPr>
              <a:t> </a:t>
            </a:r>
            <a:endParaRPr lang="en-US"/>
          </a:p>
        </p:txBody>
      </p:sp>
      <p:sp>
        <p:nvSpPr>
          <p:cNvPr id="55370" name="Lane 3 body">
            <a:extLst>
              <a:ext uri="{FF2B5EF4-FFF2-40B4-BE49-F238E27FC236}">
                <a16:creationId xmlns:a16="http://schemas.microsoft.com/office/drawing/2014/main" id="{F684E39C-64AB-2DBC-DA40-E2BB54491271}"/>
              </a:ext>
            </a:extLst>
          </p:cNvPr>
          <p:cNvSpPr/>
          <p:nvPr/>
        </p:nvSpPr>
        <p:spPr>
          <a:xfrm>
            <a:off x="5989320" y="2237232"/>
            <a:ext cx="2359152"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Run side by side with named Excel editors, then switch the workbooks to read-only</a:t>
            </a:r>
          </a:p>
          <a:p>
            <a:pPr algn="l">
              <a:buNone/>
            </a:pPr>
            <a:r>
              <a:rPr lang="en-US" sz="100">
                <a:effectLst/>
              </a:rPr>
              <a:t> </a:t>
            </a:r>
            <a:endParaRPr lang="en-US"/>
          </a:p>
        </p:txBody>
      </p:sp>
      <p:sp>
        <p:nvSpPr>
          <p:cNvPr id="55386" name="Lane 3 detail">
            <a:extLst>
              <a:ext uri="{FF2B5EF4-FFF2-40B4-BE49-F238E27FC236}">
                <a16:creationId xmlns:a16="http://schemas.microsoft.com/office/drawing/2014/main" id="{87F60F0C-492E-389F-E642-E8CC49AE80AA}"/>
              </a:ext>
            </a:extLst>
          </p:cNvPr>
          <p:cNvSpPr/>
          <p:nvPr/>
        </p:nvSpPr>
        <p:spPr>
          <a:xfrm>
            <a:off x="5989320" y="3078824"/>
            <a:ext cx="2359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E6B5E"/>
                </a:solidFill>
                <a:effectLst/>
                <a:latin typeface="Arial" panose="020B0604020202020204" pitchFamily="34" charset="0"/>
              </a:rPr>
              <a:t>Read-only comparison</a:t>
            </a:r>
          </a:p>
          <a:p>
            <a:pPr algn="l">
              <a:buNone/>
            </a:pPr>
            <a:r>
              <a:rPr lang="en-US" sz="100">
                <a:effectLst/>
              </a:rPr>
              <a:t> </a:t>
            </a:r>
            <a:endParaRPr lang="en-US"/>
          </a:p>
        </p:txBody>
      </p:sp>
      <p:sp>
        <p:nvSpPr>
          <p:cNvPr id="55403" name="Lane 3 pill NEXT · #80">
            <a:extLst>
              <a:ext uri="{FF2B5EF4-FFF2-40B4-BE49-F238E27FC236}">
                <a16:creationId xmlns:a16="http://schemas.microsoft.com/office/drawing/2014/main" id="{AD1367C4-E4BB-937D-6E95-FD4A29E24E98}"/>
              </a:ext>
            </a:extLst>
          </p:cNvPr>
          <p:cNvSpPr/>
          <p:nvPr/>
        </p:nvSpPr>
        <p:spPr>
          <a:xfrm>
            <a:off x="6080760" y="3502152"/>
            <a:ext cx="117957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NEXT · #80</a:t>
            </a:r>
          </a:p>
          <a:p>
            <a:pPr algn="ctr">
              <a:buNone/>
            </a:pPr>
            <a:r>
              <a:rPr lang="en-US" sz="100">
                <a:effectLst/>
              </a:rPr>
              <a:t> </a:t>
            </a:r>
            <a:endParaRPr lang="en-US"/>
          </a:p>
        </p:txBody>
      </p:sp>
      <p:sp>
        <p:nvSpPr>
          <p:cNvPr id="55421" name="Lane 4 title">
            <a:extLst>
              <a:ext uri="{FF2B5EF4-FFF2-40B4-BE49-F238E27FC236}">
                <a16:creationId xmlns:a16="http://schemas.microsoft.com/office/drawing/2014/main" id="{96F30EF8-ECE7-75A2-3F56-57FE5008C27F}"/>
              </a:ext>
            </a:extLst>
          </p:cNvPr>
          <p:cNvSpPr/>
          <p:nvPr/>
        </p:nvSpPr>
        <p:spPr>
          <a:xfrm>
            <a:off x="8750808" y="1835240"/>
            <a:ext cx="2880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Workbench and exports</a:t>
            </a:r>
          </a:p>
          <a:p>
            <a:pPr algn="l">
              <a:buNone/>
            </a:pPr>
            <a:r>
              <a:rPr lang="en-US" sz="100">
                <a:effectLst/>
              </a:rPr>
              <a:t> </a:t>
            </a:r>
            <a:endParaRPr lang="en-US"/>
          </a:p>
        </p:txBody>
      </p:sp>
      <p:sp>
        <p:nvSpPr>
          <p:cNvPr id="55440" name="Lane 4 body">
            <a:extLst>
              <a:ext uri="{FF2B5EF4-FFF2-40B4-BE49-F238E27FC236}">
                <a16:creationId xmlns:a16="http://schemas.microsoft.com/office/drawing/2014/main" id="{79E4F4E4-9F4E-54BE-AF8F-EFCDB2B81BBB}"/>
              </a:ext>
            </a:extLst>
          </p:cNvPr>
          <p:cNvSpPr/>
          <p:nvPr/>
        </p:nvSpPr>
        <p:spPr>
          <a:xfrm>
            <a:off x="8750808" y="2152232"/>
            <a:ext cx="28803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Export to Excel or CSV any time</a:t>
            </a:r>
          </a:p>
          <a:p>
            <a:pPr algn="l">
              <a:buNone/>
            </a:pPr>
            <a:r>
              <a:rPr lang="en-US" sz="100">
                <a:effectLst/>
              </a:rPr>
              <a:t> </a:t>
            </a:r>
            <a:endParaRPr lang="en-US"/>
          </a:p>
        </p:txBody>
      </p:sp>
      <p:sp>
        <p:nvSpPr>
          <p:cNvPr id="55460" name="Lane 4 Excel or CSV export, no write-back">
            <a:extLst>
              <a:ext uri="{FF2B5EF4-FFF2-40B4-BE49-F238E27FC236}">
                <a16:creationId xmlns:a16="http://schemas.microsoft.com/office/drawing/2014/main" id="{D888D46A-F3CE-6BA1-6AFB-57A699101CDA}"/>
              </a:ext>
            </a:extLst>
          </p:cNvPr>
          <p:cNvSpPr/>
          <p:nvPr/>
        </p:nvSpPr>
        <p:spPr>
          <a:xfrm>
            <a:off x="8750808" y="24387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Excel or CSV export, no write-back</a:t>
            </a:r>
          </a:p>
          <a:p>
            <a:pPr algn="l">
              <a:buNone/>
            </a:pPr>
            <a:r>
              <a:rPr lang="en-US" sz="100">
                <a:effectLst/>
              </a:rPr>
              <a:t> </a:t>
            </a:r>
            <a:endParaRPr lang="en-US"/>
          </a:p>
        </p:txBody>
      </p:sp>
      <p:sp>
        <p:nvSpPr>
          <p:cNvPr id="55481" name="Lane 4 pill DESIGNED · FR-030">
            <a:extLst>
              <a:ext uri="{FF2B5EF4-FFF2-40B4-BE49-F238E27FC236}">
                <a16:creationId xmlns:a16="http://schemas.microsoft.com/office/drawing/2014/main" id="{0EBC22C5-2DA1-CBB3-0D9E-CB3B3EAC7BFD}"/>
              </a:ext>
            </a:extLst>
          </p:cNvPr>
          <p:cNvSpPr/>
          <p:nvPr/>
        </p:nvSpPr>
        <p:spPr>
          <a:xfrm>
            <a:off x="8842248" y="2795016"/>
            <a:ext cx="186537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FR-030</a:t>
            </a:r>
          </a:p>
          <a:p>
            <a:pPr algn="ctr">
              <a:buNone/>
            </a:pPr>
            <a:r>
              <a:rPr lang="en-US" sz="100">
                <a:effectLst/>
              </a:rPr>
              <a:t> </a:t>
            </a:r>
            <a:endParaRPr lang="en-US"/>
          </a:p>
        </p:txBody>
      </p:sp>
      <p:sp>
        <p:nvSpPr>
          <p:cNvPr id="55503" name="Lane 4 Progress packs">
            <a:extLst>
              <a:ext uri="{FF2B5EF4-FFF2-40B4-BE49-F238E27FC236}">
                <a16:creationId xmlns:a16="http://schemas.microsoft.com/office/drawing/2014/main" id="{8BC171AA-D219-7BC1-8A88-D30642D98BBC}"/>
              </a:ext>
            </a:extLst>
          </p:cNvPr>
          <p:cNvSpPr/>
          <p:nvPr/>
        </p:nvSpPr>
        <p:spPr>
          <a:xfrm>
            <a:off x="8750808" y="30483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Progress packs</a:t>
            </a:r>
          </a:p>
          <a:p>
            <a:pPr algn="l">
              <a:buNone/>
            </a:pPr>
            <a:r>
              <a:rPr lang="en-US" sz="100">
                <a:effectLst/>
              </a:rPr>
              <a:t> </a:t>
            </a:r>
            <a:endParaRPr lang="en-US"/>
          </a:p>
        </p:txBody>
      </p:sp>
      <p:sp>
        <p:nvSpPr>
          <p:cNvPr id="55526" name="Lane 4 pill DELIVERED #102">
            <a:extLst>
              <a:ext uri="{FF2B5EF4-FFF2-40B4-BE49-F238E27FC236}">
                <a16:creationId xmlns:a16="http://schemas.microsoft.com/office/drawing/2014/main" id="{2250ECB1-D278-ED97-1F95-3202610A416F}"/>
              </a:ext>
            </a:extLst>
          </p:cNvPr>
          <p:cNvSpPr/>
          <p:nvPr/>
        </p:nvSpPr>
        <p:spPr>
          <a:xfrm>
            <a:off x="8842248" y="3404616"/>
            <a:ext cx="16550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DELIVERED #102</a:t>
            </a:r>
          </a:p>
          <a:p>
            <a:pPr algn="ctr">
              <a:buNone/>
            </a:pPr>
            <a:r>
              <a:rPr lang="en-US" sz="100">
                <a:effectLst/>
              </a:rPr>
              <a:t> </a:t>
            </a:r>
            <a:endParaRPr lang="en-US"/>
          </a:p>
        </p:txBody>
      </p:sp>
      <p:sp>
        <p:nvSpPr>
          <p:cNvPr id="55550" name="Lane 4 Evidence export">
            <a:extLst>
              <a:ext uri="{FF2B5EF4-FFF2-40B4-BE49-F238E27FC236}">
                <a16:creationId xmlns:a16="http://schemas.microsoft.com/office/drawing/2014/main" id="{BDB0AAEE-F447-9F83-F03E-053DFCDF8807}"/>
              </a:ext>
            </a:extLst>
          </p:cNvPr>
          <p:cNvSpPr/>
          <p:nvPr/>
        </p:nvSpPr>
        <p:spPr>
          <a:xfrm>
            <a:off x="8750808" y="36579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Evidence export</a:t>
            </a:r>
          </a:p>
          <a:p>
            <a:pPr algn="l">
              <a:buNone/>
            </a:pPr>
            <a:r>
              <a:rPr lang="en-US" sz="100">
                <a:effectLst/>
              </a:rPr>
              <a:t> </a:t>
            </a:r>
            <a:endParaRPr lang="en-US"/>
          </a:p>
        </p:txBody>
      </p:sp>
      <p:sp>
        <p:nvSpPr>
          <p:cNvPr id="55575" name="Lane 4 pill BUILDING #100">
            <a:extLst>
              <a:ext uri="{FF2B5EF4-FFF2-40B4-BE49-F238E27FC236}">
                <a16:creationId xmlns:a16="http://schemas.microsoft.com/office/drawing/2014/main" id="{37174888-B8A8-E801-FDF8-2F6EAD4F853E}"/>
              </a:ext>
            </a:extLst>
          </p:cNvPr>
          <p:cNvSpPr/>
          <p:nvPr/>
        </p:nvSpPr>
        <p:spPr>
          <a:xfrm>
            <a:off x="8842248" y="4014216"/>
            <a:ext cx="15179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BUILDING #100</a:t>
            </a:r>
          </a:p>
          <a:p>
            <a:pPr algn="ctr">
              <a:buNone/>
            </a:pPr>
            <a:r>
              <a:rPr lang="en-US" sz="100">
                <a:effectLst/>
              </a:rPr>
              <a:t> </a:t>
            </a:r>
            <a:endParaRPr lang="en-US"/>
          </a:p>
        </p:txBody>
      </p:sp>
      <p:sp>
        <p:nvSpPr>
          <p:cNvPr id="55601" name="Statement 3 (Microsoft 365)">
            <a:extLst>
              <a:ext uri="{FF2B5EF4-FFF2-40B4-BE49-F238E27FC236}">
                <a16:creationId xmlns:a16="http://schemas.microsoft.com/office/drawing/2014/main" id="{B47A3AB1-93C8-74D9-CC6F-DEB574AC52B2}"/>
              </a:ext>
            </a:extLst>
          </p:cNvPr>
          <p:cNvSpPr/>
          <p:nvPr/>
        </p:nvSpPr>
        <p:spPr>
          <a:xfrm>
            <a:off x="557784" y="4669536"/>
            <a:ext cx="208483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AF9F6"/>
                </a:solidFill>
                <a:effectLst/>
                <a:latin typeface="Arial" panose="020B0604020202020204" pitchFamily="34" charset="0"/>
              </a:rPr>
              <a:t>Microsoft 365 for sign-in, alerts and documents</a:t>
            </a:r>
          </a:p>
          <a:p>
            <a:pPr algn="l">
              <a:buNone/>
            </a:pPr>
            <a:r>
              <a:rPr lang="en-US" sz="100">
                <a:effectLst/>
              </a:rPr>
              <a:t> </a:t>
            </a:r>
            <a:endParaRPr lang="en-US"/>
          </a:p>
        </p:txBody>
      </p:sp>
      <p:sp>
        <p:nvSpPr>
          <p:cNvPr id="55628" name="M365 chip 1 name">
            <a:extLst>
              <a:ext uri="{FF2B5EF4-FFF2-40B4-BE49-F238E27FC236}">
                <a16:creationId xmlns:a16="http://schemas.microsoft.com/office/drawing/2014/main" id="{9B350A66-10B9-ADF0-3549-41081B47EF9D}"/>
              </a:ext>
            </a:extLst>
          </p:cNvPr>
          <p:cNvSpPr/>
          <p:nvPr/>
        </p:nvSpPr>
        <p:spPr>
          <a:xfrm>
            <a:off x="301752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Entra ID sign-in and roles</a:t>
            </a:r>
          </a:p>
          <a:p>
            <a:pPr algn="l">
              <a:buNone/>
            </a:pPr>
            <a:r>
              <a:rPr lang="en-US" sz="100">
                <a:effectLst/>
              </a:rPr>
              <a:t> </a:t>
            </a:r>
            <a:endParaRPr lang="en-US"/>
          </a:p>
        </p:txBody>
      </p:sp>
      <p:sp>
        <p:nvSpPr>
          <p:cNvPr id="55656" name="M365 chip 1 status">
            <a:extLst>
              <a:ext uri="{FF2B5EF4-FFF2-40B4-BE49-F238E27FC236}">
                <a16:creationId xmlns:a16="http://schemas.microsoft.com/office/drawing/2014/main" id="{43E1D41A-AAEA-C6FE-E195-2B8F991617CF}"/>
              </a:ext>
            </a:extLst>
          </p:cNvPr>
          <p:cNvSpPr/>
          <p:nvPr/>
        </p:nvSpPr>
        <p:spPr>
          <a:xfrm>
            <a:off x="3108960" y="5141976"/>
            <a:ext cx="128930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MVP (HIST.)</a:t>
            </a:r>
          </a:p>
          <a:p>
            <a:pPr algn="ctr">
              <a:buNone/>
            </a:pPr>
            <a:r>
              <a:rPr lang="en-US" sz="100">
                <a:effectLst/>
              </a:rPr>
              <a:t> </a:t>
            </a:r>
            <a:endParaRPr lang="en-US"/>
          </a:p>
        </p:txBody>
      </p:sp>
      <p:sp>
        <p:nvSpPr>
          <p:cNvPr id="55685" name="M365 chip 2 name">
            <a:extLst>
              <a:ext uri="{FF2B5EF4-FFF2-40B4-BE49-F238E27FC236}">
                <a16:creationId xmlns:a16="http://schemas.microsoft.com/office/drawing/2014/main" id="{5B8B3D53-FCFE-5027-E90E-A1EF71DFA5DC}"/>
              </a:ext>
            </a:extLst>
          </p:cNvPr>
          <p:cNvSpPr/>
          <p:nvPr/>
        </p:nvSpPr>
        <p:spPr>
          <a:xfrm>
            <a:off x="473903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Microsoft Graph profile</a:t>
            </a:r>
          </a:p>
          <a:p>
            <a:pPr algn="l">
              <a:buNone/>
            </a:pPr>
            <a:r>
              <a:rPr lang="en-US" sz="100">
                <a:effectLst/>
              </a:rPr>
              <a:t> </a:t>
            </a:r>
            <a:endParaRPr lang="en-US"/>
          </a:p>
        </p:txBody>
      </p:sp>
      <p:sp>
        <p:nvSpPr>
          <p:cNvPr id="55715" name="M365 chip 2 status">
            <a:extLst>
              <a:ext uri="{FF2B5EF4-FFF2-40B4-BE49-F238E27FC236}">
                <a16:creationId xmlns:a16="http://schemas.microsoft.com/office/drawing/2014/main" id="{6DC17E0E-19C2-FDA6-3842-015BE7E953CE}"/>
              </a:ext>
            </a:extLst>
          </p:cNvPr>
          <p:cNvSpPr/>
          <p:nvPr/>
        </p:nvSpPr>
        <p:spPr>
          <a:xfrm>
            <a:off x="4830470" y="5141976"/>
            <a:ext cx="128930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MVP (HIST.)</a:t>
            </a:r>
          </a:p>
          <a:p>
            <a:pPr algn="ctr">
              <a:buNone/>
            </a:pPr>
            <a:r>
              <a:rPr lang="en-US" sz="100">
                <a:effectLst/>
              </a:rPr>
              <a:t> </a:t>
            </a:r>
            <a:endParaRPr lang="en-US"/>
          </a:p>
        </p:txBody>
      </p:sp>
      <p:sp>
        <p:nvSpPr>
          <p:cNvPr id="55746" name="M365 chip 3 name">
            <a:extLst>
              <a:ext uri="{FF2B5EF4-FFF2-40B4-BE49-F238E27FC236}">
                <a16:creationId xmlns:a16="http://schemas.microsoft.com/office/drawing/2014/main" id="{0EFDADCA-5BBB-EEB7-06FF-EF2D1B3D3C56}"/>
              </a:ext>
            </a:extLst>
          </p:cNvPr>
          <p:cNvSpPr/>
          <p:nvPr/>
        </p:nvSpPr>
        <p:spPr>
          <a:xfrm>
            <a:off x="646054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Teams operations alerts</a:t>
            </a:r>
          </a:p>
          <a:p>
            <a:pPr algn="l">
              <a:buNone/>
            </a:pPr>
            <a:r>
              <a:rPr lang="en-US" sz="100">
                <a:effectLst/>
              </a:rPr>
              <a:t> </a:t>
            </a:r>
            <a:endParaRPr lang="en-US"/>
          </a:p>
        </p:txBody>
      </p:sp>
      <p:sp>
        <p:nvSpPr>
          <p:cNvPr id="55778" name="M365 chip 3 status">
            <a:extLst>
              <a:ext uri="{FF2B5EF4-FFF2-40B4-BE49-F238E27FC236}">
                <a16:creationId xmlns:a16="http://schemas.microsoft.com/office/drawing/2014/main" id="{0CD8B42A-0DCD-A52F-A2C9-62E368FFA8EF}"/>
              </a:ext>
            </a:extLst>
          </p:cNvPr>
          <p:cNvSpPr/>
          <p:nvPr/>
        </p:nvSpPr>
        <p:spPr>
          <a:xfrm>
            <a:off x="6551980" y="5141976"/>
            <a:ext cx="1399032"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CONFIGURED</a:t>
            </a:r>
          </a:p>
          <a:p>
            <a:pPr algn="ctr">
              <a:buNone/>
            </a:pPr>
            <a:r>
              <a:rPr lang="en-US" sz="100">
                <a:effectLst/>
              </a:rPr>
              <a:t> </a:t>
            </a:r>
            <a:endParaRPr lang="en-US"/>
          </a:p>
        </p:txBody>
      </p:sp>
      <p:sp>
        <p:nvSpPr>
          <p:cNvPr id="55811" name="M365 chip 4 name">
            <a:extLst>
              <a:ext uri="{FF2B5EF4-FFF2-40B4-BE49-F238E27FC236}">
                <a16:creationId xmlns:a16="http://schemas.microsoft.com/office/drawing/2014/main" id="{676EF646-31FA-0904-79DD-AEC82BA4143B}"/>
              </a:ext>
            </a:extLst>
          </p:cNvPr>
          <p:cNvSpPr/>
          <p:nvPr/>
        </p:nvSpPr>
        <p:spPr>
          <a:xfrm>
            <a:off x="818205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SharePoint evidence library</a:t>
            </a:r>
          </a:p>
          <a:p>
            <a:pPr algn="l">
              <a:buNone/>
            </a:pPr>
            <a:r>
              <a:rPr lang="en-US" sz="100">
                <a:effectLst/>
              </a:rPr>
              <a:t> </a:t>
            </a:r>
            <a:endParaRPr lang="en-US"/>
          </a:p>
        </p:txBody>
      </p:sp>
      <p:sp>
        <p:nvSpPr>
          <p:cNvPr id="55845" name="M365 chip 4 status">
            <a:extLst>
              <a:ext uri="{FF2B5EF4-FFF2-40B4-BE49-F238E27FC236}">
                <a16:creationId xmlns:a16="http://schemas.microsoft.com/office/drawing/2014/main" id="{D99A1BCE-0206-81B7-8509-0364FF1869F9}"/>
              </a:ext>
            </a:extLst>
          </p:cNvPr>
          <p:cNvSpPr/>
          <p:nvPr/>
        </p:nvSpPr>
        <p:spPr>
          <a:xfrm>
            <a:off x="8273490" y="5141976"/>
            <a:ext cx="116128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a:t>
            </a:r>
          </a:p>
          <a:p>
            <a:pPr algn="ctr">
              <a:buNone/>
            </a:pPr>
            <a:r>
              <a:rPr lang="en-US" sz="100">
                <a:effectLst/>
              </a:rPr>
              <a:t> </a:t>
            </a:r>
            <a:endParaRPr lang="en-US"/>
          </a:p>
        </p:txBody>
      </p:sp>
      <p:sp>
        <p:nvSpPr>
          <p:cNvPr id="55880" name="M365 chip 5 name">
            <a:extLst>
              <a:ext uri="{FF2B5EF4-FFF2-40B4-BE49-F238E27FC236}">
                <a16:creationId xmlns:a16="http://schemas.microsoft.com/office/drawing/2014/main" id="{477DB6C1-7C20-DFB8-5A03-A03C318DF020}"/>
              </a:ext>
            </a:extLst>
          </p:cNvPr>
          <p:cNvSpPr/>
          <p:nvPr/>
        </p:nvSpPr>
        <p:spPr>
          <a:xfrm>
            <a:off x="990356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Teams review nudges</a:t>
            </a:r>
          </a:p>
          <a:p>
            <a:pPr algn="l">
              <a:buNone/>
            </a:pPr>
            <a:r>
              <a:rPr lang="en-US" sz="100">
                <a:effectLst/>
              </a:rPr>
              <a:t> </a:t>
            </a:r>
            <a:endParaRPr lang="en-US"/>
          </a:p>
        </p:txBody>
      </p:sp>
      <p:sp>
        <p:nvSpPr>
          <p:cNvPr id="55916" name="M365 chip 5 status">
            <a:extLst>
              <a:ext uri="{FF2B5EF4-FFF2-40B4-BE49-F238E27FC236}">
                <a16:creationId xmlns:a16="http://schemas.microsoft.com/office/drawing/2014/main" id="{18910FA0-F55F-EA8D-7237-6DB1DEC3C15C}"/>
              </a:ext>
            </a:extLst>
          </p:cNvPr>
          <p:cNvSpPr/>
          <p:nvPr/>
        </p:nvSpPr>
        <p:spPr>
          <a:xfrm>
            <a:off x="9995000" y="5141976"/>
            <a:ext cx="114300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ROADMAP</a:t>
            </a:r>
          </a:p>
          <a:p>
            <a:pPr algn="ctr">
              <a:buNone/>
            </a:pPr>
            <a:r>
              <a:rPr lang="en-US" sz="100">
                <a:effectLst/>
              </a:rPr>
              <a:t> </a:t>
            </a:r>
            <a:endParaRPr lang="en-US"/>
          </a:p>
        </p:txBody>
      </p:sp>
      <p:sp>
        <p:nvSpPr>
          <p:cNvPr id="55953" name="Microsoft 365 rule">
            <a:extLst>
              <a:ext uri="{FF2B5EF4-FFF2-40B4-BE49-F238E27FC236}">
                <a16:creationId xmlns:a16="http://schemas.microsoft.com/office/drawing/2014/main" id="{42E414A7-E7BD-9083-B1D1-00D2EED51F94}"/>
              </a:ext>
            </a:extLst>
          </p:cNvPr>
          <p:cNvSpPr/>
          <p:nvPr/>
        </p:nvSpPr>
        <p:spPr>
          <a:xfrm>
            <a:off x="2944368" y="5459312"/>
            <a:ext cx="86075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DCE8E2"/>
                </a:solidFill>
                <a:effectLst/>
                <a:latin typeface="Arial" panose="020B0604020202020204" pitchFamily="34" charset="0"/>
              </a:rPr>
              <a:t>Microsoft 365 is for people and documents; the workbench stays the system of record.</a:t>
            </a:r>
          </a:p>
          <a:p>
            <a:pPr algn="l">
              <a:buNone/>
            </a:pPr>
            <a:r>
              <a:rPr lang="en-US" sz="100">
                <a:effectLst/>
              </a:rPr>
              <a:t> </a:t>
            </a:r>
            <a:endParaRPr lang="en-US"/>
          </a:p>
        </p:txBody>
      </p:sp>
      <p:sp>
        <p:nvSpPr>
          <p:cNvPr id="900000" name="Story-15-historical-mvp-caption" descr="Historical MVP, 12-14 Oct; current staff sign-in/Graph acceptance outstanding."/>
          <p:cNvSpPr txBox="1"/>
          <p:nvPr/>
        </p:nvSpPr>
        <p:spPr>
          <a:xfrm>
            <a:off x="548640" y="5888736"/>
            <a:ext cx="11091672" cy="219456"/>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Historical MVP, 12-14 Oct; current staff sign-in/Graph acceptance outstanding.</a:t>
            </a:r>
          </a:p>
        </p:txBody>
      </p:sp>
    </p:spTree>
    <p:extLst>
      <p:ext uri="{BB962C8B-B14F-4D97-AF65-F5344CB8AC3E}">
        <p14:creationId xmlns:p14="http://schemas.microsoft.com/office/powerpoint/2010/main" val="3162528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2590" name="Eyebrow">
            <a:extLst>
              <a:ext uri="{FF2B5EF4-FFF2-40B4-BE49-F238E27FC236}">
                <a16:creationId xmlns:a16="http://schemas.microsoft.com/office/drawing/2014/main" id="{68E5CB15-FF48-8DC0-B55E-B8792D2DE0E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52592" name="Slide title">
            <a:extLst>
              <a:ext uri="{FF2B5EF4-FFF2-40B4-BE49-F238E27FC236}">
                <a16:creationId xmlns:a16="http://schemas.microsoft.com/office/drawing/2014/main" id="{60B5CDF0-92B6-8630-EFFA-1C6FA66BA2BF}"/>
              </a:ext>
            </a:extLst>
          </p:cNvPr>
          <p:cNvSpPr/>
          <p:nvPr/>
        </p:nvSpPr>
        <p:spPr>
          <a:xfrm>
            <a:off x="548640" y="804672"/>
            <a:ext cx="11091672"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Five assists. One workflow. People decide.</a:t>
            </a:r>
          </a:p>
        </p:txBody>
      </p:sp>
      <p:sp>
        <p:nvSpPr>
          <p:cNvPr id="52595" name="Footer sources">
            <a:extLst>
              <a:ext uri="{FF2B5EF4-FFF2-40B4-BE49-F238E27FC236}">
                <a16:creationId xmlns:a16="http://schemas.microsoft.com/office/drawing/2014/main" id="{C8610F2E-571E-20A6-C04E-7E0E35E36A10}"/>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AI placement view (E04, E09) · AMA Plan #104, #105, #106, #107, #214</a:t>
            </a:r>
          </a:p>
          <a:p>
            <a:pPr algn="l">
              <a:buNone/>
            </a:pPr>
            <a:r>
              <a:rPr lang="en-US" sz="100">
                <a:effectLst/>
              </a:rPr>
              <a:t> </a:t>
            </a:r>
            <a:endParaRPr lang="en-US"/>
          </a:p>
        </p:txBody>
      </p:sp>
      <p:sp>
        <p:nvSpPr>
          <p:cNvPr id="52599" name="Footer navigation">
            <a:extLst>
              <a:ext uri="{FF2B5EF4-FFF2-40B4-BE49-F238E27FC236}">
                <a16:creationId xmlns:a16="http://schemas.microsoft.com/office/drawing/2014/main" id="{BBDF7C06-8865-BDF5-7C38-AFDD9B1C5142}"/>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S15 · Answers: B04 · B11</a:t>
            </a:r>
          </a:p>
          <a:p>
            <a:pPr algn="r">
              <a:buNone/>
            </a:pPr>
            <a:r>
              <a:rPr lang="en-US" sz="100">
                <a:effectLst/>
              </a:rPr>
              <a:t> </a:t>
            </a:r>
            <a:endParaRPr lang="en-US"/>
          </a:p>
        </p:txBody>
      </p:sp>
      <p:sp xmlns:p="http://schemas.openxmlformats.org/presentationml/2006/main" xmlns:a="http://schemas.openxmlformats.org/drawingml/2006/main">
        <p:nvSpPr>
          <p:cNvPr id="900000" name="Story-16-stock" descr="Stock"/>
          <p:cNvSpPr txBox="1"/>
          <p:nvPr/>
        </p:nvSpPr>
        <p:spPr>
          <a:xfrm>
            <a:off x="548640" y="1783080"/>
            <a:ext cx="2093976" cy="438912"/>
          </a:xfrm>
          <a:prstGeom prst="rect">
            <a:avLst/>
          </a:prstGeom>
          <a:solidFill>
            <a:srgbClr val="173F35"/>
          </a:solidFill>
          <a:ln>
            <a:noFill/>
          </a:ln>
        </p:spPr>
        <p:txBody>
          <a:bodyPr wrap="square" lIns="18288" rIns="18288" tIns="9144" bIns="9144" anchor="t">
            <a:noAutofit/>
          </a:bodyPr>
          <a:lstStyle/>
          <a:p>
            <a:pPr algn="ctr">
              <a:lnSpc>
                <a:spcPct val="105000"/>
              </a:lnSpc>
              <a:buNone/>
            </a:pPr>
            <a:r>
              <a:rPr lang="en-GB" sz="1600" b="1">
                <a:solidFill>
                  <a:srgbClr val="FAF9F6"/>
                </a:solidFill>
                <a:latin typeface="Arial"/>
              </a:rPr>
              <a:t>Stock</a:t>
            </a:r>
          </a:p>
        </p:txBody>
      </p:sp>
      <p:sp xmlns:p="http://schemas.openxmlformats.org/presentationml/2006/main" xmlns:a="http://schemas.openxmlformats.org/drawingml/2006/main">
        <p:nvSpPr>
          <p:cNvPr id="900001" name="Story-16-assessment" descr="Assessment"/>
          <p:cNvSpPr txBox="1"/>
          <p:nvPr/>
        </p:nvSpPr>
        <p:spPr>
          <a:xfrm>
            <a:off x="2798064" y="1783080"/>
            <a:ext cx="2093976" cy="438912"/>
          </a:xfrm>
          <a:prstGeom prst="rect">
            <a:avLst/>
          </a:prstGeom>
          <a:solidFill>
            <a:srgbClr val="173F35"/>
          </a:solidFill>
          <a:ln>
            <a:noFill/>
          </a:ln>
        </p:spPr>
        <p:txBody>
          <a:bodyPr wrap="square" lIns="18288" rIns="18288" tIns="9144" bIns="9144" anchor="t">
            <a:noAutofit/>
          </a:bodyPr>
          <a:lstStyle/>
          <a:p>
            <a:pPr algn="ctr">
              <a:lnSpc>
                <a:spcPct val="105000"/>
              </a:lnSpc>
              <a:buNone/>
            </a:pPr>
            <a:r>
              <a:rPr lang="en-GB" sz="1600" b="1">
                <a:solidFill>
                  <a:srgbClr val="FAF9F6"/>
                </a:solidFill>
                <a:latin typeface="Arial"/>
              </a:rPr>
              <a:t>Assessment</a:t>
            </a:r>
          </a:p>
        </p:txBody>
      </p:sp>
      <p:sp xmlns:p="http://schemas.openxmlformats.org/presentationml/2006/main" xmlns:a="http://schemas.openxmlformats.org/drawingml/2006/main">
        <p:nvSpPr>
          <p:cNvPr id="900002" name="Story-16-funding" descr="Funding"/>
          <p:cNvSpPr txBox="1"/>
          <p:nvPr/>
        </p:nvSpPr>
        <p:spPr>
          <a:xfrm>
            <a:off x="5047488" y="1783080"/>
            <a:ext cx="2093976" cy="438912"/>
          </a:xfrm>
          <a:prstGeom prst="rect">
            <a:avLst/>
          </a:prstGeom>
          <a:solidFill>
            <a:srgbClr val="173F35"/>
          </a:solidFill>
          <a:ln>
            <a:noFill/>
          </a:ln>
        </p:spPr>
        <p:txBody>
          <a:bodyPr wrap="square" lIns="18288" rIns="18288" tIns="9144" bIns="9144" anchor="t">
            <a:noAutofit/>
          </a:bodyPr>
          <a:lstStyle/>
          <a:p>
            <a:pPr algn="ctr">
              <a:lnSpc>
                <a:spcPct val="105000"/>
              </a:lnSpc>
              <a:buNone/>
            </a:pPr>
            <a:r>
              <a:rPr lang="en-GB" sz="1600" b="1">
                <a:solidFill>
                  <a:srgbClr val="FAF9F6"/>
                </a:solidFill>
                <a:latin typeface="Arial"/>
              </a:rPr>
              <a:t>Funding</a:t>
            </a:r>
          </a:p>
        </p:txBody>
      </p:sp>
      <p:sp xmlns:p="http://schemas.openxmlformats.org/presentationml/2006/main" xmlns:a="http://schemas.openxmlformats.org/drawingml/2006/main">
        <p:nvSpPr>
          <p:cNvPr id="900003" name="Story-16-works" descr="Works + residents"/>
          <p:cNvSpPr txBox="1"/>
          <p:nvPr/>
        </p:nvSpPr>
        <p:spPr>
          <a:xfrm>
            <a:off x="7296912" y="1783080"/>
            <a:ext cx="2093976" cy="438912"/>
          </a:xfrm>
          <a:prstGeom prst="rect">
            <a:avLst/>
          </a:prstGeom>
          <a:solidFill>
            <a:srgbClr val="173F35"/>
          </a:solidFill>
          <a:ln>
            <a:noFill/>
          </a:ln>
        </p:spPr>
        <p:txBody>
          <a:bodyPr wrap="square" lIns="18288" rIns="18288" tIns="9144" bIns="9144" anchor="t">
            <a:noAutofit/>
          </a:bodyPr>
          <a:lstStyle/>
          <a:p>
            <a:pPr algn="ctr">
              <a:lnSpc>
                <a:spcPct val="105000"/>
              </a:lnSpc>
              <a:buNone/>
            </a:pPr>
            <a:r>
              <a:rPr lang="en-GB" sz="1600" b="1">
                <a:solidFill>
                  <a:srgbClr val="FAF9F6"/>
                </a:solidFill>
                <a:latin typeface="Arial"/>
              </a:rPr>
              <a:t>Works + residents</a:t>
            </a:r>
          </a:p>
        </p:txBody>
      </p:sp>
      <p:sp xmlns:p="http://schemas.openxmlformats.org/presentationml/2006/main" xmlns:a="http://schemas.openxmlformats.org/drawingml/2006/main">
        <p:nvSpPr>
          <p:cNvPr id="900004" name="Story-16-quality" descr="Quality"/>
          <p:cNvSpPr txBox="1"/>
          <p:nvPr/>
        </p:nvSpPr>
        <p:spPr>
          <a:xfrm>
            <a:off x="9546336" y="1783080"/>
            <a:ext cx="2093976" cy="438912"/>
          </a:xfrm>
          <a:prstGeom prst="rect">
            <a:avLst/>
          </a:prstGeom>
          <a:solidFill>
            <a:srgbClr val="173F35"/>
          </a:solidFill>
          <a:ln>
            <a:noFill/>
          </a:ln>
        </p:spPr>
        <p:txBody>
          <a:bodyPr wrap="square" lIns="18288" rIns="18288" tIns="9144" bIns="9144" anchor="t">
            <a:noAutofit/>
          </a:bodyPr>
          <a:lstStyle/>
          <a:p>
            <a:pPr algn="ctr">
              <a:lnSpc>
                <a:spcPct val="105000"/>
              </a:lnSpc>
              <a:buNone/>
            </a:pPr>
            <a:r>
              <a:rPr lang="en-GB" sz="1600" b="1">
                <a:solidFill>
                  <a:srgbClr val="FAF9F6"/>
                </a:solidFill>
                <a:latin typeface="Arial"/>
              </a:rPr>
              <a:t>Quality</a:t>
            </a:r>
          </a:p>
        </p:txBody>
      </p:sp>
      <p:sp xmlns:p="http://schemas.openxmlformats.org/presentationml/2006/main" xmlns:a="http://schemas.openxmlformats.org/drawingml/2006/main">
        <p:nvSpPr>
          <p:cNvPr id="900005" name="Story-16-stock-help" descr="Explain sourced&#10;stock evidence"/>
          <p:cNvSpPr txBox="1"/>
          <p:nvPr/>
        </p:nvSpPr>
        <p:spPr>
          <a:xfrm>
            <a:off x="548640" y="2331720"/>
            <a:ext cx="2093976" cy="457200"/>
          </a:xfrm>
          <a:prstGeom prst="rect">
            <a:avLst/>
          </a:prstGeom>
          <a:noFill/>
          <a:ln>
            <a:noFill/>
          </a:ln>
        </p:spPr>
        <p:txBody>
          <a:bodyPr wrap="square" lIns="18288" rIns="18288" tIns="9144" bIns="9144" anchor="t">
            <a:noAutofit/>
          </a:bodyPr>
          <a:lstStyle/>
          <a:p>
            <a:pPr algn="l">
              <a:lnSpc>
                <a:spcPct val="105000"/>
              </a:lnSpc>
              <a:buNone/>
            </a:pPr>
            <a:r>
              <a:rPr lang="en-GB" sz="1400" b="0">
                <a:solidFill>
                  <a:srgbClr val="173F35"/>
                </a:solidFill>
                <a:latin typeface="Arial"/>
              </a:rPr>
              <a:t>Explain sourced</a:t>
            </a:r>
          </a:p>
          <a:p>
            <a:pPr algn="l">
              <a:lnSpc>
                <a:spcPct val="105000"/>
              </a:lnSpc>
              <a:buNone/>
            </a:pPr>
            <a:r>
              <a:rPr lang="en-GB" sz="1400" b="0">
                <a:solidFill>
                  <a:srgbClr val="173F35"/>
                </a:solidFill>
                <a:latin typeface="Arial"/>
              </a:rPr>
              <a:t>stock evidence</a:t>
            </a:r>
          </a:p>
        </p:txBody>
      </p:sp>
      <p:sp xmlns:p="http://schemas.openxmlformats.org/presentationml/2006/main" xmlns:a="http://schemas.openxmlformats.org/drawingml/2006/main">
        <p:nvSpPr>
          <p:cNvPr id="900006" name="Story-16-assessment-help" descr="Prepare a sourced&#10;survey pack"/>
          <p:cNvSpPr txBox="1"/>
          <p:nvPr/>
        </p:nvSpPr>
        <p:spPr>
          <a:xfrm>
            <a:off x="2798064" y="2331720"/>
            <a:ext cx="2093976" cy="457200"/>
          </a:xfrm>
          <a:prstGeom prst="rect">
            <a:avLst/>
          </a:prstGeom>
          <a:noFill/>
          <a:ln>
            <a:noFill/>
          </a:ln>
        </p:spPr>
        <p:txBody>
          <a:bodyPr wrap="square" lIns="18288" rIns="18288" tIns="9144" bIns="9144" anchor="t">
            <a:noAutofit/>
          </a:bodyPr>
          <a:lstStyle/>
          <a:p>
            <a:pPr algn="l">
              <a:lnSpc>
                <a:spcPct val="105000"/>
              </a:lnSpc>
              <a:buNone/>
            </a:pPr>
            <a:r>
              <a:rPr lang="en-GB" sz="1400" b="0">
                <a:solidFill>
                  <a:srgbClr val="173F35"/>
                </a:solidFill>
                <a:latin typeface="Arial"/>
              </a:rPr>
              <a:t>Prepare a sourced</a:t>
            </a:r>
          </a:p>
          <a:p>
            <a:pPr algn="l">
              <a:lnSpc>
                <a:spcPct val="105000"/>
              </a:lnSpc>
              <a:buNone/>
            </a:pPr>
            <a:r>
              <a:rPr lang="en-GB" sz="1400" b="0">
                <a:solidFill>
                  <a:srgbClr val="173F35"/>
                </a:solidFill>
                <a:latin typeface="Arial"/>
              </a:rPr>
              <a:t>survey pack</a:t>
            </a:r>
          </a:p>
        </p:txBody>
      </p:sp>
      <p:sp xmlns:p="http://schemas.openxmlformats.org/presentationml/2006/main" xmlns:a="http://schemas.openxmlformats.org/drawingml/2006/main">
        <p:nvSpPr>
          <p:cNvPr id="900007" name="Story-16-funding-help" descr="Draft funding&#10;evidence"/>
          <p:cNvSpPr txBox="1"/>
          <p:nvPr/>
        </p:nvSpPr>
        <p:spPr>
          <a:xfrm>
            <a:off x="5047488" y="2331720"/>
            <a:ext cx="2093976" cy="457200"/>
          </a:xfrm>
          <a:prstGeom prst="rect">
            <a:avLst/>
          </a:prstGeom>
          <a:noFill/>
          <a:ln>
            <a:noFill/>
          </a:ln>
        </p:spPr>
        <p:txBody>
          <a:bodyPr wrap="square" lIns="18288" rIns="18288" tIns="9144" bIns="9144" anchor="t">
            <a:noAutofit/>
          </a:bodyPr>
          <a:lstStyle/>
          <a:p>
            <a:pPr algn="l">
              <a:lnSpc>
                <a:spcPct val="105000"/>
              </a:lnSpc>
              <a:buNone/>
            </a:pPr>
            <a:r>
              <a:rPr lang="en-GB" sz="1400" b="0">
                <a:solidFill>
                  <a:srgbClr val="173F35"/>
                </a:solidFill>
                <a:latin typeface="Arial"/>
              </a:rPr>
              <a:t>Draft funding</a:t>
            </a:r>
          </a:p>
          <a:p>
            <a:pPr algn="l">
              <a:lnSpc>
                <a:spcPct val="105000"/>
              </a:lnSpc>
              <a:buNone/>
            </a:pPr>
            <a:r>
              <a:rPr lang="en-GB" sz="1400" b="0">
                <a:solidFill>
                  <a:srgbClr val="173F35"/>
                </a:solidFill>
                <a:latin typeface="Arial"/>
              </a:rPr>
              <a:t>evidence</a:t>
            </a:r>
          </a:p>
        </p:txBody>
      </p:sp>
      <p:sp xmlns:p="http://schemas.openxmlformats.org/presentationml/2006/main" xmlns:a="http://schemas.openxmlformats.org/drawingml/2006/main">
        <p:nvSpPr>
          <p:cNvPr id="900008" name="Story-16-works-help" descr="Suggest slots;&#10;draft updates"/>
          <p:cNvSpPr txBox="1"/>
          <p:nvPr/>
        </p:nvSpPr>
        <p:spPr>
          <a:xfrm>
            <a:off x="7296912" y="2331720"/>
            <a:ext cx="2093976" cy="457200"/>
          </a:xfrm>
          <a:prstGeom prst="rect">
            <a:avLst/>
          </a:prstGeom>
          <a:noFill/>
          <a:ln>
            <a:noFill/>
          </a:ln>
        </p:spPr>
        <p:txBody>
          <a:bodyPr wrap="square" lIns="18288" rIns="18288" tIns="9144" bIns="9144" anchor="t">
            <a:noAutofit/>
          </a:bodyPr>
          <a:lstStyle/>
          <a:p>
            <a:pPr algn="l">
              <a:lnSpc>
                <a:spcPct val="105000"/>
              </a:lnSpc>
              <a:buNone/>
            </a:pPr>
            <a:r>
              <a:rPr lang="en-GB" sz="1400" b="0">
                <a:solidFill>
                  <a:srgbClr val="173F35"/>
                </a:solidFill>
                <a:latin typeface="Arial"/>
              </a:rPr>
              <a:t>Suggest slots;</a:t>
            </a:r>
          </a:p>
          <a:p>
            <a:pPr algn="l">
              <a:lnSpc>
                <a:spcPct val="105000"/>
              </a:lnSpc>
              <a:buNone/>
            </a:pPr>
            <a:r>
              <a:rPr lang="en-GB" sz="1400" b="0">
                <a:solidFill>
                  <a:srgbClr val="173F35"/>
                </a:solidFill>
                <a:latin typeface="Arial"/>
              </a:rPr>
              <a:t>draft updates</a:t>
            </a:r>
          </a:p>
        </p:txBody>
      </p:sp>
      <p:sp xmlns:p="http://schemas.openxmlformats.org/presentationml/2006/main" xmlns:a="http://schemas.openxmlformats.org/drawingml/2006/main">
        <p:nvSpPr>
          <p:cNvPr id="900009" name="Story-16-quality-help" descr="Assemble evidence&#10;for independent review"/>
          <p:cNvSpPr txBox="1"/>
          <p:nvPr/>
        </p:nvSpPr>
        <p:spPr>
          <a:xfrm>
            <a:off x="9546336" y="2331720"/>
            <a:ext cx="2093976" cy="457200"/>
          </a:xfrm>
          <a:prstGeom prst="rect">
            <a:avLst/>
          </a:prstGeom>
          <a:noFill/>
          <a:ln>
            <a:noFill/>
          </a:ln>
        </p:spPr>
        <p:txBody>
          <a:bodyPr wrap="square" lIns="18288" rIns="18288" tIns="9144" bIns="9144" anchor="t">
            <a:noAutofit/>
          </a:bodyPr>
          <a:lstStyle/>
          <a:p>
            <a:pPr algn="l">
              <a:lnSpc>
                <a:spcPct val="105000"/>
              </a:lnSpc>
              <a:buNone/>
            </a:pPr>
            <a:r>
              <a:rPr lang="en-GB" sz="1400" b="0">
                <a:solidFill>
                  <a:srgbClr val="173F35"/>
                </a:solidFill>
                <a:latin typeface="Arial"/>
              </a:rPr>
              <a:t>Assemble evidence</a:t>
            </a:r>
          </a:p>
          <a:p>
            <a:pPr algn="l">
              <a:lnSpc>
                <a:spcPct val="105000"/>
              </a:lnSpc>
              <a:buNone/>
            </a:pPr>
            <a:r>
              <a:rPr lang="en-GB" sz="1400" b="0">
                <a:solidFill>
                  <a:srgbClr val="173F35"/>
                </a:solidFill>
                <a:latin typeface="Arial"/>
              </a:rPr>
              <a:t>for independent review</a:t>
            </a:r>
          </a:p>
        </p:txBody>
      </p:sp>
      <p:sp xmlns:p="http://schemas.openxmlformats.org/presentationml/2006/main" xmlns:a="http://schemas.openxmlformats.org/drawingml/2006/main">
        <p:nvSpPr>
          <p:cNvPr id="900010" name="Story-16-rules-band" descr=""/>
          <p:cNvSpPr txBox="1"/>
          <p:nvPr/>
        </p:nvSpPr>
        <p:spPr>
          <a:xfrm>
            <a:off x="548640" y="3063240"/>
            <a:ext cx="3538728" cy="1463040"/>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1" name="Story-16-rules-title" descr="Rules enforce"/>
          <p:cNvSpPr txBox="1"/>
          <p:nvPr/>
        </p:nvSpPr>
        <p:spPr>
          <a:xfrm>
            <a:off x="731520" y="3246120"/>
            <a:ext cx="3172968" cy="36576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Rules enforce</a:t>
            </a:r>
          </a:p>
        </p:txBody>
      </p:sp>
      <p:sp xmlns:p="http://schemas.openxmlformats.org/presentationml/2006/main" xmlns:a="http://schemas.openxmlformats.org/drawingml/2006/main">
        <p:nvSpPr>
          <p:cNvPr id="900012" name="Story-16-rules-body" descr="Ranking, arithmetic, rights&#10;and workflow gates"/>
          <p:cNvSpPr txBox="1"/>
          <p:nvPr/>
        </p:nvSpPr>
        <p:spPr>
          <a:xfrm>
            <a:off x="731520" y="3749040"/>
            <a:ext cx="3172968" cy="594360"/>
          </a:xfrm>
          <a:prstGeom prst="rect">
            <a:avLst/>
          </a:prstGeom>
          <a:noFill/>
          <a:ln>
            <a:noFill/>
          </a:ln>
        </p:spPr>
        <p:txBody>
          <a:bodyPr wrap="square" lIns="18288" rIns="18288" tIns="9144" bIns="9144" anchor="t">
            <a:noAutofit/>
          </a:bodyPr>
          <a:lstStyle/>
          <a:p>
            <a:pPr algn="l">
              <a:lnSpc>
                <a:spcPct val="105000"/>
              </a:lnSpc>
              <a:buNone/>
            </a:pPr>
            <a:r>
              <a:rPr lang="en-GB" sz="1700" b="0">
                <a:solidFill>
                  <a:srgbClr val="173F35"/>
                </a:solidFill>
                <a:latin typeface="Arial"/>
              </a:rPr>
              <a:t>Ranking, arithmetic, rights</a:t>
            </a:r>
          </a:p>
          <a:p>
            <a:pPr algn="l">
              <a:lnSpc>
                <a:spcPct val="105000"/>
              </a:lnSpc>
              <a:buNone/>
            </a:pPr>
            <a:r>
              <a:rPr lang="en-GB" sz="1700" b="0">
                <a:solidFill>
                  <a:srgbClr val="173F35"/>
                </a:solidFill>
                <a:latin typeface="Arial"/>
              </a:rPr>
              <a:t>and workflow gates</a:t>
            </a:r>
          </a:p>
        </p:txBody>
      </p:sp>
      <p:sp xmlns:p="http://schemas.openxmlformats.org/presentationml/2006/main" xmlns:a="http://schemas.openxmlformats.org/drawingml/2006/main">
        <p:nvSpPr>
          <p:cNvPr id="900013" name="Story-16-decision-band" descr=""/>
          <p:cNvSpPr txBox="1"/>
          <p:nvPr/>
        </p:nvSpPr>
        <p:spPr>
          <a:xfrm>
            <a:off x="4325112" y="3063240"/>
            <a:ext cx="3538728" cy="1463040"/>
          </a:xfrm>
          <a:prstGeom prst="rect">
            <a:avLst/>
          </a:prstGeom>
          <a:solidFill>
            <a:srgbClr val="E8F2FB"/>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4" name="Story-16-decision-title" descr="Decision 1 proposes"/>
          <p:cNvSpPr txBox="1"/>
          <p:nvPr/>
        </p:nvSpPr>
        <p:spPr>
          <a:xfrm>
            <a:off x="4507992" y="3246120"/>
            <a:ext cx="3172968" cy="36576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Decision 1 proposes</a:t>
            </a:r>
          </a:p>
        </p:txBody>
      </p:sp>
      <p:sp xmlns:p="http://schemas.openxmlformats.org/presentationml/2006/main" xmlns:a="http://schemas.openxmlformats.org/drawingml/2006/main">
        <p:nvSpPr>
          <p:cNvPr id="900015" name="Story-16-decision-body" descr="Select or abstain.&#10;Must beat a parser."/>
          <p:cNvSpPr txBox="1"/>
          <p:nvPr/>
        </p:nvSpPr>
        <p:spPr>
          <a:xfrm>
            <a:off x="4507992" y="3749040"/>
            <a:ext cx="3172968" cy="594360"/>
          </a:xfrm>
          <a:prstGeom prst="rect">
            <a:avLst/>
          </a:prstGeom>
          <a:noFill/>
          <a:ln>
            <a:noFill/>
          </a:ln>
        </p:spPr>
        <p:txBody>
          <a:bodyPr wrap="square" lIns="18288" rIns="18288" tIns="9144" bIns="9144" anchor="t">
            <a:noAutofit/>
          </a:bodyPr>
          <a:lstStyle/>
          <a:p>
            <a:pPr algn="l">
              <a:lnSpc>
                <a:spcPct val="105000"/>
              </a:lnSpc>
              <a:buNone/>
            </a:pPr>
            <a:r>
              <a:rPr lang="en-GB" sz="1700" b="0">
                <a:solidFill>
                  <a:srgbClr val="173F35"/>
                </a:solidFill>
                <a:latin typeface="Arial"/>
              </a:rPr>
              <a:t>Select or abstain.</a:t>
            </a:r>
          </a:p>
          <a:p>
            <a:pPr algn="l">
              <a:lnSpc>
                <a:spcPct val="105000"/>
              </a:lnSpc>
              <a:buNone/>
            </a:pPr>
            <a:r>
              <a:rPr lang="en-GB" sz="1700" b="0">
                <a:solidFill>
                  <a:srgbClr val="173F35"/>
                </a:solidFill>
                <a:latin typeface="Arial"/>
              </a:rPr>
              <a:t>Must beat a parser.</a:t>
            </a:r>
          </a:p>
        </p:txBody>
      </p:sp>
      <p:sp xmlns:p="http://schemas.openxmlformats.org/presentationml/2006/main" xmlns:a="http://schemas.openxmlformats.org/drawingml/2006/main">
        <p:nvSpPr>
          <p:cNvPr id="900016" name="Story-16-generation-band" descr=""/>
          <p:cNvSpPr txBox="1"/>
          <p:nvPr/>
        </p:nvSpPr>
        <p:spPr>
          <a:xfrm>
            <a:off x="8101584" y="3063240"/>
            <a:ext cx="3538728" cy="1463040"/>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7" name="Story-16-generation-title" descr="Generative AI drafts"/>
          <p:cNvSpPr txBox="1"/>
          <p:nvPr/>
        </p:nvSpPr>
        <p:spPr>
          <a:xfrm>
            <a:off x="8284464" y="3246120"/>
            <a:ext cx="3172968" cy="36576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Generative AI drafts</a:t>
            </a:r>
          </a:p>
        </p:txBody>
      </p:sp>
      <p:sp xmlns:p="http://schemas.openxmlformats.org/presentationml/2006/main" xmlns:a="http://schemas.openxmlformats.org/drawingml/2006/main">
        <p:nvSpPr>
          <p:cNvPr id="900018" name="Story-16-generation-body" descr="Sourced narrative;&#10;a person checks the meaning."/>
          <p:cNvSpPr txBox="1"/>
          <p:nvPr/>
        </p:nvSpPr>
        <p:spPr>
          <a:xfrm>
            <a:off x="8284464" y="3749040"/>
            <a:ext cx="3172968" cy="594360"/>
          </a:xfrm>
          <a:prstGeom prst="rect">
            <a:avLst/>
          </a:prstGeom>
          <a:noFill/>
          <a:ln>
            <a:noFill/>
          </a:ln>
        </p:spPr>
        <p:txBody>
          <a:bodyPr wrap="square" lIns="18288" rIns="18288" tIns="9144" bIns="9144" anchor="t">
            <a:noAutofit/>
          </a:bodyPr>
          <a:lstStyle/>
          <a:p>
            <a:pPr algn="l">
              <a:lnSpc>
                <a:spcPct val="105000"/>
              </a:lnSpc>
              <a:buNone/>
            </a:pPr>
            <a:r>
              <a:rPr lang="en-GB" sz="1700" b="0">
                <a:solidFill>
                  <a:srgbClr val="173F35"/>
                </a:solidFill>
                <a:latin typeface="Arial"/>
              </a:rPr>
              <a:t>Sourced narrative;</a:t>
            </a:r>
          </a:p>
          <a:p>
            <a:pPr algn="l">
              <a:lnSpc>
                <a:spcPct val="105000"/>
              </a:lnSpc>
              <a:buNone/>
            </a:pPr>
            <a:r>
              <a:rPr lang="en-GB" sz="1700" b="0">
                <a:solidFill>
                  <a:srgbClr val="173F35"/>
                </a:solidFill>
                <a:latin typeface="Arial"/>
              </a:rPr>
              <a:t>a person checks the meaning.</a:t>
            </a:r>
          </a:p>
        </p:txBody>
      </p:sp>
      <p:sp xmlns:p="http://schemas.openxmlformats.org/presentationml/2006/main" xmlns:a="http://schemas.openxmlformats.org/drawingml/2006/main">
        <p:nvSpPr>
          <p:cNvPr id="900019" name="Story-16-not-selected-band" descr=""/>
          <p:cNvSpPr txBox="1"/>
          <p:nvPr/>
        </p:nvSpPr>
        <p:spPr>
          <a:xfrm>
            <a:off x="548640" y="4846320"/>
            <a:ext cx="11091672" cy="530352"/>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20" name="Story-16-not-selected" descr="Not selected: model-led approvals or ranking; five autonomous deployed managers."/>
          <p:cNvSpPr txBox="1"/>
          <p:nvPr/>
        </p:nvSpPr>
        <p:spPr>
          <a:xfrm>
            <a:off x="731520" y="4956048"/>
            <a:ext cx="10725912" cy="329184"/>
          </a:xfrm>
          <a:prstGeom prst="rect">
            <a:avLst/>
          </a:prstGeom>
          <a:noFill/>
          <a:ln>
            <a:noFill/>
          </a:ln>
        </p:spPr>
        <p:txBody>
          <a:bodyPr wrap="square" lIns="18288" rIns="18288" tIns="9144" bIns="9144" anchor="t">
            <a:noAutofit/>
          </a:bodyPr>
          <a:lstStyle/>
          <a:p>
            <a:pPr algn="l">
              <a:lnSpc>
                <a:spcPct val="105000"/>
              </a:lnSpc>
              <a:buNone/>
            </a:pPr>
            <a:r>
              <a:rPr lang="en-GB" sz="1700" b="1">
                <a:solidFill>
                  <a:srgbClr val="173F35"/>
                </a:solidFill>
                <a:latin typeface="Arial"/>
              </a:rPr>
              <a:t>Not selected: model-led approvals or ranking; five autonomous deployed managers.</a:t>
            </a:r>
          </a:p>
        </p:txBody>
      </p:sp>
      <p:sp xmlns:p="http://schemas.openxmlformats.org/presentationml/2006/main" xmlns:a="http://schemas.openxmlformats.org/drawingml/2006/main">
        <p:nvSpPr>
          <p:cNvPr id="900021" name="Story-16-why" descr="People retain consent, technical sign-off, Finance approval and quality acceptance."/>
          <p:cNvSpPr txBox="1"/>
          <p:nvPr/>
        </p:nvSpPr>
        <p:spPr>
          <a:xfrm>
            <a:off x="548640" y="5486400"/>
            <a:ext cx="11091672" cy="292608"/>
          </a:xfrm>
          <a:prstGeom prst="rect">
            <a:avLst/>
          </a:prstGeom>
          <a:noFill/>
          <a:ln>
            <a:noFill/>
          </a:ln>
        </p:spPr>
        <p:txBody>
          <a:bodyPr wrap="square" lIns="18288" rIns="18288" tIns="9144" bIns="9144" anchor="t">
            <a:noAutofit/>
          </a:bodyPr>
          <a:lstStyle/>
          <a:p>
            <a:pPr algn="l">
              <a:lnSpc>
                <a:spcPct val="105000"/>
              </a:lnSpc>
              <a:buNone/>
            </a:pPr>
            <a:r>
              <a:rPr lang="en-GB" sz="1700" b="0">
                <a:solidFill>
                  <a:srgbClr val="173F35"/>
                </a:solidFill>
                <a:latin typeface="Arial"/>
              </a:rPr>
              <a:t>People retain consent, technical sign-off, Finance approval and quality acceptance.</a:t>
            </a:r>
          </a:p>
        </p:txBody>
      </p:sp>
      <p:sp xmlns:p="http://schemas.openxmlformats.org/presentationml/2006/main" xmlns:a="http://schemas.openxmlformats.org/drawingml/2006/main">
        <p:nvSpPr>
          <p:cNvPr id="900022" name="Story-16-revision-source" descr="29 Oct source synthesis | current live acceptance and incremental benefit remain unproved."/>
          <p:cNvSpPr txBox="1"/>
          <p:nvPr/>
        </p:nvSpPr>
        <p:spPr>
          <a:xfrm>
            <a:off x="548640" y="5852160"/>
            <a:ext cx="11091672" cy="219456"/>
          </a:xfrm>
          <a:prstGeom prst="rect">
            <a:avLst/>
          </a:prstGeom>
          <a:noFill/>
          <a:ln>
            <a:noFill/>
          </a:ln>
        </p:spPr>
        <p:txBody>
          <a:bodyPr wrap="square" lIns="18288" rIns="18288" tIns="9144" bIns="9144" anchor="t">
            <a:noAutofit/>
          </a:bodyPr>
          <a:lstStyle/>
          <a:p>
            <a:pPr algn="l">
              <a:lnSpc>
                <a:spcPct val="105000"/>
              </a:lnSpc>
              <a:buNone/>
            </a:pPr>
            <a:r>
              <a:rPr lang="en-GB" sz="1200" b="0">
                <a:solidFill>
                  <a:srgbClr val="50655E"/>
                </a:solidFill>
                <a:latin typeface="Arial"/>
              </a:rPr>
              <a:t>29 Oct source synthesis | current live acceptance and incremental benefit remain unproved.</a:t>
            </a:r>
          </a:p>
        </p:txBody>
      </p:sp>
    </p:spTree>
    <p:extLst>
      <p:ext uri="{BB962C8B-B14F-4D97-AF65-F5344CB8AC3E}">
        <p14:creationId xmlns:p14="http://schemas.microsoft.com/office/powerpoint/2010/main" val="2661767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5966" name="Eyebrow">
            <a:extLst>
              <a:ext uri="{FF2B5EF4-FFF2-40B4-BE49-F238E27FC236}">
                <a16:creationId xmlns:a16="http://schemas.microsoft.com/office/drawing/2014/main" id="{AAA73CC0-345A-5DBC-7B0F-E8C56A43E66B}"/>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5968" name="Slide title">
            <a:extLst>
              <a:ext uri="{FF2B5EF4-FFF2-40B4-BE49-F238E27FC236}">
                <a16:creationId xmlns:a16="http://schemas.microsoft.com/office/drawing/2014/main" id="{A2538438-B304-218A-F349-E37605D6D465}"/>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5971" name="Footer sources">
            <a:extLst>
              <a:ext uri="{FF2B5EF4-FFF2-40B4-BE49-F238E27FC236}">
                <a16:creationId xmlns:a16="http://schemas.microsoft.com/office/drawing/2014/main" id="{E44B5BCF-80BC-6F07-D14B-A16B3B940CC5}"/>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infra/main.bicep · architecture README · ADR 0002 decision 6 · PRD NFR-003 · BRD no-self-approval rules · AMA Plan #80, #102, #143</a:t>
            </a:r>
          </a:p>
          <a:p>
            <a:pPr algn="l">
              <a:buNone/>
            </a:pPr>
            <a:r>
              <a:rPr lang="en-US" sz="100">
                <a:effectLst/>
              </a:rPr>
              <a:t> </a:t>
            </a:r>
            <a:endParaRPr lang="en-US"/>
          </a:p>
        </p:txBody>
      </p:sp>
      <p:sp>
        <p:nvSpPr>
          <p:cNvPr id="65975" name="Footer navigation">
            <a:extLst>
              <a:ext uri="{FF2B5EF4-FFF2-40B4-BE49-F238E27FC236}">
                <a16:creationId xmlns:a16="http://schemas.microsoft.com/office/drawing/2014/main" id="{A5235A33-B091-8688-3BD4-B923343F6065}"/>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5980" name="Card staff browser">
            <a:extLst>
              <a:ext uri="{FF2B5EF4-FFF2-40B4-BE49-F238E27FC236}">
                <a16:creationId xmlns:a16="http://schemas.microsoft.com/office/drawing/2014/main" id="{DC979B01-2E17-BC07-5213-E292E71294D2}"/>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986" name="Card Container Apps API">
            <a:extLst>
              <a:ext uri="{FF2B5EF4-FFF2-40B4-BE49-F238E27FC236}">
                <a16:creationId xmlns:a16="http://schemas.microsoft.com/office/drawing/2014/main" id="{590E2C6F-0AF2-8066-34F2-93F827DCDFD0}"/>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993" name="Card Azure SQL">
            <a:extLst>
              <a:ext uri="{FF2B5EF4-FFF2-40B4-BE49-F238E27FC236}">
                <a16:creationId xmlns:a16="http://schemas.microsoft.com/office/drawing/2014/main" id="{128F3044-B2EC-B2A3-9A70-D93218E1D9B7}"/>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01" name="Card Azure Blob">
            <a:extLst>
              <a:ext uri="{FF2B5EF4-FFF2-40B4-BE49-F238E27FC236}">
                <a16:creationId xmlns:a16="http://schemas.microsoft.com/office/drawing/2014/main" id="{D20081C8-7AC4-9A34-F7DD-E482AD672205}"/>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10" name="Scoped model calls zone">
            <a:extLst>
              <a:ext uri="{FF2B5EF4-FFF2-40B4-BE49-F238E27FC236}">
                <a16:creationId xmlns:a16="http://schemas.microsoft.com/office/drawing/2014/main" id="{B19C2637-E27F-507C-ACAE-C469CF852175}"/>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20" name="Card Azure OpenAI">
            <a:extLst>
              <a:ext uri="{FF2B5EF4-FFF2-40B4-BE49-F238E27FC236}">
                <a16:creationId xmlns:a16="http://schemas.microsoft.com/office/drawing/2014/main" id="{5324DB1B-867A-C6E4-A55F-27A84570E92C}"/>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31" name="Card Decision 1">
            <a:extLst>
              <a:ext uri="{FF2B5EF4-FFF2-40B4-BE49-F238E27FC236}">
                <a16:creationId xmlns:a16="http://schemas.microsoft.com/office/drawing/2014/main" id="{19A3F976-8CE9-AF43-1D87-6BA7990E0420}"/>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43" name="Arrow browser to API">
            <a:extLst>
              <a:ext uri="{FF2B5EF4-FFF2-40B4-BE49-F238E27FC236}">
                <a16:creationId xmlns:a16="http://schemas.microsoft.com/office/drawing/2014/main" id="{57FA41BA-5EC8-A6A4-D071-708CF2624D6E}"/>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56" name="Arrow API to data">
            <a:extLst>
              <a:ext uri="{FF2B5EF4-FFF2-40B4-BE49-F238E27FC236}">
                <a16:creationId xmlns:a16="http://schemas.microsoft.com/office/drawing/2014/main" id="{7BC58E2E-7F79-7D9F-A166-BD49643F7A4C}"/>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70" name="Arrow API to model calls">
            <a:extLst>
              <a:ext uri="{FF2B5EF4-FFF2-40B4-BE49-F238E27FC236}">
                <a16:creationId xmlns:a16="http://schemas.microsoft.com/office/drawing/2014/main" id="{C7F40F72-C9CA-E3C0-1FF9-0E71353569A6}"/>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85" name="Browser text">
            <a:extLst>
              <a:ext uri="{FF2B5EF4-FFF2-40B4-BE49-F238E27FC236}">
                <a16:creationId xmlns:a16="http://schemas.microsoft.com/office/drawing/2014/main" id="{687CECAB-D171-73D8-8B3C-538AEE8F5D6A}"/>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6101" name="API title">
            <a:extLst>
              <a:ext uri="{FF2B5EF4-FFF2-40B4-BE49-F238E27FC236}">
                <a16:creationId xmlns:a16="http://schemas.microsoft.com/office/drawing/2014/main" id="{84AE2C80-08D0-C2A5-C410-03BDF53A22F0}"/>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6118" name="API body">
            <a:extLst>
              <a:ext uri="{FF2B5EF4-FFF2-40B4-BE49-F238E27FC236}">
                <a16:creationId xmlns:a16="http://schemas.microsoft.com/office/drawing/2014/main" id="{82FF1EF2-FDD2-F939-2566-8BAB51C18246}"/>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6218" name="Model zone label">
            <a:extLst>
              <a:ext uri="{FF2B5EF4-FFF2-40B4-BE49-F238E27FC236}">
                <a16:creationId xmlns:a16="http://schemas.microsoft.com/office/drawing/2014/main" id="{D6FC0720-828B-88EA-BEB8-56D35113439F}"/>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6241" name="Azure OpenAI text">
            <a:extLst>
              <a:ext uri="{FF2B5EF4-FFF2-40B4-BE49-F238E27FC236}">
                <a16:creationId xmlns:a16="http://schemas.microsoft.com/office/drawing/2014/main" id="{65305AD2-3B41-8196-B798-8072ABA1F9D5}"/>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6265" name="Decision 1 text">
            <a:extLst>
              <a:ext uri="{FF2B5EF4-FFF2-40B4-BE49-F238E27FC236}">
                <a16:creationId xmlns:a16="http://schemas.microsoft.com/office/drawing/2014/main" id="{989186AA-BF7C-F834-B88F-765A07D4C130}"/>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pic>
        <p:nvPicPr>
          <p:cNvPr id="66266" name="Azure Container Apps icon" descr="Azure Container Apps icon (official Azure icon)">
            <a:extLst>
              <a:ext uri="{FF2B5EF4-FFF2-40B4-BE49-F238E27FC236}">
                <a16:creationId xmlns:a16="http://schemas.microsoft.com/office/drawing/2014/main" id="{B542BDA5-2AC3-3010-819C-4B7ED5506A83}"/>
              </a:ext>
            </a:extLst>
          </p:cNvPr>
          <p:cNvPicPr>
            <a:picLocks noChangeAspect="1"/>
          </p:cNvPicPr>
          <p:nvPr/>
        </p:nvPicPr>
        <p:blipFill>
          <a:blip r:embed="rId3"/>
          <a:stretch>
            <a:fillRect/>
          </a:stretch>
        </p:blipFill>
        <p:spPr>
          <a:xfrm>
            <a:off x="4946904" y="3246120"/>
            <a:ext cx="384048" cy="384048"/>
          </a:xfrm>
          <a:prstGeom prst="rect">
            <a:avLst/>
          </a:prstGeom>
        </p:spPr>
      </p:pic>
      <p:pic>
        <p:nvPicPr>
          <p:cNvPr id="66267" name="Azure SQL icon" descr="Azure SQL icon (official Azure icon)">
            <a:extLst>
              <a:ext uri="{FF2B5EF4-FFF2-40B4-BE49-F238E27FC236}">
                <a16:creationId xmlns:a16="http://schemas.microsoft.com/office/drawing/2014/main" id="{8508ECC8-3C6D-DFE5-42C0-3B9D46303A5F}"/>
              </a:ext>
            </a:extLst>
          </p:cNvPr>
          <p:cNvPicPr>
            <a:picLocks noChangeAspect="1"/>
          </p:cNvPicPr>
          <p:nvPr/>
        </p:nvPicPr>
        <p:blipFill>
          <a:blip r:embed="rId4"/>
          <a:stretch>
            <a:fillRect/>
          </a:stretch>
        </p:blipFill>
        <p:spPr>
          <a:xfrm>
            <a:off x="7461593" y="3059430"/>
            <a:ext cx="320040" cy="320040"/>
          </a:xfrm>
          <a:prstGeom prst="rect">
            <a:avLst/>
          </a:prstGeom>
        </p:spPr>
      </p:pic>
      <p:pic>
        <p:nvPicPr>
          <p:cNvPr id="66268" name="Azure Storage (Blob) icon" descr="Azure Storage (Blob) icon (official Azure icon)">
            <a:extLst>
              <a:ext uri="{FF2B5EF4-FFF2-40B4-BE49-F238E27FC236}">
                <a16:creationId xmlns:a16="http://schemas.microsoft.com/office/drawing/2014/main" id="{41652622-A693-BCC9-2E67-7E20D0FFE61A}"/>
              </a:ext>
            </a:extLst>
          </p:cNvPr>
          <p:cNvPicPr>
            <a:picLocks noChangeAspect="1"/>
          </p:cNvPicPr>
          <p:nvPr/>
        </p:nvPicPr>
        <p:blipFill>
          <a:blip r:embed="rId5"/>
          <a:stretch>
            <a:fillRect/>
          </a:stretch>
        </p:blipFill>
        <p:spPr>
          <a:xfrm>
            <a:off x="9112619" y="3059430"/>
            <a:ext cx="320040" cy="320040"/>
          </a:xfrm>
          <a:prstGeom prst="rect">
            <a:avLst/>
          </a:prstGeom>
        </p:spPr>
      </p:pic>
      <p:pic>
        <p:nvPicPr>
          <p:cNvPr id="66269" name="Azure OpenAI icon" descr="Azure OpenAI icon (official Azure icon)">
            <a:extLst>
              <a:ext uri="{FF2B5EF4-FFF2-40B4-BE49-F238E27FC236}">
                <a16:creationId xmlns:a16="http://schemas.microsoft.com/office/drawing/2014/main" id="{02E0B182-F372-A6D2-6FC8-48B885587052}"/>
              </a:ext>
            </a:extLst>
          </p:cNvPr>
          <p:cNvPicPr>
            <a:picLocks noChangeAspect="1"/>
          </p:cNvPicPr>
          <p:nvPr/>
        </p:nvPicPr>
        <p:blipFill>
          <a:blip r:embed="rId6"/>
          <a:stretch>
            <a:fillRect/>
          </a:stretch>
        </p:blipFill>
        <p:spPr>
          <a:xfrm>
            <a:off x="4178166" y="4730496"/>
            <a:ext cx="384048" cy="384048"/>
          </a:xfrm>
          <a:prstGeom prst="rect">
            <a:avLst/>
          </a:prstGeom>
        </p:spPr>
      </p:pic>
      <p:sp>
        <p:nvSpPr>
          <p:cNvPr id="67267" name="Azure SQL text">
            <a:extLst>
              <a:ext uri="{FF2B5EF4-FFF2-40B4-BE49-F238E27FC236}">
                <a16:creationId xmlns:a16="http://schemas.microsoft.com/office/drawing/2014/main" id="{B1CA1FFB-1C5A-F35B-8873-010DF4ADE6A6}"/>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69" name="Azure Blob text">
            <a:extLst>
              <a:ext uri="{FF2B5EF4-FFF2-40B4-BE49-F238E27FC236}">
                <a16:creationId xmlns:a16="http://schemas.microsoft.com/office/drawing/2014/main" id="{D8DC6089-6347-8A03-CEE9-A64DB74168EE}"/>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Tree>
    <p:extLst>
      <p:ext uri="{BB962C8B-B14F-4D97-AF65-F5344CB8AC3E}">
        <p14:creationId xmlns:p14="http://schemas.microsoft.com/office/powerpoint/2010/main" val="2978975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6270" name="Eyebrow">
            <a:extLst>
              <a:ext uri="{FF2B5EF4-FFF2-40B4-BE49-F238E27FC236}">
                <a16:creationId xmlns:a16="http://schemas.microsoft.com/office/drawing/2014/main" id="{405288C7-2035-BD9F-5736-7ECEDB00B251}"/>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6272" name="Slide title">
            <a:extLst>
              <a:ext uri="{FF2B5EF4-FFF2-40B4-BE49-F238E27FC236}">
                <a16:creationId xmlns:a16="http://schemas.microsoft.com/office/drawing/2014/main" id="{FF7EC53C-EC6A-2801-5E8A-8D5AFB3E461C}"/>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6275" name="Footer sources">
            <a:extLst>
              <a:ext uri="{FF2B5EF4-FFF2-40B4-BE49-F238E27FC236}">
                <a16:creationId xmlns:a16="http://schemas.microsoft.com/office/drawing/2014/main" id="{F509940C-7F4D-1FAB-C5D9-C9DDE4B009FC}"/>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infra/main.bicep · architecture README · ADR 0002 decision 6 · PRD NFR-003 · BRD no-self-approval rules · AMA Plan #80, #102, #143</a:t>
            </a:r>
          </a:p>
          <a:p>
            <a:pPr algn="l">
              <a:buNone/>
            </a:pPr>
            <a:r>
              <a:rPr lang="en-US" sz="100">
                <a:effectLst/>
              </a:rPr>
              <a:t> </a:t>
            </a:r>
            <a:endParaRPr lang="en-US"/>
          </a:p>
        </p:txBody>
      </p:sp>
      <p:sp>
        <p:nvSpPr>
          <p:cNvPr id="66279" name="Footer navigation">
            <a:extLst>
              <a:ext uri="{FF2B5EF4-FFF2-40B4-BE49-F238E27FC236}">
                <a16:creationId xmlns:a16="http://schemas.microsoft.com/office/drawing/2014/main" id="{983CA842-F69B-180D-4533-729204432925}"/>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6284" name="Legend">
            <a:extLst>
              <a:ext uri="{FF2B5EF4-FFF2-40B4-BE49-F238E27FC236}">
                <a16:creationId xmlns:a16="http://schemas.microsoft.com/office/drawing/2014/main" id="{BDF8D7F7-BD74-1AFB-451C-8C882038863E}"/>
              </a:ext>
            </a:extLst>
          </p:cNvPr>
          <p:cNvSpPr/>
          <p:nvPr/>
        </p:nvSpPr>
        <p:spPr>
          <a:xfrm>
            <a:off x="5334000" y="365760"/>
            <a:ext cx="63093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Filled arrow = request path · tinted region = security boundary · chip = delivery status</a:t>
            </a:r>
          </a:p>
          <a:p>
            <a:pPr algn="r">
              <a:buNone/>
            </a:pPr>
            <a:r>
              <a:rPr lang="en-US" sz="100">
                <a:effectLst/>
              </a:rPr>
              <a:t> </a:t>
            </a:r>
            <a:endParaRPr lang="en-US"/>
          </a:p>
        </p:txBody>
      </p:sp>
      <p:sp>
        <p:nvSpPr>
          <p:cNvPr id="66290" name="Region public edge">
            <a:extLst>
              <a:ext uri="{FF2B5EF4-FFF2-40B4-BE49-F238E27FC236}">
                <a16:creationId xmlns:a16="http://schemas.microsoft.com/office/drawing/2014/main" id="{BB13514F-9A4C-C2E3-FBB5-90A517B82A15}"/>
              </a:ext>
            </a:extLst>
          </p:cNvPr>
          <p:cNvSpPr/>
          <p:nvPr/>
        </p:nvSpPr>
        <p:spPr>
          <a:xfrm>
            <a:off x="548640" y="2231136"/>
            <a:ext cx="2560320" cy="964692"/>
          </a:xfrm>
          <a:prstGeom prst="roundRect">
            <a:avLst/>
          </a:prstGeom>
          <a:solidFill>
            <a:srgbClr val="FFF1D6"/>
          </a:solidFill>
          <a:ln w="158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297" name="Region Entra ID">
            <a:extLst>
              <a:ext uri="{FF2B5EF4-FFF2-40B4-BE49-F238E27FC236}">
                <a16:creationId xmlns:a16="http://schemas.microsoft.com/office/drawing/2014/main" id="{E53138B4-8686-28A5-66CA-D34A0749D7AC}"/>
              </a:ext>
            </a:extLst>
          </p:cNvPr>
          <p:cNvSpPr/>
          <p:nvPr/>
        </p:nvSpPr>
        <p:spPr>
          <a:xfrm>
            <a:off x="3209544" y="2231136"/>
            <a:ext cx="3986784" cy="1984248"/>
          </a:xfrm>
          <a:prstGeom prst="roundRect">
            <a:avLst/>
          </a:prstGeom>
          <a:solidFill>
            <a:srgbClr val="E8F2FB"/>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05" name="Region private network">
            <a:extLst>
              <a:ext uri="{FF2B5EF4-FFF2-40B4-BE49-F238E27FC236}">
                <a16:creationId xmlns:a16="http://schemas.microsoft.com/office/drawing/2014/main" id="{7746EB88-4E27-280D-6563-DDC30533F539}"/>
              </a:ext>
            </a:extLst>
          </p:cNvPr>
          <p:cNvSpPr/>
          <p:nvPr/>
        </p:nvSpPr>
        <p:spPr>
          <a:xfrm>
            <a:off x="7379208" y="2231136"/>
            <a:ext cx="4264152" cy="1956816"/>
          </a:xfrm>
          <a:prstGeom prst="roundRect">
            <a:avLst/>
          </a:prstGeom>
          <a:solidFill>
            <a:srgbClr val="E8F1ED"/>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14" name="Card staff browser">
            <a:extLst>
              <a:ext uri="{FF2B5EF4-FFF2-40B4-BE49-F238E27FC236}">
                <a16:creationId xmlns:a16="http://schemas.microsoft.com/office/drawing/2014/main" id="{C66BFEB6-3DB8-24B5-5CC4-38C461F0821E}"/>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24" name="Card Container Apps API">
            <a:extLst>
              <a:ext uri="{FF2B5EF4-FFF2-40B4-BE49-F238E27FC236}">
                <a16:creationId xmlns:a16="http://schemas.microsoft.com/office/drawing/2014/main" id="{2599C042-F58E-D9D7-526A-5233AD774FD1}"/>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35" name="Card Azure SQL">
            <a:extLst>
              <a:ext uri="{FF2B5EF4-FFF2-40B4-BE49-F238E27FC236}">
                <a16:creationId xmlns:a16="http://schemas.microsoft.com/office/drawing/2014/main" id="{EA541CD9-6F72-CFFE-B052-AE2070820727}"/>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47" name="Card Azure Blob">
            <a:extLst>
              <a:ext uri="{FF2B5EF4-FFF2-40B4-BE49-F238E27FC236}">
                <a16:creationId xmlns:a16="http://schemas.microsoft.com/office/drawing/2014/main" id="{60195E23-CB8E-76B1-7D79-FAC5F7DF6C1F}"/>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60" name="Card Key Vault">
            <a:extLst>
              <a:ext uri="{FF2B5EF4-FFF2-40B4-BE49-F238E27FC236}">
                <a16:creationId xmlns:a16="http://schemas.microsoft.com/office/drawing/2014/main" id="{A5EE0BB3-1A82-568D-4F01-0667E92D0021}"/>
              </a:ext>
            </a:extLst>
          </p:cNvPr>
          <p:cNvSpPr/>
          <p:nvPr/>
        </p:nvSpPr>
        <p:spPr>
          <a:xfrm>
            <a:off x="10299730" y="2944368"/>
            <a:ext cx="1279621"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74" name="Card Operate">
            <a:extLst>
              <a:ext uri="{FF2B5EF4-FFF2-40B4-BE49-F238E27FC236}">
                <a16:creationId xmlns:a16="http://schemas.microsoft.com/office/drawing/2014/main" id="{71A39DED-7522-BA27-C66F-74217AA9369F}"/>
              </a:ext>
            </a:extLst>
          </p:cNvPr>
          <p:cNvSpPr/>
          <p:nvPr/>
        </p:nvSpPr>
        <p:spPr>
          <a:xfrm>
            <a:off x="548640" y="3419856"/>
            <a:ext cx="256032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89" name="Scoped model calls zone">
            <a:extLst>
              <a:ext uri="{FF2B5EF4-FFF2-40B4-BE49-F238E27FC236}">
                <a16:creationId xmlns:a16="http://schemas.microsoft.com/office/drawing/2014/main" id="{E391B81F-049A-09CE-160A-F5A71785E7DE}"/>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05" name="Card Azure OpenAI">
            <a:extLst>
              <a:ext uri="{FF2B5EF4-FFF2-40B4-BE49-F238E27FC236}">
                <a16:creationId xmlns:a16="http://schemas.microsoft.com/office/drawing/2014/main" id="{31980D45-0BC8-5CFA-F76B-B991FE10F14D}"/>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22" name="Card Decision 1">
            <a:extLst>
              <a:ext uri="{FF2B5EF4-FFF2-40B4-BE49-F238E27FC236}">
                <a16:creationId xmlns:a16="http://schemas.microsoft.com/office/drawing/2014/main" id="{8D7AD373-AA47-B10F-60EA-1CD56B8E45D0}"/>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40" name="Arrow browser to API">
            <a:extLst>
              <a:ext uri="{FF2B5EF4-FFF2-40B4-BE49-F238E27FC236}">
                <a16:creationId xmlns:a16="http://schemas.microsoft.com/office/drawing/2014/main" id="{ABD1F61E-647C-995D-A05F-563B22736F5F}"/>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59" name="Arrow API to data">
            <a:extLst>
              <a:ext uri="{FF2B5EF4-FFF2-40B4-BE49-F238E27FC236}">
                <a16:creationId xmlns:a16="http://schemas.microsoft.com/office/drawing/2014/main" id="{1D5C0C54-1DC6-DB19-627B-C4054BDD25CE}"/>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79" name="Arrow API to model calls">
            <a:extLst>
              <a:ext uri="{FF2B5EF4-FFF2-40B4-BE49-F238E27FC236}">
                <a16:creationId xmlns:a16="http://schemas.microsoft.com/office/drawing/2014/main" id="{0415C898-4F2F-90C8-C3A0-B855BF23A761}"/>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500" name="Edge label">
            <a:extLst>
              <a:ext uri="{FF2B5EF4-FFF2-40B4-BE49-F238E27FC236}">
                <a16:creationId xmlns:a16="http://schemas.microsoft.com/office/drawing/2014/main" id="{FEEF25AA-0DDE-CA98-AD55-0074CF7654EA}"/>
              </a:ext>
            </a:extLst>
          </p:cNvPr>
          <p:cNvSpPr/>
          <p:nvPr/>
        </p:nvSpPr>
        <p:spPr>
          <a:xfrm>
            <a:off x="548640" y="2210144"/>
            <a:ext cx="25603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7A4B00"/>
                </a:solidFill>
                <a:effectLst/>
                <a:latin typeface="Arial" panose="020B0604020202020204" pitchFamily="34" charset="0"/>
              </a:rPr>
              <a:t>PUBLIC EDGE</a:t>
            </a:r>
          </a:p>
          <a:p>
            <a:pPr algn="l">
              <a:buNone/>
            </a:pPr>
            <a:r>
              <a:rPr lang="en-US" sz="100">
                <a:effectLst/>
              </a:rPr>
              <a:t> </a:t>
            </a:r>
            <a:endParaRPr lang="en-US"/>
          </a:p>
        </p:txBody>
      </p:sp>
      <p:sp>
        <p:nvSpPr>
          <p:cNvPr id="66522" name="Edge text">
            <a:extLst>
              <a:ext uri="{FF2B5EF4-FFF2-40B4-BE49-F238E27FC236}">
                <a16:creationId xmlns:a16="http://schemas.microsoft.com/office/drawing/2014/main" id="{B1D1BDFD-DD4C-9B00-9FC5-A3ED742228F5}"/>
              </a:ext>
            </a:extLst>
          </p:cNvPr>
          <p:cNvSpPr/>
          <p:nvPr/>
        </p:nvSpPr>
        <p:spPr>
          <a:xfrm>
            <a:off x="548640" y="2569464"/>
            <a:ext cx="25603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7A4B00"/>
                </a:solidFill>
                <a:effectLst/>
                <a:latin typeface="Arial" panose="020B0604020202020204" pitchFamily="34" charset="0"/>
              </a:rPr>
              <a:t>Front Door Premium + WAF (Prevention) · Private Link origin</a:t>
            </a:r>
          </a:p>
          <a:p>
            <a:pPr algn="l">
              <a:buNone/>
            </a:pPr>
            <a:r>
              <a:rPr lang="en-US" sz="100">
                <a:effectLst/>
              </a:rPr>
              <a:t> </a:t>
            </a:r>
            <a:endParaRPr lang="en-US"/>
          </a:p>
        </p:txBody>
      </p:sp>
      <p:sp>
        <p:nvSpPr>
          <p:cNvPr id="66545" name="Chip edge designed">
            <a:extLst>
              <a:ext uri="{FF2B5EF4-FFF2-40B4-BE49-F238E27FC236}">
                <a16:creationId xmlns:a16="http://schemas.microsoft.com/office/drawing/2014/main" id="{CBCBA464-773E-5863-AF5C-E9C2A07DD712}"/>
              </a:ext>
            </a:extLst>
          </p:cNvPr>
          <p:cNvSpPr/>
          <p:nvPr/>
        </p:nvSpPr>
        <p:spPr>
          <a:xfrm>
            <a:off x="1225296" y="3035808"/>
            <a:ext cx="17922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IN IaC</a:t>
            </a:r>
          </a:p>
          <a:p>
            <a:pPr algn="ctr">
              <a:buNone/>
            </a:pPr>
            <a:r>
              <a:rPr lang="en-US" sz="100">
                <a:effectLst/>
              </a:rPr>
              <a:t> </a:t>
            </a:r>
            <a:endParaRPr lang="en-US"/>
          </a:p>
        </p:txBody>
      </p:sp>
      <p:sp>
        <p:nvSpPr>
          <p:cNvPr id="66569" name="Entra label">
            <a:extLst>
              <a:ext uri="{FF2B5EF4-FFF2-40B4-BE49-F238E27FC236}">
                <a16:creationId xmlns:a16="http://schemas.microsoft.com/office/drawing/2014/main" id="{89B77736-A44F-6D98-95A2-D228673CC4B5}"/>
              </a:ext>
            </a:extLst>
          </p:cNvPr>
          <p:cNvSpPr/>
          <p:nvPr/>
        </p:nvSpPr>
        <p:spPr>
          <a:xfrm>
            <a:off x="3675888" y="2283296"/>
            <a:ext cx="21488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MICROSOFT ENTRA ID</a:t>
            </a:r>
          </a:p>
          <a:p>
            <a:pPr algn="l">
              <a:buNone/>
            </a:pPr>
            <a:r>
              <a:rPr lang="en-US" sz="100">
                <a:effectLst/>
              </a:rPr>
              <a:t> </a:t>
            </a:r>
            <a:endParaRPr lang="en-US"/>
          </a:p>
        </p:txBody>
      </p:sp>
      <p:sp>
        <p:nvSpPr>
          <p:cNvPr id="66594" name="Chip Entra live">
            <a:extLst>
              <a:ext uri="{FF2B5EF4-FFF2-40B4-BE49-F238E27FC236}">
                <a16:creationId xmlns:a16="http://schemas.microsoft.com/office/drawing/2014/main" id="{CEBFD3F2-90A2-F4E9-35A7-1DE8BD06858F}"/>
              </a:ext>
            </a:extLst>
          </p:cNvPr>
          <p:cNvSpPr/>
          <p:nvPr/>
        </p:nvSpPr>
        <p:spPr>
          <a:xfrm>
            <a:off x="5705856" y="2345436"/>
            <a:ext cx="139903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IMPLEMENTED</a:t>
            </a:r>
          </a:p>
          <a:p>
            <a:pPr algn="ctr">
              <a:buNone/>
            </a:pPr>
            <a:r>
              <a:rPr lang="en-US" sz="100">
                <a:effectLst/>
              </a:rPr>
              <a:t> </a:t>
            </a:r>
            <a:endParaRPr lang="en-US"/>
          </a:p>
        </p:txBody>
      </p:sp>
      <p:sp>
        <p:nvSpPr>
          <p:cNvPr id="66620" name="Entra captions">
            <a:extLst>
              <a:ext uri="{FF2B5EF4-FFF2-40B4-BE49-F238E27FC236}">
                <a16:creationId xmlns:a16="http://schemas.microsoft.com/office/drawing/2014/main" id="{AC85A465-F53B-8C0A-768D-257F708EA53A}"/>
              </a:ext>
            </a:extLst>
          </p:cNvPr>
          <p:cNvSpPr/>
          <p:nvPr/>
        </p:nvSpPr>
        <p:spPr>
          <a:xfrm>
            <a:off x="3209544" y="2706624"/>
            <a:ext cx="3986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EasyAuth sign-in · Entra admin group for SQL</a:t>
            </a:r>
          </a:p>
          <a:p>
            <a:pPr algn="l">
              <a:buNone/>
            </a:pPr>
            <a:r>
              <a:rPr lang="en-US" sz="1200">
                <a:solidFill>
                  <a:srgbClr val="173F35"/>
                </a:solidFill>
                <a:effectLst/>
                <a:latin typeface="Arial" panose="020B0604020202020204" pitchFamily="34" charset="0"/>
              </a:rPr>
              <a:t>4 managed identities: api · import · orchestrator · agents</a:t>
            </a:r>
            <a:endParaRPr lang="en-US"/>
          </a:p>
        </p:txBody>
      </p:sp>
      <p:sp>
        <p:nvSpPr>
          <p:cNvPr id="66647" name="Browser text">
            <a:extLst>
              <a:ext uri="{FF2B5EF4-FFF2-40B4-BE49-F238E27FC236}">
                <a16:creationId xmlns:a16="http://schemas.microsoft.com/office/drawing/2014/main" id="{9116597A-2ACB-06BB-F3B2-2C38FC71A43C}"/>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6675" name="API title">
            <a:extLst>
              <a:ext uri="{FF2B5EF4-FFF2-40B4-BE49-F238E27FC236}">
                <a16:creationId xmlns:a16="http://schemas.microsoft.com/office/drawing/2014/main" id="{9C60FEC0-D99F-99CB-62A4-49EEC0DEA2F9}"/>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6704" name="API body">
            <a:extLst>
              <a:ext uri="{FF2B5EF4-FFF2-40B4-BE49-F238E27FC236}">
                <a16:creationId xmlns:a16="http://schemas.microsoft.com/office/drawing/2014/main" id="{EA4DE891-DAF8-2C0D-EAF9-17EE10D19A2C}"/>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6734" name="VNet label">
            <a:extLst>
              <a:ext uri="{FF2B5EF4-FFF2-40B4-BE49-F238E27FC236}">
                <a16:creationId xmlns:a16="http://schemas.microsoft.com/office/drawing/2014/main" id="{14DE9361-2750-5D2C-20DD-3847EF5BEE91}"/>
              </a:ext>
            </a:extLst>
          </p:cNvPr>
          <p:cNvSpPr/>
          <p:nvPr/>
        </p:nvSpPr>
        <p:spPr>
          <a:xfrm>
            <a:off x="7379208" y="2251292"/>
            <a:ext cx="23500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PRIVATE NETWORK · VNet</a:t>
            </a:r>
          </a:p>
          <a:p>
            <a:pPr algn="l">
              <a:buNone/>
            </a:pPr>
            <a:r>
              <a:rPr lang="en-US" sz="100">
                <a:effectLst/>
              </a:rPr>
              <a:t> </a:t>
            </a:r>
            <a:endParaRPr lang="en-US"/>
          </a:p>
        </p:txBody>
      </p:sp>
      <p:sp>
        <p:nvSpPr>
          <p:cNvPr id="66765" name="Chip VNet configured">
            <a:extLst>
              <a:ext uri="{FF2B5EF4-FFF2-40B4-BE49-F238E27FC236}">
                <a16:creationId xmlns:a16="http://schemas.microsoft.com/office/drawing/2014/main" id="{B2AE7407-8511-761E-38A2-2D09C8CC181F}"/>
              </a:ext>
            </a:extLst>
          </p:cNvPr>
          <p:cNvSpPr/>
          <p:nvPr/>
        </p:nvSpPr>
        <p:spPr>
          <a:xfrm>
            <a:off x="9668256" y="2313432"/>
            <a:ext cx="188366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CONFIGURED IN IaC</a:t>
            </a:r>
          </a:p>
          <a:p>
            <a:pPr algn="ctr">
              <a:buNone/>
            </a:pPr>
            <a:r>
              <a:rPr lang="en-US" sz="100">
                <a:effectLst/>
              </a:rPr>
              <a:t> </a:t>
            </a:r>
            <a:endParaRPr lang="en-US"/>
          </a:p>
        </p:txBody>
      </p:sp>
      <p:sp>
        <p:nvSpPr>
          <p:cNvPr id="66797" name="VNet caption">
            <a:extLst>
              <a:ext uri="{FF2B5EF4-FFF2-40B4-BE49-F238E27FC236}">
                <a16:creationId xmlns:a16="http://schemas.microsoft.com/office/drawing/2014/main" id="{E8417AAE-B901-4DFA-AC3F-33753E8F9373}"/>
              </a:ext>
            </a:extLst>
          </p:cNvPr>
          <p:cNvSpPr/>
          <p:nvPr/>
        </p:nvSpPr>
        <p:spPr>
          <a:xfrm>
            <a:off x="7379208" y="2566760"/>
            <a:ext cx="4264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private endpoints + DNS · public access off by default</a:t>
            </a:r>
          </a:p>
          <a:p>
            <a:pPr algn="l">
              <a:buNone/>
            </a:pPr>
            <a:r>
              <a:rPr lang="en-US" sz="100">
                <a:effectLst/>
              </a:rPr>
              <a:t> </a:t>
            </a:r>
            <a:endParaRPr lang="en-US"/>
          </a:p>
        </p:txBody>
      </p:sp>
      <p:sp>
        <p:nvSpPr>
          <p:cNvPr id="67049" name="Operate text">
            <a:extLst>
              <a:ext uri="{FF2B5EF4-FFF2-40B4-BE49-F238E27FC236}">
                <a16:creationId xmlns:a16="http://schemas.microsoft.com/office/drawing/2014/main" id="{D5DF60A9-289F-8083-B197-54D24DC8AC3D}"/>
              </a:ext>
            </a:extLst>
          </p:cNvPr>
          <p:cNvSpPr/>
          <p:nvPr/>
        </p:nvSpPr>
        <p:spPr>
          <a:xfrm>
            <a:off x="941832" y="3474720"/>
            <a:ext cx="220370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Operate</a:t>
            </a:r>
          </a:p>
          <a:p>
            <a:pPr algn="l">
              <a:buNone/>
            </a:pPr>
            <a:r>
              <a:rPr lang="en-US" sz="1200">
                <a:solidFill>
                  <a:srgbClr val="173F35"/>
                </a:solidFill>
                <a:effectLst/>
                <a:latin typeface="Arial" panose="020B0604020202020204" pitchFamily="34" charset="0"/>
              </a:rPr>
              <a:t>Alerts: throttling, 5xx, restarts, ledger digest · budget alerts</a:t>
            </a:r>
            <a:endParaRPr lang="en-US"/>
          </a:p>
        </p:txBody>
      </p:sp>
      <p:sp>
        <p:nvSpPr>
          <p:cNvPr id="67089" name="Model zone label">
            <a:extLst>
              <a:ext uri="{FF2B5EF4-FFF2-40B4-BE49-F238E27FC236}">
                <a16:creationId xmlns:a16="http://schemas.microsoft.com/office/drawing/2014/main" id="{CDE96196-E9E3-E5DC-543B-ECBF3C0B15A2}"/>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7130" name="Azure OpenAI text">
            <a:extLst>
              <a:ext uri="{FF2B5EF4-FFF2-40B4-BE49-F238E27FC236}">
                <a16:creationId xmlns:a16="http://schemas.microsoft.com/office/drawing/2014/main" id="{998D5ACD-DB97-E90A-EA15-8C67BD516648}"/>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7172" name="Decision 1 text">
            <a:extLst>
              <a:ext uri="{FF2B5EF4-FFF2-40B4-BE49-F238E27FC236}">
                <a16:creationId xmlns:a16="http://schemas.microsoft.com/office/drawing/2014/main" id="{6E834BCB-EF1E-746D-E743-720DA8FAE5D2}"/>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sp>
        <p:nvSpPr>
          <p:cNvPr id="67215" name="Statement 1">
            <a:extLst>
              <a:ext uri="{FF2B5EF4-FFF2-40B4-BE49-F238E27FC236}">
                <a16:creationId xmlns:a16="http://schemas.microsoft.com/office/drawing/2014/main" id="{E49DD370-9FFF-699A-42FC-D4DF20301E55}"/>
              </a:ext>
            </a:extLst>
          </p:cNvPr>
          <p:cNvSpPr/>
          <p:nvPr/>
        </p:nvSpPr>
        <p:spPr>
          <a:xfrm>
            <a:off x="548640" y="5334000"/>
            <a:ext cx="381986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staff sign-in and Graph acceptance remain outstanding.</a:t>
            </a:r>
          </a:p>
          <a:p>
            <a:pPr algn="l">
              <a:buNone/>
            </a:pPr>
            <a:r>
              <a:rPr lang="en-US" sz="100">
                <a:effectLst/>
              </a:rPr>
              <a:t> </a:t>
            </a:r>
            <a:endParaRPr lang="en-US"/>
          </a:p>
        </p:txBody>
      </p:sp>
      <p:sp>
        <p:nvSpPr>
          <p:cNvPr id="67259" name="Statement 2">
            <a:extLst>
              <a:ext uri="{FF2B5EF4-FFF2-40B4-BE49-F238E27FC236}">
                <a16:creationId xmlns:a16="http://schemas.microsoft.com/office/drawing/2014/main" id="{7BDB3404-EEDF-9923-2FA2-F295D43D5643}"/>
              </a:ext>
            </a:extLst>
          </p:cNvPr>
          <p:cNvSpPr/>
          <p:nvPr/>
        </p:nvSpPr>
        <p:spPr>
          <a:xfrm>
            <a:off x="4368505" y="5334000"/>
            <a:ext cx="3881389"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Network: SQL and Key Vault on private endpoints · managed identities · no SQL logins</a:t>
            </a:r>
          </a:p>
          <a:p>
            <a:pPr algn="l">
              <a:buNone/>
            </a:pPr>
            <a:r>
              <a:rPr lang="en-US" sz="100">
                <a:effectLst/>
              </a:rPr>
              <a:t> </a:t>
            </a:r>
            <a:endParaRPr lang="en-US"/>
          </a:p>
        </p:txBody>
      </p:sp>
      <p:pic>
        <p:nvPicPr>
          <p:cNvPr id="67260" name="Microsoft Entra ID icon" descr="Microsoft Entra ID icon (official Azure icon)">
            <a:extLst>
              <a:ext uri="{FF2B5EF4-FFF2-40B4-BE49-F238E27FC236}">
                <a16:creationId xmlns:a16="http://schemas.microsoft.com/office/drawing/2014/main" id="{7863C26F-80C7-F4F4-7B40-B0A2B1D88344}"/>
              </a:ext>
            </a:extLst>
          </p:cNvPr>
          <p:cNvPicPr>
            <a:picLocks noChangeAspect="1"/>
          </p:cNvPicPr>
          <p:nvPr/>
        </p:nvPicPr>
        <p:blipFill>
          <a:blip r:embed="rId3"/>
          <a:stretch>
            <a:fillRect/>
          </a:stretch>
        </p:blipFill>
        <p:spPr>
          <a:xfrm>
            <a:off x="3300984" y="2313432"/>
            <a:ext cx="384048" cy="384048"/>
          </a:xfrm>
          <a:prstGeom prst="rect">
            <a:avLst/>
          </a:prstGeom>
        </p:spPr>
      </p:pic>
      <p:pic>
        <p:nvPicPr>
          <p:cNvPr id="67261" name="Azure Container Apps icon" descr="Azure Container Apps icon (official Azure icon)">
            <a:extLst>
              <a:ext uri="{FF2B5EF4-FFF2-40B4-BE49-F238E27FC236}">
                <a16:creationId xmlns:a16="http://schemas.microsoft.com/office/drawing/2014/main" id="{F07F0F1E-3BD1-AAF9-8B1B-3136B8DA3796}"/>
              </a:ext>
            </a:extLst>
          </p:cNvPr>
          <p:cNvPicPr>
            <a:picLocks noChangeAspect="1"/>
          </p:cNvPicPr>
          <p:nvPr/>
        </p:nvPicPr>
        <p:blipFill>
          <a:blip r:embed="rId4"/>
          <a:stretch>
            <a:fillRect/>
          </a:stretch>
        </p:blipFill>
        <p:spPr>
          <a:xfrm>
            <a:off x="4946904" y="3246120"/>
            <a:ext cx="384048" cy="384048"/>
          </a:xfrm>
          <a:prstGeom prst="rect">
            <a:avLst/>
          </a:prstGeom>
        </p:spPr>
      </p:pic>
      <p:pic>
        <p:nvPicPr>
          <p:cNvPr id="67262" name="Azure SQL icon" descr="Azure SQL icon (official Azure icon)">
            <a:extLst>
              <a:ext uri="{FF2B5EF4-FFF2-40B4-BE49-F238E27FC236}">
                <a16:creationId xmlns:a16="http://schemas.microsoft.com/office/drawing/2014/main" id="{46B2A522-DCF4-A1F6-D7ED-DD172A056040}"/>
              </a:ext>
            </a:extLst>
          </p:cNvPr>
          <p:cNvPicPr>
            <a:picLocks noChangeAspect="1"/>
          </p:cNvPicPr>
          <p:nvPr/>
        </p:nvPicPr>
        <p:blipFill>
          <a:blip r:embed="rId5"/>
          <a:stretch>
            <a:fillRect/>
          </a:stretch>
        </p:blipFill>
        <p:spPr>
          <a:xfrm>
            <a:off x="7461593" y="3059430"/>
            <a:ext cx="320040" cy="320040"/>
          </a:xfrm>
          <a:prstGeom prst="rect">
            <a:avLst/>
          </a:prstGeom>
        </p:spPr>
      </p:pic>
      <p:pic>
        <p:nvPicPr>
          <p:cNvPr id="67263" name="Azure Storage (Blob) icon" descr="Azure Storage (Blob) icon (official Azure icon)">
            <a:extLst>
              <a:ext uri="{FF2B5EF4-FFF2-40B4-BE49-F238E27FC236}">
                <a16:creationId xmlns:a16="http://schemas.microsoft.com/office/drawing/2014/main" id="{07F04C6E-5573-6445-5A12-3EAD41F190FA}"/>
              </a:ext>
            </a:extLst>
          </p:cNvPr>
          <p:cNvPicPr>
            <a:picLocks noChangeAspect="1"/>
          </p:cNvPicPr>
          <p:nvPr/>
        </p:nvPicPr>
        <p:blipFill>
          <a:blip r:embed="rId6"/>
          <a:stretch>
            <a:fillRect/>
          </a:stretch>
        </p:blipFill>
        <p:spPr>
          <a:xfrm>
            <a:off x="9112619" y="3059430"/>
            <a:ext cx="320040" cy="320040"/>
          </a:xfrm>
          <a:prstGeom prst="rect">
            <a:avLst/>
          </a:prstGeom>
        </p:spPr>
      </p:pic>
      <p:pic>
        <p:nvPicPr>
          <p:cNvPr id="67264" name="Azure Key Vault icon" descr="Azure Key Vault icon (official Azure icon)">
            <a:extLst>
              <a:ext uri="{FF2B5EF4-FFF2-40B4-BE49-F238E27FC236}">
                <a16:creationId xmlns:a16="http://schemas.microsoft.com/office/drawing/2014/main" id="{686E7391-EFB9-4569-B3EF-133EE05C0C89}"/>
              </a:ext>
            </a:extLst>
          </p:cNvPr>
          <p:cNvPicPr>
            <a:picLocks noChangeAspect="1"/>
          </p:cNvPicPr>
          <p:nvPr/>
        </p:nvPicPr>
        <p:blipFill>
          <a:blip r:embed="rId7"/>
          <a:stretch>
            <a:fillRect/>
          </a:stretch>
        </p:blipFill>
        <p:spPr>
          <a:xfrm>
            <a:off x="10354987" y="3059430"/>
            <a:ext cx="320040" cy="320040"/>
          </a:xfrm>
          <a:prstGeom prst="rect">
            <a:avLst/>
          </a:prstGeom>
        </p:spPr>
      </p:pic>
      <p:pic>
        <p:nvPicPr>
          <p:cNvPr id="67265" name="Azure Monitor icon" descr="Azure Monitor icon (official Azure icon)">
            <a:extLst>
              <a:ext uri="{FF2B5EF4-FFF2-40B4-BE49-F238E27FC236}">
                <a16:creationId xmlns:a16="http://schemas.microsoft.com/office/drawing/2014/main" id="{338EFB03-8D75-8CDB-C62F-8039FB6BF38A}"/>
              </a:ext>
            </a:extLst>
          </p:cNvPr>
          <p:cNvPicPr>
            <a:picLocks noChangeAspect="1"/>
          </p:cNvPicPr>
          <p:nvPr/>
        </p:nvPicPr>
        <p:blipFill>
          <a:blip r:embed="rId8"/>
          <a:stretch>
            <a:fillRect/>
          </a:stretch>
        </p:blipFill>
        <p:spPr>
          <a:xfrm>
            <a:off x="603504" y="3474720"/>
            <a:ext cx="384048" cy="384048"/>
          </a:xfrm>
          <a:prstGeom prst="rect">
            <a:avLst/>
          </a:prstGeom>
        </p:spPr>
      </p:pic>
      <p:pic>
        <p:nvPicPr>
          <p:cNvPr id="67266" name="Azure OpenAI icon" descr="Azure OpenAI icon (official Azure icon)">
            <a:extLst>
              <a:ext uri="{FF2B5EF4-FFF2-40B4-BE49-F238E27FC236}">
                <a16:creationId xmlns:a16="http://schemas.microsoft.com/office/drawing/2014/main" id="{46BC22AC-E4B2-A0CC-846F-45ABF757354E}"/>
              </a:ext>
            </a:extLst>
          </p:cNvPr>
          <p:cNvPicPr>
            <a:picLocks noChangeAspect="1"/>
          </p:cNvPicPr>
          <p:nvPr/>
        </p:nvPicPr>
        <p:blipFill>
          <a:blip r:embed="rId9"/>
          <a:stretch>
            <a:fillRect/>
          </a:stretch>
        </p:blipFill>
        <p:spPr>
          <a:xfrm>
            <a:off x="4178166" y="4730496"/>
            <a:ext cx="384048" cy="384048"/>
          </a:xfrm>
          <a:prstGeom prst="rect">
            <a:avLst/>
          </a:prstGeom>
        </p:spPr>
      </p:pic>
      <p:sp>
        <p:nvSpPr>
          <p:cNvPr id="67270" name="Azure SQL text">
            <a:extLst>
              <a:ext uri="{FF2B5EF4-FFF2-40B4-BE49-F238E27FC236}">
                <a16:creationId xmlns:a16="http://schemas.microsoft.com/office/drawing/2014/main" id="{BEF058B0-B6D3-AC57-00BF-F8354CCF43DF}"/>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72" name="Azure Blob text">
            <a:extLst>
              <a:ext uri="{FF2B5EF4-FFF2-40B4-BE49-F238E27FC236}">
                <a16:creationId xmlns:a16="http://schemas.microsoft.com/office/drawing/2014/main" id="{0663453D-79C0-3D42-992B-958195CA84A0}"/>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
        <p:nvSpPr>
          <p:cNvPr id="67275" name="Key Vault text">
            <a:extLst>
              <a:ext uri="{FF2B5EF4-FFF2-40B4-BE49-F238E27FC236}">
                <a16:creationId xmlns:a16="http://schemas.microsoft.com/office/drawing/2014/main" id="{08BB5101-402C-3300-6812-B6C8C0CE2082}"/>
              </a:ext>
            </a:extLst>
          </p:cNvPr>
          <p:cNvSpPr/>
          <p:nvPr/>
        </p:nvSpPr>
        <p:spPr>
          <a:xfrm>
            <a:off x="10272298" y="3384042"/>
            <a:ext cx="1334485"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Key Vault</a:t>
            </a:r>
          </a:p>
          <a:p>
            <a:pPr algn="l">
              <a:buNone/>
            </a:pPr>
            <a:r>
              <a:rPr lang="en-US" sz="1200">
                <a:solidFill>
                  <a:srgbClr val="173F35"/>
                </a:solidFill>
                <a:effectLst/>
                <a:latin typeface="Arial" panose="020B0604020202020204" pitchFamily="34" charset="0"/>
              </a:rPr>
              <a:t>Entra secret · token-store SAS</a:t>
            </a:r>
            <a:endParaRPr lang="en-US"/>
          </a:p>
        </p:txBody>
      </p:sp>
    </p:spTree>
    <p:extLst>
      <p:ext uri="{BB962C8B-B14F-4D97-AF65-F5344CB8AC3E}">
        <p14:creationId xmlns:p14="http://schemas.microsoft.com/office/powerpoint/2010/main" val="144820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4065" name="Eyebrow">
            <a:extLst>
              <a:ext uri="{FF2B5EF4-FFF2-40B4-BE49-F238E27FC236}">
                <a16:creationId xmlns:a16="http://schemas.microsoft.com/office/drawing/2014/main" id="{14C624DB-6073-DE37-6844-6CD8309C33E0}"/>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4067" name="Slide title">
            <a:extLst>
              <a:ext uri="{FF2B5EF4-FFF2-40B4-BE49-F238E27FC236}">
                <a16:creationId xmlns:a16="http://schemas.microsoft.com/office/drawing/2014/main" id="{07180045-1E50-D356-B692-4B835EB33F1C}"/>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4070" name="Footer sources">
            <a:extLst>
              <a:ext uri="{FF2B5EF4-FFF2-40B4-BE49-F238E27FC236}">
                <a16:creationId xmlns:a16="http://schemas.microsoft.com/office/drawing/2014/main" id="{9E01ADCC-E937-5EDF-584C-A4917C57AF00}"/>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ADR 0002/0003 · infra/main.bicep · PRD NFR-003 · #441 (assessment) · AMA Plan #80, #102, #143</a:t>
            </a:r>
          </a:p>
          <a:p>
            <a:pPr algn="l">
              <a:buNone/>
            </a:pPr>
            <a:r>
              <a:rPr lang="en-US" sz="100">
                <a:effectLst/>
              </a:rPr>
              <a:t> </a:t>
            </a:r>
            <a:endParaRPr lang="en-US"/>
          </a:p>
        </p:txBody>
      </p:sp>
      <p:sp>
        <p:nvSpPr>
          <p:cNvPr id="64074" name="Footer navigation">
            <a:extLst>
              <a:ext uri="{FF2B5EF4-FFF2-40B4-BE49-F238E27FC236}">
                <a16:creationId xmlns:a16="http://schemas.microsoft.com/office/drawing/2014/main" id="{C14B958C-AA76-9195-4F59-E7EADA4C65F9}"/>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4079" name="Legend">
            <a:extLst>
              <a:ext uri="{FF2B5EF4-FFF2-40B4-BE49-F238E27FC236}">
                <a16:creationId xmlns:a16="http://schemas.microsoft.com/office/drawing/2014/main" id="{807217D8-2B98-B67C-EE07-45EE0415FEC8}"/>
              </a:ext>
            </a:extLst>
          </p:cNvPr>
          <p:cNvSpPr/>
          <p:nvPr/>
        </p:nvSpPr>
        <p:spPr>
          <a:xfrm>
            <a:off x="5334000" y="365760"/>
            <a:ext cx="63093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Filled arrow = request path · tinted region = security boundary · chip = delivery status</a:t>
            </a:r>
          </a:p>
          <a:p>
            <a:pPr algn="r">
              <a:buNone/>
            </a:pPr>
            <a:r>
              <a:rPr lang="en-US" sz="100">
                <a:effectLst/>
              </a:rPr>
              <a:t> </a:t>
            </a:r>
            <a:endParaRPr lang="en-US"/>
          </a:p>
        </p:txBody>
      </p:sp>
      <p:sp>
        <p:nvSpPr>
          <p:cNvPr id="64085" name="Region public edge">
            <a:extLst>
              <a:ext uri="{FF2B5EF4-FFF2-40B4-BE49-F238E27FC236}">
                <a16:creationId xmlns:a16="http://schemas.microsoft.com/office/drawing/2014/main" id="{88DC3D05-D322-596D-B734-A40AF813C4D6}"/>
              </a:ext>
            </a:extLst>
          </p:cNvPr>
          <p:cNvSpPr/>
          <p:nvPr/>
        </p:nvSpPr>
        <p:spPr>
          <a:xfrm>
            <a:off x="548640" y="2231136"/>
            <a:ext cx="2560320" cy="964692"/>
          </a:xfrm>
          <a:prstGeom prst="roundRect">
            <a:avLst/>
          </a:prstGeom>
          <a:solidFill>
            <a:srgbClr val="FFF1D6"/>
          </a:solidFill>
          <a:ln w="158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092" name="Region Entra ID">
            <a:extLst>
              <a:ext uri="{FF2B5EF4-FFF2-40B4-BE49-F238E27FC236}">
                <a16:creationId xmlns:a16="http://schemas.microsoft.com/office/drawing/2014/main" id="{7C265752-78D2-59C5-E615-05506FD9C0B2}"/>
              </a:ext>
            </a:extLst>
          </p:cNvPr>
          <p:cNvSpPr/>
          <p:nvPr/>
        </p:nvSpPr>
        <p:spPr>
          <a:xfrm>
            <a:off x="3209544" y="2231136"/>
            <a:ext cx="3986784" cy="1984248"/>
          </a:xfrm>
          <a:prstGeom prst="roundRect">
            <a:avLst/>
          </a:prstGeom>
          <a:solidFill>
            <a:srgbClr val="E8F2FB"/>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00" name="Region private network">
            <a:extLst>
              <a:ext uri="{FF2B5EF4-FFF2-40B4-BE49-F238E27FC236}">
                <a16:creationId xmlns:a16="http://schemas.microsoft.com/office/drawing/2014/main" id="{A560EFD6-11F2-1755-06D6-848ACAA4DDC0}"/>
              </a:ext>
            </a:extLst>
          </p:cNvPr>
          <p:cNvSpPr/>
          <p:nvPr/>
        </p:nvSpPr>
        <p:spPr>
          <a:xfrm>
            <a:off x="7379208" y="2231136"/>
            <a:ext cx="4264152" cy="1956816"/>
          </a:xfrm>
          <a:prstGeom prst="roundRect">
            <a:avLst/>
          </a:prstGeom>
          <a:solidFill>
            <a:srgbClr val="E8F1ED"/>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09" name="M365 band">
            <a:extLst>
              <a:ext uri="{FF2B5EF4-FFF2-40B4-BE49-F238E27FC236}">
                <a16:creationId xmlns:a16="http://schemas.microsoft.com/office/drawing/2014/main" id="{FE3AAB70-A382-110C-8C0C-A0CB05C3B43E}"/>
              </a:ext>
            </a:extLst>
          </p:cNvPr>
          <p:cNvSpPr/>
          <p:nvPr/>
        </p:nvSpPr>
        <p:spPr>
          <a:xfrm>
            <a:off x="548640" y="1810512"/>
            <a:ext cx="11094720" cy="384048"/>
          </a:xfrm>
          <a:prstGeom prst="rect">
            <a:avLst/>
          </a:prstGeom>
          <a:solidFill>
            <a:srgbClr val="FFFFFF"/>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19" name="Card staff browser">
            <a:extLst>
              <a:ext uri="{FF2B5EF4-FFF2-40B4-BE49-F238E27FC236}">
                <a16:creationId xmlns:a16="http://schemas.microsoft.com/office/drawing/2014/main" id="{5AE2FDB1-0D68-5172-CC08-6291CC2765B2}"/>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30" name="Card Container Apps API">
            <a:extLst>
              <a:ext uri="{FF2B5EF4-FFF2-40B4-BE49-F238E27FC236}">
                <a16:creationId xmlns:a16="http://schemas.microsoft.com/office/drawing/2014/main" id="{E0EF79D5-56A4-D6AA-9144-AD78D612393A}"/>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42" name="Card Azure SQL">
            <a:extLst>
              <a:ext uri="{FF2B5EF4-FFF2-40B4-BE49-F238E27FC236}">
                <a16:creationId xmlns:a16="http://schemas.microsoft.com/office/drawing/2014/main" id="{C2413DC9-5B8A-FB09-536F-C247E8CFA26C}"/>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55" name="Card Azure Blob">
            <a:extLst>
              <a:ext uri="{FF2B5EF4-FFF2-40B4-BE49-F238E27FC236}">
                <a16:creationId xmlns:a16="http://schemas.microsoft.com/office/drawing/2014/main" id="{8D4C98A3-41EC-9248-D2D3-9E343D0C4524}"/>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69" name="Card Key Vault">
            <a:extLst>
              <a:ext uri="{FF2B5EF4-FFF2-40B4-BE49-F238E27FC236}">
                <a16:creationId xmlns:a16="http://schemas.microsoft.com/office/drawing/2014/main" id="{1AADF71C-BF9C-78BC-2E24-1F8120D3BC16}"/>
              </a:ext>
            </a:extLst>
          </p:cNvPr>
          <p:cNvSpPr/>
          <p:nvPr/>
        </p:nvSpPr>
        <p:spPr>
          <a:xfrm>
            <a:off x="10299730" y="2944368"/>
            <a:ext cx="1279621"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84" name="Card Operate">
            <a:extLst>
              <a:ext uri="{FF2B5EF4-FFF2-40B4-BE49-F238E27FC236}">
                <a16:creationId xmlns:a16="http://schemas.microsoft.com/office/drawing/2014/main" id="{418B25FE-0CDF-BB4D-06D6-3B71B9B6809E}"/>
              </a:ext>
            </a:extLst>
          </p:cNvPr>
          <p:cNvSpPr/>
          <p:nvPr/>
        </p:nvSpPr>
        <p:spPr>
          <a:xfrm>
            <a:off x="548640" y="3419856"/>
            <a:ext cx="256032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00" name="Card Excel import">
            <a:extLst>
              <a:ext uri="{FF2B5EF4-FFF2-40B4-BE49-F238E27FC236}">
                <a16:creationId xmlns:a16="http://schemas.microsoft.com/office/drawing/2014/main" id="{BB3BA928-24B1-DF5E-4ACC-A04AA6D1F82D}"/>
              </a:ext>
            </a:extLst>
          </p:cNvPr>
          <p:cNvSpPr/>
          <p:nvPr/>
        </p:nvSpPr>
        <p:spPr>
          <a:xfrm>
            <a:off x="548640" y="4282440"/>
            <a:ext cx="2560320" cy="926592"/>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17" name="Scoped model calls zone">
            <a:extLst>
              <a:ext uri="{FF2B5EF4-FFF2-40B4-BE49-F238E27FC236}">
                <a16:creationId xmlns:a16="http://schemas.microsoft.com/office/drawing/2014/main" id="{330CA031-6580-D61F-E8B2-7AE6EB5E579A}"/>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35" name="Card Azure OpenAI">
            <a:extLst>
              <a:ext uri="{FF2B5EF4-FFF2-40B4-BE49-F238E27FC236}">
                <a16:creationId xmlns:a16="http://schemas.microsoft.com/office/drawing/2014/main" id="{61016974-5212-D0D5-9D91-553ABBE31B0B}"/>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54" name="Card Decision 1">
            <a:extLst>
              <a:ext uri="{FF2B5EF4-FFF2-40B4-BE49-F238E27FC236}">
                <a16:creationId xmlns:a16="http://schemas.microsoft.com/office/drawing/2014/main" id="{28A2B5C1-7B2E-1A85-35C1-E14FD2FCF75C}"/>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74" name="Card Exports">
            <a:extLst>
              <a:ext uri="{FF2B5EF4-FFF2-40B4-BE49-F238E27FC236}">
                <a16:creationId xmlns:a16="http://schemas.microsoft.com/office/drawing/2014/main" id="{7AB4337E-94FB-FC9A-4718-32D3AC62D19D}"/>
              </a:ext>
            </a:extLst>
          </p:cNvPr>
          <p:cNvSpPr/>
          <p:nvPr/>
        </p:nvSpPr>
        <p:spPr>
          <a:xfrm>
            <a:off x="8031480" y="4471416"/>
            <a:ext cx="3611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95" name="Arrow browser to API">
            <a:extLst>
              <a:ext uri="{FF2B5EF4-FFF2-40B4-BE49-F238E27FC236}">
                <a16:creationId xmlns:a16="http://schemas.microsoft.com/office/drawing/2014/main" id="{83F914D3-02AB-98D5-0E60-BC682C245E9A}"/>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17" name="Arrow API to data">
            <a:extLst>
              <a:ext uri="{FF2B5EF4-FFF2-40B4-BE49-F238E27FC236}">
                <a16:creationId xmlns:a16="http://schemas.microsoft.com/office/drawing/2014/main" id="{70ED7AF7-A4EE-3ACF-B01C-3DFF32216A1B}"/>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40" name="Arrow API to model calls">
            <a:extLst>
              <a:ext uri="{FF2B5EF4-FFF2-40B4-BE49-F238E27FC236}">
                <a16:creationId xmlns:a16="http://schemas.microsoft.com/office/drawing/2014/main" id="{07A7A165-7AC8-229C-80A3-0EECA65F3263}"/>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64" name="Arrow import to API">
            <a:extLst>
              <a:ext uri="{FF2B5EF4-FFF2-40B4-BE49-F238E27FC236}">
                <a16:creationId xmlns:a16="http://schemas.microsoft.com/office/drawing/2014/main" id="{EA370E2F-BF4D-7DBE-8B8A-2DBD9DFFA0A8}"/>
              </a:ext>
            </a:extLst>
          </p:cNvPr>
          <p:cNvSpPr/>
          <p:nvPr/>
        </p:nvSpPr>
        <p:spPr>
          <a:xfrm rot="20712305">
            <a:off x="3135134" y="4134612"/>
            <a:ext cx="1730732"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89" name="Arrow data to exports">
            <a:extLst>
              <a:ext uri="{FF2B5EF4-FFF2-40B4-BE49-F238E27FC236}">
                <a16:creationId xmlns:a16="http://schemas.microsoft.com/office/drawing/2014/main" id="{83AB8832-38DB-ECA1-892F-80F98714F3FB}"/>
              </a:ext>
            </a:extLst>
          </p:cNvPr>
          <p:cNvSpPr/>
          <p:nvPr/>
        </p:nvSpPr>
        <p:spPr>
          <a:xfrm>
            <a:off x="9723120" y="4233672"/>
            <a:ext cx="228600" cy="192024"/>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415" name="Edge label">
            <a:extLst>
              <a:ext uri="{FF2B5EF4-FFF2-40B4-BE49-F238E27FC236}">
                <a16:creationId xmlns:a16="http://schemas.microsoft.com/office/drawing/2014/main" id="{30D230B5-DFEC-9C27-B73A-FC2AF516EFE7}"/>
              </a:ext>
            </a:extLst>
          </p:cNvPr>
          <p:cNvSpPr/>
          <p:nvPr/>
        </p:nvSpPr>
        <p:spPr>
          <a:xfrm>
            <a:off x="548640" y="2210144"/>
            <a:ext cx="25603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7A4B00"/>
                </a:solidFill>
                <a:effectLst/>
                <a:latin typeface="Arial" panose="020B0604020202020204" pitchFamily="34" charset="0"/>
              </a:rPr>
              <a:t>PUBLIC EDGE</a:t>
            </a:r>
          </a:p>
          <a:p>
            <a:pPr algn="l">
              <a:buNone/>
            </a:pPr>
            <a:r>
              <a:rPr lang="en-US" sz="100">
                <a:effectLst/>
              </a:rPr>
              <a:t> </a:t>
            </a:r>
            <a:endParaRPr lang="en-US"/>
          </a:p>
        </p:txBody>
      </p:sp>
      <p:sp>
        <p:nvSpPr>
          <p:cNvPr id="64442" name="Edge text">
            <a:extLst>
              <a:ext uri="{FF2B5EF4-FFF2-40B4-BE49-F238E27FC236}">
                <a16:creationId xmlns:a16="http://schemas.microsoft.com/office/drawing/2014/main" id="{A920B7F7-6809-0440-185C-C343FC83E5A1}"/>
              </a:ext>
            </a:extLst>
          </p:cNvPr>
          <p:cNvSpPr/>
          <p:nvPr/>
        </p:nvSpPr>
        <p:spPr>
          <a:xfrm>
            <a:off x="548640" y="2569464"/>
            <a:ext cx="25603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7A4B00"/>
                </a:solidFill>
                <a:effectLst/>
                <a:latin typeface="Arial" panose="020B0604020202020204" pitchFamily="34" charset="0"/>
              </a:rPr>
              <a:t>Front Door Premium + WAF (Prevention) · Private Link origin</a:t>
            </a:r>
          </a:p>
          <a:p>
            <a:pPr algn="l">
              <a:buNone/>
            </a:pPr>
            <a:r>
              <a:rPr lang="en-US" sz="100">
                <a:effectLst/>
              </a:rPr>
              <a:t> </a:t>
            </a:r>
            <a:endParaRPr lang="en-US"/>
          </a:p>
        </p:txBody>
      </p:sp>
      <p:sp>
        <p:nvSpPr>
          <p:cNvPr id="64470" name="Chip edge designed">
            <a:extLst>
              <a:ext uri="{FF2B5EF4-FFF2-40B4-BE49-F238E27FC236}">
                <a16:creationId xmlns:a16="http://schemas.microsoft.com/office/drawing/2014/main" id="{F40DF30E-368D-9AF1-53FC-FB39F33F21F5}"/>
              </a:ext>
            </a:extLst>
          </p:cNvPr>
          <p:cNvSpPr/>
          <p:nvPr/>
        </p:nvSpPr>
        <p:spPr>
          <a:xfrm>
            <a:off x="1225296" y="3035808"/>
            <a:ext cx="17922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IN IaC</a:t>
            </a:r>
          </a:p>
          <a:p>
            <a:pPr algn="ctr">
              <a:buNone/>
            </a:pPr>
            <a:r>
              <a:rPr lang="en-US" sz="100">
                <a:effectLst/>
              </a:rPr>
              <a:t> </a:t>
            </a:r>
            <a:endParaRPr lang="en-US"/>
          </a:p>
        </p:txBody>
      </p:sp>
      <p:sp>
        <p:nvSpPr>
          <p:cNvPr id="64499" name="Entra label">
            <a:extLst>
              <a:ext uri="{FF2B5EF4-FFF2-40B4-BE49-F238E27FC236}">
                <a16:creationId xmlns:a16="http://schemas.microsoft.com/office/drawing/2014/main" id="{527B5A0B-8F6C-540E-BA70-DBFBF2C8FA12}"/>
              </a:ext>
            </a:extLst>
          </p:cNvPr>
          <p:cNvSpPr/>
          <p:nvPr/>
        </p:nvSpPr>
        <p:spPr>
          <a:xfrm>
            <a:off x="3675888" y="2283296"/>
            <a:ext cx="21488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MICROSOFT ENTRA ID</a:t>
            </a:r>
          </a:p>
          <a:p>
            <a:pPr algn="l">
              <a:buNone/>
            </a:pPr>
            <a:r>
              <a:rPr lang="en-US" sz="100">
                <a:effectLst/>
              </a:rPr>
              <a:t> </a:t>
            </a:r>
            <a:endParaRPr lang="en-US"/>
          </a:p>
        </p:txBody>
      </p:sp>
      <p:sp>
        <p:nvSpPr>
          <p:cNvPr id="64529" name="Chip Entra live">
            <a:extLst>
              <a:ext uri="{FF2B5EF4-FFF2-40B4-BE49-F238E27FC236}">
                <a16:creationId xmlns:a16="http://schemas.microsoft.com/office/drawing/2014/main" id="{BC28763E-8CBC-14AA-AD58-C26D8C60407B}"/>
              </a:ext>
            </a:extLst>
          </p:cNvPr>
          <p:cNvSpPr/>
          <p:nvPr/>
        </p:nvSpPr>
        <p:spPr>
          <a:xfrm>
            <a:off x="5705856" y="2345436"/>
            <a:ext cx="139903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IMPLEMENTED</a:t>
            </a:r>
          </a:p>
          <a:p>
            <a:pPr algn="ctr">
              <a:buNone/>
            </a:pPr>
            <a:r>
              <a:rPr lang="en-US" sz="100">
                <a:effectLst/>
              </a:rPr>
              <a:t> </a:t>
            </a:r>
            <a:endParaRPr lang="en-US"/>
          </a:p>
        </p:txBody>
      </p:sp>
      <p:sp>
        <p:nvSpPr>
          <p:cNvPr id="64560" name="Entra captions">
            <a:extLst>
              <a:ext uri="{FF2B5EF4-FFF2-40B4-BE49-F238E27FC236}">
                <a16:creationId xmlns:a16="http://schemas.microsoft.com/office/drawing/2014/main" id="{4B019E08-C170-FDDD-E594-8C93440249B6}"/>
              </a:ext>
            </a:extLst>
          </p:cNvPr>
          <p:cNvSpPr/>
          <p:nvPr/>
        </p:nvSpPr>
        <p:spPr>
          <a:xfrm>
            <a:off x="3209544" y="2706624"/>
            <a:ext cx="3986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EasyAuth sign-in · Entra admin group for SQL</a:t>
            </a:r>
          </a:p>
          <a:p>
            <a:pPr algn="l">
              <a:buNone/>
            </a:pPr>
            <a:r>
              <a:rPr lang="en-US" sz="1200">
                <a:solidFill>
                  <a:srgbClr val="173F35"/>
                </a:solidFill>
                <a:effectLst/>
                <a:latin typeface="Arial" panose="020B0604020202020204" pitchFamily="34" charset="0"/>
              </a:rPr>
              <a:t>4 managed identities: api · import · orchestrator · agents</a:t>
            </a:r>
            <a:endParaRPr lang="en-US"/>
          </a:p>
        </p:txBody>
      </p:sp>
      <p:sp>
        <p:nvSpPr>
          <p:cNvPr id="64592" name="Browser text">
            <a:extLst>
              <a:ext uri="{FF2B5EF4-FFF2-40B4-BE49-F238E27FC236}">
                <a16:creationId xmlns:a16="http://schemas.microsoft.com/office/drawing/2014/main" id="{FEB6AF39-D8D0-34F7-1E2F-7AFF05A078E0}"/>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4625" name="API title">
            <a:extLst>
              <a:ext uri="{FF2B5EF4-FFF2-40B4-BE49-F238E27FC236}">
                <a16:creationId xmlns:a16="http://schemas.microsoft.com/office/drawing/2014/main" id="{C3AA626E-A221-94E0-DFF1-BFB4B02F3ECB}"/>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4659" name="API body">
            <a:extLst>
              <a:ext uri="{FF2B5EF4-FFF2-40B4-BE49-F238E27FC236}">
                <a16:creationId xmlns:a16="http://schemas.microsoft.com/office/drawing/2014/main" id="{D078919B-9F37-76F8-E4B8-D436C3F34F33}"/>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4694" name="VNet label">
            <a:extLst>
              <a:ext uri="{FF2B5EF4-FFF2-40B4-BE49-F238E27FC236}">
                <a16:creationId xmlns:a16="http://schemas.microsoft.com/office/drawing/2014/main" id="{87E70114-D8E1-4779-468D-8446C0C585B7}"/>
              </a:ext>
            </a:extLst>
          </p:cNvPr>
          <p:cNvSpPr/>
          <p:nvPr/>
        </p:nvSpPr>
        <p:spPr>
          <a:xfrm>
            <a:off x="7379208" y="2251292"/>
            <a:ext cx="23500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PRIVATE NETWORK · VNet</a:t>
            </a:r>
          </a:p>
          <a:p>
            <a:pPr algn="l">
              <a:buNone/>
            </a:pPr>
            <a:r>
              <a:rPr lang="en-US" sz="100">
                <a:effectLst/>
              </a:rPr>
              <a:t> </a:t>
            </a:r>
            <a:endParaRPr lang="en-US"/>
          </a:p>
        </p:txBody>
      </p:sp>
      <p:sp>
        <p:nvSpPr>
          <p:cNvPr id="64730" name="Chip VNet configured">
            <a:extLst>
              <a:ext uri="{FF2B5EF4-FFF2-40B4-BE49-F238E27FC236}">
                <a16:creationId xmlns:a16="http://schemas.microsoft.com/office/drawing/2014/main" id="{966A4737-5F64-639B-CD1D-0B338146C02A}"/>
              </a:ext>
            </a:extLst>
          </p:cNvPr>
          <p:cNvSpPr/>
          <p:nvPr/>
        </p:nvSpPr>
        <p:spPr>
          <a:xfrm>
            <a:off x="9668256" y="2313432"/>
            <a:ext cx="188366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CONFIGURED IN IaC</a:t>
            </a:r>
          </a:p>
          <a:p>
            <a:pPr algn="ctr">
              <a:buNone/>
            </a:pPr>
            <a:r>
              <a:rPr lang="en-US" sz="100">
                <a:effectLst/>
              </a:rPr>
              <a:t> </a:t>
            </a:r>
            <a:endParaRPr lang="en-US"/>
          </a:p>
        </p:txBody>
      </p:sp>
      <p:sp>
        <p:nvSpPr>
          <p:cNvPr id="64767" name="VNet caption">
            <a:extLst>
              <a:ext uri="{FF2B5EF4-FFF2-40B4-BE49-F238E27FC236}">
                <a16:creationId xmlns:a16="http://schemas.microsoft.com/office/drawing/2014/main" id="{F891F9DD-F8B1-9D72-75EB-A9C1808F460F}"/>
              </a:ext>
            </a:extLst>
          </p:cNvPr>
          <p:cNvSpPr/>
          <p:nvPr/>
        </p:nvSpPr>
        <p:spPr>
          <a:xfrm>
            <a:off x="7379208" y="2566760"/>
            <a:ext cx="4264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private endpoints + DNS · public access off by default</a:t>
            </a:r>
          </a:p>
          <a:p>
            <a:pPr algn="l">
              <a:buNone/>
            </a:pPr>
            <a:r>
              <a:rPr lang="en-US" sz="100">
                <a:effectLst/>
              </a:rPr>
              <a:t> </a:t>
            </a:r>
            <a:endParaRPr lang="en-US"/>
          </a:p>
        </p:txBody>
      </p:sp>
      <p:sp>
        <p:nvSpPr>
          <p:cNvPr id="65054" name="Operate text">
            <a:extLst>
              <a:ext uri="{FF2B5EF4-FFF2-40B4-BE49-F238E27FC236}">
                <a16:creationId xmlns:a16="http://schemas.microsoft.com/office/drawing/2014/main" id="{DBA97E48-1CDD-F27E-8734-8CB5E5F22088}"/>
              </a:ext>
            </a:extLst>
          </p:cNvPr>
          <p:cNvSpPr/>
          <p:nvPr/>
        </p:nvSpPr>
        <p:spPr>
          <a:xfrm>
            <a:off x="941832" y="3474720"/>
            <a:ext cx="220370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Operate</a:t>
            </a:r>
          </a:p>
          <a:p>
            <a:pPr algn="l">
              <a:buNone/>
            </a:pPr>
            <a:r>
              <a:rPr lang="en-US" sz="1200">
                <a:solidFill>
                  <a:srgbClr val="173F35"/>
                </a:solidFill>
                <a:effectLst/>
                <a:latin typeface="Arial" panose="020B0604020202020204" pitchFamily="34" charset="0"/>
              </a:rPr>
              <a:t>Alerts: throttling, 5xx, restarts, ledger digest · budget alerts</a:t>
            </a:r>
            <a:endParaRPr lang="en-US"/>
          </a:p>
        </p:txBody>
      </p:sp>
      <p:sp>
        <p:nvSpPr>
          <p:cNvPr id="65099" name="Import text">
            <a:extLst>
              <a:ext uri="{FF2B5EF4-FFF2-40B4-BE49-F238E27FC236}">
                <a16:creationId xmlns:a16="http://schemas.microsoft.com/office/drawing/2014/main" id="{7BEB4108-5AB9-C492-9C51-AC1D217827FC}"/>
              </a:ext>
            </a:extLst>
          </p:cNvPr>
          <p:cNvSpPr/>
          <p:nvPr/>
        </p:nvSpPr>
        <p:spPr>
          <a:xfrm>
            <a:off x="941832" y="4337304"/>
            <a:ext cx="2203704"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Excel and CSV import</a:t>
            </a:r>
          </a:p>
          <a:p>
            <a:pPr algn="l">
              <a:buNone/>
            </a:pPr>
            <a:r>
              <a:rPr lang="en-US" sz="1200">
                <a:solidFill>
                  <a:srgbClr val="173F35"/>
                </a:solidFill>
                <a:effectLst/>
                <a:latin typeface="Arial" panose="020B0604020202020204" pitchFamily="34" charset="0"/>
              </a:rPr>
              <a:t>preview, validate, quarantine</a:t>
            </a:r>
            <a:endParaRPr lang="en-US"/>
          </a:p>
        </p:txBody>
      </p:sp>
      <p:sp>
        <p:nvSpPr>
          <p:cNvPr id="65145" name="Chip import designed">
            <a:extLst>
              <a:ext uri="{FF2B5EF4-FFF2-40B4-BE49-F238E27FC236}">
                <a16:creationId xmlns:a16="http://schemas.microsoft.com/office/drawing/2014/main" id="{552DF66D-B786-1EFF-FA38-7F4AF11615D9}"/>
              </a:ext>
            </a:extLst>
          </p:cNvPr>
          <p:cNvSpPr/>
          <p:nvPr/>
        </p:nvSpPr>
        <p:spPr>
          <a:xfrm>
            <a:off x="1033272" y="4834128"/>
            <a:ext cx="19751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FR-029</a:t>
            </a:r>
          </a:p>
          <a:p>
            <a:pPr algn="ctr">
              <a:buNone/>
            </a:pPr>
            <a:r>
              <a:rPr lang="en-US" sz="100">
                <a:effectLst/>
              </a:rPr>
              <a:t> </a:t>
            </a:r>
            <a:endParaRPr lang="en-US"/>
          </a:p>
        </p:txBody>
      </p:sp>
      <p:sp>
        <p:nvSpPr>
          <p:cNvPr id="65192" name="Model zone label">
            <a:extLst>
              <a:ext uri="{FF2B5EF4-FFF2-40B4-BE49-F238E27FC236}">
                <a16:creationId xmlns:a16="http://schemas.microsoft.com/office/drawing/2014/main" id="{05CAA288-729F-9C10-D880-55CB1AD8B7E2}"/>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5240" name="Azure OpenAI text">
            <a:extLst>
              <a:ext uri="{FF2B5EF4-FFF2-40B4-BE49-F238E27FC236}">
                <a16:creationId xmlns:a16="http://schemas.microsoft.com/office/drawing/2014/main" id="{77E73AC7-543C-CA3E-A74A-4634BBDB4314}"/>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5289" name="Decision 1 text">
            <a:extLst>
              <a:ext uri="{FF2B5EF4-FFF2-40B4-BE49-F238E27FC236}">
                <a16:creationId xmlns:a16="http://schemas.microsoft.com/office/drawing/2014/main" id="{410330AA-5EEE-AA55-94CB-B4D9027A8A41}"/>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sp>
        <p:nvSpPr>
          <p:cNvPr id="65339" name="Exports title">
            <a:extLst>
              <a:ext uri="{FF2B5EF4-FFF2-40B4-BE49-F238E27FC236}">
                <a16:creationId xmlns:a16="http://schemas.microsoft.com/office/drawing/2014/main" id="{978C53F7-A00E-F87B-8718-908E3390DB96}"/>
              </a:ext>
            </a:extLst>
          </p:cNvPr>
          <p:cNvSpPr/>
          <p:nvPr/>
        </p:nvSpPr>
        <p:spPr>
          <a:xfrm>
            <a:off x="8013192" y="4412324"/>
            <a:ext cx="854001"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Exports</a:t>
            </a:r>
          </a:p>
          <a:p>
            <a:pPr algn="l">
              <a:buNone/>
            </a:pPr>
            <a:r>
              <a:rPr lang="en-US" sz="100">
                <a:effectLst/>
              </a:rPr>
              <a:t> </a:t>
            </a:r>
            <a:endParaRPr lang="en-US"/>
          </a:p>
        </p:txBody>
      </p:sp>
      <p:sp>
        <p:nvSpPr>
          <p:cNvPr id="65390" name="Exports body">
            <a:extLst>
              <a:ext uri="{FF2B5EF4-FFF2-40B4-BE49-F238E27FC236}">
                <a16:creationId xmlns:a16="http://schemas.microsoft.com/office/drawing/2014/main" id="{15D4BFCB-2CA3-8160-541B-F3D991FF97C0}"/>
              </a:ext>
            </a:extLst>
          </p:cNvPr>
          <p:cNvSpPr/>
          <p:nvPr/>
        </p:nvSpPr>
        <p:spPr>
          <a:xfrm>
            <a:off x="8748321" y="4436708"/>
            <a:ext cx="2931615"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Excel/CSV, progress packs, evidence</a:t>
            </a:r>
          </a:p>
          <a:p>
            <a:pPr algn="l">
              <a:buNone/>
            </a:pPr>
            <a:r>
              <a:rPr lang="en-US" sz="100">
                <a:effectLst/>
              </a:rPr>
              <a:t> </a:t>
            </a:r>
            <a:endParaRPr lang="en-US"/>
          </a:p>
        </p:txBody>
      </p:sp>
      <p:sp>
        <p:nvSpPr>
          <p:cNvPr id="65442" name="Chip exports DESIGNED · FR-030">
            <a:extLst>
              <a:ext uri="{FF2B5EF4-FFF2-40B4-BE49-F238E27FC236}">
                <a16:creationId xmlns:a16="http://schemas.microsoft.com/office/drawing/2014/main" id="{3B4821C9-E356-F311-C5D9-0BFD56529F3D}"/>
              </a:ext>
            </a:extLst>
          </p:cNvPr>
          <p:cNvSpPr/>
          <p:nvPr/>
        </p:nvSpPr>
        <p:spPr>
          <a:xfrm>
            <a:off x="8104632" y="4876800"/>
            <a:ext cx="17465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DESIGNED · FR-030</a:t>
            </a:r>
          </a:p>
          <a:p>
            <a:pPr algn="ctr">
              <a:buNone/>
            </a:pPr>
            <a:r>
              <a:rPr lang="en-US" sz="100">
                <a:effectLst/>
              </a:rPr>
              <a:t> </a:t>
            </a:r>
            <a:endParaRPr lang="en-US"/>
          </a:p>
        </p:txBody>
      </p:sp>
      <p:sp>
        <p:nvSpPr>
          <p:cNvPr id="65495" name="Chip exports DELIVERED · #102">
            <a:extLst>
              <a:ext uri="{FF2B5EF4-FFF2-40B4-BE49-F238E27FC236}">
                <a16:creationId xmlns:a16="http://schemas.microsoft.com/office/drawing/2014/main" id="{725DEFA3-F69C-2048-C0EF-38F1147C209C}"/>
              </a:ext>
            </a:extLst>
          </p:cNvPr>
          <p:cNvSpPr/>
          <p:nvPr/>
        </p:nvSpPr>
        <p:spPr>
          <a:xfrm>
            <a:off x="9906000" y="4876800"/>
            <a:ext cx="16550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DELIVERED · #102</a:t>
            </a:r>
          </a:p>
          <a:p>
            <a:pPr algn="ctr">
              <a:buNone/>
            </a:pPr>
            <a:r>
              <a:rPr lang="en-US" sz="100">
                <a:effectLst/>
              </a:rPr>
              <a:t> </a:t>
            </a:r>
            <a:endParaRPr lang="en-US"/>
          </a:p>
        </p:txBody>
      </p:sp>
      <p:sp>
        <p:nvSpPr>
          <p:cNvPr id="65549" name="M365 label">
            <a:extLst>
              <a:ext uri="{FF2B5EF4-FFF2-40B4-BE49-F238E27FC236}">
                <a16:creationId xmlns:a16="http://schemas.microsoft.com/office/drawing/2014/main" id="{9A07405E-DF25-CC7B-2D56-859A7B0383D0}"/>
              </a:ext>
            </a:extLst>
          </p:cNvPr>
          <p:cNvSpPr/>
          <p:nvPr/>
        </p:nvSpPr>
        <p:spPr>
          <a:xfrm>
            <a:off x="594360" y="1780376"/>
            <a:ext cx="16916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73F35"/>
                </a:solidFill>
                <a:effectLst/>
                <a:latin typeface="Arial" panose="020B0604020202020204" pitchFamily="34" charset="0"/>
              </a:rPr>
              <a:t>IoT · NOT LIVE</a:t>
            </a:r>
          </a:p>
          <a:p>
            <a:pPr algn="l">
              <a:buNone/>
            </a:pPr>
            <a:r>
              <a:rPr lang="en-US" sz="100">
                <a:effectLst/>
              </a:rPr>
              <a:t> </a:t>
            </a:r>
            <a:endParaRPr lang="en-US"/>
          </a:p>
        </p:txBody>
      </p:sp>
      <p:sp>
        <p:nvSpPr>
          <p:cNvPr id="65604" name="Chip M365 Entra sign-in · LIVE">
            <a:extLst>
              <a:ext uri="{FF2B5EF4-FFF2-40B4-BE49-F238E27FC236}">
                <a16:creationId xmlns:a16="http://schemas.microsoft.com/office/drawing/2014/main" id="{E5C9A7D4-A6CB-7ED3-A1FF-EC31EDA0FFE6}"/>
              </a:ext>
            </a:extLst>
          </p:cNvPr>
          <p:cNvSpPr/>
          <p:nvPr/>
        </p:nvSpPr>
        <p:spPr>
          <a:xfrm>
            <a:off x="2199054" y="1842516"/>
            <a:ext cx="1709928"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Sensors / simulator</a:t>
            </a:r>
          </a:p>
          <a:p>
            <a:pPr algn="ctr">
              <a:buNone/>
            </a:pPr>
            <a:r>
              <a:rPr lang="en-US" sz="100">
                <a:effectLst/>
              </a:rPr>
              <a:t> </a:t>
            </a:r>
            <a:endParaRPr lang="en-US"/>
          </a:p>
        </p:txBody>
      </p:sp>
      <p:sp>
        <p:nvSpPr>
          <p:cNvPr id="65660" name="Chip M365 Graph profile · LIVE">
            <a:extLst>
              <a:ext uri="{FF2B5EF4-FFF2-40B4-BE49-F238E27FC236}">
                <a16:creationId xmlns:a16="http://schemas.microsoft.com/office/drawing/2014/main" id="{DAFBB8A4-6EF8-E322-3AFE-77F5D8156814}"/>
              </a:ext>
            </a:extLst>
          </p:cNvPr>
          <p:cNvSpPr/>
          <p:nvPr/>
        </p:nvSpPr>
        <p:spPr>
          <a:xfrm>
            <a:off x="4066996" y="1842516"/>
            <a:ext cx="1737360"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IoT Hub Basic</a:t>
            </a:r>
          </a:p>
          <a:p>
            <a:pPr algn="ctr">
              <a:buNone/>
            </a:pPr>
            <a:r>
              <a:rPr lang="en-US" sz="100">
                <a:effectLst/>
              </a:rPr>
              <a:t> </a:t>
            </a:r>
            <a:endParaRPr lang="en-US"/>
          </a:p>
        </p:txBody>
      </p:sp>
      <p:sp>
        <p:nvSpPr>
          <p:cNvPr id="65717" name="Chip M365 Teams ops alerts · CONFIGURED">
            <a:extLst>
              <a:ext uri="{FF2B5EF4-FFF2-40B4-BE49-F238E27FC236}">
                <a16:creationId xmlns:a16="http://schemas.microsoft.com/office/drawing/2014/main" id="{327F226C-8D65-48AE-2C4F-AEABAFEB896D}"/>
              </a:ext>
            </a:extLst>
          </p:cNvPr>
          <p:cNvSpPr/>
          <p:nvPr/>
        </p:nvSpPr>
        <p:spPr>
          <a:xfrm>
            <a:off x="5962370" y="1842516"/>
            <a:ext cx="2697480"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API checks &gt; SQL</a:t>
            </a:r>
          </a:p>
          <a:p>
            <a:pPr algn="ctr">
              <a:buNone/>
            </a:pPr>
            <a:r>
              <a:rPr lang="en-US" sz="100">
                <a:effectLst/>
              </a:rPr>
              <a:t> </a:t>
            </a:r>
            <a:endParaRPr lang="en-US"/>
          </a:p>
        </p:txBody>
      </p:sp>
      <p:sp>
        <p:nvSpPr>
          <p:cNvPr id="65775" name="Chip M365 SharePoint evidence · DESIGNED">
            <a:extLst>
              <a:ext uri="{FF2B5EF4-FFF2-40B4-BE49-F238E27FC236}">
                <a16:creationId xmlns:a16="http://schemas.microsoft.com/office/drawing/2014/main" id="{C2D9CF91-1DB2-EE06-DB0A-CD8E36DF783E}"/>
              </a:ext>
            </a:extLst>
          </p:cNvPr>
          <p:cNvSpPr/>
          <p:nvPr/>
        </p:nvSpPr>
        <p:spPr>
          <a:xfrm>
            <a:off x="8817864" y="1842516"/>
            <a:ext cx="273405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Signal &gt; human review</a:t>
            </a:r>
          </a:p>
          <a:p>
            <a:pPr algn="ctr">
              <a:buNone/>
            </a:pPr>
            <a:r>
              <a:rPr lang="en-US" sz="100">
                <a:effectLst/>
              </a:rPr>
              <a:t> </a:t>
            </a:r>
            <a:endParaRPr lang="en-US"/>
          </a:p>
        </p:txBody>
      </p:sp>
      <p:sp>
        <p:nvSpPr>
          <p:cNvPr id="65834" name="Statement 1">
            <a:extLst>
              <a:ext uri="{FF2B5EF4-FFF2-40B4-BE49-F238E27FC236}">
                <a16:creationId xmlns:a16="http://schemas.microsoft.com/office/drawing/2014/main" id="{8B0A3B9C-7324-F8AC-B51E-0E4058935372}"/>
              </a:ext>
            </a:extLst>
          </p:cNvPr>
          <p:cNvSpPr/>
          <p:nvPr/>
        </p:nvSpPr>
        <p:spPr>
          <a:xfrm>
            <a:off x="548640" y="5334000"/>
            <a:ext cx="381986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staff sign-in and Graph acceptance remain outstanding.</a:t>
            </a:r>
          </a:p>
          <a:p>
            <a:pPr algn="l">
              <a:buNone/>
            </a:pPr>
            <a:r>
              <a:rPr lang="en-US" sz="100">
                <a:effectLst/>
              </a:rPr>
              <a:t> </a:t>
            </a:r>
            <a:endParaRPr lang="en-US"/>
          </a:p>
        </p:txBody>
      </p:sp>
      <p:sp>
        <p:nvSpPr>
          <p:cNvPr id="65894" name="Statement 2">
            <a:extLst>
              <a:ext uri="{FF2B5EF4-FFF2-40B4-BE49-F238E27FC236}">
                <a16:creationId xmlns:a16="http://schemas.microsoft.com/office/drawing/2014/main" id="{3F2BE0B8-5157-9970-331A-BF73D447856E}"/>
              </a:ext>
            </a:extLst>
          </p:cNvPr>
          <p:cNvSpPr/>
          <p:nvPr/>
        </p:nvSpPr>
        <p:spPr>
          <a:xfrm>
            <a:off x="4368505" y="5334000"/>
            <a:ext cx="3881389"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Network: SQL and Key Vault on private endpoints · managed identities · no SQL logins</a:t>
            </a:r>
          </a:p>
          <a:p>
            <a:pPr algn="l">
              <a:buNone/>
            </a:pPr>
            <a:r>
              <a:rPr lang="en-US" sz="100">
                <a:effectLst/>
              </a:rPr>
              <a:t> </a:t>
            </a:r>
            <a:endParaRPr lang="en-US"/>
          </a:p>
        </p:txBody>
      </p:sp>
      <p:sp>
        <p:nvSpPr>
          <p:cNvPr id="65955" name="Statement 3">
            <a:extLst>
              <a:ext uri="{FF2B5EF4-FFF2-40B4-BE49-F238E27FC236}">
                <a16:creationId xmlns:a16="http://schemas.microsoft.com/office/drawing/2014/main" id="{7F7C0E5B-12EF-CED2-CB6A-108AFB304729}"/>
              </a:ext>
            </a:extLst>
          </p:cNvPr>
          <p:cNvSpPr/>
          <p:nvPr/>
        </p:nvSpPr>
        <p:spPr>
          <a:xfrm>
            <a:off x="8249894" y="5334000"/>
            <a:ext cx="348490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IoT: monitor after retrofit; no diagnosis. Excel/M365 stay. Portal: assess #441.</a:t>
            </a:r>
          </a:p>
          <a:p>
            <a:pPr algn="l">
              <a:buNone/>
            </a:pPr>
            <a:r>
              <a:rPr lang="en-US" sz="100">
                <a:effectLst/>
              </a:rPr>
              <a:t> </a:t>
            </a:r>
            <a:endParaRPr lang="en-US"/>
          </a:p>
        </p:txBody>
      </p:sp>
      <p:pic>
        <p:nvPicPr>
          <p:cNvPr id="65956" name="Microsoft Entra ID icon" descr="Microsoft Entra ID icon (official Azure icon)">
            <a:extLst>
              <a:ext uri="{FF2B5EF4-FFF2-40B4-BE49-F238E27FC236}">
                <a16:creationId xmlns:a16="http://schemas.microsoft.com/office/drawing/2014/main" id="{3FAFCB9B-AA04-D6B3-8692-0DAD64AC9DDA}"/>
              </a:ext>
            </a:extLst>
          </p:cNvPr>
          <p:cNvPicPr>
            <a:picLocks noChangeAspect="1"/>
          </p:cNvPicPr>
          <p:nvPr/>
        </p:nvPicPr>
        <p:blipFill>
          <a:blip r:embed="rId3"/>
          <a:stretch>
            <a:fillRect/>
          </a:stretch>
        </p:blipFill>
        <p:spPr>
          <a:xfrm>
            <a:off x="3300984" y="2313432"/>
            <a:ext cx="384048" cy="384048"/>
          </a:xfrm>
          <a:prstGeom prst="rect">
            <a:avLst/>
          </a:prstGeom>
        </p:spPr>
      </p:pic>
      <p:pic>
        <p:nvPicPr>
          <p:cNvPr id="65957" name="Azure Container Apps icon" descr="Azure Container Apps icon (official Azure icon)">
            <a:extLst>
              <a:ext uri="{FF2B5EF4-FFF2-40B4-BE49-F238E27FC236}">
                <a16:creationId xmlns:a16="http://schemas.microsoft.com/office/drawing/2014/main" id="{4476BCE4-B260-6BD6-374D-252862AB4C22}"/>
              </a:ext>
            </a:extLst>
          </p:cNvPr>
          <p:cNvPicPr>
            <a:picLocks noChangeAspect="1"/>
          </p:cNvPicPr>
          <p:nvPr/>
        </p:nvPicPr>
        <p:blipFill>
          <a:blip r:embed="rId4"/>
          <a:stretch>
            <a:fillRect/>
          </a:stretch>
        </p:blipFill>
        <p:spPr>
          <a:xfrm>
            <a:off x="4946904" y="3246120"/>
            <a:ext cx="384048" cy="384048"/>
          </a:xfrm>
          <a:prstGeom prst="rect">
            <a:avLst/>
          </a:prstGeom>
        </p:spPr>
      </p:pic>
      <p:pic>
        <p:nvPicPr>
          <p:cNvPr id="65958" name="Azure SQL icon" descr="Azure SQL icon (official Azure icon)">
            <a:extLst>
              <a:ext uri="{FF2B5EF4-FFF2-40B4-BE49-F238E27FC236}">
                <a16:creationId xmlns:a16="http://schemas.microsoft.com/office/drawing/2014/main" id="{071A5864-9191-BDD7-3D6A-3478BDDF28C3}"/>
              </a:ext>
            </a:extLst>
          </p:cNvPr>
          <p:cNvPicPr>
            <a:picLocks noChangeAspect="1"/>
          </p:cNvPicPr>
          <p:nvPr/>
        </p:nvPicPr>
        <p:blipFill>
          <a:blip r:embed="rId5"/>
          <a:stretch>
            <a:fillRect/>
          </a:stretch>
        </p:blipFill>
        <p:spPr>
          <a:xfrm>
            <a:off x="7461593" y="3059430"/>
            <a:ext cx="320040" cy="320040"/>
          </a:xfrm>
          <a:prstGeom prst="rect">
            <a:avLst/>
          </a:prstGeom>
        </p:spPr>
      </p:pic>
      <p:pic>
        <p:nvPicPr>
          <p:cNvPr id="65959" name="Azure Storage (Blob) icon" descr="Azure Storage (Blob) icon (official Azure icon)">
            <a:extLst>
              <a:ext uri="{FF2B5EF4-FFF2-40B4-BE49-F238E27FC236}">
                <a16:creationId xmlns:a16="http://schemas.microsoft.com/office/drawing/2014/main" id="{A42F8925-4EF4-90A5-5B52-9A409F2EDD76}"/>
              </a:ext>
            </a:extLst>
          </p:cNvPr>
          <p:cNvPicPr>
            <a:picLocks noChangeAspect="1"/>
          </p:cNvPicPr>
          <p:nvPr/>
        </p:nvPicPr>
        <p:blipFill>
          <a:blip r:embed="rId6"/>
          <a:stretch>
            <a:fillRect/>
          </a:stretch>
        </p:blipFill>
        <p:spPr>
          <a:xfrm>
            <a:off x="9112619" y="3059430"/>
            <a:ext cx="320040" cy="320040"/>
          </a:xfrm>
          <a:prstGeom prst="rect">
            <a:avLst/>
          </a:prstGeom>
        </p:spPr>
      </p:pic>
      <p:pic>
        <p:nvPicPr>
          <p:cNvPr id="65960" name="Azure Key Vault icon" descr="Azure Key Vault icon (official Azure icon)">
            <a:extLst>
              <a:ext uri="{FF2B5EF4-FFF2-40B4-BE49-F238E27FC236}">
                <a16:creationId xmlns:a16="http://schemas.microsoft.com/office/drawing/2014/main" id="{EE1B7B3A-F7B6-BE80-CB7E-82A1771DF49A}"/>
              </a:ext>
            </a:extLst>
          </p:cNvPr>
          <p:cNvPicPr>
            <a:picLocks noChangeAspect="1"/>
          </p:cNvPicPr>
          <p:nvPr/>
        </p:nvPicPr>
        <p:blipFill>
          <a:blip r:embed="rId7"/>
          <a:stretch>
            <a:fillRect/>
          </a:stretch>
        </p:blipFill>
        <p:spPr>
          <a:xfrm>
            <a:off x="10354987" y="3059430"/>
            <a:ext cx="320040" cy="320040"/>
          </a:xfrm>
          <a:prstGeom prst="rect">
            <a:avLst/>
          </a:prstGeom>
        </p:spPr>
      </p:pic>
      <p:pic>
        <p:nvPicPr>
          <p:cNvPr id="65961" name="Azure Monitor icon" descr="Azure Monitor icon (official Azure icon)">
            <a:extLst>
              <a:ext uri="{FF2B5EF4-FFF2-40B4-BE49-F238E27FC236}">
                <a16:creationId xmlns:a16="http://schemas.microsoft.com/office/drawing/2014/main" id="{247B6AA6-32CB-0FF4-DD57-2BC800701005}"/>
              </a:ext>
            </a:extLst>
          </p:cNvPr>
          <p:cNvPicPr>
            <a:picLocks noChangeAspect="1"/>
          </p:cNvPicPr>
          <p:nvPr/>
        </p:nvPicPr>
        <p:blipFill>
          <a:blip r:embed="rId8"/>
          <a:stretch>
            <a:fillRect/>
          </a:stretch>
        </p:blipFill>
        <p:spPr>
          <a:xfrm>
            <a:off x="603504" y="3474720"/>
            <a:ext cx="384048" cy="384048"/>
          </a:xfrm>
          <a:prstGeom prst="rect">
            <a:avLst/>
          </a:prstGeom>
        </p:spPr>
      </p:pic>
      <p:pic>
        <p:nvPicPr>
          <p:cNvPr id="65962" name="Excel import icon" descr="Spreadsheet icon">
            <a:extLst>
              <a:ext uri="{FF2B5EF4-FFF2-40B4-BE49-F238E27FC236}">
                <a16:creationId xmlns:a16="http://schemas.microsoft.com/office/drawing/2014/main" id="{10F2D02F-2D0B-2CDC-A1D2-52980C9B231D}"/>
              </a:ext>
            </a:extLst>
          </p:cNvPr>
          <p:cNvPicPr>
            <a:picLocks noChangeAspect="1"/>
          </p:cNvPicPr>
          <p:nvPr/>
        </p:nvPicPr>
        <p:blipFill>
          <a:blip r:embed="rId9"/>
          <a:stretch>
            <a:fillRect/>
          </a:stretch>
        </p:blipFill>
        <p:spPr>
          <a:xfrm>
            <a:off x="603504" y="4337304"/>
            <a:ext cx="384048" cy="384048"/>
          </a:xfrm>
          <a:prstGeom prst="rect">
            <a:avLst/>
          </a:prstGeom>
        </p:spPr>
      </p:pic>
      <p:pic>
        <p:nvPicPr>
          <p:cNvPr id="65963" name="Azure OpenAI icon" descr="Azure OpenAI icon (official Azure icon)">
            <a:extLst>
              <a:ext uri="{FF2B5EF4-FFF2-40B4-BE49-F238E27FC236}">
                <a16:creationId xmlns:a16="http://schemas.microsoft.com/office/drawing/2014/main" id="{2094F1BE-2647-2C83-8531-0E9872777BB4}"/>
              </a:ext>
            </a:extLst>
          </p:cNvPr>
          <p:cNvPicPr>
            <a:picLocks noChangeAspect="1"/>
          </p:cNvPicPr>
          <p:nvPr/>
        </p:nvPicPr>
        <p:blipFill>
          <a:blip r:embed="rId10"/>
          <a:stretch>
            <a:fillRect/>
          </a:stretch>
        </p:blipFill>
        <p:spPr>
          <a:xfrm>
            <a:off x="4178166" y="4730496"/>
            <a:ext cx="384048" cy="384048"/>
          </a:xfrm>
          <a:prstGeom prst="rect">
            <a:avLst/>
          </a:prstGeom>
        </p:spPr>
      </p:pic>
      <p:sp>
        <p:nvSpPr>
          <p:cNvPr id="67276" name="Azure SQL text">
            <a:extLst>
              <a:ext uri="{FF2B5EF4-FFF2-40B4-BE49-F238E27FC236}">
                <a16:creationId xmlns:a16="http://schemas.microsoft.com/office/drawing/2014/main" id="{1E4A0400-E3C0-DC1B-5F65-752F28C07D42}"/>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78" name="Azure Blob text">
            <a:extLst>
              <a:ext uri="{FF2B5EF4-FFF2-40B4-BE49-F238E27FC236}">
                <a16:creationId xmlns:a16="http://schemas.microsoft.com/office/drawing/2014/main" id="{28471B4D-26DC-5874-4267-614A0F7EEE26}"/>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
        <p:nvSpPr>
          <p:cNvPr id="67281" name="Key Vault text">
            <a:extLst>
              <a:ext uri="{FF2B5EF4-FFF2-40B4-BE49-F238E27FC236}">
                <a16:creationId xmlns:a16="http://schemas.microsoft.com/office/drawing/2014/main" id="{5C2FAF6C-1C77-70DE-1C3D-AF6C8E6B0B25}"/>
              </a:ext>
            </a:extLst>
          </p:cNvPr>
          <p:cNvSpPr/>
          <p:nvPr/>
        </p:nvSpPr>
        <p:spPr>
          <a:xfrm>
            <a:off x="10272298" y="3384042"/>
            <a:ext cx="1334485"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Key Vault</a:t>
            </a:r>
          </a:p>
          <a:p>
            <a:pPr algn="l">
              <a:buNone/>
            </a:pPr>
            <a:r>
              <a:rPr lang="en-US" sz="1200">
                <a:solidFill>
                  <a:srgbClr val="173F35"/>
                </a:solidFill>
                <a:effectLst/>
                <a:latin typeface="Arial" panose="020B0604020202020204" pitchFamily="34" charset="0"/>
              </a:rPr>
              <a:t>Entra secret · token-store SAS</a:t>
            </a:r>
            <a:endParaRPr lang="en-US"/>
          </a:p>
        </p:txBody>
      </p:sp>
      <p:cxnSp>
        <p:nvCxnSpPr>
          <p:cNvPr id="900001" name="Target IoT flow sensor to hub"/>
          <p:cNvCxnSpPr/>
          <p:nvPr/>
        </p:nvCxnSpPr>
        <p:spPr>
          <a:xfrm>
            <a:off x="3935000" y="2002536"/>
            <a:ext cx="105000" cy="0"/>
          </a:xfrm>
          <a:prstGeom prst="line">
            <a:avLst/>
          </a:prstGeom>
          <a:ln w="12700">
            <a:solidFill>
              <a:srgbClr val="885500"/>
            </a:solidFill>
            <a:tailEnd type="arrow" w="sm" len="sm"/>
          </a:ln>
        </p:spPr>
      </p:cxnSp>
      <p:cxnSp>
        <p:nvCxnSpPr>
          <p:cNvPr id="900002" name="Target IoT flow hub to validation"/>
          <p:cNvCxnSpPr/>
          <p:nvPr/>
        </p:nvCxnSpPr>
        <p:spPr>
          <a:xfrm>
            <a:off x="5830000" y="2002536"/>
            <a:ext cx="105000" cy="0"/>
          </a:xfrm>
          <a:prstGeom prst="line">
            <a:avLst/>
          </a:prstGeom>
          <a:ln w="12700">
            <a:solidFill>
              <a:srgbClr val="885500"/>
            </a:solidFill>
            <a:tailEnd type="arrow" w="sm" len="sm"/>
          </a:ln>
        </p:spPr>
      </p:cxnSp>
      <p:cxnSp>
        <p:nvCxnSpPr>
          <p:cNvPr id="900003" name="Target IoT flow validation to human review"/>
          <p:cNvCxnSpPr/>
          <p:nvPr/>
        </p:nvCxnSpPr>
        <p:spPr>
          <a:xfrm>
            <a:off x="8690000" y="2002536"/>
            <a:ext cx="105000" cy="0"/>
          </a:xfrm>
          <a:prstGeom prst="line">
            <a:avLst/>
          </a:prstGeom>
          <a:ln w="12700">
            <a:solidFill>
              <a:srgbClr val="885500"/>
            </a:solidFill>
            <a:tailEnd type="arrow" w="sm" len="sm"/>
          </a:ln>
        </p:spPr>
      </p:cxnSp>
    </p:spTree>
    <p:extLst>
      <p:ext uri="{BB962C8B-B14F-4D97-AF65-F5344CB8AC3E}">
        <p14:creationId xmlns:p14="http://schemas.microsoft.com/office/powerpoint/2010/main" val="302110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199" name="Eyebrow">
            <a:extLst>
              <a:ext uri="{FF2B5EF4-FFF2-40B4-BE49-F238E27FC236}">
                <a16:creationId xmlns:a16="http://schemas.microsoft.com/office/drawing/2014/main" id="{043CA965-5B4A-BCCF-B913-16F8C7CE40BB}"/>
              </a:ext>
            </a:extLst>
          </p:cNvPr>
          <p:cNvSpPr/>
          <p:nvPr/>
        </p:nvSpPr>
        <p:spPr>
          <a:xfrm>
            <a:off x="4602480" y="365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3201" name="Slide title">
            <a:extLst>
              <a:ext uri="{FF2B5EF4-FFF2-40B4-BE49-F238E27FC236}">
                <a16:creationId xmlns:a16="http://schemas.microsoft.com/office/drawing/2014/main" id="{C29611E2-D866-E597-6285-9A53ADBAD6DC}"/>
              </a:ext>
            </a:extLst>
          </p:cNvPr>
          <p:cNvSpPr/>
          <p:nvPr/>
        </p:nvSpPr>
        <p:spPr>
          <a:xfrm>
            <a:off x="4602480" y="685800"/>
            <a:ext cx="704088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Seven checkpoints between an AI</a:t>
            </a:r>
          </a:p>
          <a:p>
            <a:pPr algn="l">
              <a:buNone/>
            </a:pPr>
            <a:r>
              <a:rPr lang="en-US" sz="3200" b="1">
                <a:solidFill>
                  <a:srgbClr val="173F35"/>
                </a:solidFill>
                <a:effectLst/>
                <a:latin typeface="Arial" panose="020B0604020202020204" pitchFamily="34" charset="0"/>
              </a:rPr>
              <a:t>draft and a real-world decision.</a:t>
            </a:r>
            <a:endParaRPr lang="en-US"/>
          </a:p>
        </p:txBody>
      </p:sp>
      <p:sp>
        <p:nvSpPr>
          <p:cNvPr id="63204" name="Footer sources">
            <a:extLst>
              <a:ext uri="{FF2B5EF4-FFF2-40B4-BE49-F238E27FC236}">
                <a16:creationId xmlns:a16="http://schemas.microsoft.com/office/drawing/2014/main" id="{02104AF6-D09C-E208-B41D-C793B395DD29}"/>
              </a:ext>
            </a:extLst>
          </p:cNvPr>
          <p:cNvSpPr/>
          <p:nvPr/>
        </p:nvSpPr>
        <p:spPr>
          <a:xfrm>
            <a:off x="4602480" y="5943600"/>
            <a:ext cx="448056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controlled AI flow (diagram 04, E09) · ADR 0002 · AMA Plan #105, #106</a:t>
            </a:r>
          </a:p>
          <a:p>
            <a:pPr algn="l">
              <a:buNone/>
            </a:pPr>
            <a:r>
              <a:rPr lang="en-US" sz="100">
                <a:effectLst/>
              </a:rPr>
              <a:t> </a:t>
            </a:r>
            <a:endParaRPr lang="en-US"/>
          </a:p>
        </p:txBody>
      </p:sp>
      <p:sp>
        <p:nvSpPr>
          <p:cNvPr id="63208" name="Footer navigation">
            <a:extLst>
              <a:ext uri="{FF2B5EF4-FFF2-40B4-BE49-F238E27FC236}">
                <a16:creationId xmlns:a16="http://schemas.microsoft.com/office/drawing/2014/main" id="{C68F42F0-9443-88DB-5AC5-B359D9876AA0}"/>
              </a:ext>
            </a:extLst>
          </p:cNvPr>
          <p:cNvSpPr/>
          <p:nvPr/>
        </p:nvSpPr>
        <p:spPr>
          <a:xfrm>
            <a:off x="9174480" y="6126480"/>
            <a:ext cx="24688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S17 · Answers: B07 · B16 · B21</a:t>
            </a:r>
          </a:p>
          <a:p>
            <a:pPr algn="r">
              <a:buNone/>
            </a:pPr>
            <a:r>
              <a:rPr lang="en-US" sz="100">
                <a:effectLst/>
              </a:rPr>
              <a:t> </a:t>
            </a:r>
            <a:endParaRPr lang="en-US"/>
          </a:p>
        </p:txBody>
      </p:sp>
      <p:sp>
        <p:nvSpPr>
          <p:cNvPr id="63213" name="Statement 1">
            <a:extLst>
              <a:ext uri="{FF2B5EF4-FFF2-40B4-BE49-F238E27FC236}">
                <a16:creationId xmlns:a16="http://schemas.microsoft.com/office/drawing/2014/main" id="{079D01D8-E39F-9AD9-6A92-33FBAFE196B4}"/>
              </a:ext>
            </a:extLst>
          </p:cNvPr>
          <p:cNvSpPr/>
          <p:nvPr/>
        </p:nvSpPr>
        <p:spPr>
          <a:xfrm>
            <a:off x="4602480" y="1698080"/>
            <a:ext cx="704088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2E6B5E"/>
                </a:solidFill>
                <a:effectLst/>
                <a:latin typeface="Arial" panose="020B0604020202020204" pitchFamily="34" charset="0"/>
              </a:rPr>
              <a:t>The model prepares. The system checks. A person decides.</a:t>
            </a:r>
          </a:p>
          <a:p>
            <a:pPr algn="l">
              <a:buNone/>
            </a:pPr>
            <a:r>
              <a:rPr lang="en-US" sz="100">
                <a:effectLst/>
              </a:rPr>
              <a:t> </a:t>
            </a:r>
            <a:endParaRPr lang="en-US"/>
          </a:p>
        </p:txBody>
      </p:sp>
      <p:sp>
        <p:nvSpPr>
          <p:cNvPr id="63219" name="Ladder rail">
            <a:extLst>
              <a:ext uri="{FF2B5EF4-FFF2-40B4-BE49-F238E27FC236}">
                <a16:creationId xmlns:a16="http://schemas.microsoft.com/office/drawing/2014/main" id="{A12D0C67-FCDF-80A3-0430-5D0933F03348}"/>
              </a:ext>
            </a:extLst>
          </p:cNvPr>
          <p:cNvSpPr/>
          <p:nvPr/>
        </p:nvSpPr>
        <p:spPr>
          <a:xfrm>
            <a:off x="4790948" y="2372868"/>
            <a:ext cx="25400" cy="230428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26" name="Checkpoint 1 card">
            <a:extLst>
              <a:ext uri="{FF2B5EF4-FFF2-40B4-BE49-F238E27FC236}">
                <a16:creationId xmlns:a16="http://schemas.microsoft.com/office/drawing/2014/main" id="{8AAF52C2-B02B-F4AB-C740-E0BF9F78A318}"/>
              </a:ext>
            </a:extLst>
          </p:cNvPr>
          <p:cNvSpPr/>
          <p:nvPr/>
        </p:nvSpPr>
        <p:spPr>
          <a:xfrm>
            <a:off x="4602480" y="2203704"/>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34" name="Checkpoint 1 disc">
            <a:extLst>
              <a:ext uri="{FF2B5EF4-FFF2-40B4-BE49-F238E27FC236}">
                <a16:creationId xmlns:a16="http://schemas.microsoft.com/office/drawing/2014/main" id="{05DC6C7E-2D94-AF44-1160-23E867069416}"/>
              </a:ext>
            </a:extLst>
          </p:cNvPr>
          <p:cNvSpPr/>
          <p:nvPr/>
        </p:nvSpPr>
        <p:spPr>
          <a:xfrm>
            <a:off x="4666488" y="2235708"/>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43" name="Checkpoint 2 card">
            <a:extLst>
              <a:ext uri="{FF2B5EF4-FFF2-40B4-BE49-F238E27FC236}">
                <a16:creationId xmlns:a16="http://schemas.microsoft.com/office/drawing/2014/main" id="{2AB044A1-726B-99A0-74A6-10E1EA008151}"/>
              </a:ext>
            </a:extLst>
          </p:cNvPr>
          <p:cNvSpPr/>
          <p:nvPr/>
        </p:nvSpPr>
        <p:spPr>
          <a:xfrm>
            <a:off x="4602480" y="2587752"/>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53" name="Checkpoint 2 disc">
            <a:extLst>
              <a:ext uri="{FF2B5EF4-FFF2-40B4-BE49-F238E27FC236}">
                <a16:creationId xmlns:a16="http://schemas.microsoft.com/office/drawing/2014/main" id="{0F7C23B0-1D47-6A00-5166-09379A034ADB}"/>
              </a:ext>
            </a:extLst>
          </p:cNvPr>
          <p:cNvSpPr/>
          <p:nvPr/>
        </p:nvSpPr>
        <p:spPr>
          <a:xfrm>
            <a:off x="4666488" y="2619756"/>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64" name="Checkpoint 3 card">
            <a:extLst>
              <a:ext uri="{FF2B5EF4-FFF2-40B4-BE49-F238E27FC236}">
                <a16:creationId xmlns:a16="http://schemas.microsoft.com/office/drawing/2014/main" id="{E64D5AE7-A5F7-7F42-9D54-40BA2D58006B}"/>
              </a:ext>
            </a:extLst>
          </p:cNvPr>
          <p:cNvSpPr/>
          <p:nvPr/>
        </p:nvSpPr>
        <p:spPr>
          <a:xfrm>
            <a:off x="4602480" y="2971800"/>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76" name="Checkpoint 3 disc">
            <a:extLst>
              <a:ext uri="{FF2B5EF4-FFF2-40B4-BE49-F238E27FC236}">
                <a16:creationId xmlns:a16="http://schemas.microsoft.com/office/drawing/2014/main" id="{0DB84D46-5C5C-BD83-5871-BB9021BD5B61}"/>
              </a:ext>
            </a:extLst>
          </p:cNvPr>
          <p:cNvSpPr/>
          <p:nvPr/>
        </p:nvSpPr>
        <p:spPr>
          <a:xfrm>
            <a:off x="4666488" y="3003804"/>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89" name="Checkpoint 4 card">
            <a:extLst>
              <a:ext uri="{FF2B5EF4-FFF2-40B4-BE49-F238E27FC236}">
                <a16:creationId xmlns:a16="http://schemas.microsoft.com/office/drawing/2014/main" id="{F6D1CB88-97F9-46D0-97E8-57A2DE1317BF}"/>
              </a:ext>
            </a:extLst>
          </p:cNvPr>
          <p:cNvSpPr/>
          <p:nvPr/>
        </p:nvSpPr>
        <p:spPr>
          <a:xfrm>
            <a:off x="4602480" y="3355848"/>
            <a:ext cx="7040880" cy="33832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03" name="Checkpoint 4 disc">
            <a:extLst>
              <a:ext uri="{FF2B5EF4-FFF2-40B4-BE49-F238E27FC236}">
                <a16:creationId xmlns:a16="http://schemas.microsoft.com/office/drawing/2014/main" id="{F71EEE0E-0571-21FF-58E9-B03647590D24}"/>
              </a:ext>
            </a:extLst>
          </p:cNvPr>
          <p:cNvSpPr/>
          <p:nvPr/>
        </p:nvSpPr>
        <p:spPr>
          <a:xfrm>
            <a:off x="4666488" y="3387852"/>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18" name="Checkpoint 5 card">
            <a:extLst>
              <a:ext uri="{FF2B5EF4-FFF2-40B4-BE49-F238E27FC236}">
                <a16:creationId xmlns:a16="http://schemas.microsoft.com/office/drawing/2014/main" id="{32A2C8DE-392D-8C45-703E-0D0532E03731}"/>
              </a:ext>
            </a:extLst>
          </p:cNvPr>
          <p:cNvSpPr/>
          <p:nvPr/>
        </p:nvSpPr>
        <p:spPr>
          <a:xfrm>
            <a:off x="4602480" y="3739896"/>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34" name="Checkpoint 5 disc">
            <a:extLst>
              <a:ext uri="{FF2B5EF4-FFF2-40B4-BE49-F238E27FC236}">
                <a16:creationId xmlns:a16="http://schemas.microsoft.com/office/drawing/2014/main" id="{1F7C39C5-D260-5CE8-0D7F-737B9E38F78A}"/>
              </a:ext>
            </a:extLst>
          </p:cNvPr>
          <p:cNvSpPr/>
          <p:nvPr/>
        </p:nvSpPr>
        <p:spPr>
          <a:xfrm>
            <a:off x="4666488" y="3771900"/>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51" name="Checkpoint 6 card">
            <a:extLst>
              <a:ext uri="{FF2B5EF4-FFF2-40B4-BE49-F238E27FC236}">
                <a16:creationId xmlns:a16="http://schemas.microsoft.com/office/drawing/2014/main" id="{60832892-BB5E-074C-9657-A62CC7361A89}"/>
              </a:ext>
            </a:extLst>
          </p:cNvPr>
          <p:cNvSpPr/>
          <p:nvPr/>
        </p:nvSpPr>
        <p:spPr>
          <a:xfrm>
            <a:off x="4602480" y="4123944"/>
            <a:ext cx="7040880" cy="338328"/>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69" name="Checkpoint 6 disc">
            <a:extLst>
              <a:ext uri="{FF2B5EF4-FFF2-40B4-BE49-F238E27FC236}">
                <a16:creationId xmlns:a16="http://schemas.microsoft.com/office/drawing/2014/main" id="{9EFB7B0A-C797-7627-D803-58E3895BDA12}"/>
              </a:ext>
            </a:extLst>
          </p:cNvPr>
          <p:cNvSpPr/>
          <p:nvPr/>
        </p:nvSpPr>
        <p:spPr>
          <a:xfrm>
            <a:off x="4666488" y="4155948"/>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88" name="Checkpoint 7 card">
            <a:extLst>
              <a:ext uri="{FF2B5EF4-FFF2-40B4-BE49-F238E27FC236}">
                <a16:creationId xmlns:a16="http://schemas.microsoft.com/office/drawing/2014/main" id="{49CCD84A-D966-01C6-5CEB-48FD26B9A441}"/>
              </a:ext>
            </a:extLst>
          </p:cNvPr>
          <p:cNvSpPr/>
          <p:nvPr/>
        </p:nvSpPr>
        <p:spPr>
          <a:xfrm>
            <a:off x="4602480" y="4507992"/>
            <a:ext cx="7040880" cy="338328"/>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408" name="Checkpoint 7 disc">
            <a:extLst>
              <a:ext uri="{FF2B5EF4-FFF2-40B4-BE49-F238E27FC236}">
                <a16:creationId xmlns:a16="http://schemas.microsoft.com/office/drawing/2014/main" id="{ED9B213E-C446-79D5-75A8-8B3A6E7829F6}"/>
              </a:ext>
            </a:extLst>
          </p:cNvPr>
          <p:cNvSpPr/>
          <p:nvPr/>
        </p:nvSpPr>
        <p:spPr>
          <a:xfrm>
            <a:off x="4666488" y="4539996"/>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429" name="Checkpoint 1 number">
            <a:extLst>
              <a:ext uri="{FF2B5EF4-FFF2-40B4-BE49-F238E27FC236}">
                <a16:creationId xmlns:a16="http://schemas.microsoft.com/office/drawing/2014/main" id="{A144CE5E-2A37-C004-D56A-3FDCD25BB969}"/>
              </a:ext>
            </a:extLst>
          </p:cNvPr>
          <p:cNvSpPr/>
          <p:nvPr/>
        </p:nvSpPr>
        <p:spPr>
          <a:xfrm>
            <a:off x="4575048" y="2150708"/>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1</a:t>
            </a:r>
          </a:p>
          <a:p>
            <a:pPr algn="ctr">
              <a:buNone/>
            </a:pPr>
            <a:r>
              <a:rPr lang="en-US" sz="100">
                <a:effectLst/>
              </a:rPr>
              <a:t> </a:t>
            </a:r>
            <a:endParaRPr lang="en-US"/>
          </a:p>
        </p:txBody>
      </p:sp>
      <p:sp>
        <p:nvSpPr>
          <p:cNvPr id="63451" name="Checkpoint 1 text">
            <a:extLst>
              <a:ext uri="{FF2B5EF4-FFF2-40B4-BE49-F238E27FC236}">
                <a16:creationId xmlns:a16="http://schemas.microsoft.com/office/drawing/2014/main" id="{5F985032-1078-0345-11A3-09829939EA91}"/>
              </a:ext>
            </a:extLst>
          </p:cNvPr>
          <p:cNvSpPr/>
          <p:nvPr/>
        </p:nvSpPr>
        <p:spPr>
          <a:xfrm>
            <a:off x="5279136" y="2127848"/>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Signed-in identity (Entra)</a:t>
            </a:r>
          </a:p>
          <a:p>
            <a:pPr algn="l">
              <a:buNone/>
            </a:pPr>
            <a:r>
              <a:rPr lang="en-US" sz="100">
                <a:effectLst/>
              </a:rPr>
              <a:t> </a:t>
            </a:r>
            <a:endParaRPr lang="en-US"/>
          </a:p>
        </p:txBody>
      </p:sp>
      <p:sp>
        <p:nvSpPr>
          <p:cNvPr id="63474" name="Checkpoint 2 number">
            <a:extLst>
              <a:ext uri="{FF2B5EF4-FFF2-40B4-BE49-F238E27FC236}">
                <a16:creationId xmlns:a16="http://schemas.microsoft.com/office/drawing/2014/main" id="{72E379E9-BAB0-54F2-CFB9-E6B50FA23580}"/>
              </a:ext>
            </a:extLst>
          </p:cNvPr>
          <p:cNvSpPr/>
          <p:nvPr/>
        </p:nvSpPr>
        <p:spPr>
          <a:xfrm>
            <a:off x="4575048" y="2534756"/>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2</a:t>
            </a:r>
          </a:p>
          <a:p>
            <a:pPr algn="ctr">
              <a:buNone/>
            </a:pPr>
            <a:r>
              <a:rPr lang="en-US" sz="100">
                <a:effectLst/>
              </a:rPr>
              <a:t> </a:t>
            </a:r>
            <a:endParaRPr lang="en-US"/>
          </a:p>
        </p:txBody>
      </p:sp>
      <p:sp>
        <p:nvSpPr>
          <p:cNvPr id="63498" name="Checkpoint 2 text">
            <a:extLst>
              <a:ext uri="{FF2B5EF4-FFF2-40B4-BE49-F238E27FC236}">
                <a16:creationId xmlns:a16="http://schemas.microsoft.com/office/drawing/2014/main" id="{3465733E-8E58-D4CD-78AD-CA29B561A18E}"/>
              </a:ext>
            </a:extLst>
          </p:cNvPr>
          <p:cNvSpPr/>
          <p:nvPr/>
        </p:nvSpPr>
        <p:spPr>
          <a:xfrm>
            <a:off x="5279136" y="2511896"/>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Role and case scope</a:t>
            </a:r>
          </a:p>
          <a:p>
            <a:pPr algn="l">
              <a:buNone/>
            </a:pPr>
            <a:r>
              <a:rPr lang="en-US" sz="100">
                <a:effectLst/>
              </a:rPr>
              <a:t> </a:t>
            </a:r>
            <a:endParaRPr lang="en-US"/>
          </a:p>
        </p:txBody>
      </p:sp>
      <p:sp>
        <p:nvSpPr>
          <p:cNvPr id="63523" name="Checkpoint 3 number">
            <a:extLst>
              <a:ext uri="{FF2B5EF4-FFF2-40B4-BE49-F238E27FC236}">
                <a16:creationId xmlns:a16="http://schemas.microsoft.com/office/drawing/2014/main" id="{0D1508DC-7762-B0E1-4F19-CBB46AF2513D}"/>
              </a:ext>
            </a:extLst>
          </p:cNvPr>
          <p:cNvSpPr/>
          <p:nvPr/>
        </p:nvSpPr>
        <p:spPr>
          <a:xfrm>
            <a:off x="4575048" y="2918804"/>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3</a:t>
            </a:r>
          </a:p>
          <a:p>
            <a:pPr algn="ctr">
              <a:buNone/>
            </a:pPr>
            <a:r>
              <a:rPr lang="en-US" sz="100">
                <a:effectLst/>
              </a:rPr>
              <a:t> </a:t>
            </a:r>
            <a:endParaRPr lang="en-US"/>
          </a:p>
        </p:txBody>
      </p:sp>
      <p:sp>
        <p:nvSpPr>
          <p:cNvPr id="63549" name="Checkpoint 3 text">
            <a:extLst>
              <a:ext uri="{FF2B5EF4-FFF2-40B4-BE49-F238E27FC236}">
                <a16:creationId xmlns:a16="http://schemas.microsoft.com/office/drawing/2014/main" id="{1879C6FA-7C59-DF99-2A1E-1A499ED2847B}"/>
              </a:ext>
            </a:extLst>
          </p:cNvPr>
          <p:cNvSpPr/>
          <p:nvPr/>
        </p:nvSpPr>
        <p:spPr>
          <a:xfrm>
            <a:off x="5279136" y="2895944"/>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Permitted evidence only, with source and version IDs</a:t>
            </a:r>
          </a:p>
          <a:p>
            <a:pPr algn="l">
              <a:buNone/>
            </a:pPr>
            <a:r>
              <a:rPr lang="en-US" sz="100">
                <a:effectLst/>
              </a:rPr>
              <a:t> </a:t>
            </a:r>
            <a:endParaRPr lang="en-US"/>
          </a:p>
        </p:txBody>
      </p:sp>
      <p:sp>
        <p:nvSpPr>
          <p:cNvPr id="63576" name="Checkpoint 4 number">
            <a:extLst>
              <a:ext uri="{FF2B5EF4-FFF2-40B4-BE49-F238E27FC236}">
                <a16:creationId xmlns:a16="http://schemas.microsoft.com/office/drawing/2014/main" id="{556E9416-6E5D-6DA7-12B8-DCC89002ADF9}"/>
              </a:ext>
            </a:extLst>
          </p:cNvPr>
          <p:cNvSpPr/>
          <p:nvPr/>
        </p:nvSpPr>
        <p:spPr>
          <a:xfrm>
            <a:off x="4575048" y="3302852"/>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4</a:t>
            </a:r>
          </a:p>
          <a:p>
            <a:pPr algn="ctr">
              <a:buNone/>
            </a:pPr>
            <a:r>
              <a:rPr lang="en-US" sz="100">
                <a:effectLst/>
              </a:rPr>
              <a:t> </a:t>
            </a:r>
            <a:endParaRPr lang="en-US"/>
          </a:p>
        </p:txBody>
      </p:sp>
      <p:sp>
        <p:nvSpPr>
          <p:cNvPr id="63604" name="Checkpoint 4 text">
            <a:extLst>
              <a:ext uri="{FF2B5EF4-FFF2-40B4-BE49-F238E27FC236}">
                <a16:creationId xmlns:a16="http://schemas.microsoft.com/office/drawing/2014/main" id="{6E0FA4A2-E3B2-0B40-E2DD-FE03E66734A1}"/>
              </a:ext>
            </a:extLst>
          </p:cNvPr>
          <p:cNvSpPr/>
          <p:nvPr/>
        </p:nvSpPr>
        <p:spPr>
          <a:xfrm>
            <a:off x="5279136" y="3279992"/>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Bounded model call, finite allowance and expiry</a:t>
            </a:r>
          </a:p>
          <a:p>
            <a:pPr algn="l">
              <a:buNone/>
            </a:pPr>
            <a:r>
              <a:rPr lang="en-US" sz="100">
                <a:effectLst/>
              </a:rPr>
              <a:t> </a:t>
            </a:r>
            <a:endParaRPr lang="en-US"/>
          </a:p>
        </p:txBody>
      </p:sp>
      <p:sp>
        <p:nvSpPr>
          <p:cNvPr id="63633" name="Checkpoint 5 number">
            <a:extLst>
              <a:ext uri="{FF2B5EF4-FFF2-40B4-BE49-F238E27FC236}">
                <a16:creationId xmlns:a16="http://schemas.microsoft.com/office/drawing/2014/main" id="{150791AE-A68F-62F8-FF8A-2A1E59CADD8E}"/>
              </a:ext>
            </a:extLst>
          </p:cNvPr>
          <p:cNvSpPr/>
          <p:nvPr/>
        </p:nvSpPr>
        <p:spPr>
          <a:xfrm>
            <a:off x="4575048" y="3686900"/>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5</a:t>
            </a:r>
          </a:p>
          <a:p>
            <a:pPr algn="ctr">
              <a:buNone/>
            </a:pPr>
            <a:r>
              <a:rPr lang="en-US" sz="100">
                <a:effectLst/>
              </a:rPr>
              <a:t> </a:t>
            </a:r>
            <a:endParaRPr lang="en-US"/>
          </a:p>
        </p:txBody>
      </p:sp>
      <p:sp>
        <p:nvSpPr>
          <p:cNvPr id="63663" name="Checkpoint 5 text">
            <a:extLst>
              <a:ext uri="{FF2B5EF4-FFF2-40B4-BE49-F238E27FC236}">
                <a16:creationId xmlns:a16="http://schemas.microsoft.com/office/drawing/2014/main" id="{AC85799B-B7C1-E0BB-81A2-F5A66241FEC9}"/>
              </a:ext>
            </a:extLst>
          </p:cNvPr>
          <p:cNvSpPr/>
          <p:nvPr/>
        </p:nvSpPr>
        <p:spPr>
          <a:xfrm>
            <a:off x="5279136" y="3664040"/>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Schema, citation and freshness checks: stale or error stops</a:t>
            </a:r>
          </a:p>
          <a:p>
            <a:pPr algn="l">
              <a:buNone/>
            </a:pPr>
            <a:r>
              <a:rPr lang="en-US" sz="100">
                <a:effectLst/>
              </a:rPr>
              <a:t> </a:t>
            </a:r>
            <a:endParaRPr lang="en-US"/>
          </a:p>
        </p:txBody>
      </p:sp>
      <p:sp>
        <p:nvSpPr>
          <p:cNvPr id="63694" name="Checkpoint 6 number">
            <a:extLst>
              <a:ext uri="{FF2B5EF4-FFF2-40B4-BE49-F238E27FC236}">
                <a16:creationId xmlns:a16="http://schemas.microsoft.com/office/drawing/2014/main" id="{904903ED-06DA-941F-4A86-92350C97387B}"/>
              </a:ext>
            </a:extLst>
          </p:cNvPr>
          <p:cNvSpPr/>
          <p:nvPr/>
        </p:nvSpPr>
        <p:spPr>
          <a:xfrm>
            <a:off x="4575048" y="4070948"/>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6</a:t>
            </a:r>
          </a:p>
          <a:p>
            <a:pPr algn="ctr">
              <a:buNone/>
            </a:pPr>
            <a:r>
              <a:rPr lang="en-US" sz="100">
                <a:effectLst/>
              </a:rPr>
              <a:t> </a:t>
            </a:r>
            <a:endParaRPr lang="en-US"/>
          </a:p>
        </p:txBody>
      </p:sp>
      <p:sp>
        <p:nvSpPr>
          <p:cNvPr id="63726" name="Checkpoint 6 text">
            <a:extLst>
              <a:ext uri="{FF2B5EF4-FFF2-40B4-BE49-F238E27FC236}">
                <a16:creationId xmlns:a16="http://schemas.microsoft.com/office/drawing/2014/main" id="{35A43DD3-27DF-5CA4-B97F-87B51858C4F0}"/>
              </a:ext>
            </a:extLst>
          </p:cNvPr>
          <p:cNvSpPr/>
          <p:nvPr/>
        </p:nvSpPr>
        <p:spPr>
          <a:xfrm>
            <a:off x="5279136" y="4048088"/>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Human review with current permissions: accept or reject with a reason</a:t>
            </a:r>
          </a:p>
          <a:p>
            <a:pPr algn="l">
              <a:buNone/>
            </a:pPr>
            <a:r>
              <a:rPr lang="en-US" sz="100">
                <a:effectLst/>
              </a:rPr>
              <a:t> </a:t>
            </a:r>
            <a:endParaRPr lang="en-US"/>
          </a:p>
        </p:txBody>
      </p:sp>
      <p:sp>
        <p:nvSpPr>
          <p:cNvPr id="63759" name="Checkpoint 7 number">
            <a:extLst>
              <a:ext uri="{FF2B5EF4-FFF2-40B4-BE49-F238E27FC236}">
                <a16:creationId xmlns:a16="http://schemas.microsoft.com/office/drawing/2014/main" id="{F368D59B-080D-02C7-AF43-8B5AD1CFBB4B}"/>
              </a:ext>
            </a:extLst>
          </p:cNvPr>
          <p:cNvSpPr/>
          <p:nvPr/>
        </p:nvSpPr>
        <p:spPr>
          <a:xfrm>
            <a:off x="4575048" y="4454996"/>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7</a:t>
            </a:r>
          </a:p>
          <a:p>
            <a:pPr algn="ctr">
              <a:buNone/>
            </a:pPr>
            <a:r>
              <a:rPr lang="en-US" sz="100">
                <a:effectLst/>
              </a:rPr>
              <a:t> </a:t>
            </a:r>
            <a:endParaRPr lang="en-US"/>
          </a:p>
        </p:txBody>
      </p:sp>
      <p:sp>
        <p:nvSpPr>
          <p:cNvPr id="63793" name="Checkpoint 7 text">
            <a:extLst>
              <a:ext uri="{FF2B5EF4-FFF2-40B4-BE49-F238E27FC236}">
                <a16:creationId xmlns:a16="http://schemas.microsoft.com/office/drawing/2014/main" id="{1EB97FC7-0049-1958-A130-25BD5FEAE62F}"/>
              </a:ext>
            </a:extLst>
          </p:cNvPr>
          <p:cNvSpPr/>
          <p:nvPr/>
        </p:nvSpPr>
        <p:spPr>
          <a:xfrm>
            <a:off x="5279136" y="4432136"/>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Separate domain decision and audit trail (consent, quality, Finance)</a:t>
            </a:r>
          </a:p>
          <a:p>
            <a:pPr algn="l">
              <a:buNone/>
            </a:pPr>
            <a:r>
              <a:rPr lang="en-US" sz="100">
                <a:effectLst/>
              </a:rPr>
              <a:t> </a:t>
            </a:r>
            <a:endParaRPr lang="en-US"/>
          </a:p>
        </p:txBody>
      </p:sp>
      <p:sp>
        <p:nvSpPr>
          <p:cNvPr id="63828" name="Fallback band">
            <a:extLst>
              <a:ext uri="{FF2B5EF4-FFF2-40B4-BE49-F238E27FC236}">
                <a16:creationId xmlns:a16="http://schemas.microsoft.com/office/drawing/2014/main" id="{B45270AC-88D8-315E-0369-CB81B1AF3CA4}"/>
              </a:ext>
            </a:extLst>
          </p:cNvPr>
          <p:cNvSpPr/>
          <p:nvPr/>
        </p:nvSpPr>
        <p:spPr>
          <a:xfrm>
            <a:off x="4602480" y="4937760"/>
            <a:ext cx="7040880" cy="890016"/>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64" name="Band text">
            <a:extLst>
              <a:ext uri="{FF2B5EF4-FFF2-40B4-BE49-F238E27FC236}">
                <a16:creationId xmlns:a16="http://schemas.microsoft.com/office/drawing/2014/main" id="{B9F003EF-B201-ADF2-B9B5-9CA320B14980}"/>
              </a:ext>
            </a:extLst>
          </p:cNvPr>
          <p:cNvSpPr/>
          <p:nvPr/>
        </p:nvSpPr>
        <p:spPr>
          <a:xfrm>
            <a:off x="4648200" y="5001768"/>
            <a:ext cx="694944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7A4B00"/>
                </a:solidFill>
                <a:effectLst/>
                <a:latin typeface="Arial" panose="020B0604020202020204" pitchFamily="34" charset="0"/>
              </a:rPr>
              <a:t>Failure never becomes approval: the work falls back to its owner</a:t>
            </a:r>
          </a:p>
          <a:p>
            <a:pPr algn="l">
              <a:buNone/>
            </a:pPr>
            <a:r>
              <a:rPr lang="en-US" sz="1600" b="1">
                <a:solidFill>
                  <a:srgbClr val="7A4B00"/>
                </a:solidFill>
                <a:effectLst/>
                <a:latin typeface="Arial" panose="020B0604020202020204" pitchFamily="34" charset="0"/>
              </a:rPr>
              <a:t>Hazards bypass the AI path entirely</a:t>
            </a:r>
          </a:p>
          <a:p>
            <a:pPr algn="l">
              <a:buNone/>
            </a:pPr>
            <a:r>
              <a:rPr lang="en-US" sz="1200">
                <a:solidFill>
                  <a:srgbClr val="7A4B00"/>
                </a:solidFill>
                <a:effectLst/>
                <a:latin typeface="Arial" panose="020B0604020202020204" pitchFamily="34" charset="0"/>
              </a:rPr>
              <a:t>Unknown, stale, disabled or over-allowance → owned manual work · hazards go straight to people</a:t>
            </a:r>
            <a:endParaRPr lang="en-US"/>
          </a:p>
        </p:txBody>
      </p:sp>
      <p:pic>
        <p:nvPicPr>
          <p:cNvPr id="63865" name="Checkpoint 1 icon" descr="Security icon">
            <a:extLst>
              <a:ext uri="{FF2B5EF4-FFF2-40B4-BE49-F238E27FC236}">
                <a16:creationId xmlns:a16="http://schemas.microsoft.com/office/drawing/2014/main" id="{C3DD2DA9-CEC3-16DA-E406-C05421D05608}"/>
              </a:ext>
            </a:extLst>
          </p:cNvPr>
          <p:cNvPicPr>
            <a:picLocks noChangeAspect="1"/>
          </p:cNvPicPr>
          <p:nvPr/>
        </p:nvPicPr>
        <p:blipFill>
          <a:blip r:embed="rId3"/>
          <a:stretch>
            <a:fillRect/>
          </a:stretch>
        </p:blipFill>
        <p:spPr>
          <a:xfrm>
            <a:off x="5013960" y="2235708"/>
            <a:ext cx="274320" cy="274320"/>
          </a:xfrm>
          <a:prstGeom prst="rect">
            <a:avLst/>
          </a:prstGeom>
        </p:spPr>
      </p:pic>
      <p:pic>
        <p:nvPicPr>
          <p:cNvPr id="63866" name="Checkpoint 2 icon" descr="Security icon">
            <a:extLst>
              <a:ext uri="{FF2B5EF4-FFF2-40B4-BE49-F238E27FC236}">
                <a16:creationId xmlns:a16="http://schemas.microsoft.com/office/drawing/2014/main" id="{3607642C-9E0F-751E-431F-DDF7CF4F17CA}"/>
              </a:ext>
            </a:extLst>
          </p:cNvPr>
          <p:cNvPicPr>
            <a:picLocks noChangeAspect="1"/>
          </p:cNvPicPr>
          <p:nvPr/>
        </p:nvPicPr>
        <p:blipFill>
          <a:blip r:embed="rId3"/>
          <a:stretch>
            <a:fillRect/>
          </a:stretch>
        </p:blipFill>
        <p:spPr>
          <a:xfrm>
            <a:off x="5013960" y="2619756"/>
            <a:ext cx="274320" cy="274320"/>
          </a:xfrm>
          <a:prstGeom prst="rect">
            <a:avLst/>
          </a:prstGeom>
        </p:spPr>
      </p:pic>
      <p:pic>
        <p:nvPicPr>
          <p:cNvPr id="63867" name="Checkpoint 3 icon" descr="Security icon">
            <a:extLst>
              <a:ext uri="{FF2B5EF4-FFF2-40B4-BE49-F238E27FC236}">
                <a16:creationId xmlns:a16="http://schemas.microsoft.com/office/drawing/2014/main" id="{ACE49770-856A-B52B-5CFD-D300B2D7BBEF}"/>
              </a:ext>
            </a:extLst>
          </p:cNvPr>
          <p:cNvPicPr>
            <a:picLocks noChangeAspect="1"/>
          </p:cNvPicPr>
          <p:nvPr/>
        </p:nvPicPr>
        <p:blipFill>
          <a:blip r:embed="rId3"/>
          <a:stretch>
            <a:fillRect/>
          </a:stretch>
        </p:blipFill>
        <p:spPr>
          <a:xfrm>
            <a:off x="5013960" y="3003804"/>
            <a:ext cx="274320" cy="274320"/>
          </a:xfrm>
          <a:prstGeom prst="rect">
            <a:avLst/>
          </a:prstGeom>
        </p:spPr>
      </p:pic>
      <p:pic>
        <p:nvPicPr>
          <p:cNvPr id="63868" name="Checkpoint 4 icon" descr="Security icon">
            <a:extLst>
              <a:ext uri="{FF2B5EF4-FFF2-40B4-BE49-F238E27FC236}">
                <a16:creationId xmlns:a16="http://schemas.microsoft.com/office/drawing/2014/main" id="{F1EFA010-2603-6820-10EF-58B0A03456AA}"/>
              </a:ext>
            </a:extLst>
          </p:cNvPr>
          <p:cNvPicPr>
            <a:picLocks noChangeAspect="1"/>
          </p:cNvPicPr>
          <p:nvPr/>
        </p:nvPicPr>
        <p:blipFill>
          <a:blip r:embed="rId3"/>
          <a:stretch>
            <a:fillRect/>
          </a:stretch>
        </p:blipFill>
        <p:spPr>
          <a:xfrm>
            <a:off x="5013960" y="3387852"/>
            <a:ext cx="274320" cy="274320"/>
          </a:xfrm>
          <a:prstGeom prst="rect">
            <a:avLst/>
          </a:prstGeom>
        </p:spPr>
      </p:pic>
      <p:pic>
        <p:nvPicPr>
          <p:cNvPr id="63869" name="Checkpoint 5 icon" descr="Security icon">
            <a:extLst>
              <a:ext uri="{FF2B5EF4-FFF2-40B4-BE49-F238E27FC236}">
                <a16:creationId xmlns:a16="http://schemas.microsoft.com/office/drawing/2014/main" id="{CEB89615-04E9-7F0D-6E81-9886AABAFB8B}"/>
              </a:ext>
            </a:extLst>
          </p:cNvPr>
          <p:cNvPicPr>
            <a:picLocks noChangeAspect="1"/>
          </p:cNvPicPr>
          <p:nvPr/>
        </p:nvPicPr>
        <p:blipFill>
          <a:blip r:embed="rId3"/>
          <a:stretch>
            <a:fillRect/>
          </a:stretch>
        </p:blipFill>
        <p:spPr>
          <a:xfrm>
            <a:off x="5013960" y="3771900"/>
            <a:ext cx="274320" cy="274320"/>
          </a:xfrm>
          <a:prstGeom prst="rect">
            <a:avLst/>
          </a:prstGeom>
        </p:spPr>
      </p:pic>
      <p:pic>
        <p:nvPicPr>
          <p:cNvPr id="63870" name="Checkpoint 6 icon" descr="Approval gate icon">
            <a:extLst>
              <a:ext uri="{FF2B5EF4-FFF2-40B4-BE49-F238E27FC236}">
                <a16:creationId xmlns:a16="http://schemas.microsoft.com/office/drawing/2014/main" id="{703399D0-7E8E-619D-E5D8-63986A330A34}"/>
              </a:ext>
            </a:extLst>
          </p:cNvPr>
          <p:cNvPicPr>
            <a:picLocks noChangeAspect="1"/>
          </p:cNvPicPr>
          <p:nvPr/>
        </p:nvPicPr>
        <p:blipFill>
          <a:blip r:embed="rId4"/>
          <a:stretch>
            <a:fillRect/>
          </a:stretch>
        </p:blipFill>
        <p:spPr>
          <a:xfrm>
            <a:off x="5013960" y="4155948"/>
            <a:ext cx="274320" cy="274320"/>
          </a:xfrm>
          <a:prstGeom prst="rect">
            <a:avLst/>
          </a:prstGeom>
        </p:spPr>
      </p:pic>
      <p:pic>
        <p:nvPicPr>
          <p:cNvPr id="63871" name="Checkpoint 7 icon" descr="Approval gate icon">
            <a:extLst>
              <a:ext uri="{FF2B5EF4-FFF2-40B4-BE49-F238E27FC236}">
                <a16:creationId xmlns:a16="http://schemas.microsoft.com/office/drawing/2014/main" id="{A3F884A9-A804-1D71-1F55-C316A4138046}"/>
              </a:ext>
            </a:extLst>
          </p:cNvPr>
          <p:cNvPicPr>
            <a:picLocks noChangeAspect="1"/>
          </p:cNvPicPr>
          <p:nvPr/>
        </p:nvPicPr>
        <p:blipFill>
          <a:blip r:embed="rId4"/>
          <a:stretch>
            <a:fillRect/>
          </a:stretch>
        </p:blipFill>
        <p:spPr>
          <a:xfrm>
            <a:off x="5013960" y="4539996"/>
            <a:ext cx="274320" cy="274320"/>
          </a:xfrm>
          <a:prstGeom prst="rect">
            <a:avLst/>
          </a:prstGeom>
        </p:spPr>
      </p:pic>
      <p:pic>
        <p:nvPicPr>
          <p:cNvPr id="65965" name="Trust picture" descr="Translucent nested shields and rings around a small glowing house, linked by fine lines to a cloud above, on deep green.">
            <a:extLst>
              <a:ext uri="{FF2B5EF4-FFF2-40B4-BE49-F238E27FC236}">
                <a16:creationId xmlns:a16="http://schemas.microsoft.com/office/drawing/2014/main" id="{2A9277EF-7144-1E70-3465-06DA68D2FBA8}"/>
              </a:ext>
            </a:extLst>
          </p:cNvPr>
          <p:cNvPicPr>
            <a:picLocks noChangeAspect="1"/>
          </p:cNvPicPr>
          <p:nvPr/>
        </p:nvPicPr>
        <p:blipFill>
          <a:blip r:embed="rId5"/>
          <a:stretch>
            <a:fillRect/>
          </a:stretch>
        </p:blipFill>
        <p:spPr>
          <a:xfrm>
            <a:off x="0" y="2612"/>
            <a:ext cx="4145280" cy="6395575"/>
          </a:xfrm>
          <a:prstGeom prst="rect">
            <a:avLst/>
          </a:prstGeom>
        </p:spPr>
      </p:pic>
    </p:spTree>
    <p:extLst>
      <p:ext uri="{BB962C8B-B14F-4D97-AF65-F5344CB8AC3E}">
        <p14:creationId xmlns:p14="http://schemas.microsoft.com/office/powerpoint/2010/main" val="385535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872" name="Eyebrow">
            <a:extLst>
              <a:ext uri="{FF2B5EF4-FFF2-40B4-BE49-F238E27FC236}">
                <a16:creationId xmlns:a16="http://schemas.microsoft.com/office/drawing/2014/main" id="{4ECC5D62-AC37-41EA-F465-F3A4AFEE145E}"/>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3874" name="Slide title">
            <a:extLst>
              <a:ext uri="{FF2B5EF4-FFF2-40B4-BE49-F238E27FC236}">
                <a16:creationId xmlns:a16="http://schemas.microsoft.com/office/drawing/2014/main" id="{46D35F5E-35CB-007A-4E88-81D952617DF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Model inference. Measure accepted value.</a:t>
            </a:r>
          </a:p>
        </p:txBody>
      </p:sp>
      <p:sp>
        <p:nvSpPr>
          <p:cNvPr id="63877" name="Footer sources">
            <a:extLst>
              <a:ext uri="{FF2B5EF4-FFF2-40B4-BE49-F238E27FC236}">
                <a16:creationId xmlns:a16="http://schemas.microsoft.com/office/drawing/2014/main" id="{7E28B9A2-F135-0DBB-9206-2F5EFF71E1D3}"/>
              </a:ext>
            </a:extLst>
          </p:cNvPr>
          <p:cNvSpPr/>
          <p:nvPr/>
        </p:nvSpPr>
        <p:spPr>
          <a:xfrm>
            <a:off x="548640" y="594360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E21: assumed workload; secondary price, 23 Oct 2026, not current verified price. E19: usage only. E05: controls proposed; #435 not accepted.</a:t>
            </a:r>
          </a:p>
        </p:txBody>
      </p:sp>
      <p:sp>
        <p:nvSpPr>
          <p:cNvPr id="63881" name="Footer navigation">
            <a:extLst>
              <a:ext uri="{FF2B5EF4-FFF2-40B4-BE49-F238E27FC236}">
                <a16:creationId xmlns:a16="http://schemas.microsoft.com/office/drawing/2014/main" id="{AFE2FA15-0D68-491F-B994-C9A8A47A70F1}"/>
              </a:ext>
            </a:extLst>
          </p:cNvPr>
          <p:cNvSpPr/>
          <p:nvPr/>
        </p:nvSpPr>
        <p:spPr>
          <a:xfrm>
            <a:off x="8717280" y="6126480"/>
            <a:ext cx="2926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S18 · Answers: B05 · B25 · B26 · B27</a:t>
            </a:r>
          </a:p>
          <a:p>
            <a:pPr algn="r">
              <a:buNone/>
            </a:pPr>
            <a:r>
              <a:rPr lang="en-US" sz="100">
                <a:effectLst/>
              </a:rPr>
              <a:t> </a:t>
            </a:r>
            <a:endParaRPr lang="en-US"/>
          </a:p>
        </p:txBody>
      </p:sp>
      <p:sp>
        <p:nvSpPr>
          <p:cNvPr id="63886" name="Tile 1">
            <a:extLst>
              <a:ext uri="{FF2B5EF4-FFF2-40B4-BE49-F238E27FC236}">
                <a16:creationId xmlns:a16="http://schemas.microsoft.com/office/drawing/2014/main" id="{1586AB9C-2697-7402-E38E-42DD464D99FB}"/>
              </a:ext>
            </a:extLst>
          </p:cNvPr>
          <p:cNvSpPr/>
          <p:nvPr/>
        </p:nvSpPr>
        <p:spPr>
          <a:xfrm>
            <a:off x="548640" y="1463040"/>
            <a:ext cx="3576320" cy="24566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92" name="Tile 2">
            <a:extLst>
              <a:ext uri="{FF2B5EF4-FFF2-40B4-BE49-F238E27FC236}">
                <a16:creationId xmlns:a16="http://schemas.microsoft.com/office/drawing/2014/main" id="{3C1D9BD1-4877-1531-0319-BD76FDAD52E0}"/>
              </a:ext>
            </a:extLst>
          </p:cNvPr>
          <p:cNvSpPr/>
          <p:nvPr/>
        </p:nvSpPr>
        <p:spPr>
          <a:xfrm>
            <a:off x="4307840" y="1463040"/>
            <a:ext cx="3576320" cy="24566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99" name="Tile 3">
            <a:extLst>
              <a:ext uri="{FF2B5EF4-FFF2-40B4-BE49-F238E27FC236}">
                <a16:creationId xmlns:a16="http://schemas.microsoft.com/office/drawing/2014/main" id="{BB528DF0-D85B-0AC2-34C2-FA58B81F85E6}"/>
              </a:ext>
            </a:extLst>
          </p:cNvPr>
          <p:cNvSpPr/>
          <p:nvPr/>
        </p:nvSpPr>
        <p:spPr>
          <a:xfrm>
            <a:off x="8067040" y="1463040"/>
            <a:ext cx="3576320" cy="2456688"/>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907" name="Tile 1 statement">
            <a:extLst>
              <a:ext uri="{FF2B5EF4-FFF2-40B4-BE49-F238E27FC236}">
                <a16:creationId xmlns:a16="http://schemas.microsoft.com/office/drawing/2014/main" id="{C090F249-743A-C908-7B95-25F37D949529}"/>
              </a:ext>
            </a:extLst>
          </p:cNvPr>
          <p:cNvSpPr/>
          <p:nvPr/>
        </p:nvSpPr>
        <p:spPr>
          <a:xfrm>
            <a:off x="594360" y="1600200"/>
            <a:ext cx="3484880" cy="1432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INFERENCE PLANNING SCENARIO</a:t>
            </a:r>
          </a:p>
          <a:p>
            <a:pPr algn="l">
              <a:buNone/>
            </a:pPr>
            <a:r>
              <a:rPr lang="en-US" sz="3100">
                <a:solidFill>
                  <a:srgbClr val="3F2A72"/>
                </a:solidFill>
                <a:effectLst/>
                <a:latin typeface="Arial" panose="020B0604020202020204" pitchFamily="34" charset="0"/>
              </a:rPr>
              <a:t>USD 0.44/home</a:t>
            </a:r>
          </a:p>
          <a:p>
            <a:pPr algn="l">
              <a:buNone/>
            </a:pPr>
            <a:r>
              <a:rPr lang="en-US" sz="1600">
                <a:solidFill>
                  <a:srgbClr val="3F2A72"/>
                </a:solidFill>
                <a:effectLst/>
                <a:latin typeface="Arial" panose="020B0604020202020204" pitchFamily="34" charset="0"/>
              </a:rPr>
              <a:t>USD 6,873 / 15,600 homes</a:t>
            </a:r>
            <a:endParaRPr lang="en-US"/>
          </a:p>
        </p:txBody>
      </p:sp>
      <p:sp>
        <p:nvSpPr>
          <p:cNvPr id="63916" name="Tile 1 caption">
            <a:extLst>
              <a:ext uri="{FF2B5EF4-FFF2-40B4-BE49-F238E27FC236}">
                <a16:creationId xmlns:a16="http://schemas.microsoft.com/office/drawing/2014/main" id="{5974F310-E344-8424-90D6-3A080256B717}"/>
              </a:ext>
            </a:extLst>
          </p:cNvPr>
          <p:cNvSpPr/>
          <p:nvPr/>
        </p:nvSpPr>
        <p:spPr>
          <a:xfrm>
            <a:off x="594360" y="3051048"/>
            <a:ext cx="348488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20 tasks x 13,768 tokens</a:t>
            </a:r>
          </a:p>
          <a:p>
            <a:pPr algn="l">
              <a:buNone/>
            </a:pPr>
            <a:r>
              <a:rPr lang="en-US" sz="1300">
                <a:solidFill>
                  <a:srgbClr val="3F2A72"/>
                </a:solidFill>
                <a:effectLst/>
                <a:latin typeface="Arial" panose="020B0604020202020204" pitchFamily="34" charset="0"/>
              </a:rPr>
              <a:t>x USD 1.60/million</a:t>
            </a:r>
            <a:endParaRPr lang="en-US"/>
          </a:p>
        </p:txBody>
      </p:sp>
      <p:sp>
        <p:nvSpPr>
          <p:cNvPr id="63937" name="Tile 2 caption">
            <a:extLst>
              <a:ext uri="{FF2B5EF4-FFF2-40B4-BE49-F238E27FC236}">
                <a16:creationId xmlns:a16="http://schemas.microsoft.com/office/drawing/2014/main" id="{61E65D6D-F695-4F1E-B910-58C5496A8766}"/>
              </a:ext>
            </a:extLst>
          </p:cNvPr>
          <p:cNvSpPr/>
          <p:nvPr/>
        </p:nvSpPr>
        <p:spPr>
          <a:xfrm>
            <a:off x="4353560" y="3294888"/>
            <a:ext cx="348488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Include review effort</a:t>
            </a:r>
          </a:p>
          <a:p>
            <a:pPr algn="l">
              <a:buNone/>
            </a:pPr>
            <a:r>
              <a:rPr lang="en-US" sz="1300">
                <a:solidFill>
                  <a:srgbClr val="3F2A72"/>
                </a:solidFill>
                <a:effectLst/>
                <a:latin typeface="Arial" panose="020B0604020202020204" pitchFamily="34" charset="0"/>
              </a:rPr>
              <a:t>and assurance</a:t>
            </a:r>
            <a:endParaRPr lang="en-US"/>
          </a:p>
        </p:txBody>
      </p:sp>
      <p:sp>
        <p:nvSpPr>
          <p:cNvPr id="63949" name="Tile 3 statement">
            <a:extLst>
              <a:ext uri="{FF2B5EF4-FFF2-40B4-BE49-F238E27FC236}">
                <a16:creationId xmlns:a16="http://schemas.microsoft.com/office/drawing/2014/main" id="{6FC48843-9645-6FEA-0A21-AD408C7963EE}"/>
              </a:ext>
            </a:extLst>
          </p:cNvPr>
          <p:cNvSpPr/>
          <p:nvPr/>
        </p:nvSpPr>
        <p:spPr>
          <a:xfrm>
            <a:off x="8112760" y="1874520"/>
            <a:ext cx="293624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7A4B00"/>
                </a:solidFill>
                <a:effectLst/>
                <a:latin typeface="Arial" panose="020B0604020202020204" pitchFamily="34" charset="0"/>
              </a:rPr>
              <a:t>Double workload</a:t>
            </a:r>
          </a:p>
          <a:p>
            <a:pPr algn="l">
              <a:buNone/>
            </a:pPr>
            <a:r>
              <a:rPr lang="en-US" sz="2500" b="1">
                <a:solidFill>
                  <a:srgbClr val="7A4B00"/>
                </a:solidFill>
                <a:effectLst/>
                <a:latin typeface="Arial" panose="020B0604020202020204" pitchFamily="34" charset="0"/>
              </a:rPr>
              <a:t>USD 0.88/home</a:t>
            </a:r>
            <a:endParaRPr lang="en-US"/>
          </a:p>
        </p:txBody>
      </p:sp>
      <p:sp>
        <p:nvSpPr>
          <p:cNvPr id="63962" name="Statement 3">
            <a:extLst>
              <a:ext uri="{FF2B5EF4-FFF2-40B4-BE49-F238E27FC236}">
                <a16:creationId xmlns:a16="http://schemas.microsoft.com/office/drawing/2014/main" id="{63DEA41B-BDC0-CB45-7846-523C09A87897}"/>
              </a:ext>
            </a:extLst>
          </p:cNvPr>
          <p:cNvSpPr/>
          <p:nvPr/>
        </p:nvSpPr>
        <p:spPr>
          <a:xfrm>
            <a:off x="548640" y="3910928"/>
            <a:ext cx="110947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173F35"/>
                </a:solidFill>
                <a:effectLst/>
                <a:latin typeface="Arial" panose="020B0604020202020204" pitchFamily="34" charset="0"/>
              </a:rPr>
              <a:t>Inference only. Full project TCO and accepted-outcome cost remain unknown.</a:t>
            </a:r>
          </a:p>
        </p:txBody>
      </p:sp>
      <p:sp>
        <p:nvSpPr>
          <p:cNvPr id="63976" name="Guardrail In Place card">
            <a:extLst>
              <a:ext uri="{FF2B5EF4-FFF2-40B4-BE49-F238E27FC236}">
                <a16:creationId xmlns:a16="http://schemas.microsoft.com/office/drawing/2014/main" id="{969EC040-61C2-34CA-A297-4143CFDE22C2}"/>
              </a:ext>
            </a:extLst>
          </p:cNvPr>
          <p:cNvSpPr/>
          <p:nvPr/>
        </p:nvSpPr>
        <p:spPr>
          <a:xfrm>
            <a:off x="548640" y="4440936"/>
            <a:ext cx="5455920" cy="1408176"/>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991" name="Guardrail Next card">
            <a:extLst>
              <a:ext uri="{FF2B5EF4-FFF2-40B4-BE49-F238E27FC236}">
                <a16:creationId xmlns:a16="http://schemas.microsoft.com/office/drawing/2014/main" id="{B30D3E3A-3C7E-BA26-F6B1-5932C79D6A2B}"/>
              </a:ext>
            </a:extLst>
          </p:cNvPr>
          <p:cNvSpPr/>
          <p:nvPr/>
        </p:nvSpPr>
        <p:spPr>
          <a:xfrm>
            <a:off x="6187440" y="4440936"/>
            <a:ext cx="5455920" cy="1408176"/>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007" name="In Place pill">
            <a:extLst>
              <a:ext uri="{FF2B5EF4-FFF2-40B4-BE49-F238E27FC236}">
                <a16:creationId xmlns:a16="http://schemas.microsoft.com/office/drawing/2014/main" id="{851A200E-85BF-E80D-0261-377F5A40B44A}"/>
              </a:ext>
            </a:extLst>
          </p:cNvPr>
          <p:cNvSpPr/>
          <p:nvPr/>
        </p:nvSpPr>
        <p:spPr>
          <a:xfrm>
            <a:off x="667512" y="4559808"/>
            <a:ext cx="1042416" cy="347472"/>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IN PLACE</a:t>
            </a:r>
          </a:p>
          <a:p>
            <a:pPr algn="ctr">
              <a:buNone/>
            </a:pPr>
            <a:r>
              <a:rPr lang="en-US" sz="100">
                <a:effectLst/>
              </a:rPr>
              <a:t> </a:t>
            </a:r>
            <a:endParaRPr lang="en-US"/>
          </a:p>
        </p:txBody>
      </p:sp>
      <p:sp>
        <p:nvSpPr>
          <p:cNvPr id="64024" name="In Place items">
            <a:extLst>
              <a:ext uri="{FF2B5EF4-FFF2-40B4-BE49-F238E27FC236}">
                <a16:creationId xmlns:a16="http://schemas.microsoft.com/office/drawing/2014/main" id="{223D8F8A-3A5A-CFFA-11BD-E356B94FEADE}"/>
              </a:ext>
            </a:extLst>
          </p:cNvPr>
          <p:cNvSpPr/>
          <p:nvPr/>
        </p:nvSpPr>
        <p:spPr>
          <a:xfrm>
            <a:off x="576072" y="4907280"/>
            <a:ext cx="5401056"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tokens and expiry per authority</a:t>
            </a:r>
          </a:p>
          <a:p>
            <a:pPr algn="l">
              <a:buNone/>
            </a:pPr>
            <a:r>
              <a:rPr lang="en-US" sz="1600">
                <a:solidFill>
                  <a:srgbClr val="173F35"/>
                </a:solidFill>
                <a:effectLst/>
                <a:latin typeface="Arial" panose="020B0604020202020204" pitchFamily="34" charset="0"/>
              </a:rPr>
              <a:t>usage captured on the assistant path</a:t>
            </a:r>
          </a:p>
          <a:p>
            <a:pPr algn="l">
              <a:buNone/>
            </a:pPr>
            <a:r>
              <a:rPr lang="en-US" sz="1600">
                <a:solidFill>
                  <a:srgbClr val="173F35"/>
                </a:solidFill>
                <a:effectLst/>
                <a:latin typeface="Arial" panose="020B0604020202020204" pitchFamily="34" charset="0"/>
              </a:rPr>
              <a:t>Azure budget alerts</a:t>
            </a:r>
            <a:endParaRPr lang="en-US"/>
          </a:p>
        </p:txBody>
      </p:sp>
      <p:sp>
        <p:nvSpPr>
          <p:cNvPr id="64042" name="Next pill">
            <a:extLst>
              <a:ext uri="{FF2B5EF4-FFF2-40B4-BE49-F238E27FC236}">
                <a16:creationId xmlns:a16="http://schemas.microsoft.com/office/drawing/2014/main" id="{C916814D-3692-F18E-283A-D99D08E98601}"/>
              </a:ext>
            </a:extLst>
          </p:cNvPr>
          <p:cNvSpPr/>
          <p:nvPr/>
        </p:nvSpPr>
        <p:spPr>
          <a:xfrm>
            <a:off x="6306312" y="4559808"/>
            <a:ext cx="694944" cy="347472"/>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a:t>
            </a:r>
          </a:p>
          <a:p>
            <a:pPr algn="ctr">
              <a:buNone/>
            </a:pPr>
            <a:r>
              <a:rPr lang="en-US" sz="100">
                <a:effectLst/>
              </a:rPr>
              <a:t> </a:t>
            </a:r>
            <a:endParaRPr lang="en-US"/>
          </a:p>
        </p:txBody>
      </p:sp>
      <p:sp>
        <p:nvSpPr>
          <p:cNvPr id="64061" name="Next items">
            <a:extLst>
              <a:ext uri="{FF2B5EF4-FFF2-40B4-BE49-F238E27FC236}">
                <a16:creationId xmlns:a16="http://schemas.microsoft.com/office/drawing/2014/main" id="{7ABF3678-0AEA-3597-C59C-6BD804AA0526}"/>
              </a:ext>
            </a:extLst>
          </p:cNvPr>
          <p:cNvSpPr/>
          <p:nvPr/>
        </p:nvSpPr>
        <p:spPr>
          <a:xfrm>
            <a:off x="6214872" y="4907280"/>
            <a:ext cx="5401056"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7A4B00"/>
                </a:solidFill>
                <a:effectLst/>
                <a:latin typeface="Arial" panose="020B0604020202020204" pitchFamily="34" charset="0"/>
              </a:rPr>
              <a:t>proposed money budgets per task and period</a:t>
            </a:r>
          </a:p>
          <a:p>
            <a:pPr algn="l">
              <a:buNone/>
            </a:pPr>
            <a:r>
              <a:rPr lang="en-US" sz="1500">
                <a:solidFill>
                  <a:srgbClr val="7A4B00"/>
                </a:solidFill>
                <a:effectLst/>
                <a:latin typeface="Arial" panose="020B0604020202020204" pitchFamily="34" charset="0"/>
              </a:rPr>
              <a:t>per-request call and depth limits</a:t>
            </a:r>
          </a:p>
          <a:p>
            <a:pPr algn="l">
              <a:buNone/>
            </a:pPr>
            <a:r>
              <a:rPr lang="en-US" sz="1500">
                <a:solidFill>
                  <a:srgbClr val="7A4B00"/>
                </a:solidFill>
                <a:effectLst/>
                <a:latin typeface="Arial" panose="020B0604020202020204" pitchFamily="34" charset="0"/>
              </a:rPr>
              <a:t>accepted-outcome cost: not yet measured</a:t>
            </a:r>
            <a:endParaRPr lang="en-US"/>
          </a:p>
        </p:txBody>
      </p:sp>
      <p:pic>
        <p:nvPicPr>
          <p:cNvPr id="64062" name="Tile 1 icon" descr="AI icon">
            <a:extLst>
              <a:ext uri="{FF2B5EF4-FFF2-40B4-BE49-F238E27FC236}">
                <a16:creationId xmlns:a16="http://schemas.microsoft.com/office/drawing/2014/main" id="{1D31D405-F19C-D9C6-A8EE-307F1EAE6A9C}"/>
              </a:ext>
            </a:extLst>
          </p:cNvPr>
          <p:cNvPicPr>
            <a:picLocks noChangeAspect="1"/>
          </p:cNvPicPr>
          <p:nvPr/>
        </p:nvPicPr>
        <p:blipFill>
          <a:blip r:embed="rId3"/>
          <a:stretch>
            <a:fillRect/>
          </a:stretch>
        </p:blipFill>
        <p:spPr>
          <a:xfrm>
            <a:off x="3484880" y="1600200"/>
            <a:ext cx="502920" cy="502920"/>
          </a:xfrm>
          <a:prstGeom prst="rect">
            <a:avLst/>
          </a:prstGeom>
        </p:spPr>
      </p:pic>
      <p:pic>
        <p:nvPicPr>
          <p:cNvPr id="64063" name="Tile 2 icon" descr="Forecast icon">
            <a:extLst>
              <a:ext uri="{FF2B5EF4-FFF2-40B4-BE49-F238E27FC236}">
                <a16:creationId xmlns:a16="http://schemas.microsoft.com/office/drawing/2014/main" id="{257FFCB3-B763-32E5-460D-48C4EF54D4CC}"/>
              </a:ext>
            </a:extLst>
          </p:cNvPr>
          <p:cNvPicPr>
            <a:picLocks noChangeAspect="1"/>
          </p:cNvPicPr>
          <p:nvPr/>
        </p:nvPicPr>
        <p:blipFill>
          <a:blip r:embed="rId4"/>
          <a:stretch>
            <a:fillRect/>
          </a:stretch>
        </p:blipFill>
        <p:spPr>
          <a:xfrm>
            <a:off x="7244080" y="1600200"/>
            <a:ext cx="502920" cy="502920"/>
          </a:xfrm>
          <a:prstGeom prst="rect">
            <a:avLst/>
          </a:prstGeom>
        </p:spPr>
      </p:pic>
      <p:pic>
        <p:nvPicPr>
          <p:cNvPr id="64064" name="Tile 3 icon" descr="Cost icon">
            <a:extLst>
              <a:ext uri="{FF2B5EF4-FFF2-40B4-BE49-F238E27FC236}">
                <a16:creationId xmlns:a16="http://schemas.microsoft.com/office/drawing/2014/main" id="{C6B3723C-7B53-660F-5682-3B77C1A35E2A}"/>
              </a:ext>
            </a:extLst>
          </p:cNvPr>
          <p:cNvPicPr>
            <a:picLocks noChangeAspect="1"/>
          </p:cNvPicPr>
          <p:nvPr/>
        </p:nvPicPr>
        <p:blipFill>
          <a:blip r:embed="rId5"/>
          <a:stretch>
            <a:fillRect/>
          </a:stretch>
        </p:blipFill>
        <p:spPr>
          <a:xfrm>
            <a:off x="11003280" y="1600200"/>
            <a:ext cx="502920" cy="502920"/>
          </a:xfrm>
          <a:prstGeom prst="rect">
            <a:avLst/>
          </a:prstGeom>
        </p:spPr>
      </p:pic>
      <p:sp>
        <p:nvSpPr>
          <p:cNvPr id="65964" name="Tile 2 statement">
            <a:extLst>
              <a:ext uri="{FF2B5EF4-FFF2-40B4-BE49-F238E27FC236}">
                <a16:creationId xmlns:a16="http://schemas.microsoft.com/office/drawing/2014/main" id="{5542318A-6D65-75CB-56B0-54C423948A89}"/>
              </a:ext>
            </a:extLst>
          </p:cNvPr>
          <p:cNvSpPr/>
          <p:nvPr/>
        </p:nvSpPr>
        <p:spPr>
          <a:xfrm>
            <a:off x="4353560" y="1600200"/>
            <a:ext cx="3484880" cy="1676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3F2A72"/>
                </a:solidFill>
                <a:effectLst/>
                <a:latin typeface="Arial" panose="020B0604020202020204" pitchFamily="34" charset="0"/>
              </a:rPr>
              <a:t>Accepted cost</a:t>
            </a:r>
          </a:p>
          <a:p>
            <a:pPr algn="l">
              <a:buNone/>
            </a:pPr>
            <a:r>
              <a:rPr lang="en-US" sz="3200" b="1">
                <a:solidFill>
                  <a:srgbClr val="3F2A72"/>
                </a:solidFill>
                <a:effectLst/>
                <a:latin typeface="Arial" panose="020B0604020202020204" pitchFamily="34" charset="0"/>
              </a:rPr>
              <a:t>Unknown</a:t>
            </a:r>
          </a:p>
          <a:p>
            <a:pPr algn="l">
              <a:buNone/>
            </a:pPr>
            <a:r>
              <a:rPr lang="en-US" sz="1600">
                <a:solidFill>
                  <a:srgbClr val="3F2A72"/>
                </a:solidFill>
                <a:effectLst/>
                <a:latin typeface="Arial" panose="020B0604020202020204" pitchFamily="34" charset="0"/>
              </a:rPr>
              <a:t>No accepted-outcome</a:t>
            </a:r>
          </a:p>
          <a:p>
            <a:pPr algn="l">
              <a:buNone/>
            </a:pPr>
            <a:r>
              <a:rPr lang="en-US" sz="1600">
                <a:solidFill>
                  <a:srgbClr val="3F2A72"/>
                </a:solidFill>
                <a:effectLst/>
                <a:latin typeface="Arial" panose="020B0604020202020204" pitchFamily="34" charset="0"/>
              </a:rPr>
              <a:t>unit cost established</a:t>
            </a:r>
            <a:endParaRPr lang="en-US"/>
          </a:p>
        </p:txBody>
      </p:sp>
    </p:spTree>
    <p:extLst>
      <p:ext uri="{BB962C8B-B14F-4D97-AF65-F5344CB8AC3E}">
        <p14:creationId xmlns:p14="http://schemas.microsoft.com/office/powerpoint/2010/main" val="75272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774" name="Eyebrow">
            <a:extLst>
              <a:ext uri="{FF2B5EF4-FFF2-40B4-BE49-F238E27FC236}">
                <a16:creationId xmlns:a16="http://schemas.microsoft.com/office/drawing/2014/main" id="{986DE8EB-7DDD-4D29-43EB-0456DF07D93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0776" name="Slide title">
            <a:extLst>
              <a:ext uri="{FF2B5EF4-FFF2-40B4-BE49-F238E27FC236}">
                <a16:creationId xmlns:a16="http://schemas.microsoft.com/office/drawing/2014/main" id="{544F539D-ABDD-D694-6DD0-5FA1DC18DAFE}"/>
              </a:ext>
            </a:extLst>
          </p:cNvPr>
          <p:cNvSpPr/>
          <p:nvPr/>
        </p:nvSpPr>
        <p:spPr>
          <a:xfrm>
            <a:off x="548640" y="777240"/>
            <a:ext cx="11091672"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Everything But the Software</a:t>
            </a:r>
          </a:p>
        </p:txBody>
      </p:sp>
      <p:sp>
        <p:nvSpPr>
          <p:cNvPr id="30779" name="Footer sources">
            <a:extLst>
              <a:ext uri="{FF2B5EF4-FFF2-40B4-BE49-F238E27FC236}">
                <a16:creationId xmlns:a16="http://schemas.microsoft.com/office/drawing/2014/main" id="{347A3EA6-08A3-1933-27F6-EBD3EDE35572}"/>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AMA Plan board (E20) · delivery method evidence (E14, E16) · repository history (see notes)</a:t>
            </a:r>
          </a:p>
          <a:p>
            <a:pPr algn="l">
              <a:buNone/>
            </a:pPr>
            <a:r>
              <a:rPr lang="en-US" sz="100">
                <a:effectLst/>
              </a:rPr>
              <a:t> </a:t>
            </a:r>
            <a:endParaRPr lang="en-US"/>
          </a:p>
        </p:txBody>
      </p:sp>
      <p:sp>
        <p:nvSpPr>
          <p:cNvPr id="30783" name="Footer navigation">
            <a:extLst>
              <a:ext uri="{FF2B5EF4-FFF2-40B4-BE49-F238E27FC236}">
                <a16:creationId xmlns:a16="http://schemas.microsoft.com/office/drawing/2014/main" id="{61CD4EC3-E3F2-0326-C1CA-F6F9B43E272D}"/>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S19 · Answers: B13</a:t>
            </a:r>
          </a:p>
          <a:p>
            <a:pPr algn="r">
              <a:buNone/>
            </a:pPr>
            <a:r>
              <a:rPr lang="en-US" sz="100">
                <a:effectLst/>
              </a:rPr>
              <a:t> </a:t>
            </a:r>
            <a:endParaRPr lang="en-US"/>
          </a:p>
        </p:txBody>
      </p:sp>
      <p:sp>
        <p:nvSpPr>
          <p:cNvPr id="900000" name="Story-22-attribution" descr="Author retrospective / exploratory single case / non-causal"/>
          <p:cNvSpPr txBox="1"/>
          <p:nvPr/>
        </p:nvSpPr>
        <p:spPr>
          <a:xfrm>
            <a:off x="548640" y="1417320"/>
            <a:ext cx="11091672" cy="32004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Author retrospective / exploratory single case / non-causal</a:t>
            </a:r>
          </a:p>
        </p:txBody>
      </p:sp>
      <p:sp>
        <p:nvSpPr>
          <p:cNvPr id="900001" name="Story-22-prs" descr="183 merged PRs"/>
          <p:cNvSpPr txBox="1"/>
          <p:nvPr/>
        </p:nvSpPr>
        <p:spPr>
          <a:xfrm>
            <a:off x="548640" y="1965960"/>
            <a:ext cx="3657600" cy="612648"/>
          </a:xfrm>
          <a:prstGeom prst="rect">
            <a:avLst/>
          </a:prstGeom>
          <a:noFill/>
          <a:ln>
            <a:noFill/>
          </a:ln>
        </p:spPr>
        <p:txBody>
          <a:bodyPr wrap="square" lIns="18288" tIns="9144" rIns="18288" bIns="9144" anchor="t">
            <a:noAutofit/>
          </a:bodyPr>
          <a:lstStyle/>
          <a:p>
            <a:pPr algn="l">
              <a:lnSpc>
                <a:spcPct val="105000"/>
              </a:lnSpc>
              <a:buNone/>
            </a:pPr>
            <a:r>
              <a:rPr lang="en-GB" sz="3100" b="1">
                <a:solidFill>
                  <a:srgbClr val="173F35"/>
                </a:solidFill>
                <a:latin typeface="Arial"/>
              </a:rPr>
              <a:t>183 merged PRs</a:t>
            </a:r>
          </a:p>
        </p:txBody>
      </p:sp>
      <p:sp>
        <p:nvSpPr>
          <p:cNvPr id="900002" name="Story-22-prs-window" descr="15-24 Oct 2026"/>
          <p:cNvSpPr txBox="1"/>
          <p:nvPr/>
        </p:nvSpPr>
        <p:spPr>
          <a:xfrm>
            <a:off x="548640" y="2651760"/>
            <a:ext cx="3657600" cy="365760"/>
          </a:xfrm>
          <a:prstGeom prst="rect">
            <a:avLst/>
          </a:prstGeom>
          <a:noFill/>
          <a:ln>
            <a:noFill/>
          </a:ln>
        </p:spPr>
        <p:txBody>
          <a:bodyPr wrap="square" lIns="18288" tIns="9144" rIns="18288" bIns="9144" anchor="t">
            <a:noAutofit/>
          </a:bodyPr>
          <a:lstStyle/>
          <a:p>
            <a:pPr algn="l">
              <a:lnSpc>
                <a:spcPct val="105000"/>
              </a:lnSpc>
              <a:buNone/>
            </a:pPr>
            <a:r>
              <a:rPr lang="en-GB" sz="1900" b="0">
                <a:solidFill>
                  <a:srgbClr val="173F35"/>
                </a:solidFill>
                <a:latin typeface="Arial"/>
              </a:rPr>
              <a:t>15-24 Oct 2026</a:t>
            </a:r>
          </a:p>
        </p:txBody>
      </p:sp>
      <p:sp>
        <p:nvSpPr>
          <p:cNvPr id="900003" name="Story-22-log" descr="36,755 log words"/>
          <p:cNvSpPr txBox="1"/>
          <p:nvPr/>
        </p:nvSpPr>
        <p:spPr>
          <a:xfrm>
            <a:off x="548640" y="3200400"/>
            <a:ext cx="3657600" cy="548640"/>
          </a:xfrm>
          <a:prstGeom prst="rect">
            <a:avLst/>
          </a:prstGeom>
          <a:noFill/>
          <a:ln>
            <a:noFill/>
          </a:ln>
        </p:spPr>
        <p:txBody>
          <a:bodyPr wrap="square" lIns="18288" tIns="9144" rIns="18288" bIns="9144" anchor="t">
            <a:noAutofit/>
          </a:bodyPr>
          <a:lstStyle/>
          <a:p>
            <a:pPr algn="l">
              <a:lnSpc>
                <a:spcPct val="105000"/>
              </a:lnSpc>
              <a:buNone/>
            </a:pPr>
            <a:r>
              <a:rPr lang="en-GB" sz="2700" b="1">
                <a:solidFill>
                  <a:srgbClr val="173F35"/>
                </a:solidFill>
                <a:latin typeface="Arial"/>
              </a:rPr>
              <a:t>36,755 log words</a:t>
            </a:r>
          </a:p>
        </p:txBody>
      </p:sp>
      <p:sp>
        <p:nvSpPr>
          <p:cNvPr id="900004" name="Story-22-log-label" descr="added 15-22 Oct 2026"/>
          <p:cNvSpPr txBox="1"/>
          <p:nvPr/>
        </p:nvSpPr>
        <p:spPr>
          <a:xfrm>
            <a:off x="548640" y="3840480"/>
            <a:ext cx="3657600" cy="365760"/>
          </a:xfrm>
          <a:prstGeom prst="rect">
            <a:avLst/>
          </a:prstGeom>
          <a:noFill/>
          <a:ln>
            <a:noFill/>
          </a:ln>
        </p:spPr>
        <p:txBody>
          <a:bodyPr wrap="square" lIns="18288" tIns="9144" rIns="18288" bIns="9144" anchor="t">
            <a:noAutofit/>
          </a:bodyPr>
          <a:lstStyle/>
          <a:p>
            <a:pPr algn="l">
              <a:lnSpc>
                <a:spcPct val="105000"/>
              </a:lnSpc>
              <a:buNone/>
            </a:pPr>
            <a:r>
              <a:rPr lang="en-GB" sz="1800" b="0">
                <a:solidFill>
                  <a:srgbClr val="173F35"/>
                </a:solidFill>
                <a:latin typeface="Arial"/>
              </a:rPr>
              <a:t>added 15-22 Oct 2026</a:t>
            </a:r>
          </a:p>
        </p:txBody>
      </p:sp>
      <p:sp>
        <p:nvSpPr>
          <p:cNvPr id="900005" name="Story-22-contrast-bg"/>
          <p:cNvSpPr txBox="1"/>
          <p:nvPr/>
        </p:nvSpPr>
        <p:spPr>
          <a:xfrm>
            <a:off x="4572000" y="1965960"/>
            <a:ext cx="7068312" cy="2286000"/>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06" name="Story-22-contrast-label" descr="THE OUTCOME THAT CHALLENGED THE OUTPUT"/>
          <p:cNvSpPr txBox="1"/>
          <p:nvPr/>
        </p:nvSpPr>
        <p:spPr>
          <a:xfrm>
            <a:off x="4782312" y="2194560"/>
            <a:ext cx="6492240" cy="274320"/>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THE OUTCOME THAT CHALLENGED THE OUTPUT</a:t>
            </a:r>
          </a:p>
        </p:txBody>
      </p:sp>
      <p:sp>
        <p:nvSpPr>
          <p:cNvPr id="900007" name="Story-22-contrast" descr="The author could no longer&#10;use the replacement."/>
          <p:cNvSpPr txBox="1"/>
          <p:nvPr/>
        </p:nvSpPr>
        <p:spPr>
          <a:xfrm>
            <a:off x="4782312" y="2724912"/>
            <a:ext cx="6492240" cy="841248"/>
          </a:xfrm>
          <a:prstGeom prst="rect">
            <a:avLst/>
          </a:prstGeom>
          <a:noFill/>
          <a:ln>
            <a:noFill/>
          </a:ln>
        </p:spPr>
        <p:txBody>
          <a:bodyPr wrap="square" lIns="18288" tIns="9144" rIns="18288" bIns="9144" anchor="t">
            <a:noAutofit/>
          </a:bodyPr>
          <a:lstStyle/>
          <a:p>
            <a:pPr algn="l">
              <a:lnSpc>
                <a:spcPct val="105000"/>
              </a:lnSpc>
              <a:buNone/>
            </a:pPr>
            <a:r>
              <a:rPr lang="en-GB" sz="2600" b="1">
                <a:solidFill>
                  <a:srgbClr val="173F35"/>
                </a:solidFill>
                <a:latin typeface="Arial"/>
              </a:rPr>
              <a:t>The author could no longer</a:t>
            </a:r>
          </a:p>
          <a:p>
            <a:pPr algn="l">
              <a:lnSpc>
                <a:spcPct val="105000"/>
              </a:lnSpc>
              <a:buNone/>
            </a:pPr>
            <a:r>
              <a:rPr lang="en-GB" sz="2600" b="1">
                <a:solidFill>
                  <a:srgbClr val="173F35"/>
                </a:solidFill>
                <a:latin typeface="Arial"/>
              </a:rPr>
              <a:t>use the replacement.</a:t>
            </a:r>
          </a:p>
        </p:txBody>
      </p:sp>
      <p:sp>
        <p:nvSpPr>
          <p:cNvPr id="900008" name="Story-22-contrast-limit" descr="Output counts do not establish usable delivery or causation."/>
          <p:cNvSpPr txBox="1"/>
          <p:nvPr/>
        </p:nvSpPr>
        <p:spPr>
          <a:xfrm>
            <a:off x="4782312" y="3749040"/>
            <a:ext cx="6492240"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Output counts do not establish usable delivery or causation.</a:t>
            </a:r>
          </a:p>
        </p:txBody>
      </p:sp>
      <p:sp>
        <p:nvSpPr>
          <p:cNvPr id="900009" name="Story-22-feedback" descr="Feature   -&gt;   Tests   -&gt;   Use journey   -&gt;   Keep / cut / tidy"/>
          <p:cNvSpPr txBox="1"/>
          <p:nvPr/>
        </p:nvSpPr>
        <p:spPr>
          <a:xfrm>
            <a:off x="548640" y="4617720"/>
            <a:ext cx="11091672" cy="438912"/>
          </a:xfrm>
          <a:prstGeom prst="rect">
            <a:avLst/>
          </a:prstGeom>
          <a:noFill/>
          <a:ln>
            <a:noFill/>
          </a:ln>
        </p:spPr>
        <p:txBody>
          <a:bodyPr wrap="square" lIns="18288" tIns="9144" rIns="18288" bIns="9144" anchor="t">
            <a:noAutofit/>
          </a:bodyPr>
          <a:lstStyle/>
          <a:p>
            <a:pPr algn="l">
              <a:lnSpc>
                <a:spcPct val="105000"/>
              </a:lnSpc>
              <a:buNone/>
            </a:pPr>
            <a:r>
              <a:rPr lang="en-GB" sz="2200" b="1">
                <a:solidFill>
                  <a:srgbClr val="173F35"/>
                </a:solidFill>
                <a:latin typeface="Arial"/>
              </a:rPr>
              <a:t>Feature   -&gt;   Tests   -&gt;   Use journey   -&gt;   Keep / cut / tidy</a:t>
            </a:r>
          </a:p>
        </p:txBody>
      </p:sp>
      <p:sp>
        <p:nvSpPr>
          <p:cNvPr id="900010" name="Story-22-proposal" descr="Bounded paper test: can another agent supply reflection? Paused; registration pending; no results."/>
          <p:cNvSpPr txBox="1"/>
          <p:nvPr/>
        </p:nvSpPr>
        <p:spPr>
          <a:xfrm>
            <a:off x="548640" y="5193792"/>
            <a:ext cx="11091672" cy="365760"/>
          </a:xfrm>
          <a:prstGeom prst="rect">
            <a:avLst/>
          </a:prstGeom>
          <a:noFill/>
          <a:ln>
            <a:noFill/>
          </a:ln>
        </p:spPr>
        <p:txBody>
          <a:bodyPr wrap="square" lIns="18288" tIns="9144" rIns="18288" bIns="9144" anchor="t">
            <a:noAutofit/>
          </a:bodyPr>
          <a:lstStyle/>
          <a:p>
            <a:pPr algn="l">
              <a:lnSpc>
                <a:spcPct val="105000"/>
              </a:lnSpc>
              <a:buNone/>
            </a:pPr>
            <a:r>
              <a:rPr lang="en-GB" sz="1600" b="0">
                <a:solidFill>
                  <a:srgbClr val="173F35"/>
                </a:solidFill>
                <a:latin typeface="Arial"/>
              </a:rPr>
              <a:t>Bounded paper test: can another agent supply reflection? Paused; registration pending; no results.</a:t>
            </a:r>
          </a:p>
        </p:txBody>
      </p:sp>
      <p:sp>
        <p:nvSpPr>
          <p:cNvPr id="900011" name="Story-22-paper-source" descr="Current source: Everything But the Software, draft + author clarification, 25 Oct 2026; Table 2 defines each window."/>
          <p:cNvSpPr txBox="1"/>
          <p:nvPr/>
        </p:nvSpPr>
        <p:spPr>
          <a:xfrm>
            <a:off x="548640" y="5705856"/>
            <a:ext cx="11091672" cy="265176"/>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Current source: Everything But the Software, draft + author clarification, 25 Oct 2026; Table 2 defines each window.</a:t>
            </a:r>
          </a:p>
        </p:txBody>
      </p:sp>
    </p:spTree>
    <p:extLst>
      <p:ext uri="{BB962C8B-B14F-4D97-AF65-F5344CB8AC3E}">
        <p14:creationId xmlns:p14="http://schemas.microsoft.com/office/powerpoint/2010/main" val="936607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210" name="Eyebrow">
            <a:extLst>
              <a:ext uri="{FF2B5EF4-FFF2-40B4-BE49-F238E27FC236}">
                <a16:creationId xmlns:a16="http://schemas.microsoft.com/office/drawing/2014/main" id="{07E40C33-B33F-E4E2-D2CB-9594DF1FD42D}"/>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212" name="Slide title">
            <a:extLst>
              <a:ext uri="{FF2B5EF4-FFF2-40B4-BE49-F238E27FC236}">
                <a16:creationId xmlns:a16="http://schemas.microsoft.com/office/drawing/2014/main" id="{E5F8E0BC-BB92-95A1-1AFC-7900659175D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Validate, pilot, scale: on the clock to April 2030.</a:t>
            </a:r>
          </a:p>
          <a:p>
            <a:pPr algn="l">
              <a:buNone/>
            </a:pPr>
            <a:r>
              <a:rPr lang="en-US" sz="100">
                <a:effectLst/>
              </a:rPr>
              <a:t> </a:t>
            </a:r>
            <a:endParaRPr lang="en-US"/>
          </a:p>
        </p:txBody>
      </p:sp>
      <p:sp>
        <p:nvSpPr>
          <p:cNvPr id="31215" name="Footer sources">
            <a:extLst>
              <a:ext uri="{FF2B5EF4-FFF2-40B4-BE49-F238E27FC236}">
                <a16:creationId xmlns:a16="http://schemas.microsoft.com/office/drawing/2014/main" id="{7316E15F-DC54-7BB2-AAA0-E3E0FEFFE405}"/>
              </a:ext>
            </a:extLst>
          </p:cNvPr>
          <p:cNvSpPr/>
          <p:nvPr/>
        </p:nvSpPr>
        <p:spPr>
          <a:xfrm>
            <a:off x="548640" y="5943600"/>
            <a:ext cx="88696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BRD BG-011 pilot proposal · measurement design · Awaab's Law collection</a:t>
            </a:r>
          </a:p>
          <a:p>
            <a:pPr algn="l">
              <a:buNone/>
            </a:pPr>
            <a:r>
              <a:rPr lang="en-US" sz="1200">
                <a:solidFill>
                  <a:srgbClr val="50655E"/>
                </a:solidFill>
                <a:effectLst/>
                <a:latin typeface="Arial" panose="020B0604020202020204" pitchFamily="34" charset="0"/>
              </a:rPr>
              <a:t>WH:SHF wave 3 guidance · SRS MEES response</a:t>
            </a:r>
            <a:endParaRPr lang="en-US"/>
          </a:p>
        </p:txBody>
      </p:sp>
      <p:sp>
        <p:nvSpPr>
          <p:cNvPr id="31219" name="Footer navigation">
            <a:extLst>
              <a:ext uri="{FF2B5EF4-FFF2-40B4-BE49-F238E27FC236}">
                <a16:creationId xmlns:a16="http://schemas.microsoft.com/office/drawing/2014/main" id="{45EA11E5-270E-40B2-506F-FF97B48412E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S20 · Answers: B17</a:t>
            </a:r>
          </a:p>
          <a:p>
            <a:pPr algn="r">
              <a:buNone/>
            </a:pPr>
            <a:r>
              <a:rPr lang="en-US" sz="100">
                <a:effectLst/>
              </a:rPr>
              <a:t> </a:t>
            </a:r>
            <a:endParaRPr lang="en-US"/>
          </a:p>
        </p:txBody>
      </p:sp>
      <p:sp>
        <p:nvSpPr>
          <p:cNvPr id="31224" name="Date rail">
            <a:extLst>
              <a:ext uri="{FF2B5EF4-FFF2-40B4-BE49-F238E27FC236}">
                <a16:creationId xmlns:a16="http://schemas.microsoft.com/office/drawing/2014/main" id="{905AD723-A69E-7656-5FA8-7323EF0261D5}"/>
              </a:ext>
            </a:extLst>
          </p:cNvPr>
          <p:cNvSpPr/>
          <p:nvPr/>
        </p:nvSpPr>
        <p:spPr>
          <a:xfrm>
            <a:off x="548640" y="2217420"/>
            <a:ext cx="11094720" cy="13716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30" name="Anchor 1">
            <a:extLst>
              <a:ext uri="{FF2B5EF4-FFF2-40B4-BE49-F238E27FC236}">
                <a16:creationId xmlns:a16="http://schemas.microsoft.com/office/drawing/2014/main" id="{8845507E-9955-417D-07FF-1CBCDEC0F6AA}"/>
              </a:ext>
            </a:extLst>
          </p:cNvPr>
          <p:cNvSpPr/>
          <p:nvPr/>
        </p:nvSpPr>
        <p:spPr>
          <a:xfrm>
            <a:off x="5486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30 Nov 2026</a:t>
            </a:r>
          </a:p>
          <a:p>
            <a:pPr algn="ctr">
              <a:buNone/>
            </a:pPr>
            <a:r>
              <a:rPr lang="en-US" sz="1400">
                <a:solidFill>
                  <a:srgbClr val="173F35"/>
                </a:solidFill>
                <a:effectLst/>
                <a:latin typeface="Arial" panose="020B0604020202020204" pitchFamily="34" charset="0"/>
              </a:rPr>
              <a:t>Awaab's Law phase 2</a:t>
            </a:r>
            <a:endParaRPr lang="en-US"/>
          </a:p>
        </p:txBody>
      </p:sp>
      <p:sp>
        <p:nvSpPr>
          <p:cNvPr id="31237" name="Anchor 1 marker">
            <a:extLst>
              <a:ext uri="{FF2B5EF4-FFF2-40B4-BE49-F238E27FC236}">
                <a16:creationId xmlns:a16="http://schemas.microsoft.com/office/drawing/2014/main" id="{DAF5B657-919A-69CF-22E8-8DCF7E357D6B}"/>
              </a:ext>
            </a:extLst>
          </p:cNvPr>
          <p:cNvSpPr/>
          <p:nvPr/>
        </p:nvSpPr>
        <p:spPr>
          <a:xfrm>
            <a:off x="22225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45" name="Anchor 2">
            <a:extLst>
              <a:ext uri="{FF2B5EF4-FFF2-40B4-BE49-F238E27FC236}">
                <a16:creationId xmlns:a16="http://schemas.microsoft.com/office/drawing/2014/main" id="{105E63EA-A319-21B3-CC70-128FA441278F}"/>
              </a:ext>
            </a:extLst>
          </p:cNvPr>
          <p:cNvSpPr/>
          <p:nvPr/>
        </p:nvSpPr>
        <p:spPr>
          <a:xfrm>
            <a:off x="43078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31 Mar 2028</a:t>
            </a:r>
          </a:p>
          <a:p>
            <a:pPr algn="ctr">
              <a:buNone/>
            </a:pPr>
            <a:r>
              <a:rPr lang="en-US" sz="1400">
                <a:solidFill>
                  <a:srgbClr val="173F35"/>
                </a:solidFill>
                <a:effectLst/>
                <a:latin typeface="Arial" panose="020B0604020202020204" pitchFamily="34" charset="0"/>
              </a:rPr>
              <a:t>wave 3 spend deadline</a:t>
            </a:r>
            <a:endParaRPr lang="en-US"/>
          </a:p>
        </p:txBody>
      </p:sp>
      <p:sp>
        <p:nvSpPr>
          <p:cNvPr id="31254" name="Anchor 2 marker">
            <a:extLst>
              <a:ext uri="{FF2B5EF4-FFF2-40B4-BE49-F238E27FC236}">
                <a16:creationId xmlns:a16="http://schemas.microsoft.com/office/drawing/2014/main" id="{962BD874-8EAC-FCC0-A0B0-A57C7BCDFA0D}"/>
              </a:ext>
            </a:extLst>
          </p:cNvPr>
          <p:cNvSpPr/>
          <p:nvPr/>
        </p:nvSpPr>
        <p:spPr>
          <a:xfrm>
            <a:off x="59817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64" name="Anchor 3">
            <a:extLst>
              <a:ext uri="{FF2B5EF4-FFF2-40B4-BE49-F238E27FC236}">
                <a16:creationId xmlns:a16="http://schemas.microsoft.com/office/drawing/2014/main" id="{F0D07E73-9F6E-BD56-F2B0-8F1EA26933EA}"/>
              </a:ext>
            </a:extLst>
          </p:cNvPr>
          <p:cNvSpPr/>
          <p:nvPr/>
        </p:nvSpPr>
        <p:spPr>
          <a:xfrm>
            <a:off x="80670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 Apr 2030</a:t>
            </a:r>
          </a:p>
          <a:p>
            <a:pPr algn="ctr">
              <a:buNone/>
            </a:pPr>
            <a:r>
              <a:rPr lang="en-US" sz="1400">
                <a:solidFill>
                  <a:srgbClr val="173F35"/>
                </a:solidFill>
                <a:effectLst/>
                <a:latin typeface="Arial" panose="020B0604020202020204" pitchFamily="34" charset="0"/>
              </a:rPr>
              <a:t>EPC C deadline</a:t>
            </a:r>
            <a:endParaRPr lang="en-US"/>
          </a:p>
        </p:txBody>
      </p:sp>
      <p:sp>
        <p:nvSpPr>
          <p:cNvPr id="31275" name="Anchor 3 marker">
            <a:extLst>
              <a:ext uri="{FF2B5EF4-FFF2-40B4-BE49-F238E27FC236}">
                <a16:creationId xmlns:a16="http://schemas.microsoft.com/office/drawing/2014/main" id="{6247A3C3-F628-31FC-6F0B-E2AE93A5CC2F}"/>
              </a:ext>
            </a:extLst>
          </p:cNvPr>
          <p:cNvSpPr/>
          <p:nvPr/>
        </p:nvSpPr>
        <p:spPr>
          <a:xfrm>
            <a:off x="97409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87" name="Stage 1 chevron">
            <a:extLst>
              <a:ext uri="{FF2B5EF4-FFF2-40B4-BE49-F238E27FC236}">
                <a16:creationId xmlns:a16="http://schemas.microsoft.com/office/drawing/2014/main" id="{FDECBFFA-F85F-1C56-000C-016F4C910318}"/>
              </a:ext>
            </a:extLst>
          </p:cNvPr>
          <p:cNvSpPr/>
          <p:nvPr/>
        </p:nvSpPr>
        <p:spPr>
          <a:xfrm>
            <a:off x="548640" y="2560320"/>
            <a:ext cx="3576320" cy="868680"/>
          </a:xfrm>
          <a:prstGeom prst="homePlate">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00" name="Stage 1 disc">
            <a:extLst>
              <a:ext uri="{FF2B5EF4-FFF2-40B4-BE49-F238E27FC236}">
                <a16:creationId xmlns:a16="http://schemas.microsoft.com/office/drawing/2014/main" id="{6FF3325E-07A2-3353-8171-F38827FC80CF}"/>
              </a:ext>
            </a:extLst>
          </p:cNvPr>
          <p:cNvSpPr/>
          <p:nvPr/>
        </p:nvSpPr>
        <p:spPr>
          <a:xfrm>
            <a:off x="7315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14" name="Stage 1 name">
            <a:extLst>
              <a:ext uri="{FF2B5EF4-FFF2-40B4-BE49-F238E27FC236}">
                <a16:creationId xmlns:a16="http://schemas.microsoft.com/office/drawing/2014/main" id="{3AD168DF-DBC5-6543-B321-1E7051F40124}"/>
              </a:ext>
            </a:extLst>
          </p:cNvPr>
          <p:cNvSpPr/>
          <p:nvPr/>
        </p:nvSpPr>
        <p:spPr>
          <a:xfrm>
            <a:off x="13716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Phase 0</a:t>
            </a:r>
          </a:p>
          <a:p>
            <a:pPr algn="l">
              <a:buNone/>
            </a:pPr>
            <a:r>
              <a:rPr lang="en-US" sz="1600" b="1">
                <a:solidFill>
                  <a:srgbClr val="E9B14C"/>
                </a:solidFill>
                <a:effectLst/>
                <a:latin typeface="Arial" panose="020B0604020202020204" pitchFamily="34" charset="0"/>
              </a:rPr>
              <a:t>6-8 weeks</a:t>
            </a:r>
            <a:endParaRPr lang="en-US"/>
          </a:p>
        </p:txBody>
      </p:sp>
      <p:sp>
        <p:nvSpPr>
          <p:cNvPr id="31329" name="Stage 2 chevron">
            <a:extLst>
              <a:ext uri="{FF2B5EF4-FFF2-40B4-BE49-F238E27FC236}">
                <a16:creationId xmlns:a16="http://schemas.microsoft.com/office/drawing/2014/main" id="{82DE5151-14FC-5B86-A7F6-3C0F39016C8D}"/>
              </a:ext>
            </a:extLst>
          </p:cNvPr>
          <p:cNvSpPr/>
          <p:nvPr/>
        </p:nvSpPr>
        <p:spPr>
          <a:xfrm>
            <a:off x="4307840" y="2560320"/>
            <a:ext cx="3576320" cy="868680"/>
          </a:xfrm>
          <a:prstGeom prst="homePlate">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45" name="Stage 2 disc">
            <a:extLst>
              <a:ext uri="{FF2B5EF4-FFF2-40B4-BE49-F238E27FC236}">
                <a16:creationId xmlns:a16="http://schemas.microsoft.com/office/drawing/2014/main" id="{D0B73D4A-0DD3-1315-B867-84B1215BFBAD}"/>
              </a:ext>
            </a:extLst>
          </p:cNvPr>
          <p:cNvSpPr/>
          <p:nvPr/>
        </p:nvSpPr>
        <p:spPr>
          <a:xfrm>
            <a:off x="44907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62" name="Stage 2 name">
            <a:extLst>
              <a:ext uri="{FF2B5EF4-FFF2-40B4-BE49-F238E27FC236}">
                <a16:creationId xmlns:a16="http://schemas.microsoft.com/office/drawing/2014/main" id="{BF19A19C-EEFC-1D3E-F1CF-EA47CA5EACE1}"/>
              </a:ext>
            </a:extLst>
          </p:cNvPr>
          <p:cNvSpPr/>
          <p:nvPr/>
        </p:nvSpPr>
        <p:spPr>
          <a:xfrm>
            <a:off x="51308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Pilot</a:t>
            </a:r>
          </a:p>
          <a:p>
            <a:pPr algn="l">
              <a:buNone/>
            </a:pPr>
            <a:r>
              <a:rPr lang="en-US" sz="1600" b="1">
                <a:solidFill>
                  <a:srgbClr val="E9B14C"/>
                </a:solidFill>
                <a:effectLst/>
                <a:latin typeface="Arial" panose="020B0604020202020204" pitchFamily="34" charset="0"/>
              </a:rPr>
              <a:t>6-9 months</a:t>
            </a:r>
            <a:endParaRPr lang="en-US"/>
          </a:p>
        </p:txBody>
      </p:sp>
      <p:sp>
        <p:nvSpPr>
          <p:cNvPr id="31380" name="Stage 3 chevron">
            <a:extLst>
              <a:ext uri="{FF2B5EF4-FFF2-40B4-BE49-F238E27FC236}">
                <a16:creationId xmlns:a16="http://schemas.microsoft.com/office/drawing/2014/main" id="{8F0390B8-2AF1-141E-17A8-0D5C57ED8086}"/>
              </a:ext>
            </a:extLst>
          </p:cNvPr>
          <p:cNvSpPr/>
          <p:nvPr/>
        </p:nvSpPr>
        <p:spPr>
          <a:xfrm>
            <a:off x="8067040" y="2560320"/>
            <a:ext cx="3576320" cy="868680"/>
          </a:xfrm>
          <a:prstGeom prst="homePlate">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99" name="Stage 3 disc">
            <a:extLst>
              <a:ext uri="{FF2B5EF4-FFF2-40B4-BE49-F238E27FC236}">
                <a16:creationId xmlns:a16="http://schemas.microsoft.com/office/drawing/2014/main" id="{885986AC-BB3D-8DD4-E534-3F5D431583E7}"/>
              </a:ext>
            </a:extLst>
          </p:cNvPr>
          <p:cNvSpPr/>
          <p:nvPr/>
        </p:nvSpPr>
        <p:spPr>
          <a:xfrm>
            <a:off x="82499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19" name="Stage 3 name">
            <a:extLst>
              <a:ext uri="{FF2B5EF4-FFF2-40B4-BE49-F238E27FC236}">
                <a16:creationId xmlns:a16="http://schemas.microsoft.com/office/drawing/2014/main" id="{F3B43219-BDA7-BC4B-5C3C-C15C5C686229}"/>
              </a:ext>
            </a:extLst>
          </p:cNvPr>
          <p:cNvSpPr/>
          <p:nvPr/>
        </p:nvSpPr>
        <p:spPr>
          <a:xfrm>
            <a:off x="88900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Scale</a:t>
            </a:r>
          </a:p>
          <a:p>
            <a:pPr algn="l">
              <a:buNone/>
            </a:pPr>
            <a:r>
              <a:rPr lang="en-US" sz="1600" b="1">
                <a:solidFill>
                  <a:srgbClr val="E9B14C"/>
                </a:solidFill>
                <a:effectLst/>
                <a:latin typeface="Arial" panose="020B0604020202020204" pitchFamily="34" charset="0"/>
              </a:rPr>
              <a:t>to April 2030</a:t>
            </a:r>
            <a:endParaRPr lang="en-US"/>
          </a:p>
        </p:txBody>
      </p:sp>
      <p:sp>
        <p:nvSpPr>
          <p:cNvPr id="31440" name="Stage 1 card">
            <a:extLst>
              <a:ext uri="{FF2B5EF4-FFF2-40B4-BE49-F238E27FC236}">
                <a16:creationId xmlns:a16="http://schemas.microsoft.com/office/drawing/2014/main" id="{B5F2CB72-3C65-7F23-4A0A-A94BAB4688B4}"/>
              </a:ext>
            </a:extLst>
          </p:cNvPr>
          <p:cNvSpPr/>
          <p:nvPr/>
        </p:nvSpPr>
        <p:spPr>
          <a:xfrm>
            <a:off x="5486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62" name="Stage 2 card">
            <a:extLst>
              <a:ext uri="{FF2B5EF4-FFF2-40B4-BE49-F238E27FC236}">
                <a16:creationId xmlns:a16="http://schemas.microsoft.com/office/drawing/2014/main" id="{F14D8FFB-A816-7F37-F8A4-4DDB9DBA6845}"/>
              </a:ext>
            </a:extLst>
          </p:cNvPr>
          <p:cNvSpPr/>
          <p:nvPr/>
        </p:nvSpPr>
        <p:spPr>
          <a:xfrm>
            <a:off x="43078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85" name="Stage 3 card">
            <a:extLst>
              <a:ext uri="{FF2B5EF4-FFF2-40B4-BE49-F238E27FC236}">
                <a16:creationId xmlns:a16="http://schemas.microsoft.com/office/drawing/2014/main" id="{12782043-D21F-7A44-D478-6479AAEC8B60}"/>
              </a:ext>
            </a:extLst>
          </p:cNvPr>
          <p:cNvSpPr/>
          <p:nvPr/>
        </p:nvSpPr>
        <p:spPr>
          <a:xfrm>
            <a:off x="80670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509" name="Stage 1 statement">
            <a:extLst>
              <a:ext uri="{FF2B5EF4-FFF2-40B4-BE49-F238E27FC236}">
                <a16:creationId xmlns:a16="http://schemas.microsoft.com/office/drawing/2014/main" id="{03B663E1-9076-56EE-7591-56B909DBA7C1}"/>
              </a:ext>
            </a:extLst>
          </p:cNvPr>
          <p:cNvSpPr/>
          <p:nvPr/>
        </p:nvSpPr>
        <p:spPr>
          <a:xfrm>
            <a:off x="594360" y="4160520"/>
            <a:ext cx="348488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Validate one connected journey against a paired comparator</a:t>
            </a:r>
          </a:p>
          <a:p>
            <a:pPr algn="l">
              <a:buNone/>
            </a:pPr>
            <a:r>
              <a:rPr lang="en-US" sz="100">
                <a:effectLst/>
              </a:rPr>
              <a:t> </a:t>
            </a:r>
            <a:endParaRPr lang="en-US"/>
          </a:p>
        </p:txBody>
      </p:sp>
      <p:sp>
        <p:nvSpPr>
          <p:cNvPr id="31534" name="Pilot targets label">
            <a:extLst>
              <a:ext uri="{FF2B5EF4-FFF2-40B4-BE49-F238E27FC236}">
                <a16:creationId xmlns:a16="http://schemas.microsoft.com/office/drawing/2014/main" id="{1DB54D99-0B6E-731B-53EB-54ED79AF8538}"/>
              </a:ext>
            </a:extLst>
          </p:cNvPr>
          <p:cNvSpPr/>
          <p:nvPr/>
        </p:nvSpPr>
        <p:spPr>
          <a:xfrm>
            <a:off x="4353560" y="3728048"/>
            <a:ext cx="34848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7A4B00"/>
                </a:solidFill>
                <a:effectLst/>
                <a:latin typeface="Arial" panose="020B0604020202020204" pitchFamily="34" charset="0"/>
              </a:rPr>
              <a:t>TARGETS</a:t>
            </a:r>
          </a:p>
          <a:p>
            <a:pPr algn="l">
              <a:buNone/>
            </a:pPr>
            <a:r>
              <a:rPr lang="en-US" sz="100">
                <a:effectLst/>
              </a:rPr>
              <a:t> </a:t>
            </a:r>
            <a:endParaRPr lang="en-US"/>
          </a:p>
        </p:txBody>
      </p:sp>
      <p:sp>
        <p:nvSpPr>
          <p:cNvPr id="31560" name="Target chip 1">
            <a:extLst>
              <a:ext uri="{FF2B5EF4-FFF2-40B4-BE49-F238E27FC236}">
                <a16:creationId xmlns:a16="http://schemas.microsoft.com/office/drawing/2014/main" id="{5ED55DBC-D245-EA3E-F1E5-4F48B878E80C}"/>
              </a:ext>
            </a:extLst>
          </p:cNvPr>
          <p:cNvSpPr/>
          <p:nvPr/>
        </p:nvSpPr>
        <p:spPr>
          <a:xfrm>
            <a:off x="4445000" y="4178808"/>
            <a:ext cx="2350008"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50+ accepted handovers</a:t>
            </a:r>
          </a:p>
          <a:p>
            <a:pPr algn="ctr">
              <a:buNone/>
            </a:pPr>
            <a:r>
              <a:rPr lang="en-US" sz="100">
                <a:effectLst/>
              </a:rPr>
              <a:t> </a:t>
            </a:r>
            <a:endParaRPr lang="en-US"/>
          </a:p>
        </p:txBody>
      </p:sp>
      <p:sp>
        <p:nvSpPr>
          <p:cNvPr id="31587" name="Target chip 2">
            <a:extLst>
              <a:ext uri="{FF2B5EF4-FFF2-40B4-BE49-F238E27FC236}">
                <a16:creationId xmlns:a16="http://schemas.microsoft.com/office/drawing/2014/main" id="{D939D286-C86F-E9D6-90CF-94EF34BE7DFA}"/>
              </a:ext>
            </a:extLst>
          </p:cNvPr>
          <p:cNvSpPr/>
          <p:nvPr/>
        </p:nvSpPr>
        <p:spPr>
          <a:xfrm>
            <a:off x="4445000" y="4663440"/>
            <a:ext cx="1645920"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−20% cycle time</a:t>
            </a:r>
          </a:p>
          <a:p>
            <a:pPr algn="ctr">
              <a:buNone/>
            </a:pPr>
            <a:r>
              <a:rPr lang="en-US" sz="100">
                <a:effectLst/>
              </a:rPr>
              <a:t> </a:t>
            </a:r>
            <a:endParaRPr lang="en-US"/>
          </a:p>
        </p:txBody>
      </p:sp>
      <p:sp>
        <p:nvSpPr>
          <p:cNvPr id="31615" name="Target chip 3">
            <a:extLst>
              <a:ext uri="{FF2B5EF4-FFF2-40B4-BE49-F238E27FC236}">
                <a16:creationId xmlns:a16="http://schemas.microsoft.com/office/drawing/2014/main" id="{CBF7D218-9FE1-A988-B88A-DA632E755946}"/>
              </a:ext>
            </a:extLst>
          </p:cNvPr>
          <p:cNvSpPr/>
          <p:nvPr/>
        </p:nvSpPr>
        <p:spPr>
          <a:xfrm>
            <a:off x="4445000" y="5148072"/>
            <a:ext cx="3255264"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−25% coordination hours per home</a:t>
            </a:r>
          </a:p>
          <a:p>
            <a:pPr algn="ctr">
              <a:buNone/>
            </a:pPr>
            <a:r>
              <a:rPr lang="en-US" sz="100">
                <a:effectLst/>
              </a:rPr>
              <a:t> </a:t>
            </a:r>
            <a:endParaRPr lang="en-US"/>
          </a:p>
        </p:txBody>
      </p:sp>
      <p:sp>
        <p:nvSpPr>
          <p:cNvPr id="31644" name="Scale figure">
            <a:extLst>
              <a:ext uri="{FF2B5EF4-FFF2-40B4-BE49-F238E27FC236}">
                <a16:creationId xmlns:a16="http://schemas.microsoft.com/office/drawing/2014/main" id="{373651CE-1AEF-A1AE-6A99-921A24256C9B}"/>
              </a:ext>
            </a:extLst>
          </p:cNvPr>
          <p:cNvSpPr/>
          <p:nvPr/>
        </p:nvSpPr>
        <p:spPr>
          <a:xfrm>
            <a:off x="8112760" y="3870960"/>
            <a:ext cx="3484880" cy="1584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88</a:t>
            </a:r>
          </a:p>
          <a:p>
            <a:pPr algn="l">
              <a:buNone/>
            </a:pPr>
            <a:r>
              <a:rPr lang="en-US" sz="2000" b="1">
                <a:solidFill>
                  <a:srgbClr val="173F35"/>
                </a:solidFill>
                <a:effectLst/>
                <a:latin typeface="Arial" panose="020B0604020202020204" pitchFamily="34" charset="0"/>
              </a:rPr>
              <a:t>homes a week</a:t>
            </a:r>
          </a:p>
          <a:p>
            <a:pPr algn="l">
              <a:buNone/>
            </a:pPr>
            <a:r>
              <a:rPr lang="en-US" sz="1800">
                <a:solidFill>
                  <a:srgbClr val="173F35"/>
                </a:solidFill>
                <a:effectLst/>
                <a:latin typeface="Arial" panose="020B0604020202020204" pitchFamily="34" charset="0"/>
              </a:rPr>
              <a:t>to reach 15,600 by 1 April 2030</a:t>
            </a:r>
            <a:endParaRPr lang="en-US"/>
          </a:p>
        </p:txBody>
      </p:sp>
      <p:pic>
        <p:nvPicPr>
          <p:cNvPr id="31645" name="Stage 1 icon" descr="Approval gate icon">
            <a:extLst>
              <a:ext uri="{FF2B5EF4-FFF2-40B4-BE49-F238E27FC236}">
                <a16:creationId xmlns:a16="http://schemas.microsoft.com/office/drawing/2014/main" id="{7786BE05-F1C9-960D-EC4E-A42A14CB356E}"/>
              </a:ext>
            </a:extLst>
          </p:cNvPr>
          <p:cNvPicPr>
            <a:picLocks noChangeAspect="1"/>
          </p:cNvPicPr>
          <p:nvPr/>
        </p:nvPicPr>
        <p:blipFill>
          <a:blip r:embed="rId3"/>
          <a:stretch>
            <a:fillRect/>
          </a:stretch>
        </p:blipFill>
        <p:spPr>
          <a:xfrm>
            <a:off x="827532" y="2793492"/>
            <a:ext cx="402336" cy="402336"/>
          </a:xfrm>
          <a:prstGeom prst="rect">
            <a:avLst/>
          </a:prstGeom>
        </p:spPr>
      </p:pic>
      <p:pic>
        <p:nvPicPr>
          <p:cNvPr id="31646" name="Stage 2 icon" descr="Forecast icon">
            <a:extLst>
              <a:ext uri="{FF2B5EF4-FFF2-40B4-BE49-F238E27FC236}">
                <a16:creationId xmlns:a16="http://schemas.microsoft.com/office/drawing/2014/main" id="{08024BF6-1D5B-9692-B4F1-6706FD58C2AE}"/>
              </a:ext>
            </a:extLst>
          </p:cNvPr>
          <p:cNvPicPr>
            <a:picLocks noChangeAspect="1"/>
          </p:cNvPicPr>
          <p:nvPr/>
        </p:nvPicPr>
        <p:blipFill>
          <a:blip r:embed="rId4"/>
          <a:stretch>
            <a:fillRect/>
          </a:stretch>
        </p:blipFill>
        <p:spPr>
          <a:xfrm>
            <a:off x="4586732" y="2793492"/>
            <a:ext cx="402336" cy="402336"/>
          </a:xfrm>
          <a:prstGeom prst="rect">
            <a:avLst/>
          </a:prstGeom>
        </p:spPr>
      </p:pic>
      <p:pic>
        <p:nvPicPr>
          <p:cNvPr id="31647" name="Stage 3 icon" descr="House icon">
            <a:extLst>
              <a:ext uri="{FF2B5EF4-FFF2-40B4-BE49-F238E27FC236}">
                <a16:creationId xmlns:a16="http://schemas.microsoft.com/office/drawing/2014/main" id="{888F2E7D-FAA5-B53E-F16D-0ED763C260BE}"/>
              </a:ext>
            </a:extLst>
          </p:cNvPr>
          <p:cNvPicPr>
            <a:picLocks noChangeAspect="1"/>
          </p:cNvPicPr>
          <p:nvPr/>
        </p:nvPicPr>
        <p:blipFill>
          <a:blip r:embed="rId5"/>
          <a:stretch>
            <a:fillRect/>
          </a:stretch>
        </p:blipFill>
        <p:spPr>
          <a:xfrm>
            <a:off x="8345932" y="2793492"/>
            <a:ext cx="402336" cy="402336"/>
          </a:xfrm>
          <a:prstGeom prst="rect">
            <a:avLst/>
          </a:prstGeom>
        </p:spPr>
      </p:pic>
    </p:spTree>
    <p:extLst>
      <p:ext uri="{BB962C8B-B14F-4D97-AF65-F5344CB8AC3E}">
        <p14:creationId xmlns:p14="http://schemas.microsoft.com/office/powerpoint/2010/main" val="4271561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648" name="Eyebrow">
            <a:extLst>
              <a:ext uri="{FF2B5EF4-FFF2-40B4-BE49-F238E27FC236}">
                <a16:creationId xmlns:a16="http://schemas.microsoft.com/office/drawing/2014/main" id="{35470C55-FF6B-BDA0-2121-A5D6AE5E10F1}"/>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650" name="Slide title">
            <a:extLst>
              <a:ext uri="{FF2B5EF4-FFF2-40B4-BE49-F238E27FC236}">
                <a16:creationId xmlns:a16="http://schemas.microsoft.com/office/drawing/2014/main" id="{EDB5C946-0BE1-852A-50CB-A6C361339995}"/>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Decision today: fund the validation gate.</a:t>
            </a:r>
          </a:p>
          <a:p>
            <a:pPr algn="l">
              <a:buNone/>
            </a:pPr>
            <a:r>
              <a:rPr lang="en-US" sz="100">
                <a:effectLst/>
              </a:rPr>
              <a:t> </a:t>
            </a:r>
            <a:endParaRPr lang="en-US"/>
          </a:p>
        </p:txBody>
      </p:sp>
      <p:sp>
        <p:nvSpPr>
          <p:cNvPr id="31653" name="Footer sources">
            <a:extLst>
              <a:ext uri="{FF2B5EF4-FFF2-40B4-BE49-F238E27FC236}">
                <a16:creationId xmlns:a16="http://schemas.microsoft.com/office/drawing/2014/main" id="{97F4C656-4982-BC83-3710-E33CA2EB082E}"/>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decision design (E02, E10, E11, E13)</a:t>
            </a:r>
          </a:p>
          <a:p>
            <a:pPr algn="l">
              <a:buNone/>
            </a:pPr>
            <a:r>
              <a:rPr lang="en-US" sz="100">
                <a:effectLst/>
              </a:rPr>
              <a:t> </a:t>
            </a:r>
            <a:endParaRPr lang="en-US"/>
          </a:p>
        </p:txBody>
      </p:sp>
      <p:sp>
        <p:nvSpPr>
          <p:cNvPr id="31657" name="Footer navigation">
            <a:extLst>
              <a:ext uri="{FF2B5EF4-FFF2-40B4-BE49-F238E27FC236}">
                <a16:creationId xmlns:a16="http://schemas.microsoft.com/office/drawing/2014/main" id="{BA07A0FD-F26D-F300-4A9A-365FFCD5D1E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S21 · Answers: B15</a:t>
            </a:r>
          </a:p>
          <a:p>
            <a:pPr algn="r">
              <a:buNone/>
            </a:pPr>
            <a:r>
              <a:rPr lang="en-US" sz="100">
                <a:effectLst/>
              </a:rPr>
              <a:t> </a:t>
            </a:r>
            <a:endParaRPr lang="en-US"/>
          </a:p>
        </p:txBody>
      </p:sp>
      <p:sp>
        <p:nvSpPr>
          <p:cNvPr id="31662" name="Decision card">
            <a:extLst>
              <a:ext uri="{FF2B5EF4-FFF2-40B4-BE49-F238E27FC236}">
                <a16:creationId xmlns:a16="http://schemas.microsoft.com/office/drawing/2014/main" id="{F72CE615-B1AE-D4A1-0A39-9CF859A96311}"/>
              </a:ext>
            </a:extLst>
          </p:cNvPr>
          <p:cNvSpPr/>
          <p:nvPr/>
        </p:nvSpPr>
        <p:spPr>
          <a:xfrm>
            <a:off x="548640" y="1554480"/>
            <a:ext cx="11094720" cy="4160520"/>
          </a:xfrm>
          <a:prstGeom prst="rect">
            <a:avLst/>
          </a:prstGeom>
          <a:solidFill>
            <a:srgbClr val="FAF9F6"/>
          </a:solidFill>
          <a:ln w="19050">
            <a:solidFill>
              <a:srgbClr val="173F35"/>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68" name="Decision header">
            <a:extLst>
              <a:ext uri="{FF2B5EF4-FFF2-40B4-BE49-F238E27FC236}">
                <a16:creationId xmlns:a16="http://schemas.microsoft.com/office/drawing/2014/main" id="{E8A5AFD9-7859-78FA-BCE8-1A166B20E2B9}"/>
              </a:ext>
            </a:extLst>
          </p:cNvPr>
          <p:cNvSpPr/>
          <p:nvPr/>
        </p:nvSpPr>
        <p:spPr>
          <a:xfrm>
            <a:off x="548640" y="1554480"/>
            <a:ext cx="11094720" cy="777240"/>
          </a:xfrm>
          <a:prstGeom prst="rect">
            <a:avLst/>
          </a:prstGeom>
          <a:solidFill>
            <a:srgbClr val="173F35"/>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75" name="Decision disc">
            <a:extLst>
              <a:ext uri="{FF2B5EF4-FFF2-40B4-BE49-F238E27FC236}">
                <a16:creationId xmlns:a16="http://schemas.microsoft.com/office/drawing/2014/main" id="{CF371DD9-BA88-9AE1-E669-0D097B3AA405}"/>
              </a:ext>
            </a:extLst>
          </p:cNvPr>
          <p:cNvSpPr/>
          <p:nvPr/>
        </p:nvSpPr>
        <p:spPr>
          <a:xfrm>
            <a:off x="868680" y="164592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83" name="Decision word">
            <a:extLst>
              <a:ext uri="{FF2B5EF4-FFF2-40B4-BE49-F238E27FC236}">
                <a16:creationId xmlns:a16="http://schemas.microsoft.com/office/drawing/2014/main" id="{AB60CB17-E0F9-F49A-7CE7-199C83C33919}"/>
              </a:ext>
            </a:extLst>
          </p:cNvPr>
          <p:cNvSpPr/>
          <p:nvPr/>
        </p:nvSpPr>
        <p:spPr>
          <a:xfrm>
            <a:off x="1554480" y="1659980"/>
            <a:ext cx="32004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spc="300">
                <a:solidFill>
                  <a:srgbClr val="FAF9F6"/>
                </a:solidFill>
                <a:effectLst/>
                <a:latin typeface="Arial" panose="020B0604020202020204" pitchFamily="34" charset="0"/>
              </a:rPr>
              <a:t>DECISION</a:t>
            </a:r>
          </a:p>
          <a:p>
            <a:pPr algn="l">
              <a:buNone/>
            </a:pPr>
            <a:r>
              <a:rPr lang="en-US" sz="100">
                <a:effectLst/>
              </a:rPr>
              <a:t> </a:t>
            </a:r>
            <a:endParaRPr lang="en-US"/>
          </a:p>
        </p:txBody>
      </p:sp>
      <p:sp>
        <p:nvSpPr>
          <p:cNvPr id="31692" name="Next gate pill">
            <a:extLst>
              <a:ext uri="{FF2B5EF4-FFF2-40B4-BE49-F238E27FC236}">
                <a16:creationId xmlns:a16="http://schemas.microsoft.com/office/drawing/2014/main" id="{AC9B9FF3-71B9-E832-29A2-883D3CAFDDC5}"/>
              </a:ext>
            </a:extLst>
          </p:cNvPr>
          <p:cNvSpPr/>
          <p:nvPr/>
        </p:nvSpPr>
        <p:spPr>
          <a:xfrm>
            <a:off x="9887712" y="1783080"/>
            <a:ext cx="143560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p>
          <a:p>
            <a:pPr algn="ctr">
              <a:buNone/>
            </a:pPr>
            <a:r>
              <a:rPr lang="en-US" sz="100">
                <a:effectLst/>
              </a:rPr>
              <a:t> </a:t>
            </a:r>
            <a:endParaRPr lang="en-US"/>
          </a:p>
        </p:txBody>
      </p:sp>
      <p:sp>
        <p:nvSpPr>
          <p:cNvPr id="31702" name="Row 1 label">
            <a:extLst>
              <a:ext uri="{FF2B5EF4-FFF2-40B4-BE49-F238E27FC236}">
                <a16:creationId xmlns:a16="http://schemas.microsoft.com/office/drawing/2014/main" id="{8D73C9CF-9810-43C5-4D5D-9D8E4C71B111}"/>
              </a:ext>
            </a:extLst>
          </p:cNvPr>
          <p:cNvSpPr/>
          <p:nvPr/>
        </p:nvSpPr>
        <p:spPr>
          <a:xfrm>
            <a:off x="777240" y="2458556"/>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SCOPE</a:t>
            </a:r>
          </a:p>
          <a:p>
            <a:pPr algn="l">
              <a:buNone/>
            </a:pPr>
            <a:r>
              <a:rPr lang="en-US" sz="100">
                <a:effectLst/>
              </a:rPr>
              <a:t> </a:t>
            </a:r>
            <a:endParaRPr lang="en-US"/>
          </a:p>
        </p:txBody>
      </p:sp>
      <p:sp>
        <p:nvSpPr>
          <p:cNvPr id="31713" name="Row 1 value">
            <a:extLst>
              <a:ext uri="{FF2B5EF4-FFF2-40B4-BE49-F238E27FC236}">
                <a16:creationId xmlns:a16="http://schemas.microsoft.com/office/drawing/2014/main" id="{8E9690B5-38ED-B32C-52EF-808588F645B2}"/>
              </a:ext>
            </a:extLst>
          </p:cNvPr>
          <p:cNvSpPr/>
          <p:nvPr/>
        </p:nvSpPr>
        <p:spPr>
          <a:xfrm>
            <a:off x="3063240" y="2397596"/>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Fund Phase 0: one connected journey and a paired comparator</a:t>
            </a:r>
          </a:p>
          <a:p>
            <a:pPr algn="l">
              <a:buNone/>
            </a:pPr>
            <a:r>
              <a:rPr lang="en-US" sz="100">
                <a:effectLst/>
              </a:rPr>
              <a:t> </a:t>
            </a:r>
            <a:endParaRPr lang="en-US"/>
          </a:p>
        </p:txBody>
      </p:sp>
      <p:sp>
        <p:nvSpPr>
          <p:cNvPr id="31725" name="Row rule 1">
            <a:extLst>
              <a:ext uri="{FF2B5EF4-FFF2-40B4-BE49-F238E27FC236}">
                <a16:creationId xmlns:a16="http://schemas.microsoft.com/office/drawing/2014/main" id="{AFA1E26B-FFD8-8C7A-B74C-BBD1D2318716}"/>
              </a:ext>
            </a:extLst>
          </p:cNvPr>
          <p:cNvSpPr/>
          <p:nvPr/>
        </p:nvSpPr>
        <p:spPr>
          <a:xfrm>
            <a:off x="868680" y="2983992"/>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38" name="Row 2 label">
            <a:extLst>
              <a:ext uri="{FF2B5EF4-FFF2-40B4-BE49-F238E27FC236}">
                <a16:creationId xmlns:a16="http://schemas.microsoft.com/office/drawing/2014/main" id="{14437BA6-5C1C-74C4-A66D-AF95080265A1}"/>
              </a:ext>
            </a:extLst>
          </p:cNvPr>
          <p:cNvSpPr/>
          <p:nvPr/>
        </p:nvSpPr>
        <p:spPr>
          <a:xfrm>
            <a:off x="777240" y="3065108"/>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OWNERS</a:t>
            </a:r>
          </a:p>
          <a:p>
            <a:pPr algn="l">
              <a:buNone/>
            </a:pPr>
            <a:r>
              <a:rPr lang="en-US" sz="100">
                <a:effectLst/>
              </a:rPr>
              <a:t> </a:t>
            </a:r>
            <a:endParaRPr lang="en-US"/>
          </a:p>
        </p:txBody>
      </p:sp>
      <p:sp>
        <p:nvSpPr>
          <p:cNvPr id="31752" name="Row 2 value">
            <a:extLst>
              <a:ext uri="{FF2B5EF4-FFF2-40B4-BE49-F238E27FC236}">
                <a16:creationId xmlns:a16="http://schemas.microsoft.com/office/drawing/2014/main" id="{0ECAA700-1BEB-491B-CF51-67F5AB22A225}"/>
              </a:ext>
            </a:extLst>
          </p:cNvPr>
          <p:cNvSpPr/>
          <p:nvPr/>
        </p:nvSpPr>
        <p:spPr>
          <a:xfrm>
            <a:off x="3063240" y="3004148"/>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Programme, Finance, technical and control reviewers</a:t>
            </a:r>
          </a:p>
          <a:p>
            <a:pPr algn="l">
              <a:buNone/>
            </a:pPr>
            <a:r>
              <a:rPr lang="en-US" sz="100">
                <a:effectLst/>
              </a:rPr>
              <a:t> </a:t>
            </a:r>
            <a:endParaRPr lang="en-US"/>
          </a:p>
        </p:txBody>
      </p:sp>
      <p:sp>
        <p:nvSpPr>
          <p:cNvPr id="31767" name="Row rule 2">
            <a:extLst>
              <a:ext uri="{FF2B5EF4-FFF2-40B4-BE49-F238E27FC236}">
                <a16:creationId xmlns:a16="http://schemas.microsoft.com/office/drawing/2014/main" id="{208594AA-1C3A-F1AB-9BA7-9EE62BA271DF}"/>
              </a:ext>
            </a:extLst>
          </p:cNvPr>
          <p:cNvSpPr/>
          <p:nvPr/>
        </p:nvSpPr>
        <p:spPr>
          <a:xfrm>
            <a:off x="868680" y="3590544"/>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83" name="Row 3 label">
            <a:extLst>
              <a:ext uri="{FF2B5EF4-FFF2-40B4-BE49-F238E27FC236}">
                <a16:creationId xmlns:a16="http://schemas.microsoft.com/office/drawing/2014/main" id="{D53DDEE7-B41C-4123-B037-40A15EB865CB}"/>
              </a:ext>
            </a:extLst>
          </p:cNvPr>
          <p:cNvSpPr/>
          <p:nvPr/>
        </p:nvSpPr>
        <p:spPr>
          <a:xfrm>
            <a:off x="777240" y="3671660"/>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SUCCESS MEASURES</a:t>
            </a:r>
          </a:p>
          <a:p>
            <a:pPr algn="l">
              <a:buNone/>
            </a:pPr>
            <a:r>
              <a:rPr lang="en-US" sz="100">
                <a:effectLst/>
              </a:rPr>
              <a:t> </a:t>
            </a:r>
            <a:endParaRPr lang="en-US"/>
          </a:p>
        </p:txBody>
      </p:sp>
      <p:sp>
        <p:nvSpPr>
          <p:cNvPr id="31800" name="Row 3 value">
            <a:extLst>
              <a:ext uri="{FF2B5EF4-FFF2-40B4-BE49-F238E27FC236}">
                <a16:creationId xmlns:a16="http://schemas.microsoft.com/office/drawing/2014/main" id="{5D96526C-747B-E849-686E-F44273921CD6}"/>
              </a:ext>
            </a:extLst>
          </p:cNvPr>
          <p:cNvSpPr/>
          <p:nvPr/>
        </p:nvSpPr>
        <p:spPr>
          <a:xfrm>
            <a:off x="3063240" y="3695700"/>
            <a:ext cx="83515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Accepted handovers per week · preparation and review time · rework · cost per accepted outcome</a:t>
            </a:r>
          </a:p>
          <a:p>
            <a:pPr algn="l">
              <a:buNone/>
            </a:pPr>
            <a:r>
              <a:rPr lang="en-US" sz="100">
                <a:effectLst/>
              </a:rPr>
              <a:t> </a:t>
            </a:r>
            <a:endParaRPr lang="en-US"/>
          </a:p>
        </p:txBody>
      </p:sp>
      <p:sp>
        <p:nvSpPr>
          <p:cNvPr id="31818" name="Row rule 3">
            <a:extLst>
              <a:ext uri="{FF2B5EF4-FFF2-40B4-BE49-F238E27FC236}">
                <a16:creationId xmlns:a16="http://schemas.microsoft.com/office/drawing/2014/main" id="{10808E5A-8024-FB51-CEAA-EA1DBDEA361C}"/>
              </a:ext>
            </a:extLst>
          </p:cNvPr>
          <p:cNvSpPr/>
          <p:nvPr/>
        </p:nvSpPr>
        <p:spPr>
          <a:xfrm>
            <a:off x="868680" y="4501896"/>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837" name="Row 4 label">
            <a:extLst>
              <a:ext uri="{FF2B5EF4-FFF2-40B4-BE49-F238E27FC236}">
                <a16:creationId xmlns:a16="http://schemas.microsoft.com/office/drawing/2014/main" id="{6127ACC8-6A53-C8CF-8121-77632C131E1B}"/>
              </a:ext>
            </a:extLst>
          </p:cNvPr>
          <p:cNvSpPr/>
          <p:nvPr/>
        </p:nvSpPr>
        <p:spPr>
          <a:xfrm>
            <a:off x="777240" y="4583012"/>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COST BOUNDARY</a:t>
            </a:r>
          </a:p>
          <a:p>
            <a:pPr algn="l">
              <a:buNone/>
            </a:pPr>
            <a:r>
              <a:rPr lang="en-US" sz="100">
                <a:effectLst/>
              </a:rPr>
              <a:t> </a:t>
            </a:r>
            <a:endParaRPr lang="en-US"/>
          </a:p>
        </p:txBody>
      </p:sp>
      <p:sp>
        <p:nvSpPr>
          <p:cNvPr id="31857" name="Row 4 value">
            <a:extLst>
              <a:ext uri="{FF2B5EF4-FFF2-40B4-BE49-F238E27FC236}">
                <a16:creationId xmlns:a16="http://schemas.microsoft.com/office/drawing/2014/main" id="{1D59009F-C45D-88FC-9170-B1AD59A83EFD}"/>
              </a:ext>
            </a:extLst>
          </p:cNvPr>
          <p:cNvSpPr/>
          <p:nvPr/>
        </p:nvSpPr>
        <p:spPr>
          <a:xfrm>
            <a:off x="3063240" y="4522052"/>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A refreshed, finite budget agreed before spend</a:t>
            </a:r>
          </a:p>
          <a:p>
            <a:pPr algn="l">
              <a:buNone/>
            </a:pPr>
            <a:r>
              <a:rPr lang="en-US" sz="100">
                <a:effectLst/>
              </a:rPr>
              <a:t> </a:t>
            </a:r>
            <a:endParaRPr lang="en-US"/>
          </a:p>
        </p:txBody>
      </p:sp>
      <p:sp>
        <p:nvSpPr>
          <p:cNvPr id="31878" name="Row rule 4">
            <a:extLst>
              <a:ext uri="{FF2B5EF4-FFF2-40B4-BE49-F238E27FC236}">
                <a16:creationId xmlns:a16="http://schemas.microsoft.com/office/drawing/2014/main" id="{70B7D738-7DF0-EAA0-1EC6-F6F270542963}"/>
              </a:ext>
            </a:extLst>
          </p:cNvPr>
          <p:cNvSpPr/>
          <p:nvPr/>
        </p:nvSpPr>
        <p:spPr>
          <a:xfrm>
            <a:off x="868680" y="5108448"/>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00" name="Row 5 label">
            <a:extLst>
              <a:ext uri="{FF2B5EF4-FFF2-40B4-BE49-F238E27FC236}">
                <a16:creationId xmlns:a16="http://schemas.microsoft.com/office/drawing/2014/main" id="{2EBE94A7-78A0-8D88-CE90-A67C5E0EEB7B}"/>
              </a:ext>
            </a:extLst>
          </p:cNvPr>
          <p:cNvSpPr/>
          <p:nvPr/>
        </p:nvSpPr>
        <p:spPr>
          <a:xfrm>
            <a:off x="777240" y="5189564"/>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SCALE RULE</a:t>
            </a:r>
          </a:p>
          <a:p>
            <a:pPr algn="l">
              <a:buNone/>
            </a:pPr>
            <a:r>
              <a:rPr lang="en-US" sz="100">
                <a:effectLst/>
              </a:rPr>
              <a:t> </a:t>
            </a:r>
            <a:endParaRPr lang="en-US"/>
          </a:p>
        </p:txBody>
      </p:sp>
      <p:sp>
        <p:nvSpPr>
          <p:cNvPr id="31923" name="Row 5 value">
            <a:extLst>
              <a:ext uri="{FF2B5EF4-FFF2-40B4-BE49-F238E27FC236}">
                <a16:creationId xmlns:a16="http://schemas.microsoft.com/office/drawing/2014/main" id="{4EC9AE67-6FC1-7EE0-6CAB-93E7E9E77A09}"/>
              </a:ext>
            </a:extLst>
          </p:cNvPr>
          <p:cNvSpPr/>
          <p:nvPr/>
        </p:nvSpPr>
        <p:spPr>
          <a:xfrm>
            <a:off x="3063240" y="5128604"/>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Scale when quality, control and net value clear the bar</a:t>
            </a:r>
          </a:p>
          <a:p>
            <a:pPr algn="l">
              <a:buNone/>
            </a:pPr>
            <a:r>
              <a:rPr lang="en-US" sz="100">
                <a:effectLst/>
              </a:rPr>
              <a:t> </a:t>
            </a:r>
            <a:endParaRPr lang="en-US"/>
          </a:p>
        </p:txBody>
      </p:sp>
      <p:pic>
        <p:nvPicPr>
          <p:cNvPr id="31924" name="Decision icon" descr="Decision icon">
            <a:extLst>
              <a:ext uri="{FF2B5EF4-FFF2-40B4-BE49-F238E27FC236}">
                <a16:creationId xmlns:a16="http://schemas.microsoft.com/office/drawing/2014/main" id="{4E1F5967-CCC2-11F9-62F6-00D9E8FC2E78}"/>
              </a:ext>
            </a:extLst>
          </p:cNvPr>
          <p:cNvPicPr>
            <a:picLocks noChangeAspect="1"/>
          </p:cNvPicPr>
          <p:nvPr/>
        </p:nvPicPr>
        <p:blipFill>
          <a:blip r:embed="rId3"/>
          <a:stretch>
            <a:fillRect/>
          </a:stretch>
        </p:blipFill>
        <p:spPr>
          <a:xfrm>
            <a:off x="964692" y="1741932"/>
            <a:ext cx="402336" cy="402336"/>
          </a:xfrm>
          <a:prstGeom prst="rect">
            <a:avLst/>
          </a:prstGeom>
        </p:spPr>
      </p:pic>
    </p:spTree>
    <p:extLst>
      <p:ext uri="{BB962C8B-B14F-4D97-AF65-F5344CB8AC3E}">
        <p14:creationId xmlns:p14="http://schemas.microsoft.com/office/powerpoint/2010/main" val="2268151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925" name="Eyebrow">
            <a:extLst>
              <a:ext uri="{FF2B5EF4-FFF2-40B4-BE49-F238E27FC236}">
                <a16:creationId xmlns:a16="http://schemas.microsoft.com/office/drawing/2014/main" id="{CFAF6562-0A03-6473-F7F6-46C39C39906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927" name="Slide title">
            <a:extLst>
              <a:ext uri="{FF2B5EF4-FFF2-40B4-BE49-F238E27FC236}">
                <a16:creationId xmlns:a16="http://schemas.microsoft.com/office/drawing/2014/main" id="{2BDBBD34-A286-0D64-E005-7800D6850E62}"/>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See it work: one home, one exception,</a:t>
            </a:r>
          </a:p>
          <a:p>
            <a:pPr algn="l">
              <a:buNone/>
            </a:pPr>
            <a:r>
              <a:rPr lang="en-US" sz="3200" b="1">
                <a:solidFill>
                  <a:srgbClr val="173F35"/>
                </a:solidFill>
                <a:effectLst/>
                <a:latin typeface="Arial" panose="020B0604020202020204" pitchFamily="34" charset="0"/>
              </a:rPr>
              <a:t>one accountable next step.</a:t>
            </a:r>
            <a:endParaRPr lang="en-US"/>
          </a:p>
        </p:txBody>
      </p:sp>
      <p:sp>
        <p:nvSpPr>
          <p:cNvPr id="31930" name="Footer sources">
            <a:extLst>
              <a:ext uri="{FF2B5EF4-FFF2-40B4-BE49-F238E27FC236}">
                <a16:creationId xmlns:a16="http://schemas.microsoft.com/office/drawing/2014/main" id="{4F81028C-C9F1-C891-723A-C22F6CA70471}"/>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demo runbook (E07, E13)</a:t>
            </a:r>
          </a:p>
          <a:p>
            <a:pPr algn="l">
              <a:buNone/>
            </a:pPr>
            <a:r>
              <a:rPr lang="en-US" sz="100">
                <a:effectLst/>
              </a:rPr>
              <a:t> </a:t>
            </a:r>
            <a:endParaRPr lang="en-US"/>
          </a:p>
        </p:txBody>
      </p:sp>
      <p:sp>
        <p:nvSpPr>
          <p:cNvPr id="31934" name="Footer navigation">
            <a:extLst>
              <a:ext uri="{FF2B5EF4-FFF2-40B4-BE49-F238E27FC236}">
                <a16:creationId xmlns:a16="http://schemas.microsoft.com/office/drawing/2014/main" id="{3B56A0CB-5000-DBF8-5D66-4F354B21EC3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S22 · Answers: B18</a:t>
            </a:r>
          </a:p>
          <a:p>
            <a:pPr algn="r">
              <a:buNone/>
            </a:pPr>
            <a:r>
              <a:rPr lang="en-US" sz="100">
                <a:effectLst/>
              </a:rPr>
              <a:t> </a:t>
            </a:r>
            <a:endParaRPr lang="en-US"/>
          </a:p>
        </p:txBody>
      </p:sp>
      <p:sp>
        <p:nvSpPr>
          <p:cNvPr id="31939" name="Watch tile 1">
            <a:extLst>
              <a:ext uri="{FF2B5EF4-FFF2-40B4-BE49-F238E27FC236}">
                <a16:creationId xmlns:a16="http://schemas.microsoft.com/office/drawing/2014/main" id="{9B8CF4BE-B219-B5FC-5356-AEBF1C5EB6C6}"/>
              </a:ext>
            </a:extLst>
          </p:cNvPr>
          <p:cNvSpPr/>
          <p:nvPr/>
        </p:nvSpPr>
        <p:spPr>
          <a:xfrm>
            <a:off x="54864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45" name="Watch 1 number">
            <a:extLst>
              <a:ext uri="{FF2B5EF4-FFF2-40B4-BE49-F238E27FC236}">
                <a16:creationId xmlns:a16="http://schemas.microsoft.com/office/drawing/2014/main" id="{B7341B9A-300C-00F5-B5FA-430EBD411273}"/>
              </a:ext>
            </a:extLst>
          </p:cNvPr>
          <p:cNvSpPr/>
          <p:nvPr/>
        </p:nvSpPr>
        <p:spPr>
          <a:xfrm>
            <a:off x="68580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1</a:t>
            </a:r>
          </a:p>
          <a:p>
            <a:pPr algn="l">
              <a:buNone/>
            </a:pPr>
            <a:r>
              <a:rPr lang="en-US" sz="100">
                <a:effectLst/>
              </a:rPr>
              <a:t> </a:t>
            </a:r>
            <a:endParaRPr lang="en-US"/>
          </a:p>
        </p:txBody>
      </p:sp>
      <p:sp>
        <p:nvSpPr>
          <p:cNvPr id="31952" name="Watch 1 disc">
            <a:extLst>
              <a:ext uri="{FF2B5EF4-FFF2-40B4-BE49-F238E27FC236}">
                <a16:creationId xmlns:a16="http://schemas.microsoft.com/office/drawing/2014/main" id="{5622EA36-874C-59B6-8B2D-B3872818AA0B}"/>
              </a:ext>
            </a:extLst>
          </p:cNvPr>
          <p:cNvSpPr/>
          <p:nvPr/>
        </p:nvSpPr>
        <p:spPr>
          <a:xfrm>
            <a:off x="308864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60" name="Watch 1 statement">
            <a:extLst>
              <a:ext uri="{FF2B5EF4-FFF2-40B4-BE49-F238E27FC236}">
                <a16:creationId xmlns:a16="http://schemas.microsoft.com/office/drawing/2014/main" id="{DF6F3185-A124-0515-C1AC-B3C1FE7DABF7}"/>
              </a:ext>
            </a:extLst>
          </p:cNvPr>
          <p:cNvSpPr/>
          <p:nvPr/>
        </p:nvSpPr>
        <p:spPr>
          <a:xfrm>
            <a:off x="685800" y="3429000"/>
            <a:ext cx="32715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the evidence conflict find its owner</a:t>
            </a:r>
          </a:p>
          <a:p>
            <a:pPr algn="l">
              <a:buNone/>
            </a:pPr>
            <a:r>
              <a:rPr lang="en-US" sz="100">
                <a:effectLst/>
              </a:rPr>
              <a:t> </a:t>
            </a:r>
            <a:endParaRPr lang="en-US"/>
          </a:p>
        </p:txBody>
      </p:sp>
      <p:sp>
        <p:nvSpPr>
          <p:cNvPr id="31969" name="Watch tile 2">
            <a:extLst>
              <a:ext uri="{FF2B5EF4-FFF2-40B4-BE49-F238E27FC236}">
                <a16:creationId xmlns:a16="http://schemas.microsoft.com/office/drawing/2014/main" id="{C109BA6C-CE45-CBC0-7006-D6387A1D58B5}"/>
              </a:ext>
            </a:extLst>
          </p:cNvPr>
          <p:cNvSpPr/>
          <p:nvPr/>
        </p:nvSpPr>
        <p:spPr>
          <a:xfrm>
            <a:off x="432308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79" name="Watch 2 number">
            <a:extLst>
              <a:ext uri="{FF2B5EF4-FFF2-40B4-BE49-F238E27FC236}">
                <a16:creationId xmlns:a16="http://schemas.microsoft.com/office/drawing/2014/main" id="{61F9E011-D446-C322-9A77-E9BDB03AC314}"/>
              </a:ext>
            </a:extLst>
          </p:cNvPr>
          <p:cNvSpPr/>
          <p:nvPr/>
        </p:nvSpPr>
        <p:spPr>
          <a:xfrm>
            <a:off x="446024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2</a:t>
            </a:r>
          </a:p>
          <a:p>
            <a:pPr algn="l">
              <a:buNone/>
            </a:pPr>
            <a:r>
              <a:rPr lang="en-US" sz="100">
                <a:effectLst/>
              </a:rPr>
              <a:t> </a:t>
            </a:r>
            <a:endParaRPr lang="en-US"/>
          </a:p>
        </p:txBody>
      </p:sp>
      <p:sp>
        <p:nvSpPr>
          <p:cNvPr id="31990" name="Watch 2 disc">
            <a:extLst>
              <a:ext uri="{FF2B5EF4-FFF2-40B4-BE49-F238E27FC236}">
                <a16:creationId xmlns:a16="http://schemas.microsoft.com/office/drawing/2014/main" id="{FDFBD9BF-737B-D1CE-ABE2-49945F54FD14}"/>
              </a:ext>
            </a:extLst>
          </p:cNvPr>
          <p:cNvSpPr/>
          <p:nvPr/>
        </p:nvSpPr>
        <p:spPr>
          <a:xfrm>
            <a:off x="686308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02" name="Watch 2 statement">
            <a:extLst>
              <a:ext uri="{FF2B5EF4-FFF2-40B4-BE49-F238E27FC236}">
                <a16:creationId xmlns:a16="http://schemas.microsoft.com/office/drawing/2014/main" id="{82EFB211-407E-9073-C3AC-807A56162B7A}"/>
              </a:ext>
            </a:extLst>
          </p:cNvPr>
          <p:cNvSpPr/>
          <p:nvPr/>
        </p:nvSpPr>
        <p:spPr>
          <a:xfrm>
            <a:off x="4460240" y="3429000"/>
            <a:ext cx="32715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what AI drafts, and what only a person can approve</a:t>
            </a:r>
          </a:p>
          <a:p>
            <a:pPr algn="l">
              <a:buNone/>
            </a:pPr>
            <a:r>
              <a:rPr lang="en-US" sz="100">
                <a:effectLst/>
              </a:rPr>
              <a:t> </a:t>
            </a:r>
            <a:endParaRPr lang="en-US"/>
          </a:p>
        </p:txBody>
      </p:sp>
      <p:sp>
        <p:nvSpPr>
          <p:cNvPr id="32015" name="Watch tile 3">
            <a:extLst>
              <a:ext uri="{FF2B5EF4-FFF2-40B4-BE49-F238E27FC236}">
                <a16:creationId xmlns:a16="http://schemas.microsoft.com/office/drawing/2014/main" id="{58025BCC-FB2C-F8D2-2626-08430F08E8E2}"/>
              </a:ext>
            </a:extLst>
          </p:cNvPr>
          <p:cNvSpPr/>
          <p:nvPr/>
        </p:nvSpPr>
        <p:spPr>
          <a:xfrm>
            <a:off x="809752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29" name="Watch 3 number">
            <a:extLst>
              <a:ext uri="{FF2B5EF4-FFF2-40B4-BE49-F238E27FC236}">
                <a16:creationId xmlns:a16="http://schemas.microsoft.com/office/drawing/2014/main" id="{9FEE563E-5BAA-7346-C558-7894C14BF315}"/>
              </a:ext>
            </a:extLst>
          </p:cNvPr>
          <p:cNvSpPr/>
          <p:nvPr/>
        </p:nvSpPr>
        <p:spPr>
          <a:xfrm>
            <a:off x="823468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3</a:t>
            </a:r>
          </a:p>
          <a:p>
            <a:pPr algn="l">
              <a:buNone/>
            </a:pPr>
            <a:r>
              <a:rPr lang="en-US" sz="100">
                <a:effectLst/>
              </a:rPr>
              <a:t> </a:t>
            </a:r>
            <a:endParaRPr lang="en-US"/>
          </a:p>
        </p:txBody>
      </p:sp>
      <p:sp>
        <p:nvSpPr>
          <p:cNvPr id="32044" name="Watch 3 disc">
            <a:extLst>
              <a:ext uri="{FF2B5EF4-FFF2-40B4-BE49-F238E27FC236}">
                <a16:creationId xmlns:a16="http://schemas.microsoft.com/office/drawing/2014/main" id="{4DDCEE19-CFE3-302C-4EE7-7A05DD0E2CB0}"/>
              </a:ext>
            </a:extLst>
          </p:cNvPr>
          <p:cNvSpPr/>
          <p:nvPr/>
        </p:nvSpPr>
        <p:spPr>
          <a:xfrm>
            <a:off x="1063752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60" name="Watch 3 statement">
            <a:extLst>
              <a:ext uri="{FF2B5EF4-FFF2-40B4-BE49-F238E27FC236}">
                <a16:creationId xmlns:a16="http://schemas.microsoft.com/office/drawing/2014/main" id="{A8002A22-461B-41BC-4772-17A9B6BD4975}"/>
              </a:ext>
            </a:extLst>
          </p:cNvPr>
          <p:cNvSpPr/>
          <p:nvPr/>
        </p:nvSpPr>
        <p:spPr>
          <a:xfrm>
            <a:off x="8234680" y="3429000"/>
            <a:ext cx="32715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the record keep the next action</a:t>
            </a:r>
          </a:p>
          <a:p>
            <a:pPr algn="l">
              <a:buNone/>
            </a:pPr>
            <a:r>
              <a:rPr lang="en-US" sz="100">
                <a:effectLst/>
              </a:rPr>
              <a:t> </a:t>
            </a:r>
            <a:endParaRPr lang="en-US"/>
          </a:p>
        </p:txBody>
      </p:sp>
      <p:sp>
        <p:nvSpPr>
          <p:cNvPr id="32077" name="Route strip">
            <a:extLst>
              <a:ext uri="{FF2B5EF4-FFF2-40B4-BE49-F238E27FC236}">
                <a16:creationId xmlns:a16="http://schemas.microsoft.com/office/drawing/2014/main" id="{16949BEC-881D-52EC-71B9-3664D06622D1}"/>
              </a:ext>
            </a:extLst>
          </p:cNvPr>
          <p:cNvSpPr/>
          <p:nvPr/>
        </p:nvSpPr>
        <p:spPr>
          <a:xfrm>
            <a:off x="548640" y="4937760"/>
            <a:ext cx="11094720" cy="73152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95" name="Route disc">
            <a:extLst>
              <a:ext uri="{FF2B5EF4-FFF2-40B4-BE49-F238E27FC236}">
                <a16:creationId xmlns:a16="http://schemas.microsoft.com/office/drawing/2014/main" id="{CE1465C2-4BCF-8B12-60B7-298D00F3FCD0}"/>
              </a:ext>
            </a:extLst>
          </p:cNvPr>
          <p:cNvSpPr/>
          <p:nvPr/>
        </p:nvSpPr>
        <p:spPr>
          <a:xfrm>
            <a:off x="731520" y="5029200"/>
            <a:ext cx="548640" cy="54864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14" name="Route strip lead">
            <a:extLst>
              <a:ext uri="{FF2B5EF4-FFF2-40B4-BE49-F238E27FC236}">
                <a16:creationId xmlns:a16="http://schemas.microsoft.com/office/drawing/2014/main" id="{E7ABA722-3419-4686-EBBC-373AB859202F}"/>
              </a:ext>
            </a:extLst>
          </p:cNvPr>
          <p:cNvSpPr/>
          <p:nvPr/>
        </p:nvSpPr>
        <p:spPr>
          <a:xfrm>
            <a:off x="1417320" y="5035640"/>
            <a:ext cx="2208133"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E9B14C"/>
                </a:solidFill>
                <a:effectLst/>
                <a:latin typeface="Arial" panose="020B0604020202020204" pitchFamily="34" charset="0"/>
              </a:rPr>
              <a:t>Ten-minute demo</a:t>
            </a:r>
          </a:p>
          <a:p>
            <a:pPr algn="l">
              <a:buNone/>
            </a:pPr>
            <a:r>
              <a:rPr lang="en-US" sz="100">
                <a:effectLst/>
              </a:rPr>
              <a:t> </a:t>
            </a:r>
            <a:endParaRPr lang="en-US"/>
          </a:p>
        </p:txBody>
      </p:sp>
      <p:pic>
        <p:nvPicPr>
          <p:cNvPr id="32135" name="Watch 1 icon" descr="Evidence icon">
            <a:extLst>
              <a:ext uri="{FF2B5EF4-FFF2-40B4-BE49-F238E27FC236}">
                <a16:creationId xmlns:a16="http://schemas.microsoft.com/office/drawing/2014/main" id="{D97523BF-CDAB-46CF-53D3-88B2630AC455}"/>
              </a:ext>
            </a:extLst>
          </p:cNvPr>
          <p:cNvPicPr>
            <a:picLocks noChangeAspect="1"/>
          </p:cNvPicPr>
          <p:nvPr/>
        </p:nvPicPr>
        <p:blipFill>
          <a:blip r:embed="rId3"/>
          <a:stretch>
            <a:fillRect/>
          </a:stretch>
        </p:blipFill>
        <p:spPr>
          <a:xfrm>
            <a:off x="3225800" y="2583180"/>
            <a:ext cx="502920" cy="502920"/>
          </a:xfrm>
          <a:prstGeom prst="rect">
            <a:avLst/>
          </a:prstGeom>
        </p:spPr>
      </p:pic>
      <p:pic>
        <p:nvPicPr>
          <p:cNvPr id="32136" name="Watch 2 icon" descr="AI icon">
            <a:extLst>
              <a:ext uri="{FF2B5EF4-FFF2-40B4-BE49-F238E27FC236}">
                <a16:creationId xmlns:a16="http://schemas.microsoft.com/office/drawing/2014/main" id="{075631DA-DACE-B3FB-96ED-CA8795E433CE}"/>
              </a:ext>
            </a:extLst>
          </p:cNvPr>
          <p:cNvPicPr>
            <a:picLocks noChangeAspect="1"/>
          </p:cNvPicPr>
          <p:nvPr/>
        </p:nvPicPr>
        <p:blipFill>
          <a:blip r:embed="rId4"/>
          <a:stretch>
            <a:fillRect/>
          </a:stretch>
        </p:blipFill>
        <p:spPr>
          <a:xfrm>
            <a:off x="7000240" y="2583180"/>
            <a:ext cx="502920" cy="502920"/>
          </a:xfrm>
          <a:prstGeom prst="rect">
            <a:avLst/>
          </a:prstGeom>
        </p:spPr>
      </p:pic>
      <p:pic>
        <p:nvPicPr>
          <p:cNvPr id="32137" name="Watch 3 icon" descr="Route icon">
            <a:extLst>
              <a:ext uri="{FF2B5EF4-FFF2-40B4-BE49-F238E27FC236}">
                <a16:creationId xmlns:a16="http://schemas.microsoft.com/office/drawing/2014/main" id="{2C2DAD7F-9164-CB50-2CD5-8839247DCCA3}"/>
              </a:ext>
            </a:extLst>
          </p:cNvPr>
          <p:cNvPicPr>
            <a:picLocks noChangeAspect="1"/>
          </p:cNvPicPr>
          <p:nvPr/>
        </p:nvPicPr>
        <p:blipFill>
          <a:blip r:embed="rId5"/>
          <a:stretch>
            <a:fillRect/>
          </a:stretch>
        </p:blipFill>
        <p:spPr>
          <a:xfrm>
            <a:off x="10774680" y="2583180"/>
            <a:ext cx="502920" cy="502920"/>
          </a:xfrm>
          <a:prstGeom prst="rect">
            <a:avLst/>
          </a:prstGeom>
        </p:spPr>
      </p:pic>
      <p:pic>
        <p:nvPicPr>
          <p:cNvPr id="32138" name="Route icon" descr="Deadline icon">
            <a:extLst>
              <a:ext uri="{FF2B5EF4-FFF2-40B4-BE49-F238E27FC236}">
                <a16:creationId xmlns:a16="http://schemas.microsoft.com/office/drawing/2014/main" id="{B4C4B00D-41D5-84BB-E354-0D6B479239A7}"/>
              </a:ext>
            </a:extLst>
          </p:cNvPr>
          <p:cNvPicPr>
            <a:picLocks noChangeAspect="1"/>
          </p:cNvPicPr>
          <p:nvPr/>
        </p:nvPicPr>
        <p:blipFill>
          <a:blip r:embed="rId6"/>
          <a:stretch>
            <a:fillRect/>
          </a:stretch>
        </p:blipFill>
        <p:spPr>
          <a:xfrm>
            <a:off x="813816" y="5111496"/>
            <a:ext cx="384048" cy="384048"/>
          </a:xfrm>
          <a:prstGeom prst="rect">
            <a:avLst/>
          </a:prstGeom>
        </p:spPr>
      </p:pic>
      <p:sp>
        <p:nvSpPr>
          <p:cNvPr id="37902" name="Route strip separator">
            <a:extLst>
              <a:ext uri="{FF2B5EF4-FFF2-40B4-BE49-F238E27FC236}">
                <a16:creationId xmlns:a16="http://schemas.microsoft.com/office/drawing/2014/main" id="{6B8D1E42-F88E-D68B-09F3-DC40C892C689}"/>
              </a:ext>
            </a:extLst>
          </p:cNvPr>
          <p:cNvSpPr/>
          <p:nvPr/>
        </p:nvSpPr>
        <p:spPr>
          <a:xfrm>
            <a:off x="3529441" y="5271516"/>
            <a:ext cx="64008" cy="64008"/>
          </a:xfrm>
          <a:prstGeom prst="ellipse">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04" name="Route strip text">
            <a:extLst>
              <a:ext uri="{FF2B5EF4-FFF2-40B4-BE49-F238E27FC236}">
                <a16:creationId xmlns:a16="http://schemas.microsoft.com/office/drawing/2014/main" id="{9C407A15-5FCB-F70A-3E12-DD99598F1409}"/>
              </a:ext>
            </a:extLst>
          </p:cNvPr>
          <p:cNvSpPr/>
          <p:nvPr/>
        </p:nvSpPr>
        <p:spPr>
          <a:xfrm>
            <a:off x="3634597" y="5035640"/>
            <a:ext cx="7917323"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FAF9F6"/>
                </a:solidFill>
                <a:effectLst/>
                <a:latin typeface="Arial" panose="020B0604020202020204" pitchFamily="34" charset="0"/>
              </a:rPr>
              <a:t>route confirmed at preflight: live exercise or recorded walkthrough</a:t>
            </a:r>
          </a:p>
          <a:p>
            <a:pPr algn="l">
              <a:buNone/>
            </a:pPr>
            <a:r>
              <a:rPr lang="en-US" sz="100">
                <a:effectLst/>
              </a:rPr>
              <a:t> </a:t>
            </a:r>
            <a:endParaRPr lang="en-US"/>
          </a:p>
        </p:txBody>
      </p:sp>
    </p:spTree>
    <p:extLst>
      <p:ext uri="{BB962C8B-B14F-4D97-AF65-F5344CB8AC3E}">
        <p14:creationId xmlns:p14="http://schemas.microsoft.com/office/powerpoint/2010/main" val="299470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pic>
        <p:nvPicPr>
          <p:cNvPr id="32139" name="Closer picture" descr="A red-brick terraced street after retrofit, with solar panels, heat pumps, young trees and warm window light at dusk.">
            <a:extLst>
              <a:ext uri="{FF2B5EF4-FFF2-40B4-BE49-F238E27FC236}">
                <a16:creationId xmlns:a16="http://schemas.microsoft.com/office/drawing/2014/main" id="{18D923FD-140A-4226-0851-EFB35D4A4C73}"/>
              </a:ext>
            </a:extLst>
          </p:cNvPr>
          <p:cNvPicPr>
            <a:picLocks noChangeAspect="1"/>
          </p:cNvPicPr>
          <p:nvPr/>
        </p:nvPicPr>
        <p:blipFill>
          <a:blip r:embed="rId3"/>
          <a:stretch>
            <a:fillRect/>
          </a:stretch>
        </p:blipFill>
        <p:spPr>
          <a:xfrm>
            <a:off x="0" y="0"/>
            <a:ext cx="12192000" cy="6858000"/>
          </a:xfrm>
          <a:prstGeom prst="rect">
            <a:avLst/>
          </a:prstGeom>
        </p:spPr>
      </p:pic>
      <p:sp>
        <p:nvSpPr>
          <p:cNvPr id="32140" name="Scrim 01">
            <a:extLst>
              <a:ext uri="{FF2B5EF4-FFF2-40B4-BE49-F238E27FC236}">
                <a16:creationId xmlns:a16="http://schemas.microsoft.com/office/drawing/2014/main" id="{95DDD215-9984-B452-0CA4-618219B15527}"/>
              </a:ext>
            </a:extLst>
          </p:cNvPr>
          <p:cNvSpPr/>
          <p:nvPr/>
        </p:nvSpPr>
        <p:spPr>
          <a:xfrm>
            <a:off x="0" y="0"/>
            <a:ext cx="710488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2" name="Scrim 02">
            <a:extLst>
              <a:ext uri="{FF2B5EF4-FFF2-40B4-BE49-F238E27FC236}">
                <a16:creationId xmlns:a16="http://schemas.microsoft.com/office/drawing/2014/main" id="{E07C62F8-A63D-6630-8F3E-E6915F55B151}"/>
              </a:ext>
            </a:extLst>
          </p:cNvPr>
          <p:cNvSpPr/>
          <p:nvPr/>
        </p:nvSpPr>
        <p:spPr>
          <a:xfrm>
            <a:off x="0" y="0"/>
            <a:ext cx="716889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5" name="Scrim 03">
            <a:extLst>
              <a:ext uri="{FF2B5EF4-FFF2-40B4-BE49-F238E27FC236}">
                <a16:creationId xmlns:a16="http://schemas.microsoft.com/office/drawing/2014/main" id="{1DC06BF8-6EA7-44FF-E705-0F425C01A0BD}"/>
              </a:ext>
            </a:extLst>
          </p:cNvPr>
          <p:cNvSpPr/>
          <p:nvPr/>
        </p:nvSpPr>
        <p:spPr>
          <a:xfrm>
            <a:off x="0" y="0"/>
            <a:ext cx="723290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9" name="Scrim 04">
            <a:extLst>
              <a:ext uri="{FF2B5EF4-FFF2-40B4-BE49-F238E27FC236}">
                <a16:creationId xmlns:a16="http://schemas.microsoft.com/office/drawing/2014/main" id="{156B37BE-4596-907D-E42C-07DB523971FB}"/>
              </a:ext>
            </a:extLst>
          </p:cNvPr>
          <p:cNvSpPr/>
          <p:nvPr/>
        </p:nvSpPr>
        <p:spPr>
          <a:xfrm>
            <a:off x="0" y="0"/>
            <a:ext cx="729691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54" name="Scrim 05">
            <a:extLst>
              <a:ext uri="{FF2B5EF4-FFF2-40B4-BE49-F238E27FC236}">
                <a16:creationId xmlns:a16="http://schemas.microsoft.com/office/drawing/2014/main" id="{5A34DBF2-3585-255D-F771-B07714AF1721}"/>
              </a:ext>
            </a:extLst>
          </p:cNvPr>
          <p:cNvSpPr/>
          <p:nvPr/>
        </p:nvSpPr>
        <p:spPr>
          <a:xfrm>
            <a:off x="0" y="0"/>
            <a:ext cx="736092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60" name="Scrim 06">
            <a:extLst>
              <a:ext uri="{FF2B5EF4-FFF2-40B4-BE49-F238E27FC236}">
                <a16:creationId xmlns:a16="http://schemas.microsoft.com/office/drawing/2014/main" id="{4768DD5D-79CD-CC28-8C4E-0576A5A7DCA5}"/>
              </a:ext>
            </a:extLst>
          </p:cNvPr>
          <p:cNvSpPr/>
          <p:nvPr/>
        </p:nvSpPr>
        <p:spPr>
          <a:xfrm>
            <a:off x="0" y="0"/>
            <a:ext cx="742492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67" name="Scrim 07">
            <a:extLst>
              <a:ext uri="{FF2B5EF4-FFF2-40B4-BE49-F238E27FC236}">
                <a16:creationId xmlns:a16="http://schemas.microsoft.com/office/drawing/2014/main" id="{E04C85BC-F23C-9542-6031-B0CBE38C5A9F}"/>
              </a:ext>
            </a:extLst>
          </p:cNvPr>
          <p:cNvSpPr/>
          <p:nvPr/>
        </p:nvSpPr>
        <p:spPr>
          <a:xfrm>
            <a:off x="0" y="0"/>
            <a:ext cx="748893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75" name="Scrim 08">
            <a:extLst>
              <a:ext uri="{FF2B5EF4-FFF2-40B4-BE49-F238E27FC236}">
                <a16:creationId xmlns:a16="http://schemas.microsoft.com/office/drawing/2014/main" id="{0E3AABD7-4484-F821-3E41-73BE0552AA44}"/>
              </a:ext>
            </a:extLst>
          </p:cNvPr>
          <p:cNvSpPr/>
          <p:nvPr/>
        </p:nvSpPr>
        <p:spPr>
          <a:xfrm>
            <a:off x="0" y="0"/>
            <a:ext cx="755294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84" name="Scrim 09">
            <a:extLst>
              <a:ext uri="{FF2B5EF4-FFF2-40B4-BE49-F238E27FC236}">
                <a16:creationId xmlns:a16="http://schemas.microsoft.com/office/drawing/2014/main" id="{E13A2001-B395-6EFF-9FD0-126C0ACAB532}"/>
              </a:ext>
            </a:extLst>
          </p:cNvPr>
          <p:cNvSpPr/>
          <p:nvPr/>
        </p:nvSpPr>
        <p:spPr>
          <a:xfrm>
            <a:off x="0" y="0"/>
            <a:ext cx="761695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94" name="Scrim 10">
            <a:extLst>
              <a:ext uri="{FF2B5EF4-FFF2-40B4-BE49-F238E27FC236}">
                <a16:creationId xmlns:a16="http://schemas.microsoft.com/office/drawing/2014/main" id="{92061ED2-9B1B-E2A1-AEBA-832C8C595845}"/>
              </a:ext>
            </a:extLst>
          </p:cNvPr>
          <p:cNvSpPr/>
          <p:nvPr/>
        </p:nvSpPr>
        <p:spPr>
          <a:xfrm>
            <a:off x="0" y="0"/>
            <a:ext cx="768096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05" name="Scrim 11">
            <a:extLst>
              <a:ext uri="{FF2B5EF4-FFF2-40B4-BE49-F238E27FC236}">
                <a16:creationId xmlns:a16="http://schemas.microsoft.com/office/drawing/2014/main" id="{507A2FA0-2F38-4EB5-D620-4B3422AAF86C}"/>
              </a:ext>
            </a:extLst>
          </p:cNvPr>
          <p:cNvSpPr/>
          <p:nvPr/>
        </p:nvSpPr>
        <p:spPr>
          <a:xfrm>
            <a:off x="0" y="0"/>
            <a:ext cx="774496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17" name="Scrim 12">
            <a:extLst>
              <a:ext uri="{FF2B5EF4-FFF2-40B4-BE49-F238E27FC236}">
                <a16:creationId xmlns:a16="http://schemas.microsoft.com/office/drawing/2014/main" id="{463B238E-A91C-4490-524E-DD24FE2AD193}"/>
              </a:ext>
            </a:extLst>
          </p:cNvPr>
          <p:cNvSpPr/>
          <p:nvPr/>
        </p:nvSpPr>
        <p:spPr>
          <a:xfrm>
            <a:off x="0" y="0"/>
            <a:ext cx="780897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30" name="Scrim 13">
            <a:extLst>
              <a:ext uri="{FF2B5EF4-FFF2-40B4-BE49-F238E27FC236}">
                <a16:creationId xmlns:a16="http://schemas.microsoft.com/office/drawing/2014/main" id="{C6B0075B-3259-04E5-5B4F-900AA5E9E4BB}"/>
              </a:ext>
            </a:extLst>
          </p:cNvPr>
          <p:cNvSpPr/>
          <p:nvPr/>
        </p:nvSpPr>
        <p:spPr>
          <a:xfrm>
            <a:off x="0" y="0"/>
            <a:ext cx="787298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44" name="Scrim 14">
            <a:extLst>
              <a:ext uri="{FF2B5EF4-FFF2-40B4-BE49-F238E27FC236}">
                <a16:creationId xmlns:a16="http://schemas.microsoft.com/office/drawing/2014/main" id="{51E0CFFB-11DC-D012-C0CB-788451F8C851}"/>
              </a:ext>
            </a:extLst>
          </p:cNvPr>
          <p:cNvSpPr/>
          <p:nvPr/>
        </p:nvSpPr>
        <p:spPr>
          <a:xfrm>
            <a:off x="0" y="0"/>
            <a:ext cx="793699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59" name="Scrim 15">
            <a:extLst>
              <a:ext uri="{FF2B5EF4-FFF2-40B4-BE49-F238E27FC236}">
                <a16:creationId xmlns:a16="http://schemas.microsoft.com/office/drawing/2014/main" id="{C83EA5B9-8BBF-09FA-7A7C-5E4C10BCE22C}"/>
              </a:ext>
            </a:extLst>
          </p:cNvPr>
          <p:cNvSpPr/>
          <p:nvPr/>
        </p:nvSpPr>
        <p:spPr>
          <a:xfrm>
            <a:off x="0" y="0"/>
            <a:ext cx="800100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75" name="Scrim 16">
            <a:extLst>
              <a:ext uri="{FF2B5EF4-FFF2-40B4-BE49-F238E27FC236}">
                <a16:creationId xmlns:a16="http://schemas.microsoft.com/office/drawing/2014/main" id="{1699BCB2-1FA5-5300-DBC3-7784A2B6B441}"/>
              </a:ext>
            </a:extLst>
          </p:cNvPr>
          <p:cNvSpPr/>
          <p:nvPr/>
        </p:nvSpPr>
        <p:spPr>
          <a:xfrm>
            <a:off x="0" y="0"/>
            <a:ext cx="806500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92" name="Scrim 17">
            <a:extLst>
              <a:ext uri="{FF2B5EF4-FFF2-40B4-BE49-F238E27FC236}">
                <a16:creationId xmlns:a16="http://schemas.microsoft.com/office/drawing/2014/main" id="{091EFDEC-4D97-7AFB-63F6-96E7C3063275}"/>
              </a:ext>
            </a:extLst>
          </p:cNvPr>
          <p:cNvSpPr/>
          <p:nvPr/>
        </p:nvSpPr>
        <p:spPr>
          <a:xfrm>
            <a:off x="0" y="0"/>
            <a:ext cx="812901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10" name="Scrim 18">
            <a:extLst>
              <a:ext uri="{FF2B5EF4-FFF2-40B4-BE49-F238E27FC236}">
                <a16:creationId xmlns:a16="http://schemas.microsoft.com/office/drawing/2014/main" id="{593F603D-35B8-6EE4-EE5F-07F0245D3816}"/>
              </a:ext>
            </a:extLst>
          </p:cNvPr>
          <p:cNvSpPr/>
          <p:nvPr/>
        </p:nvSpPr>
        <p:spPr>
          <a:xfrm>
            <a:off x="0" y="0"/>
            <a:ext cx="819302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29" name="Scrim 19">
            <a:extLst>
              <a:ext uri="{FF2B5EF4-FFF2-40B4-BE49-F238E27FC236}">
                <a16:creationId xmlns:a16="http://schemas.microsoft.com/office/drawing/2014/main" id="{2B4385BE-744E-BA96-FA6C-54245BF28DF1}"/>
              </a:ext>
            </a:extLst>
          </p:cNvPr>
          <p:cNvSpPr/>
          <p:nvPr/>
        </p:nvSpPr>
        <p:spPr>
          <a:xfrm>
            <a:off x="0" y="0"/>
            <a:ext cx="825703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49" name="Scrim 20">
            <a:extLst>
              <a:ext uri="{FF2B5EF4-FFF2-40B4-BE49-F238E27FC236}">
                <a16:creationId xmlns:a16="http://schemas.microsoft.com/office/drawing/2014/main" id="{835F5B10-711A-BAEE-78DF-3CE74DDF1C50}"/>
              </a:ext>
            </a:extLst>
          </p:cNvPr>
          <p:cNvSpPr/>
          <p:nvPr/>
        </p:nvSpPr>
        <p:spPr>
          <a:xfrm>
            <a:off x="0" y="0"/>
            <a:ext cx="832104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70" name="Scrim 21">
            <a:extLst>
              <a:ext uri="{FF2B5EF4-FFF2-40B4-BE49-F238E27FC236}">
                <a16:creationId xmlns:a16="http://schemas.microsoft.com/office/drawing/2014/main" id="{734E9657-5B24-4D26-6E54-1AF0334132E5}"/>
              </a:ext>
            </a:extLst>
          </p:cNvPr>
          <p:cNvSpPr/>
          <p:nvPr/>
        </p:nvSpPr>
        <p:spPr>
          <a:xfrm>
            <a:off x="0" y="0"/>
            <a:ext cx="838504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92" name="Scrim 22">
            <a:extLst>
              <a:ext uri="{FF2B5EF4-FFF2-40B4-BE49-F238E27FC236}">
                <a16:creationId xmlns:a16="http://schemas.microsoft.com/office/drawing/2014/main" id="{392AA600-884E-34AA-BE23-CEFE29241319}"/>
              </a:ext>
            </a:extLst>
          </p:cNvPr>
          <p:cNvSpPr/>
          <p:nvPr/>
        </p:nvSpPr>
        <p:spPr>
          <a:xfrm>
            <a:off x="0" y="0"/>
            <a:ext cx="844905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15" name="Scrim 23">
            <a:extLst>
              <a:ext uri="{FF2B5EF4-FFF2-40B4-BE49-F238E27FC236}">
                <a16:creationId xmlns:a16="http://schemas.microsoft.com/office/drawing/2014/main" id="{45BC951B-A9C6-868D-F9AB-235A4C89F313}"/>
              </a:ext>
            </a:extLst>
          </p:cNvPr>
          <p:cNvSpPr/>
          <p:nvPr/>
        </p:nvSpPr>
        <p:spPr>
          <a:xfrm>
            <a:off x="0" y="0"/>
            <a:ext cx="851306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39" name="Scrim 24">
            <a:extLst>
              <a:ext uri="{FF2B5EF4-FFF2-40B4-BE49-F238E27FC236}">
                <a16:creationId xmlns:a16="http://schemas.microsoft.com/office/drawing/2014/main" id="{7CD23AFB-207A-EC19-E8DF-7AE9072DF12D}"/>
              </a:ext>
            </a:extLst>
          </p:cNvPr>
          <p:cNvSpPr/>
          <p:nvPr/>
        </p:nvSpPr>
        <p:spPr>
          <a:xfrm>
            <a:off x="0" y="0"/>
            <a:ext cx="857707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64" name="Scrim 25">
            <a:extLst>
              <a:ext uri="{FF2B5EF4-FFF2-40B4-BE49-F238E27FC236}">
                <a16:creationId xmlns:a16="http://schemas.microsoft.com/office/drawing/2014/main" id="{91E36BB1-D8D4-2C6B-B3C0-929D1D4DAA03}"/>
              </a:ext>
            </a:extLst>
          </p:cNvPr>
          <p:cNvSpPr/>
          <p:nvPr/>
        </p:nvSpPr>
        <p:spPr>
          <a:xfrm>
            <a:off x="0" y="0"/>
            <a:ext cx="864108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90" name="Scrim 26">
            <a:extLst>
              <a:ext uri="{FF2B5EF4-FFF2-40B4-BE49-F238E27FC236}">
                <a16:creationId xmlns:a16="http://schemas.microsoft.com/office/drawing/2014/main" id="{CE4F9AFA-59FD-E495-BB7E-D718D3CFC81A}"/>
              </a:ext>
            </a:extLst>
          </p:cNvPr>
          <p:cNvSpPr/>
          <p:nvPr/>
        </p:nvSpPr>
        <p:spPr>
          <a:xfrm>
            <a:off x="0" y="0"/>
            <a:ext cx="870508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17" name="Scrim 27">
            <a:extLst>
              <a:ext uri="{FF2B5EF4-FFF2-40B4-BE49-F238E27FC236}">
                <a16:creationId xmlns:a16="http://schemas.microsoft.com/office/drawing/2014/main" id="{B706A9A9-735D-85A1-A8CF-4EDE112AF484}"/>
              </a:ext>
            </a:extLst>
          </p:cNvPr>
          <p:cNvSpPr/>
          <p:nvPr/>
        </p:nvSpPr>
        <p:spPr>
          <a:xfrm>
            <a:off x="0" y="0"/>
            <a:ext cx="876909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45" name="Scrim 28">
            <a:extLst>
              <a:ext uri="{FF2B5EF4-FFF2-40B4-BE49-F238E27FC236}">
                <a16:creationId xmlns:a16="http://schemas.microsoft.com/office/drawing/2014/main" id="{39562D3C-968C-F4D2-287F-4BFABADBE803}"/>
              </a:ext>
            </a:extLst>
          </p:cNvPr>
          <p:cNvSpPr/>
          <p:nvPr/>
        </p:nvSpPr>
        <p:spPr>
          <a:xfrm>
            <a:off x="0" y="0"/>
            <a:ext cx="883310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74" name="Scrim 29">
            <a:extLst>
              <a:ext uri="{FF2B5EF4-FFF2-40B4-BE49-F238E27FC236}">
                <a16:creationId xmlns:a16="http://schemas.microsoft.com/office/drawing/2014/main" id="{2E8C94CD-6D3E-F70B-CB1D-DD2B01BEBA95}"/>
              </a:ext>
            </a:extLst>
          </p:cNvPr>
          <p:cNvSpPr/>
          <p:nvPr/>
        </p:nvSpPr>
        <p:spPr>
          <a:xfrm>
            <a:off x="0" y="0"/>
            <a:ext cx="889711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04" name="Scrim 30">
            <a:extLst>
              <a:ext uri="{FF2B5EF4-FFF2-40B4-BE49-F238E27FC236}">
                <a16:creationId xmlns:a16="http://schemas.microsoft.com/office/drawing/2014/main" id="{CB75B9FC-D349-829E-A92B-51B41B6AA5E1}"/>
              </a:ext>
            </a:extLst>
          </p:cNvPr>
          <p:cNvSpPr/>
          <p:nvPr/>
        </p:nvSpPr>
        <p:spPr>
          <a:xfrm>
            <a:off x="0" y="0"/>
            <a:ext cx="896112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35" name="Scrim 31">
            <a:extLst>
              <a:ext uri="{FF2B5EF4-FFF2-40B4-BE49-F238E27FC236}">
                <a16:creationId xmlns:a16="http://schemas.microsoft.com/office/drawing/2014/main" id="{EC222A5C-871F-D33B-E185-E792994751EB}"/>
              </a:ext>
            </a:extLst>
          </p:cNvPr>
          <p:cNvSpPr/>
          <p:nvPr/>
        </p:nvSpPr>
        <p:spPr>
          <a:xfrm>
            <a:off x="0" y="0"/>
            <a:ext cx="902512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67" name="Scrim 32">
            <a:extLst>
              <a:ext uri="{FF2B5EF4-FFF2-40B4-BE49-F238E27FC236}">
                <a16:creationId xmlns:a16="http://schemas.microsoft.com/office/drawing/2014/main" id="{3C69A0FD-C1DB-2508-2742-DC09B9912D5A}"/>
              </a:ext>
            </a:extLst>
          </p:cNvPr>
          <p:cNvSpPr/>
          <p:nvPr/>
        </p:nvSpPr>
        <p:spPr>
          <a:xfrm>
            <a:off x="0" y="0"/>
            <a:ext cx="908913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00" name="Scrim 33">
            <a:extLst>
              <a:ext uri="{FF2B5EF4-FFF2-40B4-BE49-F238E27FC236}">
                <a16:creationId xmlns:a16="http://schemas.microsoft.com/office/drawing/2014/main" id="{23C8D99C-88CA-4B13-1F35-03C51CF26315}"/>
              </a:ext>
            </a:extLst>
          </p:cNvPr>
          <p:cNvSpPr/>
          <p:nvPr/>
        </p:nvSpPr>
        <p:spPr>
          <a:xfrm>
            <a:off x="0" y="0"/>
            <a:ext cx="915314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34" name="Scrim 34">
            <a:extLst>
              <a:ext uri="{FF2B5EF4-FFF2-40B4-BE49-F238E27FC236}">
                <a16:creationId xmlns:a16="http://schemas.microsoft.com/office/drawing/2014/main" id="{98AA469E-154E-F054-4BBA-D90CC19E8425}"/>
              </a:ext>
            </a:extLst>
          </p:cNvPr>
          <p:cNvSpPr/>
          <p:nvPr/>
        </p:nvSpPr>
        <p:spPr>
          <a:xfrm>
            <a:off x="0" y="0"/>
            <a:ext cx="921715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69" name="Scrim 35">
            <a:extLst>
              <a:ext uri="{FF2B5EF4-FFF2-40B4-BE49-F238E27FC236}">
                <a16:creationId xmlns:a16="http://schemas.microsoft.com/office/drawing/2014/main" id="{941C9A1F-5BCD-2E5D-047F-4D74C8E99B56}"/>
              </a:ext>
            </a:extLst>
          </p:cNvPr>
          <p:cNvSpPr/>
          <p:nvPr/>
        </p:nvSpPr>
        <p:spPr>
          <a:xfrm>
            <a:off x="0" y="0"/>
            <a:ext cx="928116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05" name="Scrim 36">
            <a:extLst>
              <a:ext uri="{FF2B5EF4-FFF2-40B4-BE49-F238E27FC236}">
                <a16:creationId xmlns:a16="http://schemas.microsoft.com/office/drawing/2014/main" id="{9165BD6C-60C4-BED6-0011-DD34BBE59868}"/>
              </a:ext>
            </a:extLst>
          </p:cNvPr>
          <p:cNvSpPr/>
          <p:nvPr/>
        </p:nvSpPr>
        <p:spPr>
          <a:xfrm>
            <a:off x="0" y="0"/>
            <a:ext cx="934516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42" name="Scrim 37">
            <a:extLst>
              <a:ext uri="{FF2B5EF4-FFF2-40B4-BE49-F238E27FC236}">
                <a16:creationId xmlns:a16="http://schemas.microsoft.com/office/drawing/2014/main" id="{56774B6D-A6B5-3B0C-81DB-E7B98A69EEE6}"/>
              </a:ext>
            </a:extLst>
          </p:cNvPr>
          <p:cNvSpPr/>
          <p:nvPr/>
        </p:nvSpPr>
        <p:spPr>
          <a:xfrm>
            <a:off x="0" y="0"/>
            <a:ext cx="940917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80" name="Scrim 38">
            <a:extLst>
              <a:ext uri="{FF2B5EF4-FFF2-40B4-BE49-F238E27FC236}">
                <a16:creationId xmlns:a16="http://schemas.microsoft.com/office/drawing/2014/main" id="{E7B1D9FF-9B42-09EC-D73D-D3EE6B73017D}"/>
              </a:ext>
            </a:extLst>
          </p:cNvPr>
          <p:cNvSpPr/>
          <p:nvPr/>
        </p:nvSpPr>
        <p:spPr>
          <a:xfrm>
            <a:off x="0" y="0"/>
            <a:ext cx="947318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19" name="Scrim 39">
            <a:extLst>
              <a:ext uri="{FF2B5EF4-FFF2-40B4-BE49-F238E27FC236}">
                <a16:creationId xmlns:a16="http://schemas.microsoft.com/office/drawing/2014/main" id="{6033B03C-7125-E4AF-A450-FA40D7D5707F}"/>
              </a:ext>
            </a:extLst>
          </p:cNvPr>
          <p:cNvSpPr/>
          <p:nvPr/>
        </p:nvSpPr>
        <p:spPr>
          <a:xfrm>
            <a:off x="0" y="0"/>
            <a:ext cx="953719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59" name="Scrim 40">
            <a:extLst>
              <a:ext uri="{FF2B5EF4-FFF2-40B4-BE49-F238E27FC236}">
                <a16:creationId xmlns:a16="http://schemas.microsoft.com/office/drawing/2014/main" id="{724F3AEC-625F-F36F-57AB-0C7FA8728403}"/>
              </a:ext>
            </a:extLst>
          </p:cNvPr>
          <p:cNvSpPr/>
          <p:nvPr/>
        </p:nvSpPr>
        <p:spPr>
          <a:xfrm>
            <a:off x="0" y="0"/>
            <a:ext cx="960120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00" name="Footer scrim 1">
            <a:extLst>
              <a:ext uri="{FF2B5EF4-FFF2-40B4-BE49-F238E27FC236}">
                <a16:creationId xmlns:a16="http://schemas.microsoft.com/office/drawing/2014/main" id="{8945AEFF-896A-245C-63C0-8FF8071CB0B2}"/>
              </a:ext>
            </a:extLst>
          </p:cNvPr>
          <p:cNvSpPr/>
          <p:nvPr/>
        </p:nvSpPr>
        <p:spPr>
          <a:xfrm>
            <a:off x="0" y="5394960"/>
            <a:ext cx="12192000" cy="146304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42" name="Footer scrim 2">
            <a:extLst>
              <a:ext uri="{FF2B5EF4-FFF2-40B4-BE49-F238E27FC236}">
                <a16:creationId xmlns:a16="http://schemas.microsoft.com/office/drawing/2014/main" id="{80883BC8-A079-FE2F-7157-04997411277F}"/>
              </a:ext>
            </a:extLst>
          </p:cNvPr>
          <p:cNvSpPr/>
          <p:nvPr/>
        </p:nvSpPr>
        <p:spPr>
          <a:xfrm>
            <a:off x="0" y="5669280"/>
            <a:ext cx="12192000" cy="118872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85" name="Footer scrim 3">
            <a:extLst>
              <a:ext uri="{FF2B5EF4-FFF2-40B4-BE49-F238E27FC236}">
                <a16:creationId xmlns:a16="http://schemas.microsoft.com/office/drawing/2014/main" id="{8D228DC0-A09B-BDDE-B392-F6142B07B6E2}"/>
              </a:ext>
            </a:extLst>
          </p:cNvPr>
          <p:cNvSpPr/>
          <p:nvPr/>
        </p:nvSpPr>
        <p:spPr>
          <a:xfrm>
            <a:off x="0" y="5943600"/>
            <a:ext cx="12192000" cy="91440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29" name="Footer scrim 4">
            <a:extLst>
              <a:ext uri="{FF2B5EF4-FFF2-40B4-BE49-F238E27FC236}">
                <a16:creationId xmlns:a16="http://schemas.microsoft.com/office/drawing/2014/main" id="{787B61FB-FFFB-D7B6-76B5-F3E6F34576E1}"/>
              </a:ext>
            </a:extLst>
          </p:cNvPr>
          <p:cNvSpPr/>
          <p:nvPr/>
        </p:nvSpPr>
        <p:spPr>
          <a:xfrm>
            <a:off x="0" y="6217920"/>
            <a:ext cx="12192000" cy="64008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74" name="Eyebrow">
            <a:extLst>
              <a:ext uri="{FF2B5EF4-FFF2-40B4-BE49-F238E27FC236}">
                <a16:creationId xmlns:a16="http://schemas.microsoft.com/office/drawing/2014/main" id="{FA1B7579-D427-119D-CAAC-F7D6ED76F2BF}"/>
              </a:ext>
            </a:extLst>
          </p:cNvPr>
          <p:cNvSpPr/>
          <p:nvPr/>
        </p:nvSpPr>
        <p:spPr>
          <a:xfrm>
            <a:off x="548640" y="1118960"/>
            <a:ext cx="64008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spc="300">
                <a:solidFill>
                  <a:srgbClr val="A9C7BA"/>
                </a:solidFill>
                <a:effectLst/>
                <a:latin typeface="Arial" panose="020B0604020202020204" pitchFamily="34" charset="0"/>
              </a:rPr>
              <a:t>ZAVA FORWARD</a:t>
            </a:r>
          </a:p>
          <a:p>
            <a:pPr algn="l">
              <a:buNone/>
            </a:pPr>
            <a:r>
              <a:rPr lang="en-US" sz="100">
                <a:effectLst/>
              </a:rPr>
              <a:t> </a:t>
            </a:r>
            <a:endParaRPr lang="en-US"/>
          </a:p>
        </p:txBody>
      </p:sp>
      <p:sp>
        <p:nvSpPr>
          <p:cNvPr id="33220" name="Slide title">
            <a:extLst>
              <a:ext uri="{FF2B5EF4-FFF2-40B4-BE49-F238E27FC236}">
                <a16:creationId xmlns:a16="http://schemas.microsoft.com/office/drawing/2014/main" id="{393EE057-9E50-056F-2B71-7D6583E834F2}"/>
              </a:ext>
            </a:extLst>
          </p:cNvPr>
          <p:cNvSpPr/>
          <p:nvPr/>
        </p:nvSpPr>
        <p:spPr>
          <a:xfrm>
            <a:off x="548640" y="1554480"/>
            <a:ext cx="73152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FAF9F6"/>
                </a:solidFill>
                <a:effectLst/>
                <a:latin typeface="Arial" panose="020B0604020202020204" pitchFamily="34" charset="0"/>
              </a:rPr>
              <a:t>More homes ready,</a:t>
            </a:r>
          </a:p>
          <a:p>
            <a:pPr algn="l">
              <a:buNone/>
            </a:pPr>
            <a:r>
              <a:rPr lang="en-US" sz="5400" b="1">
                <a:solidFill>
                  <a:srgbClr val="FAF9F6"/>
                </a:solidFill>
                <a:effectLst/>
                <a:latin typeface="Arial" panose="020B0604020202020204" pitchFamily="34" charset="0"/>
              </a:rPr>
              <a:t>with control intact.</a:t>
            </a:r>
            <a:endParaRPr lang="en-US"/>
          </a:p>
        </p:txBody>
      </p:sp>
      <p:sp>
        <p:nvSpPr>
          <p:cNvPr id="33267" name="Close panel">
            <a:extLst>
              <a:ext uri="{FF2B5EF4-FFF2-40B4-BE49-F238E27FC236}">
                <a16:creationId xmlns:a16="http://schemas.microsoft.com/office/drawing/2014/main" id="{DC7E84AB-A071-48C4-BF7E-371F35FFC400}"/>
              </a:ext>
            </a:extLst>
          </p:cNvPr>
          <p:cNvSpPr/>
          <p:nvPr/>
        </p:nvSpPr>
        <p:spPr>
          <a:xfrm>
            <a:off x="548640" y="3520440"/>
            <a:ext cx="4377987" cy="1554480"/>
          </a:xfrm>
          <a:prstGeom prst="rect">
            <a:avLst/>
          </a:prstGeom>
          <a:solidFill>
            <a:srgbClr val="1F4D41">
              <a:alpha val="90000"/>
            </a:srgbClr>
          </a:solidFill>
          <a:ln w="15875">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315" name="Close numerals">
            <a:extLst>
              <a:ext uri="{FF2B5EF4-FFF2-40B4-BE49-F238E27FC236}">
                <a16:creationId xmlns:a16="http://schemas.microsoft.com/office/drawing/2014/main" id="{68F07967-C39C-679E-4E40-A7E7D1A3691E}"/>
              </a:ext>
            </a:extLst>
          </p:cNvPr>
          <p:cNvSpPr/>
          <p:nvPr/>
        </p:nvSpPr>
        <p:spPr>
          <a:xfrm>
            <a:off x="685800" y="3703320"/>
            <a:ext cx="41148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E9B14C"/>
                </a:solidFill>
                <a:effectLst/>
                <a:latin typeface="Arial" panose="020B0604020202020204" pitchFamily="34" charset="0"/>
              </a:rPr>
              <a:t>1</a:t>
            </a:r>
          </a:p>
          <a:p>
            <a:pPr algn="l">
              <a:buNone/>
            </a:pPr>
            <a:r>
              <a:rPr lang="en-US" sz="2400" b="1">
                <a:solidFill>
                  <a:srgbClr val="E9B14C"/>
                </a:solidFill>
                <a:effectLst/>
                <a:latin typeface="Arial" panose="020B0604020202020204" pitchFamily="34" charset="0"/>
              </a:rPr>
              <a:t>2</a:t>
            </a:r>
          </a:p>
          <a:p>
            <a:pPr algn="l">
              <a:buNone/>
            </a:pPr>
            <a:r>
              <a:rPr lang="en-US" sz="2400" b="1">
                <a:solidFill>
                  <a:srgbClr val="E9B14C"/>
                </a:solidFill>
                <a:effectLst/>
                <a:latin typeface="Arial" panose="020B0604020202020204" pitchFamily="34" charset="0"/>
              </a:rPr>
              <a:t>3</a:t>
            </a:r>
            <a:endParaRPr lang="en-US"/>
          </a:p>
        </p:txBody>
      </p:sp>
      <p:sp>
        <p:nvSpPr>
          <p:cNvPr id="33364" name="Close statements">
            <a:extLst>
              <a:ext uri="{FF2B5EF4-FFF2-40B4-BE49-F238E27FC236}">
                <a16:creationId xmlns:a16="http://schemas.microsoft.com/office/drawing/2014/main" id="{853F07EA-FF74-87DE-4813-03C318D09494}"/>
              </a:ext>
            </a:extLst>
          </p:cNvPr>
          <p:cNvSpPr/>
          <p:nvPr/>
        </p:nvSpPr>
        <p:spPr>
          <a:xfrm>
            <a:off x="1097280" y="3703320"/>
            <a:ext cx="3646467"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AF9F6"/>
                </a:solidFill>
                <a:effectLst/>
                <a:latin typeface="Arial" panose="020B0604020202020204" pitchFamily="34" charset="0"/>
              </a:rPr>
              <a:t>Agree the validation gate</a:t>
            </a:r>
          </a:p>
          <a:p>
            <a:pPr algn="l">
              <a:buNone/>
            </a:pPr>
            <a:r>
              <a:rPr lang="en-US" sz="2400">
                <a:solidFill>
                  <a:srgbClr val="FAF9F6"/>
                </a:solidFill>
                <a:effectLst/>
                <a:latin typeface="Arial" panose="020B0604020202020204" pitchFamily="34" charset="0"/>
              </a:rPr>
              <a:t>Name the owners</a:t>
            </a:r>
          </a:p>
          <a:p>
            <a:pPr algn="l">
              <a:buNone/>
            </a:pPr>
            <a:r>
              <a:rPr lang="en-US" sz="2400">
                <a:solidFill>
                  <a:srgbClr val="FAF9F6"/>
                </a:solidFill>
                <a:effectLst/>
                <a:latin typeface="Arial" panose="020B0604020202020204" pitchFamily="34" charset="0"/>
              </a:rPr>
              <a:t>Start the 2030 run</a:t>
            </a:r>
            <a:endParaRPr lang="en-US"/>
          </a:p>
        </p:txBody>
      </p:sp>
      <p:sp>
        <p:nvSpPr>
          <p:cNvPr id="33414" name="Footer sources">
            <a:extLst>
              <a:ext uri="{FF2B5EF4-FFF2-40B4-BE49-F238E27FC236}">
                <a16:creationId xmlns:a16="http://schemas.microsoft.com/office/drawing/2014/main" id="{F8106F75-EF05-D4D0-CA77-60FC4B5B4D50}"/>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A9C7BA"/>
                </a:solidFill>
                <a:effectLst/>
                <a:latin typeface="Arial" panose="020B0604020202020204" pitchFamily="34" charset="0"/>
              </a:rPr>
              <a:t>Case Study 48 · Zava North Homes is fictional</a:t>
            </a:r>
          </a:p>
          <a:p>
            <a:pPr algn="l">
              <a:buNone/>
            </a:pPr>
            <a:r>
              <a:rPr lang="en-US" sz="100">
                <a:effectLst/>
              </a:rPr>
              <a:t> </a:t>
            </a:r>
            <a:endParaRPr lang="en-US"/>
          </a:p>
        </p:txBody>
      </p:sp>
      <p:sp>
        <p:nvSpPr>
          <p:cNvPr id="33465" name="Footer navigation">
            <a:extLst>
              <a:ext uri="{FF2B5EF4-FFF2-40B4-BE49-F238E27FC236}">
                <a16:creationId xmlns:a16="http://schemas.microsoft.com/office/drawing/2014/main" id="{4AC41A53-99A9-9647-F2D5-58B8E59D74FA}"/>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A9C7BA"/>
                </a:solidFill>
                <a:effectLst/>
                <a:latin typeface="Arial" panose="020B0604020202020204" pitchFamily="34" charset="0"/>
              </a:rPr>
              <a:t>S23</a:t>
            </a:r>
          </a:p>
          <a:p>
            <a:pPr algn="r">
              <a:buNone/>
            </a:pPr>
            <a:r>
              <a:rPr lang="en-US" sz="100">
                <a:effectLst/>
              </a:rPr>
              <a:t> </a:t>
            </a:r>
            <a:endParaRPr lang="en-US"/>
          </a:p>
        </p:txBody>
      </p:sp>
    </p:spTree>
    <p:extLst>
      <p:ext uri="{BB962C8B-B14F-4D97-AF65-F5344CB8AC3E}">
        <p14:creationId xmlns:p14="http://schemas.microsoft.com/office/powerpoint/2010/main" val="3776325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444" name="Eyebrow">
            <a:extLst>
              <a:ext uri="{FF2B5EF4-FFF2-40B4-BE49-F238E27FC236}">
                <a16:creationId xmlns:a16="http://schemas.microsoft.com/office/drawing/2014/main" id="{06E62B1A-030D-48D8-060F-5FE951649DDA}"/>
              </a:ext>
            </a:extLst>
          </p:cNvPr>
          <p:cNvSpPr/>
          <p:nvPr/>
        </p:nvSpPr>
        <p:spPr>
          <a:xfrm>
            <a:off x="548640" y="365760"/>
            <a:ext cx="57424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APPENDIX · NAVIGATION ONLY · END OF THE SPOKEN ROUTE</a:t>
            </a:r>
            <a:endParaRPr lang="en-US"/>
          </a:p>
        </p:txBody>
      </p:sp>
      <p:sp>
        <p:nvSpPr>
          <p:cNvPr id="2514" name="Slide title">
            <a:extLst>
              <a:ext uri="{FF2B5EF4-FFF2-40B4-BE49-F238E27FC236}">
                <a16:creationId xmlns:a16="http://schemas.microsoft.com/office/drawing/2014/main" id="{3100A2B4-F24E-E41B-1EDE-E30C1A17B9A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Questions we expect, and where the answers are.</a:t>
            </a:r>
          </a:p>
          <a:p>
            <a:pPr algn="l">
              <a:buNone/>
            </a:pPr>
            <a:r>
              <a:rPr lang="en-US" sz="100">
                <a:effectLst/>
              </a:rPr>
              <a:t> </a:t>
            </a:r>
            <a:endParaRPr lang="en-US"/>
          </a:p>
        </p:txBody>
      </p:sp>
      <p:sp>
        <p:nvSpPr>
          <p:cNvPr id="2585" name="Footer sources">
            <a:extLst>
              <a:ext uri="{FF2B5EF4-FFF2-40B4-BE49-F238E27FC236}">
                <a16:creationId xmlns:a16="http://schemas.microsoft.com/office/drawing/2014/main" id="{6CFCCF07-2669-E9BA-04D9-43F49C1F03A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Navigation only · not part of the spoken route · type the slide number + Enter in Slide Show</a:t>
            </a:r>
          </a:p>
          <a:p>
            <a:pPr algn="l">
              <a:buNone/>
            </a:pPr>
            <a:r>
              <a:rPr lang="en-US" sz="100">
                <a:effectLst/>
              </a:rPr>
              <a:t> </a:t>
            </a:r>
            <a:endParaRPr lang="en-US"/>
          </a:p>
        </p:txBody>
      </p:sp>
      <p:sp>
        <p:nvSpPr>
          <p:cNvPr id="2657" name="Footer navigation">
            <a:extLst>
              <a:ext uri="{FF2B5EF4-FFF2-40B4-BE49-F238E27FC236}">
                <a16:creationId xmlns:a16="http://schemas.microsoft.com/office/drawing/2014/main" id="{C7ED9F8D-AEB8-9C4D-9737-2385C56C9E9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QX · slide 27</a:t>
            </a:r>
            <a:endParaRPr lang="en-US"/>
          </a:p>
        </p:txBody>
      </p:sp>
      <p:sp>
        <p:nvSpPr>
          <p:cNvPr id="20971" name="Group Strategy And Value">
            <a:extLst>
              <a:ext uri="{FF2B5EF4-FFF2-40B4-BE49-F238E27FC236}">
                <a16:creationId xmlns:a16="http://schemas.microsoft.com/office/drawing/2014/main" id="{3A7F48AA-8C98-6AD4-E337-35CACB216523}"/>
              </a:ext>
            </a:extLst>
          </p:cNvPr>
          <p:cNvSpPr/>
          <p:nvPr/>
        </p:nvSpPr>
        <p:spPr>
          <a:xfrm>
            <a:off x="548640" y="1508760"/>
            <a:ext cx="2301696"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STRATEGY AND VALUE</a:t>
            </a:r>
          </a:p>
          <a:p>
            <a:pPr algn="l">
              <a:buNone/>
            </a:pPr>
            <a:r>
              <a:rPr lang="en-US" sz="100">
                <a:effectLst/>
              </a:rPr>
              <a:t> </a:t>
            </a:r>
            <a:endParaRPr lang="en-US"/>
          </a:p>
        </p:txBody>
      </p:sp>
      <p:sp>
        <p:nvSpPr>
          <p:cNvPr id="20975" name="Index B01">
            <a:hlinkClick r:id="rId3" action="ppaction://hlinksldjump"/>
            <a:extLst>
              <a:ext uri="{FF2B5EF4-FFF2-40B4-BE49-F238E27FC236}">
                <a16:creationId xmlns:a16="http://schemas.microsoft.com/office/drawing/2014/main" id="{143C841B-3344-721A-7FE2-874158B23689}"/>
              </a:ext>
            </a:extLst>
          </p:cNvPr>
          <p:cNvSpPr/>
          <p:nvPr/>
        </p:nvSpPr>
        <p:spPr>
          <a:xfrm>
            <a:off x="548640" y="18105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B01 · 28   Why not fix the process and hire more people?</a:t>
            </a:r>
            <a:endParaRPr lang="en-US"/>
          </a:p>
        </p:txBody>
      </p:sp>
      <p:sp>
        <p:nvSpPr>
          <p:cNvPr id="20980" name="Index B08">
            <a:hlinkClick r:id="rId4" action="ppaction://hlinksldjump"/>
            <a:extLst>
              <a:ext uri="{FF2B5EF4-FFF2-40B4-BE49-F238E27FC236}">
                <a16:creationId xmlns:a16="http://schemas.microsoft.com/office/drawing/2014/main" id="{42A29B48-44E5-BDA3-EEDD-5366AE1EC0C0}"/>
              </a:ext>
            </a:extLst>
          </p:cNvPr>
          <p:cNvSpPr/>
          <p:nvPr/>
        </p:nvSpPr>
        <p:spPr>
          <a:xfrm>
            <a:off x="548640" y="20482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B08 · 35   Will this double delivery and capture GBP 40m?</a:t>
            </a:r>
            <a:endParaRPr lang="en-US"/>
          </a:p>
        </p:txBody>
      </p:sp>
      <p:sp>
        <p:nvSpPr>
          <p:cNvPr id="20986" name="Index B09">
            <a:hlinkClick r:id="rId5" action="ppaction://hlinksldjump"/>
            <a:extLst>
              <a:ext uri="{FF2B5EF4-FFF2-40B4-BE49-F238E27FC236}">
                <a16:creationId xmlns:a16="http://schemas.microsoft.com/office/drawing/2014/main" id="{5A2A7CC7-9AE6-6E6C-8806-51E82321FA41}"/>
              </a:ext>
            </a:extLst>
          </p:cNvPr>
          <p:cNvSpPr/>
          <p:nvPr/>
        </p:nvSpPr>
        <p:spPr>
          <a:xfrm>
            <a:off x="548640" y="22860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B09 · 36   What is the per-home case and cash exposure?</a:t>
            </a:r>
            <a:endParaRPr lang="en-US"/>
          </a:p>
        </p:txBody>
      </p:sp>
      <p:sp>
        <p:nvSpPr>
          <p:cNvPr id="20993" name="Index B17">
            <a:hlinkClick r:id="rId6" action="ppaction://hlinksldjump"/>
            <a:extLst>
              <a:ext uri="{FF2B5EF4-FFF2-40B4-BE49-F238E27FC236}">
                <a16:creationId xmlns:a16="http://schemas.microsoft.com/office/drawing/2014/main" id="{DD4A5416-88DB-8118-C12A-24D26539AAF5}"/>
              </a:ext>
            </a:extLst>
          </p:cNvPr>
          <p:cNvSpPr/>
          <p:nvPr/>
        </p:nvSpPr>
        <p:spPr>
          <a:xfrm>
            <a:off x="548640" y="25237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B17 · 44   When can we go live, and who owns next?</a:t>
            </a:r>
            <a:endParaRPr lang="en-US"/>
          </a:p>
        </p:txBody>
      </p:sp>
      <p:sp>
        <p:nvSpPr>
          <p:cNvPr id="21010" name="Group Method And Readiness">
            <a:extLst>
              <a:ext uri="{FF2B5EF4-FFF2-40B4-BE49-F238E27FC236}">
                <a16:creationId xmlns:a16="http://schemas.microsoft.com/office/drawing/2014/main" id="{64373305-214B-FC78-E321-7FCE8A7B88C7}"/>
              </a:ext>
            </a:extLst>
          </p:cNvPr>
          <p:cNvSpPr/>
          <p:nvPr/>
        </p:nvSpPr>
        <p:spPr>
          <a:xfrm>
            <a:off x="548640" y="3118104"/>
            <a:ext cx="2568396"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METHOD AND READINESS</a:t>
            </a:r>
          </a:p>
          <a:p>
            <a:pPr algn="l">
              <a:buNone/>
            </a:pPr>
            <a:r>
              <a:rPr lang="en-US" sz="100">
                <a:effectLst/>
              </a:rPr>
              <a:t> </a:t>
            </a:r>
            <a:endParaRPr lang="en-US"/>
          </a:p>
        </p:txBody>
      </p:sp>
      <p:sp>
        <p:nvSpPr>
          <p:cNvPr id="21020" name="Index B12">
            <a:hlinkClick r:id="rId7" action="ppaction://hlinksldjump"/>
            <a:extLst>
              <a:ext uri="{FF2B5EF4-FFF2-40B4-BE49-F238E27FC236}">
                <a16:creationId xmlns:a16="http://schemas.microsoft.com/office/drawing/2014/main" id="{3E7CDD8F-4D65-33A3-78D2-1DE0A8CCF9F5}"/>
              </a:ext>
            </a:extLst>
          </p:cNvPr>
          <p:cNvSpPr/>
          <p:nvPr/>
        </p:nvSpPr>
        <p:spPr>
          <a:xfrm>
            <a:off x="548640" y="34198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B12 · 39   Validated with real residents and staff?</a:t>
            </a:r>
            <a:endParaRPr lang="en-US"/>
          </a:p>
        </p:txBody>
      </p:sp>
      <p:sp>
        <p:nvSpPr>
          <p:cNvPr id="21031" name="Index B13">
            <a:hlinkClick r:id="rId8" action="ppaction://hlinksldjump"/>
            <a:extLst>
              <a:ext uri="{FF2B5EF4-FFF2-40B4-BE49-F238E27FC236}">
                <a16:creationId xmlns:a16="http://schemas.microsoft.com/office/drawing/2014/main" id="{9890C9BE-F770-7CB6-6EA7-111AEED015E4}"/>
              </a:ext>
            </a:extLst>
          </p:cNvPr>
          <p:cNvSpPr/>
          <p:nvPr/>
        </p:nvSpPr>
        <p:spPr>
          <a:xfrm>
            <a:off x="548640" y="36576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B13 · 40   How did requirements become the backlog?</a:t>
            </a:r>
            <a:endParaRPr lang="en-US"/>
          </a:p>
        </p:txBody>
      </p:sp>
      <p:sp>
        <p:nvSpPr>
          <p:cNvPr id="21056" name="Group Cost And Tokenomics">
            <a:extLst>
              <a:ext uri="{FF2B5EF4-FFF2-40B4-BE49-F238E27FC236}">
                <a16:creationId xmlns:a16="http://schemas.microsoft.com/office/drawing/2014/main" id="{438024D9-5FB5-FAD6-9C0E-2FEC8A7D4F44}"/>
              </a:ext>
            </a:extLst>
          </p:cNvPr>
          <p:cNvSpPr/>
          <p:nvPr/>
        </p:nvSpPr>
        <p:spPr>
          <a:xfrm>
            <a:off x="548640" y="4251960"/>
            <a:ext cx="2453362"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COST AND TOKENOMICS</a:t>
            </a:r>
          </a:p>
          <a:p>
            <a:pPr algn="l">
              <a:buNone/>
            </a:pPr>
            <a:r>
              <a:rPr lang="en-US" sz="100">
                <a:effectLst/>
              </a:rPr>
              <a:t> </a:t>
            </a:r>
            <a:endParaRPr lang="en-US"/>
          </a:p>
        </p:txBody>
      </p:sp>
      <p:sp>
        <p:nvSpPr>
          <p:cNvPr id="21070" name="Index B04">
            <a:hlinkClick r:id="rId9" action="ppaction://hlinksldjump"/>
            <a:extLst>
              <a:ext uri="{FF2B5EF4-FFF2-40B4-BE49-F238E27FC236}">
                <a16:creationId xmlns:a16="http://schemas.microsoft.com/office/drawing/2014/main" id="{31731A9F-7F73-E736-9FCC-0F231B06D97D}"/>
              </a:ext>
            </a:extLst>
          </p:cNvPr>
          <p:cNvSpPr/>
          <p:nvPr/>
        </p:nvSpPr>
        <p:spPr>
          <a:xfrm>
            <a:off x="548640" y="45537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dirty="0">
                <a:solidFill>
                  <a:srgbClr val="173F35"/>
                </a:solidFill>
                <a:effectLst/>
                <a:latin typeface="Arial" panose="020B0604020202020204" pitchFamily="34" charset="0"/>
              </a:rPr>
              <a:t>B04 · 31   How do Decision Models cut cost and latency?</a:t>
            </a:r>
            <a:endParaRPr lang="en-US" dirty="0"/>
          </a:p>
        </p:txBody>
      </p:sp>
      <p:sp>
        <p:nvSpPr>
          <p:cNvPr id="21085" name="Index B05">
            <a:hlinkClick r:id="rId10" action="ppaction://hlinksldjump"/>
            <a:extLst>
              <a:ext uri="{FF2B5EF4-FFF2-40B4-BE49-F238E27FC236}">
                <a16:creationId xmlns:a16="http://schemas.microsoft.com/office/drawing/2014/main" id="{D45A2A06-5BD7-5C28-66E1-CB324B32F396}"/>
              </a:ext>
            </a:extLst>
          </p:cNvPr>
          <p:cNvSpPr/>
          <p:nvPr/>
        </p:nvSpPr>
        <p:spPr>
          <a:xfrm>
            <a:off x="548640" y="47914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B05 · 32   What does the technology cost today?</a:t>
            </a:r>
            <a:endParaRPr lang="en-US"/>
          </a:p>
        </p:txBody>
      </p:sp>
      <p:sp>
        <p:nvSpPr>
          <p:cNvPr id="21101" name="Index B25">
            <a:hlinkClick r:id="rId11" action="ppaction://hlinksldjump"/>
            <a:extLst>
              <a:ext uri="{FF2B5EF4-FFF2-40B4-BE49-F238E27FC236}">
                <a16:creationId xmlns:a16="http://schemas.microsoft.com/office/drawing/2014/main" id="{EAA47BB5-81F4-A599-C746-02DF3D607D4C}"/>
              </a:ext>
            </a:extLst>
          </p:cNvPr>
          <p:cNvSpPr/>
          <p:nvPr/>
        </p:nvSpPr>
        <p:spPr>
          <a:xfrm>
            <a:off x="548640" y="50292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B25 · 52   Tokenomics unit: can the AI bill run away?</a:t>
            </a:r>
            <a:endParaRPr lang="en-US"/>
          </a:p>
        </p:txBody>
      </p:sp>
      <p:sp>
        <p:nvSpPr>
          <p:cNvPr id="21118" name="Index B26">
            <a:hlinkClick r:id="rId12" action="ppaction://hlinksldjump"/>
            <a:extLst>
              <a:ext uri="{FF2B5EF4-FFF2-40B4-BE49-F238E27FC236}">
                <a16:creationId xmlns:a16="http://schemas.microsoft.com/office/drawing/2014/main" id="{0D9510C1-B5A2-C712-D508-4EE50B7ACF76}"/>
              </a:ext>
            </a:extLst>
          </p:cNvPr>
          <p:cNvSpPr/>
          <p:nvPr/>
        </p:nvSpPr>
        <p:spPr>
          <a:xfrm>
            <a:off x="548640" y="52669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B26 · 53   Why not cache everything, use the cheapest model?</a:t>
            </a:r>
            <a:endParaRPr lang="en-US"/>
          </a:p>
        </p:txBody>
      </p:sp>
      <p:sp>
        <p:nvSpPr>
          <p:cNvPr id="21155" name="Group Architecture And Ai">
            <a:extLst>
              <a:ext uri="{FF2B5EF4-FFF2-40B4-BE49-F238E27FC236}">
                <a16:creationId xmlns:a16="http://schemas.microsoft.com/office/drawing/2014/main" id="{3882D2FD-63F0-C6AF-2521-4337E1A604D3}"/>
              </a:ext>
            </a:extLst>
          </p:cNvPr>
          <p:cNvSpPr/>
          <p:nvPr/>
        </p:nvSpPr>
        <p:spPr>
          <a:xfrm>
            <a:off x="6278880" y="1508760"/>
            <a:ext cx="2348815"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ARCHITECTURE AND AI</a:t>
            </a:r>
          </a:p>
          <a:p>
            <a:pPr algn="l">
              <a:buNone/>
            </a:pPr>
            <a:r>
              <a:rPr lang="en-US" sz="100">
                <a:effectLst/>
              </a:rPr>
              <a:t> </a:t>
            </a:r>
            <a:endParaRPr lang="en-US"/>
          </a:p>
        </p:txBody>
      </p:sp>
      <p:sp>
        <p:nvSpPr>
          <p:cNvPr id="21175" name="Index B02">
            <a:hlinkClick r:id="rId13" action="ppaction://hlinksldjump"/>
            <a:extLst>
              <a:ext uri="{FF2B5EF4-FFF2-40B4-BE49-F238E27FC236}">
                <a16:creationId xmlns:a16="http://schemas.microsoft.com/office/drawing/2014/main" id="{F484ADBA-0A87-B121-27CA-902D88FD0BFE}"/>
              </a:ext>
            </a:extLst>
          </p:cNvPr>
          <p:cNvSpPr/>
          <p:nvPr/>
        </p:nvSpPr>
        <p:spPr>
          <a:xfrm>
            <a:off x="6278880" y="18105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B02 · 29   Replacing or integrating our housing system?</a:t>
            </a:r>
            <a:endParaRPr lang="en-US"/>
          </a:p>
        </p:txBody>
      </p:sp>
      <p:sp>
        <p:nvSpPr>
          <p:cNvPr id="21196" name="Index B03">
            <a:hlinkClick r:id="rId14" action="ppaction://hlinksldjump"/>
            <a:extLst>
              <a:ext uri="{FF2B5EF4-FFF2-40B4-BE49-F238E27FC236}">
                <a16:creationId xmlns:a16="http://schemas.microsoft.com/office/drawing/2014/main" id="{2A98BE3B-6027-AF1C-D1B5-D679ECF84D69}"/>
              </a:ext>
            </a:extLst>
          </p:cNvPr>
          <p:cNvSpPr/>
          <p:nvPr/>
        </p:nvSpPr>
        <p:spPr>
          <a:xfrm>
            <a:off x="6278880" y="20482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B03 · 30   Why not exactly the five agents requested?</a:t>
            </a:r>
            <a:endParaRPr lang="en-US"/>
          </a:p>
        </p:txBody>
      </p:sp>
      <p:sp>
        <p:nvSpPr>
          <p:cNvPr id="21218" name="Index B10">
            <a:hlinkClick r:id="rId15" action="ppaction://hlinksldjump"/>
            <a:extLst>
              <a:ext uri="{FF2B5EF4-FFF2-40B4-BE49-F238E27FC236}">
                <a16:creationId xmlns:a16="http://schemas.microsoft.com/office/drawing/2014/main" id="{A76FF755-71B5-1BEF-7F37-3C9FA860ECD7}"/>
              </a:ext>
            </a:extLst>
          </p:cNvPr>
          <p:cNvSpPr/>
          <p:nvPr/>
        </p:nvSpPr>
        <p:spPr>
          <a:xfrm>
            <a:off x="6278880" y="22860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B10 · 37   Why not deploy each agent independently?</a:t>
            </a:r>
            <a:endParaRPr lang="en-US"/>
          </a:p>
        </p:txBody>
      </p:sp>
      <p:sp>
        <p:nvSpPr>
          <p:cNvPr id="21241" name="Index B11">
            <a:hlinkClick r:id="rId16" action="ppaction://hlinksldjump"/>
            <a:extLst>
              <a:ext uri="{FF2B5EF4-FFF2-40B4-BE49-F238E27FC236}">
                <a16:creationId xmlns:a16="http://schemas.microsoft.com/office/drawing/2014/main" id="{A4A0BD5A-A7E2-32D4-1F95-ACD5EAEC10C6}"/>
              </a:ext>
            </a:extLst>
          </p:cNvPr>
          <p:cNvSpPr/>
          <p:nvPr/>
        </p:nvSpPr>
        <p:spPr>
          <a:xfrm>
            <a:off x="6278880" y="25237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B11 · 38   What proves the AI is real and useful?</a:t>
            </a:r>
            <a:endParaRPr lang="en-US"/>
          </a:p>
        </p:txBody>
      </p:sp>
      <p:sp>
        <p:nvSpPr>
          <p:cNvPr id="21290" name="Group Trust, Risk And People">
            <a:extLst>
              <a:ext uri="{FF2B5EF4-FFF2-40B4-BE49-F238E27FC236}">
                <a16:creationId xmlns:a16="http://schemas.microsoft.com/office/drawing/2014/main" id="{10CECC5B-75B7-01AA-F736-5BD6CA1D2993}"/>
              </a:ext>
            </a:extLst>
          </p:cNvPr>
          <p:cNvSpPr/>
          <p:nvPr/>
        </p:nvSpPr>
        <p:spPr>
          <a:xfrm>
            <a:off x="6278880" y="3118104"/>
            <a:ext cx="2615068"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TRUST, RISK AND PEOPLE</a:t>
            </a:r>
          </a:p>
          <a:p>
            <a:pPr algn="l">
              <a:buNone/>
            </a:pPr>
            <a:r>
              <a:rPr lang="en-US" sz="100">
                <a:effectLst/>
              </a:rPr>
              <a:t> </a:t>
            </a:r>
            <a:endParaRPr lang="en-US"/>
          </a:p>
        </p:txBody>
      </p:sp>
      <p:sp>
        <p:nvSpPr>
          <p:cNvPr id="21316" name="Index B06">
            <a:hlinkClick r:id="rId17" action="ppaction://hlinksldjump"/>
            <a:extLst>
              <a:ext uri="{FF2B5EF4-FFF2-40B4-BE49-F238E27FC236}">
                <a16:creationId xmlns:a16="http://schemas.microsoft.com/office/drawing/2014/main" id="{7BEACC76-FBE3-33D1-C9D7-6F69BBA9DB2C}"/>
              </a:ext>
            </a:extLst>
          </p:cNvPr>
          <p:cNvSpPr/>
          <p:nvPr/>
        </p:nvSpPr>
        <p:spPr>
          <a:xfrm>
            <a:off x="6278880" y="34198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B06 · 33   How do residents keep choice, incl. offline?</a:t>
            </a:r>
            <a:endParaRPr lang="en-US"/>
          </a:p>
        </p:txBody>
      </p:sp>
      <p:sp>
        <p:nvSpPr>
          <p:cNvPr id="21343" name="Index B07">
            <a:hlinkClick r:id="rId18" action="ppaction://hlinksldjump"/>
            <a:extLst>
              <a:ext uri="{FF2B5EF4-FFF2-40B4-BE49-F238E27FC236}">
                <a16:creationId xmlns:a16="http://schemas.microsoft.com/office/drawing/2014/main" id="{8C6AFA88-AD3C-F2D6-F272-E1707A1796ED}"/>
              </a:ext>
            </a:extLst>
          </p:cNvPr>
          <p:cNvSpPr/>
          <p:nvPr/>
        </p:nvSpPr>
        <p:spPr>
          <a:xfrm>
            <a:off x="6278880" y="36576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B07 · 34   What stops humans rubber-stamping AI?</a:t>
            </a:r>
            <a:endParaRPr lang="en-US"/>
          </a:p>
        </p:txBody>
      </p:sp>
      <p:sp>
        <p:nvSpPr>
          <p:cNvPr id="21371" name="Index B21">
            <a:hlinkClick r:id="rId19" action="ppaction://hlinksldjump"/>
            <a:extLst>
              <a:ext uri="{FF2B5EF4-FFF2-40B4-BE49-F238E27FC236}">
                <a16:creationId xmlns:a16="http://schemas.microsoft.com/office/drawing/2014/main" id="{53CA4019-5119-F6D9-FEE2-3CA57BF30135}"/>
              </a:ext>
            </a:extLst>
          </p:cNvPr>
          <p:cNvSpPr/>
          <p:nvPr/>
        </p:nvSpPr>
        <p:spPr>
          <a:xfrm>
            <a:off x="6278880" y="38953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B21 · 48   How do you prevent hallucination and injection?</a:t>
            </a:r>
            <a:endParaRPr lang="en-US"/>
          </a:p>
        </p:txBody>
      </p:sp>
      <p:sp>
        <p:nvSpPr>
          <p:cNvPr id="21400" name="Index B22">
            <a:hlinkClick r:id="rId20" action="ppaction://hlinksldjump"/>
            <a:extLst>
              <a:ext uri="{FF2B5EF4-FFF2-40B4-BE49-F238E27FC236}">
                <a16:creationId xmlns:a16="http://schemas.microsoft.com/office/drawing/2014/main" id="{1EBB2B72-B35D-A6AF-31B2-9D0702707490}"/>
              </a:ext>
            </a:extLst>
          </p:cNvPr>
          <p:cNvSpPr/>
          <p:nvPr/>
        </p:nvSpPr>
        <p:spPr>
          <a:xfrm>
            <a:off x="6278880" y="41330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B22 · 49   Can data leave the UK or train a model?</a:t>
            </a:r>
            <a:endParaRPr lang="en-US"/>
          </a:p>
        </p:txBody>
      </p:sp>
      <p:sp>
        <p:nvSpPr>
          <p:cNvPr id="21430" name="Index B23">
            <a:hlinkClick r:id="rId21" action="ppaction://hlinksldjump"/>
            <a:extLst>
              <a:ext uri="{FF2B5EF4-FFF2-40B4-BE49-F238E27FC236}">
                <a16:creationId xmlns:a16="http://schemas.microsoft.com/office/drawing/2014/main" id="{6D672114-6EA8-9EF0-DE3D-711E03756CC1}"/>
              </a:ext>
            </a:extLst>
          </p:cNvPr>
          <p:cNvSpPr/>
          <p:nvPr/>
        </p:nvSpPr>
        <p:spPr>
          <a:xfrm>
            <a:off x="6278880" y="43708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B23 · 50   How will you know it is fair and accessible?</a:t>
            </a:r>
            <a:endParaRPr lang="en-US"/>
          </a:p>
        </p:txBody>
      </p:sp>
      <p:sp>
        <p:nvSpPr>
          <p:cNvPr id="21493" name="Group Operations And Demo">
            <a:extLst>
              <a:ext uri="{FF2B5EF4-FFF2-40B4-BE49-F238E27FC236}">
                <a16:creationId xmlns:a16="http://schemas.microsoft.com/office/drawing/2014/main" id="{9F85D5D1-05D4-9248-D001-AF353D876FFA}"/>
              </a:ext>
            </a:extLst>
          </p:cNvPr>
          <p:cNvSpPr/>
          <p:nvPr/>
        </p:nvSpPr>
        <p:spPr>
          <a:xfrm>
            <a:off x="6278880" y="4965192"/>
            <a:ext cx="2453352"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OPERATIONS AND DEMO</a:t>
            </a:r>
          </a:p>
          <a:p>
            <a:pPr algn="l">
              <a:buNone/>
            </a:pPr>
            <a:r>
              <a:rPr lang="en-US" sz="100">
                <a:effectLst/>
              </a:rPr>
              <a:t> </a:t>
            </a:r>
            <a:endParaRPr lang="en-US"/>
          </a:p>
        </p:txBody>
      </p:sp>
      <p:sp>
        <p:nvSpPr>
          <p:cNvPr id="21526" name="Index B16">
            <a:hlinkClick r:id="rId22" action="ppaction://hlinksldjump"/>
            <a:extLst>
              <a:ext uri="{FF2B5EF4-FFF2-40B4-BE49-F238E27FC236}">
                <a16:creationId xmlns:a16="http://schemas.microsoft.com/office/drawing/2014/main" id="{8F6916B4-5C94-F345-3F11-E6DC9601BE0D}"/>
              </a:ext>
            </a:extLst>
          </p:cNvPr>
          <p:cNvSpPr/>
          <p:nvPr/>
        </p:nvSpPr>
        <p:spPr>
          <a:xfrm>
            <a:off x="6278880" y="52669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B16 · 43   What if the model, cloud or deployment fails?</a:t>
            </a:r>
            <a:endParaRPr lang="en-US"/>
          </a:p>
        </p:txBody>
      </p:sp>
      <p:sp>
        <p:nvSpPr>
          <p:cNvPr id="21560" name="Index B18">
            <a:hlinkClick r:id="rId23" action="ppaction://hlinksldjump"/>
            <a:extLst>
              <a:ext uri="{FF2B5EF4-FFF2-40B4-BE49-F238E27FC236}">
                <a16:creationId xmlns:a16="http://schemas.microsoft.com/office/drawing/2014/main" id="{C92C8888-DC6F-EBED-C655-FBDA92F20525}"/>
              </a:ext>
            </a:extLst>
          </p:cNvPr>
          <p:cNvSpPr/>
          <p:nvPr/>
        </p:nvSpPr>
        <p:spPr>
          <a:xfrm>
            <a:off x="6278880" y="55046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B18 · 45   Can you demo a new live action now?</a:t>
            </a:r>
            <a:endParaRPr lang="en-US"/>
          </a:p>
        </p:txBody>
      </p:sp>
      <p:sp>
        <p:nvSpPr>
          <p:cNvPr id="25740" name="Spacer B20">
            <a:extLst>
              <a:ext uri="{FF2B5EF4-FFF2-40B4-BE49-F238E27FC236}">
                <a16:creationId xmlns:a16="http://schemas.microsoft.com/office/drawing/2014/main" id="{29BA3FE6-230F-49F1-DB06-DD6AADAE130E}"/>
              </a:ext>
            </a:extLst>
          </p:cNvPr>
          <p:cNvSpPr/>
          <p:nvPr/>
        </p:nvSpPr>
        <p:spPr>
          <a:xfrm>
            <a:off x="548640" y="2999232"/>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767" name="Index B20">
            <a:hlinkClick r:id="rId24" action="ppaction://hlinksldjump"/>
            <a:extLst>
              <a:ext uri="{FF2B5EF4-FFF2-40B4-BE49-F238E27FC236}">
                <a16:creationId xmlns:a16="http://schemas.microsoft.com/office/drawing/2014/main" id="{AB73053C-9D85-E892-AACC-16259DE03E98}"/>
              </a:ext>
            </a:extLst>
          </p:cNvPr>
          <p:cNvSpPr/>
          <p:nvPr/>
        </p:nvSpPr>
        <p:spPr>
          <a:xfrm>
            <a:off x="548640" y="27614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B20 · 47   Why Azure, not M365, Power Platform or buy?</a:t>
            </a:r>
            <a:endParaRPr lang="en-US"/>
          </a:p>
        </p:txBody>
      </p:sp>
      <p:sp>
        <p:nvSpPr>
          <p:cNvPr id="25795" name="Spacer B15">
            <a:extLst>
              <a:ext uri="{FF2B5EF4-FFF2-40B4-BE49-F238E27FC236}">
                <a16:creationId xmlns:a16="http://schemas.microsoft.com/office/drawing/2014/main" id="{D09C3E20-9D87-4F16-5C4C-D03E83174036}"/>
              </a:ext>
            </a:extLst>
          </p:cNvPr>
          <p:cNvSpPr/>
          <p:nvPr/>
        </p:nvSpPr>
        <p:spPr>
          <a:xfrm>
            <a:off x="548640" y="4133088"/>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24" name="Index B15">
            <a:hlinkClick r:id="rId25" action="ppaction://hlinksldjump"/>
            <a:extLst>
              <a:ext uri="{FF2B5EF4-FFF2-40B4-BE49-F238E27FC236}">
                <a16:creationId xmlns:a16="http://schemas.microsoft.com/office/drawing/2014/main" id="{BE48334D-429D-BEF4-188F-DA8D46A926A6}"/>
              </a:ext>
            </a:extLst>
          </p:cNvPr>
          <p:cNvSpPr/>
          <p:nvPr/>
        </p:nvSpPr>
        <p:spPr>
          <a:xfrm>
            <a:off x="548640" y="38953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B15 · 42   What must happen before a pilot decision?</a:t>
            </a:r>
            <a:endParaRPr lang="en-US"/>
          </a:p>
        </p:txBody>
      </p:sp>
      <p:sp>
        <p:nvSpPr>
          <p:cNvPr id="25854" name="Spacer B27">
            <a:extLst>
              <a:ext uri="{FF2B5EF4-FFF2-40B4-BE49-F238E27FC236}">
                <a16:creationId xmlns:a16="http://schemas.microsoft.com/office/drawing/2014/main" id="{3D2EF8F5-BB6D-F69B-9AF4-B5A524C23EDB}"/>
              </a:ext>
            </a:extLst>
          </p:cNvPr>
          <p:cNvSpPr/>
          <p:nvPr/>
        </p:nvSpPr>
        <p:spPr>
          <a:xfrm>
            <a:off x="548640" y="57424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85" name="Index B27">
            <a:hlinkClick r:id="rId26" action="ppaction://hlinksldjump"/>
            <a:extLst>
              <a:ext uri="{FF2B5EF4-FFF2-40B4-BE49-F238E27FC236}">
                <a16:creationId xmlns:a16="http://schemas.microsoft.com/office/drawing/2014/main" id="{5F3170BC-B5B9-D07D-A900-7F3822399580}"/>
              </a:ext>
            </a:extLst>
          </p:cNvPr>
          <p:cNvSpPr/>
          <p:nvPr/>
        </p:nvSpPr>
        <p:spPr>
          <a:xfrm>
            <a:off x="548640" y="55046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B27 · 54   What stops chat and agent sprawl?</a:t>
            </a:r>
            <a:endParaRPr lang="en-US"/>
          </a:p>
        </p:txBody>
      </p:sp>
      <p:sp>
        <p:nvSpPr>
          <p:cNvPr id="25917" name="Spacer B14">
            <a:extLst>
              <a:ext uri="{FF2B5EF4-FFF2-40B4-BE49-F238E27FC236}">
                <a16:creationId xmlns:a16="http://schemas.microsoft.com/office/drawing/2014/main" id="{FF9B3F91-ECA6-D549-7134-7E6889761BB2}"/>
              </a:ext>
            </a:extLst>
          </p:cNvPr>
          <p:cNvSpPr/>
          <p:nvPr/>
        </p:nvSpPr>
        <p:spPr>
          <a:xfrm>
            <a:off x="6278880" y="2999232"/>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50" name="Index B14">
            <a:hlinkClick r:id="rId27" action="ppaction://hlinksldjump"/>
            <a:extLst>
              <a:ext uri="{FF2B5EF4-FFF2-40B4-BE49-F238E27FC236}">
                <a16:creationId xmlns:a16="http://schemas.microsoft.com/office/drawing/2014/main" id="{98503180-371B-D537-6DC9-A196C76F048E}"/>
              </a:ext>
            </a:extLst>
          </p:cNvPr>
          <p:cNvSpPr/>
          <p:nvPr/>
        </p:nvSpPr>
        <p:spPr>
          <a:xfrm>
            <a:off x="6278880" y="27614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B14 · 41   Is it agentic if so much is deterministic?</a:t>
            </a:r>
            <a:endParaRPr lang="en-US"/>
          </a:p>
        </p:txBody>
      </p:sp>
      <p:sp>
        <p:nvSpPr>
          <p:cNvPr id="25984" name="Spacer B24">
            <a:extLst>
              <a:ext uri="{FF2B5EF4-FFF2-40B4-BE49-F238E27FC236}">
                <a16:creationId xmlns:a16="http://schemas.microsoft.com/office/drawing/2014/main" id="{347A2310-8E90-DC4F-8BCA-C35951ED615A}"/>
              </a:ext>
            </a:extLst>
          </p:cNvPr>
          <p:cNvSpPr/>
          <p:nvPr/>
        </p:nvSpPr>
        <p:spPr>
          <a:xfrm>
            <a:off x="6278880" y="4846320"/>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19" name="Index B24">
            <a:hlinkClick r:id="rId28" action="ppaction://hlinksldjump"/>
            <a:extLst>
              <a:ext uri="{FF2B5EF4-FFF2-40B4-BE49-F238E27FC236}">
                <a16:creationId xmlns:a16="http://schemas.microsoft.com/office/drawing/2014/main" id="{529EA319-4AFC-70D3-70E9-E13961FAD092}"/>
              </a:ext>
            </a:extLst>
          </p:cNvPr>
          <p:cNvSpPr/>
          <p:nvPr/>
        </p:nvSpPr>
        <p:spPr>
          <a:xfrm>
            <a:off x="6278880" y="460857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B24 · 51   How do policy, law and funding stay current?</a:t>
            </a:r>
            <a:endParaRPr lang="en-US"/>
          </a:p>
        </p:txBody>
      </p:sp>
      <p:sp>
        <p:nvSpPr>
          <p:cNvPr id="26055" name="Spacer B19">
            <a:extLst>
              <a:ext uri="{FF2B5EF4-FFF2-40B4-BE49-F238E27FC236}">
                <a16:creationId xmlns:a16="http://schemas.microsoft.com/office/drawing/2014/main" id="{84ACD896-7CFF-B980-CF59-864AA05D0EBF}"/>
              </a:ext>
            </a:extLst>
          </p:cNvPr>
          <p:cNvSpPr/>
          <p:nvPr/>
        </p:nvSpPr>
        <p:spPr>
          <a:xfrm>
            <a:off x="6278880" y="5980176"/>
            <a:ext cx="5364480" cy="14630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92" name="Index B19">
            <a:hlinkClick r:id="rId29" action="ppaction://hlinksldjump"/>
            <a:extLst>
              <a:ext uri="{FF2B5EF4-FFF2-40B4-BE49-F238E27FC236}">
                <a16:creationId xmlns:a16="http://schemas.microsoft.com/office/drawing/2014/main" id="{4428FDF0-9C71-026B-7F1B-E8C88F3E159C}"/>
              </a:ext>
            </a:extLst>
          </p:cNvPr>
          <p:cNvSpPr/>
          <p:nvPr/>
        </p:nvSpPr>
        <p:spPr>
          <a:xfrm>
            <a:off x="6278880" y="57424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B19 · 46   Sensors: can AI diagnose damp or mould?</a:t>
            </a:r>
            <a:endParaRPr lang="en-US"/>
          </a:p>
        </p:txBody>
      </p:sp>
    </p:spTree>
    <p:extLst>
      <p:ext uri="{BB962C8B-B14F-4D97-AF65-F5344CB8AC3E}">
        <p14:creationId xmlns:p14="http://schemas.microsoft.com/office/powerpoint/2010/main" val="3761642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58" name="Eyebrow">
            <a:extLst>
              <a:ext uri="{FF2B5EF4-FFF2-40B4-BE49-F238E27FC236}">
                <a16:creationId xmlns:a16="http://schemas.microsoft.com/office/drawing/2014/main" id="{455462CC-5953-606B-96CE-07E232DE4958}"/>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B01 · CEO / COO</a:t>
            </a:r>
          </a:p>
          <a:p>
            <a:pPr algn="l">
              <a:buNone/>
            </a:pPr>
            <a:r>
              <a:rPr lang="en-US" sz="100">
                <a:effectLst/>
              </a:rPr>
              <a:t> </a:t>
            </a:r>
            <a:endParaRPr lang="en-US"/>
          </a:p>
        </p:txBody>
      </p:sp>
      <p:sp>
        <p:nvSpPr>
          <p:cNvPr id="2660" name="Slide title">
            <a:extLst>
              <a:ext uri="{FF2B5EF4-FFF2-40B4-BE49-F238E27FC236}">
                <a16:creationId xmlns:a16="http://schemas.microsoft.com/office/drawing/2014/main" id="{C8F00832-1214-0BD0-B3FA-7D370D1FB7F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fix the process and hire more people instead?</a:t>
            </a:r>
          </a:p>
          <a:p>
            <a:pPr algn="l">
              <a:buNone/>
            </a:pPr>
            <a:r>
              <a:rPr lang="en-US" sz="100">
                <a:effectLst/>
              </a:rPr>
              <a:t> </a:t>
            </a:r>
            <a:endParaRPr lang="en-US"/>
          </a:p>
        </p:txBody>
      </p:sp>
      <p:sp>
        <p:nvSpPr>
          <p:cNvPr id="2663" name="Footer sources">
            <a:extLst>
              <a:ext uri="{FF2B5EF4-FFF2-40B4-BE49-F238E27FC236}">
                <a16:creationId xmlns:a16="http://schemas.microsoft.com/office/drawing/2014/main" id="{6DFFADE5-4C80-B4C8-016F-AF3835CEB62B}"/>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E10</a:t>
            </a:r>
          </a:p>
          <a:p>
            <a:pPr algn="l">
              <a:buNone/>
            </a:pPr>
            <a:r>
              <a:rPr lang="en-US" sz="100">
                <a:effectLst/>
              </a:rPr>
              <a:t> </a:t>
            </a:r>
            <a:endParaRPr lang="en-US"/>
          </a:p>
        </p:txBody>
      </p:sp>
      <p:sp>
        <p:nvSpPr>
          <p:cNvPr id="2667" name="Footer navigation">
            <a:hlinkClick r:id="rId3" action="ppaction://hlinksldjump"/>
            <a:extLst>
              <a:ext uri="{FF2B5EF4-FFF2-40B4-BE49-F238E27FC236}">
                <a16:creationId xmlns:a16="http://schemas.microsoft.com/office/drawing/2014/main" id="{ABDFCC38-6450-5C59-7B14-24AA480793E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B01 · Index: slide 27</a:t>
            </a:r>
            <a:endParaRPr lang="en-US"/>
          </a:p>
        </p:txBody>
      </p:sp>
      <p:sp>
        <p:nvSpPr>
          <p:cNvPr id="2672" name="Return to interrupted calling slide">
            <a:hlinkClick r:id="rId3" action="ppaction://hlinksldjump"/>
            <a:extLst>
              <a:ext uri="{FF2B5EF4-FFF2-40B4-BE49-F238E27FC236}">
                <a16:creationId xmlns:a16="http://schemas.microsoft.com/office/drawing/2014/main" id="{D80FB324-E76C-D307-BC13-EC584ADAB0BE}"/>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7073" name="Option 1 card">
            <a:extLst>
              <a:ext uri="{FF2B5EF4-FFF2-40B4-BE49-F238E27FC236}">
                <a16:creationId xmlns:a16="http://schemas.microsoft.com/office/drawing/2014/main" id="{04D4C0D2-CE43-F1E3-BA23-03B8200CC3E5}"/>
              </a:ext>
            </a:extLst>
          </p:cNvPr>
          <p:cNvSpPr/>
          <p:nvPr/>
        </p:nvSpPr>
        <p:spPr>
          <a:xfrm>
            <a:off x="548640" y="1508760"/>
            <a:ext cx="3545840" cy="35661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75" name="Option 1 label">
            <a:extLst>
              <a:ext uri="{FF2B5EF4-FFF2-40B4-BE49-F238E27FC236}">
                <a16:creationId xmlns:a16="http://schemas.microsoft.com/office/drawing/2014/main" id="{7413231B-0D1A-84DA-910F-5580CAFB766D}"/>
              </a:ext>
            </a:extLst>
          </p:cNvPr>
          <p:cNvSpPr/>
          <p:nvPr/>
        </p:nvSpPr>
        <p:spPr>
          <a:xfrm>
            <a:off x="60960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1</a:t>
            </a:r>
          </a:p>
          <a:p>
            <a:pPr algn="l">
              <a:buNone/>
            </a:pPr>
            <a:r>
              <a:rPr lang="en-US" sz="100">
                <a:effectLst/>
              </a:rPr>
              <a:t> </a:t>
            </a:r>
            <a:endParaRPr lang="en-US"/>
          </a:p>
        </p:txBody>
      </p:sp>
      <p:sp>
        <p:nvSpPr>
          <p:cNvPr id="17078" name="Option 1 name">
            <a:extLst>
              <a:ext uri="{FF2B5EF4-FFF2-40B4-BE49-F238E27FC236}">
                <a16:creationId xmlns:a16="http://schemas.microsoft.com/office/drawing/2014/main" id="{530EBFA5-53BB-57A2-80C0-2295AE98DF29}"/>
              </a:ext>
            </a:extLst>
          </p:cNvPr>
          <p:cNvSpPr/>
          <p:nvPr/>
        </p:nvSpPr>
        <p:spPr>
          <a:xfrm>
            <a:off x="60960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Manual / process only</a:t>
            </a:r>
          </a:p>
          <a:p>
            <a:pPr algn="l">
              <a:buNone/>
            </a:pPr>
            <a:r>
              <a:rPr lang="en-US" sz="100">
                <a:effectLst/>
              </a:rPr>
              <a:t> </a:t>
            </a:r>
            <a:endParaRPr lang="en-US"/>
          </a:p>
        </p:txBody>
      </p:sp>
      <p:sp>
        <p:nvSpPr>
          <p:cNvPr id="17082" name="Option 1 lead">
            <a:extLst>
              <a:ext uri="{FF2B5EF4-FFF2-40B4-BE49-F238E27FC236}">
                <a16:creationId xmlns:a16="http://schemas.microsoft.com/office/drawing/2014/main" id="{C1484AD2-F4BD-711A-09DC-4B6FB3E7679A}"/>
              </a:ext>
            </a:extLst>
          </p:cNvPr>
          <p:cNvSpPr/>
          <p:nvPr/>
        </p:nvSpPr>
        <p:spPr>
          <a:xfrm>
            <a:off x="60960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Process improvement is the baseline</a:t>
            </a:r>
          </a:p>
          <a:p>
            <a:pPr algn="l">
              <a:buNone/>
            </a:pPr>
            <a:r>
              <a:rPr lang="en-US" sz="100">
                <a:effectLst/>
              </a:rPr>
              <a:t> </a:t>
            </a:r>
            <a:endParaRPr lang="en-US"/>
          </a:p>
        </p:txBody>
      </p:sp>
      <p:sp>
        <p:nvSpPr>
          <p:cNvPr id="17087" name="Option 1 trade-off label">
            <a:extLst>
              <a:ext uri="{FF2B5EF4-FFF2-40B4-BE49-F238E27FC236}">
                <a16:creationId xmlns:a16="http://schemas.microsoft.com/office/drawing/2014/main" id="{58E1BFED-7FA5-6FC1-CD0F-EA382D68CFF7}"/>
              </a:ext>
            </a:extLst>
          </p:cNvPr>
          <p:cNvSpPr/>
          <p:nvPr/>
        </p:nvSpPr>
        <p:spPr>
          <a:xfrm>
            <a:off x="60960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093" name="Option 1 trade-off">
            <a:extLst>
              <a:ext uri="{FF2B5EF4-FFF2-40B4-BE49-F238E27FC236}">
                <a16:creationId xmlns:a16="http://schemas.microsoft.com/office/drawing/2014/main" id="{1EAFD8D7-485F-A66A-0DD6-BB451D7CF5E8}"/>
              </a:ext>
            </a:extLst>
          </p:cNvPr>
          <p:cNvSpPr/>
          <p:nvPr/>
        </p:nvSpPr>
        <p:spPr>
          <a:xfrm>
            <a:off x="609600" y="3566160"/>
            <a:ext cx="34239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Additional staff or contractor capacity may still be necessary</a:t>
            </a:r>
          </a:p>
          <a:p>
            <a:pPr algn="l">
              <a:buNone/>
            </a:pPr>
            <a:r>
              <a:rPr lang="en-US" sz="100">
                <a:effectLst/>
              </a:rPr>
              <a:t> </a:t>
            </a:r>
            <a:endParaRPr lang="en-US"/>
          </a:p>
        </p:txBody>
      </p:sp>
      <p:sp>
        <p:nvSpPr>
          <p:cNvPr id="17100" name="Option 1 status pill">
            <a:extLst>
              <a:ext uri="{FF2B5EF4-FFF2-40B4-BE49-F238E27FC236}">
                <a16:creationId xmlns:a16="http://schemas.microsoft.com/office/drawing/2014/main" id="{2EBCA733-D62F-A2EA-7BAA-D9BDB9DB4F36}"/>
              </a:ext>
            </a:extLst>
          </p:cNvPr>
          <p:cNvSpPr/>
          <p:nvPr/>
        </p:nvSpPr>
        <p:spPr>
          <a:xfrm>
            <a:off x="701040" y="4602480"/>
            <a:ext cx="278892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STAFFING PLAN SET IN PILOT</a:t>
            </a:r>
            <a:endParaRPr lang="en-US"/>
          </a:p>
        </p:txBody>
      </p:sp>
      <p:sp>
        <p:nvSpPr>
          <p:cNvPr id="17108" name="Option 2 card">
            <a:extLst>
              <a:ext uri="{FF2B5EF4-FFF2-40B4-BE49-F238E27FC236}">
                <a16:creationId xmlns:a16="http://schemas.microsoft.com/office/drawing/2014/main" id="{3F0880FD-C82A-1B22-0B4D-A998DAE2B6E8}"/>
              </a:ext>
            </a:extLst>
          </p:cNvPr>
          <p:cNvSpPr/>
          <p:nvPr/>
        </p:nvSpPr>
        <p:spPr>
          <a:xfrm>
            <a:off x="4323080" y="1508760"/>
            <a:ext cx="3545840" cy="35661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17" name="Option 2 label">
            <a:extLst>
              <a:ext uri="{FF2B5EF4-FFF2-40B4-BE49-F238E27FC236}">
                <a16:creationId xmlns:a16="http://schemas.microsoft.com/office/drawing/2014/main" id="{7ACC2920-08EC-150D-6863-4265D7977CF3}"/>
              </a:ext>
            </a:extLst>
          </p:cNvPr>
          <p:cNvSpPr/>
          <p:nvPr/>
        </p:nvSpPr>
        <p:spPr>
          <a:xfrm>
            <a:off x="438404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2</a:t>
            </a:r>
          </a:p>
          <a:p>
            <a:pPr algn="l">
              <a:buNone/>
            </a:pPr>
            <a:r>
              <a:rPr lang="en-US" sz="100">
                <a:effectLst/>
              </a:rPr>
              <a:t> </a:t>
            </a:r>
            <a:endParaRPr lang="en-US"/>
          </a:p>
        </p:txBody>
      </p:sp>
      <p:sp>
        <p:nvSpPr>
          <p:cNvPr id="17127" name="Option 2 name">
            <a:extLst>
              <a:ext uri="{FF2B5EF4-FFF2-40B4-BE49-F238E27FC236}">
                <a16:creationId xmlns:a16="http://schemas.microsoft.com/office/drawing/2014/main" id="{E636BACD-B0A5-80C6-7BCB-F6BCAF2B90EF}"/>
              </a:ext>
            </a:extLst>
          </p:cNvPr>
          <p:cNvSpPr/>
          <p:nvPr/>
        </p:nvSpPr>
        <p:spPr>
          <a:xfrm>
            <a:off x="438404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Workflow + rules</a:t>
            </a:r>
          </a:p>
          <a:p>
            <a:pPr algn="l">
              <a:buNone/>
            </a:pPr>
            <a:r>
              <a:rPr lang="en-US" sz="100">
                <a:effectLst/>
              </a:rPr>
              <a:t> </a:t>
            </a:r>
            <a:endParaRPr lang="en-US"/>
          </a:p>
        </p:txBody>
      </p:sp>
      <p:sp>
        <p:nvSpPr>
          <p:cNvPr id="17138" name="Option 2 lead">
            <a:extLst>
              <a:ext uri="{FF2B5EF4-FFF2-40B4-BE49-F238E27FC236}">
                <a16:creationId xmlns:a16="http://schemas.microsoft.com/office/drawing/2014/main" id="{F10BF08D-D115-4C79-E8FF-17F749FAA847}"/>
              </a:ext>
            </a:extLst>
          </p:cNvPr>
          <p:cNvSpPr/>
          <p:nvPr/>
        </p:nvSpPr>
        <p:spPr>
          <a:xfrm>
            <a:off x="438404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Workflow must beat the baseline</a:t>
            </a:r>
          </a:p>
          <a:p>
            <a:pPr algn="l">
              <a:buNone/>
            </a:pPr>
            <a:r>
              <a:rPr lang="en-US" sz="100">
                <a:effectLst/>
              </a:rPr>
              <a:t> </a:t>
            </a:r>
            <a:endParaRPr lang="en-US"/>
          </a:p>
        </p:txBody>
      </p:sp>
      <p:sp>
        <p:nvSpPr>
          <p:cNvPr id="17150" name="Option 2 trade-off label">
            <a:extLst>
              <a:ext uri="{FF2B5EF4-FFF2-40B4-BE49-F238E27FC236}">
                <a16:creationId xmlns:a16="http://schemas.microsoft.com/office/drawing/2014/main" id="{509F7E13-E3E6-CAE3-0766-EBF4A331A910}"/>
              </a:ext>
            </a:extLst>
          </p:cNvPr>
          <p:cNvSpPr/>
          <p:nvPr/>
        </p:nvSpPr>
        <p:spPr>
          <a:xfrm>
            <a:off x="438404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163" name="Option 2 trade-off">
            <a:extLst>
              <a:ext uri="{FF2B5EF4-FFF2-40B4-BE49-F238E27FC236}">
                <a16:creationId xmlns:a16="http://schemas.microsoft.com/office/drawing/2014/main" id="{A6F9A81E-7582-A9D4-1373-41AA90B3D4BF}"/>
              </a:ext>
            </a:extLst>
          </p:cNvPr>
          <p:cNvSpPr/>
          <p:nvPr/>
        </p:nvSpPr>
        <p:spPr>
          <a:xfrm>
            <a:off x="4384040" y="3566160"/>
            <a:ext cx="34239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If rules and templates deliver the better accepted-task result, retain them</a:t>
            </a:r>
          </a:p>
          <a:p>
            <a:pPr algn="l">
              <a:buNone/>
            </a:pPr>
            <a:r>
              <a:rPr lang="en-US" sz="100">
                <a:effectLst/>
              </a:rPr>
              <a:t> </a:t>
            </a:r>
            <a:endParaRPr lang="en-US"/>
          </a:p>
        </p:txBody>
      </p:sp>
      <p:sp>
        <p:nvSpPr>
          <p:cNvPr id="17177" name="Option 2 status pill">
            <a:extLst>
              <a:ext uri="{FF2B5EF4-FFF2-40B4-BE49-F238E27FC236}">
                <a16:creationId xmlns:a16="http://schemas.microsoft.com/office/drawing/2014/main" id="{6DA12651-E417-CF7C-D120-4F701DD7088F}"/>
              </a:ext>
            </a:extLst>
          </p:cNvPr>
          <p:cNvSpPr/>
          <p:nvPr/>
        </p:nvSpPr>
        <p:spPr>
          <a:xfrm>
            <a:off x="4475480" y="4602480"/>
            <a:ext cx="31272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COMPARISON 1 · READY TO RUN</a:t>
            </a:r>
            <a:endParaRPr lang="en-US"/>
          </a:p>
        </p:txBody>
      </p:sp>
      <p:sp>
        <p:nvSpPr>
          <p:cNvPr id="17192" name="Option 3 card">
            <a:extLst>
              <a:ext uri="{FF2B5EF4-FFF2-40B4-BE49-F238E27FC236}">
                <a16:creationId xmlns:a16="http://schemas.microsoft.com/office/drawing/2014/main" id="{DB2165C5-FDEA-8FAF-AC87-0566BDEEC749}"/>
              </a:ext>
            </a:extLst>
          </p:cNvPr>
          <p:cNvSpPr/>
          <p:nvPr/>
        </p:nvSpPr>
        <p:spPr>
          <a:xfrm>
            <a:off x="8097520" y="1508760"/>
            <a:ext cx="3545840" cy="35661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208" name="Option 3 label">
            <a:extLst>
              <a:ext uri="{FF2B5EF4-FFF2-40B4-BE49-F238E27FC236}">
                <a16:creationId xmlns:a16="http://schemas.microsoft.com/office/drawing/2014/main" id="{DD331B0E-86B4-F59C-2242-86EB229E31DE}"/>
              </a:ext>
            </a:extLst>
          </p:cNvPr>
          <p:cNvSpPr/>
          <p:nvPr/>
        </p:nvSpPr>
        <p:spPr>
          <a:xfrm>
            <a:off x="815848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3</a:t>
            </a:r>
          </a:p>
          <a:p>
            <a:pPr algn="l">
              <a:buNone/>
            </a:pPr>
            <a:r>
              <a:rPr lang="en-US" sz="100">
                <a:effectLst/>
              </a:rPr>
              <a:t> </a:t>
            </a:r>
            <a:endParaRPr lang="en-US"/>
          </a:p>
        </p:txBody>
      </p:sp>
      <p:sp>
        <p:nvSpPr>
          <p:cNvPr id="17225" name="Option 3 name">
            <a:extLst>
              <a:ext uri="{FF2B5EF4-FFF2-40B4-BE49-F238E27FC236}">
                <a16:creationId xmlns:a16="http://schemas.microsoft.com/office/drawing/2014/main" id="{3184E62D-9180-C88F-3DE6-34F2F31BB285}"/>
              </a:ext>
            </a:extLst>
          </p:cNvPr>
          <p:cNvSpPr/>
          <p:nvPr/>
        </p:nvSpPr>
        <p:spPr>
          <a:xfrm>
            <a:off x="815848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Workflow + bounded AI</a:t>
            </a:r>
          </a:p>
          <a:p>
            <a:pPr algn="l">
              <a:buNone/>
            </a:pPr>
            <a:r>
              <a:rPr lang="en-US" sz="100">
                <a:effectLst/>
              </a:rPr>
              <a:t> </a:t>
            </a:r>
            <a:endParaRPr lang="en-US"/>
          </a:p>
        </p:txBody>
      </p:sp>
      <p:sp>
        <p:nvSpPr>
          <p:cNvPr id="17243" name="Option 3 lead">
            <a:extLst>
              <a:ext uri="{FF2B5EF4-FFF2-40B4-BE49-F238E27FC236}">
                <a16:creationId xmlns:a16="http://schemas.microsoft.com/office/drawing/2014/main" id="{F14004F9-58AC-8BA5-5DE2-7306F0E9E28D}"/>
              </a:ext>
            </a:extLst>
          </p:cNvPr>
          <p:cNvSpPr/>
          <p:nvPr/>
        </p:nvSpPr>
        <p:spPr>
          <a:xfrm>
            <a:off x="815848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AI must beat the same workflow without AI</a:t>
            </a:r>
          </a:p>
          <a:p>
            <a:pPr algn="l">
              <a:buNone/>
            </a:pPr>
            <a:r>
              <a:rPr lang="en-US" sz="100">
                <a:effectLst/>
              </a:rPr>
              <a:t> </a:t>
            </a:r>
            <a:endParaRPr lang="en-US"/>
          </a:p>
        </p:txBody>
      </p:sp>
      <p:sp>
        <p:nvSpPr>
          <p:cNvPr id="17262" name="Option 3 trade-off label">
            <a:extLst>
              <a:ext uri="{FF2B5EF4-FFF2-40B4-BE49-F238E27FC236}">
                <a16:creationId xmlns:a16="http://schemas.microsoft.com/office/drawing/2014/main" id="{111E61C8-2117-97F6-3507-7CFFC77F0639}"/>
              </a:ext>
            </a:extLst>
          </p:cNvPr>
          <p:cNvSpPr/>
          <p:nvPr/>
        </p:nvSpPr>
        <p:spPr>
          <a:xfrm>
            <a:off x="815848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303" name="Option 3 status pill">
            <a:extLst>
              <a:ext uri="{FF2B5EF4-FFF2-40B4-BE49-F238E27FC236}">
                <a16:creationId xmlns:a16="http://schemas.microsoft.com/office/drawing/2014/main" id="{5D309B5F-2952-2879-A69D-C7B1F4D79F6A}"/>
              </a:ext>
            </a:extLst>
          </p:cNvPr>
          <p:cNvSpPr/>
          <p:nvPr/>
        </p:nvSpPr>
        <p:spPr>
          <a:xfrm>
            <a:off x="8249920" y="4602480"/>
            <a:ext cx="31272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COMPARISON 2 · READY TO RUN</a:t>
            </a:r>
            <a:endParaRPr lang="en-US"/>
          </a:p>
        </p:txBody>
      </p:sp>
      <p:sp>
        <p:nvSpPr>
          <p:cNvPr id="17325" name="All options band">
            <a:extLst>
              <a:ext uri="{FF2B5EF4-FFF2-40B4-BE49-F238E27FC236}">
                <a16:creationId xmlns:a16="http://schemas.microsoft.com/office/drawing/2014/main" id="{2D77328C-31BC-A0C3-2EF8-BE86BB69A169}"/>
              </a:ext>
            </a:extLst>
          </p:cNvPr>
          <p:cNvSpPr/>
          <p:nvPr/>
        </p:nvSpPr>
        <p:spPr>
          <a:xfrm>
            <a:off x="548640" y="5303520"/>
            <a:ext cx="11094720" cy="6858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72" name="Statement 3">
            <a:extLst>
              <a:ext uri="{FF2B5EF4-FFF2-40B4-BE49-F238E27FC236}">
                <a16:creationId xmlns:a16="http://schemas.microsoft.com/office/drawing/2014/main" id="{C406FDC0-A10A-121E-DD5A-291406E824FF}"/>
              </a:ext>
            </a:extLst>
          </p:cNvPr>
          <p:cNvSpPr/>
          <p:nvPr/>
        </p:nvSpPr>
        <p:spPr>
          <a:xfrm>
            <a:off x="2206664" y="5417820"/>
            <a:ext cx="937573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Physical delivery capacity still limits throughput</a:t>
            </a:r>
          </a:p>
          <a:p>
            <a:pPr algn="l">
              <a:buNone/>
            </a:pPr>
            <a:r>
              <a:rPr lang="en-US" sz="100">
                <a:effectLst/>
              </a:rPr>
              <a:t> </a:t>
            </a:r>
            <a:endParaRPr lang="en-US"/>
          </a:p>
        </p:txBody>
      </p:sp>
      <p:sp>
        <p:nvSpPr>
          <p:cNvPr id="22433" name="Option 3 trade-off">
            <a:extLst>
              <a:ext uri="{FF2B5EF4-FFF2-40B4-BE49-F238E27FC236}">
                <a16:creationId xmlns:a16="http://schemas.microsoft.com/office/drawing/2014/main" id="{166C29DF-42BD-8FED-CC68-A1156FE16099}"/>
              </a:ext>
            </a:extLst>
          </p:cNvPr>
          <p:cNvSpPr/>
          <p:nvPr/>
        </p:nvSpPr>
        <p:spPr>
          <a:xfrm>
            <a:off x="8158480" y="3566160"/>
            <a:ext cx="34239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If rules and templates win, report the negative AI finding</a:t>
            </a:r>
          </a:p>
          <a:p>
            <a:pPr algn="l">
              <a:buNone/>
            </a:pPr>
            <a:r>
              <a:rPr lang="en-US" sz="100">
                <a:effectLst/>
              </a:rPr>
              <a:t> </a:t>
            </a:r>
            <a:endParaRPr lang="en-US"/>
          </a:p>
        </p:txBody>
      </p:sp>
      <p:sp>
        <p:nvSpPr>
          <p:cNvPr id="22435" name="All options label">
            <a:extLst>
              <a:ext uri="{FF2B5EF4-FFF2-40B4-BE49-F238E27FC236}">
                <a16:creationId xmlns:a16="http://schemas.microsoft.com/office/drawing/2014/main" id="{594F42FF-841A-4461-4298-D7B4C6DE1789}"/>
              </a:ext>
            </a:extLst>
          </p:cNvPr>
          <p:cNvSpPr/>
          <p:nvPr/>
        </p:nvSpPr>
        <p:spPr>
          <a:xfrm>
            <a:off x="609600" y="5417820"/>
            <a:ext cx="1459904"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A9C7BA"/>
                </a:solidFill>
                <a:effectLst/>
                <a:latin typeface="Arial" panose="020B0604020202020204" pitchFamily="34" charset="0"/>
              </a:rPr>
              <a:t>ALL OPTIONS</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1F54A1DC-CD05-C79F-BEA2-D86BE51441CC}"/>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S04 / slide 4</a:t>
            </a:r>
            <a:endParaRPr lang="en-US"/>
          </a:p>
        </p:txBody>
      </p:sp>
    </p:spTree>
    <p:extLst>
      <p:ext uri="{BB962C8B-B14F-4D97-AF65-F5344CB8AC3E}">
        <p14:creationId xmlns:p14="http://schemas.microsoft.com/office/powerpoint/2010/main" val="3933574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78" name="Eyebrow">
            <a:extLst>
              <a:ext uri="{FF2B5EF4-FFF2-40B4-BE49-F238E27FC236}">
                <a16:creationId xmlns:a16="http://schemas.microsoft.com/office/drawing/2014/main" id="{171936A9-2875-C03B-416D-3D073D33F51D}"/>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B02 · CIO / COO</a:t>
            </a:r>
          </a:p>
          <a:p>
            <a:pPr algn="l">
              <a:buNone/>
            </a:pPr>
            <a:r>
              <a:rPr lang="en-US" sz="100">
                <a:effectLst/>
              </a:rPr>
              <a:t> </a:t>
            </a:r>
            <a:endParaRPr lang="en-US"/>
          </a:p>
        </p:txBody>
      </p:sp>
      <p:sp>
        <p:nvSpPr>
          <p:cNvPr id="2685" name="Slide title">
            <a:extLst>
              <a:ext uri="{FF2B5EF4-FFF2-40B4-BE49-F238E27FC236}">
                <a16:creationId xmlns:a16="http://schemas.microsoft.com/office/drawing/2014/main" id="{D915CBDB-F814-2760-EF2E-422BEFD5397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Is this replacing our housing system or integrating with it?</a:t>
            </a:r>
          </a:p>
          <a:p>
            <a:pPr algn="l">
              <a:buNone/>
            </a:pPr>
            <a:r>
              <a:rPr lang="en-US" sz="100">
                <a:effectLst/>
              </a:rPr>
              <a:t> </a:t>
            </a:r>
            <a:endParaRPr lang="en-US"/>
          </a:p>
        </p:txBody>
      </p:sp>
      <p:sp>
        <p:nvSpPr>
          <p:cNvPr id="2693" name="Footer sources">
            <a:extLst>
              <a:ext uri="{FF2B5EF4-FFF2-40B4-BE49-F238E27FC236}">
                <a16:creationId xmlns:a16="http://schemas.microsoft.com/office/drawing/2014/main" id="{29EAD449-86C4-856F-5449-62B5E4B9E5A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E07</a:t>
            </a:r>
          </a:p>
          <a:p>
            <a:pPr algn="l">
              <a:buNone/>
            </a:pPr>
            <a:r>
              <a:rPr lang="en-US" sz="100">
                <a:effectLst/>
              </a:rPr>
              <a:t> </a:t>
            </a:r>
            <a:endParaRPr lang="en-US"/>
          </a:p>
        </p:txBody>
      </p:sp>
      <p:sp>
        <p:nvSpPr>
          <p:cNvPr id="2702" name="Footer navigation">
            <a:hlinkClick r:id="rId3" action="ppaction://hlinksldjump"/>
            <a:extLst>
              <a:ext uri="{FF2B5EF4-FFF2-40B4-BE49-F238E27FC236}">
                <a16:creationId xmlns:a16="http://schemas.microsoft.com/office/drawing/2014/main" id="{E3300248-F60E-28F4-CFC0-ABFC405A15D4}"/>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B02 · Index: slide 27</a:t>
            </a:r>
            <a:endParaRPr lang="en-US"/>
          </a:p>
        </p:txBody>
      </p:sp>
      <p:sp>
        <p:nvSpPr>
          <p:cNvPr id="2712" name="Return to interrupted calling slide">
            <a:hlinkClick r:id="rId3" action="ppaction://hlinksldjump"/>
            <a:extLst>
              <a:ext uri="{FF2B5EF4-FFF2-40B4-BE49-F238E27FC236}">
                <a16:creationId xmlns:a16="http://schemas.microsoft.com/office/drawing/2014/main" id="{3BB8E06B-831B-F939-254A-D497FFDD80F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6920" name="Current workbench card">
            <a:extLst>
              <a:ext uri="{FF2B5EF4-FFF2-40B4-BE49-F238E27FC236}">
                <a16:creationId xmlns:a16="http://schemas.microsoft.com/office/drawing/2014/main" id="{FD78C37D-6DF2-0381-1D64-FF3A3A7845C6}"/>
              </a:ext>
            </a:extLst>
          </p:cNvPr>
          <p:cNvSpPr/>
          <p:nvPr/>
        </p:nvSpPr>
        <p:spPr>
          <a:xfrm>
            <a:off x="548640" y="1508760"/>
            <a:ext cx="3840480" cy="21793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22" name="Current demonstrator pill">
            <a:extLst>
              <a:ext uri="{FF2B5EF4-FFF2-40B4-BE49-F238E27FC236}">
                <a16:creationId xmlns:a16="http://schemas.microsoft.com/office/drawing/2014/main" id="{A2EA845D-536D-243E-04DE-2C63DC0A19D8}"/>
              </a:ext>
            </a:extLst>
          </p:cNvPr>
          <p:cNvSpPr/>
          <p:nvPr/>
        </p:nvSpPr>
        <p:spPr>
          <a:xfrm>
            <a:off x="701040" y="1661160"/>
            <a:ext cx="2788920"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CURRENT DEMONSTRATOR</a:t>
            </a:r>
          </a:p>
          <a:p>
            <a:pPr algn="ctr">
              <a:buNone/>
            </a:pPr>
            <a:r>
              <a:rPr lang="en-US" sz="100">
                <a:effectLst/>
              </a:rPr>
              <a:t> </a:t>
            </a:r>
            <a:endParaRPr lang="en-US"/>
          </a:p>
        </p:txBody>
      </p:sp>
      <p:sp>
        <p:nvSpPr>
          <p:cNvPr id="16925" name="Workbench title">
            <a:extLst>
              <a:ext uri="{FF2B5EF4-FFF2-40B4-BE49-F238E27FC236}">
                <a16:creationId xmlns:a16="http://schemas.microsoft.com/office/drawing/2014/main" id="{66566AEF-0154-D4C4-1272-70D39C070C52}"/>
              </a:ext>
            </a:extLst>
          </p:cNvPr>
          <p:cNvSpPr/>
          <p:nvPr/>
        </p:nvSpPr>
        <p:spPr>
          <a:xfrm>
            <a:off x="609600" y="2072640"/>
            <a:ext cx="3718560" cy="441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Controlled workbench</a:t>
            </a:r>
          </a:p>
          <a:p>
            <a:pPr algn="l">
              <a:buNone/>
            </a:pPr>
            <a:r>
              <a:rPr lang="en-US" sz="100">
                <a:effectLst/>
              </a:rPr>
              <a:t> </a:t>
            </a:r>
            <a:endParaRPr lang="en-US"/>
          </a:p>
        </p:txBody>
      </p:sp>
      <p:sp>
        <p:nvSpPr>
          <p:cNvPr id="16929" name="Statement 1">
            <a:extLst>
              <a:ext uri="{FF2B5EF4-FFF2-40B4-BE49-F238E27FC236}">
                <a16:creationId xmlns:a16="http://schemas.microsoft.com/office/drawing/2014/main" id="{BD88BA09-7F1D-4470-D3F8-DB75EA8C8343}"/>
              </a:ext>
            </a:extLst>
          </p:cNvPr>
          <p:cNvSpPr/>
          <p:nvPr/>
        </p:nvSpPr>
        <p:spPr>
          <a:xfrm>
            <a:off x="609600" y="2514600"/>
            <a:ext cx="3718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Demonstrator of coordination and evidence contracts</a:t>
            </a:r>
          </a:p>
          <a:p>
            <a:pPr algn="l">
              <a:buNone/>
            </a:pPr>
            <a:r>
              <a:rPr lang="en-US" sz="100">
                <a:effectLst/>
              </a:rPr>
              <a:t> </a:t>
            </a:r>
            <a:endParaRPr lang="en-US"/>
          </a:p>
        </p:txBody>
      </p:sp>
      <p:sp>
        <p:nvSpPr>
          <p:cNvPr id="16934" name="Workbench detail">
            <a:extLst>
              <a:ext uri="{FF2B5EF4-FFF2-40B4-BE49-F238E27FC236}">
                <a16:creationId xmlns:a16="http://schemas.microsoft.com/office/drawing/2014/main" id="{EDB8F4B6-4CBD-4D85-C984-8C6A0347146B}"/>
              </a:ext>
            </a:extLst>
          </p:cNvPr>
          <p:cNvSpPr/>
          <p:nvPr/>
        </p:nvSpPr>
        <p:spPr>
          <a:xfrm>
            <a:off x="609600" y="3200400"/>
            <a:ext cx="37185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Not a replacement decision</a:t>
            </a:r>
          </a:p>
          <a:p>
            <a:pPr algn="l">
              <a:buNone/>
            </a:pPr>
            <a:r>
              <a:rPr lang="en-US" sz="100">
                <a:effectLst/>
              </a:rPr>
              <a:t> </a:t>
            </a:r>
            <a:endParaRPr lang="en-US"/>
          </a:p>
        </p:txBody>
      </p:sp>
      <p:sp>
        <p:nvSpPr>
          <p:cNvPr id="16940" name="Statement 2">
            <a:extLst>
              <a:ext uri="{FF2B5EF4-FFF2-40B4-BE49-F238E27FC236}">
                <a16:creationId xmlns:a16="http://schemas.microsoft.com/office/drawing/2014/main" id="{015C4CA4-7B79-BF41-0CF2-AB10CBFEF30F}"/>
              </a:ext>
            </a:extLst>
          </p:cNvPr>
          <p:cNvSpPr/>
          <p:nvPr/>
        </p:nvSpPr>
        <p:spPr>
          <a:xfrm>
            <a:off x="4434840" y="2141220"/>
            <a:ext cx="219456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173F35"/>
                </a:solidFill>
                <a:effectLst/>
                <a:latin typeface="Arial" panose="020B0604020202020204" pitchFamily="34" charset="0"/>
              </a:rPr>
              <a:t>Housing and repairs integration is the next step</a:t>
            </a:r>
            <a:endParaRPr lang="en-US"/>
          </a:p>
        </p:txBody>
      </p:sp>
      <p:sp>
        <p:nvSpPr>
          <p:cNvPr id="16947" name="Future appraisal pill">
            <a:extLst>
              <a:ext uri="{FF2B5EF4-FFF2-40B4-BE49-F238E27FC236}">
                <a16:creationId xmlns:a16="http://schemas.microsoft.com/office/drawing/2014/main" id="{2232715D-6FB0-1F85-8F62-13CA2E5124FD}"/>
              </a:ext>
            </a:extLst>
          </p:cNvPr>
          <p:cNvSpPr/>
          <p:nvPr/>
        </p:nvSpPr>
        <p:spPr>
          <a:xfrm>
            <a:off x="6675120" y="1508760"/>
            <a:ext cx="256946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INTEGRATION ROADMAP</a:t>
            </a:r>
            <a:endParaRPr lang="en-US"/>
          </a:p>
        </p:txBody>
      </p:sp>
      <p:sp>
        <p:nvSpPr>
          <p:cNvPr id="17024" name="Discovery band">
            <a:extLst>
              <a:ext uri="{FF2B5EF4-FFF2-40B4-BE49-F238E27FC236}">
                <a16:creationId xmlns:a16="http://schemas.microsoft.com/office/drawing/2014/main" id="{4997BFEA-A93D-61B4-B5CC-880B292AAF35}"/>
              </a:ext>
            </a:extLst>
          </p:cNvPr>
          <p:cNvSpPr/>
          <p:nvPr/>
        </p:nvSpPr>
        <p:spPr>
          <a:xfrm>
            <a:off x="548640" y="3962400"/>
            <a:ext cx="11094720" cy="202692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39" name="Statement 3">
            <a:extLst>
              <a:ext uri="{FF2B5EF4-FFF2-40B4-BE49-F238E27FC236}">
                <a16:creationId xmlns:a16="http://schemas.microsoft.com/office/drawing/2014/main" id="{6B2037E2-60E3-E482-C655-8F966423E61E}"/>
              </a:ext>
            </a:extLst>
          </p:cNvPr>
          <p:cNvSpPr/>
          <p:nvPr/>
        </p:nvSpPr>
        <p:spPr>
          <a:xfrm>
            <a:off x="609600" y="4282440"/>
            <a:ext cx="1097280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Integration scope, authority and migration need separate discovery</a:t>
            </a:r>
          </a:p>
          <a:p>
            <a:pPr algn="l">
              <a:buNone/>
            </a:pPr>
            <a:r>
              <a:rPr lang="en-US" sz="100">
                <a:effectLst/>
              </a:rPr>
              <a:t> </a:t>
            </a:r>
            <a:endParaRPr lang="en-US"/>
          </a:p>
        </p:txBody>
      </p:sp>
      <p:sp>
        <p:nvSpPr>
          <p:cNvPr id="17055" name="Appraisal label">
            <a:extLst>
              <a:ext uri="{FF2B5EF4-FFF2-40B4-BE49-F238E27FC236}">
                <a16:creationId xmlns:a16="http://schemas.microsoft.com/office/drawing/2014/main" id="{BE02502F-EE02-9EB0-496A-D4583962E012}"/>
              </a:ext>
            </a:extLst>
          </p:cNvPr>
          <p:cNvSpPr/>
          <p:nvPr/>
        </p:nvSpPr>
        <p:spPr>
          <a:xfrm>
            <a:off x="609600" y="4770120"/>
            <a:ext cx="10972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PRODUCTION APPRAISAL MUST IDENTIFY</a:t>
            </a:r>
          </a:p>
          <a:p>
            <a:pPr algn="l">
              <a:buNone/>
            </a:pPr>
            <a:r>
              <a:rPr lang="en-US" sz="100">
                <a:effectLst/>
              </a:rPr>
              <a:t> </a:t>
            </a:r>
            <a:endParaRPr lang="en-US"/>
          </a:p>
        </p:txBody>
      </p:sp>
      <p:sp>
        <p:nvSpPr>
          <p:cNvPr id="17072" name="Appraisal scope">
            <a:extLst>
              <a:ext uri="{FF2B5EF4-FFF2-40B4-BE49-F238E27FC236}">
                <a16:creationId xmlns:a16="http://schemas.microsoft.com/office/drawing/2014/main" id="{B5AF86D1-4823-9440-BFE3-A60C36124BA5}"/>
              </a:ext>
            </a:extLst>
          </p:cNvPr>
          <p:cNvSpPr/>
          <p:nvPr/>
        </p:nvSpPr>
        <p:spPr>
          <a:xfrm>
            <a:off x="609600" y="5090160"/>
            <a:ext cx="109728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Authoritative systems · field ownership · APIs · event and reconciliation contracts</a:t>
            </a:r>
          </a:p>
          <a:p>
            <a:pPr algn="l">
              <a:buNone/>
            </a:pPr>
            <a:r>
              <a:rPr lang="en-US" sz="1600">
                <a:solidFill>
                  <a:srgbClr val="173F35"/>
                </a:solidFill>
                <a:effectLst/>
                <a:latin typeface="Arial" panose="020B0604020202020204" pitchFamily="34" charset="0"/>
              </a:rPr>
              <a:t>Security · retention · the manual service route</a:t>
            </a:r>
            <a:endParaRPr lang="en-US"/>
          </a:p>
        </p:txBody>
      </p:sp>
      <p:sp>
        <p:nvSpPr>
          <p:cNvPr id="22436" name="Customer system 1">
            <a:extLst>
              <a:ext uri="{FF2B5EF4-FFF2-40B4-BE49-F238E27FC236}">
                <a16:creationId xmlns:a16="http://schemas.microsoft.com/office/drawing/2014/main" id="{15339C36-BB05-B47F-E1E7-AA3CABD0FAFB}"/>
              </a:ext>
            </a:extLst>
          </p:cNvPr>
          <p:cNvSpPr/>
          <p:nvPr/>
        </p:nvSpPr>
        <p:spPr>
          <a:xfrm>
            <a:off x="6675120" y="192024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Housing system</a:t>
            </a:r>
          </a:p>
          <a:p>
            <a:pPr algn="l">
              <a:buNone/>
            </a:pPr>
            <a:r>
              <a:rPr lang="en-US" sz="100">
                <a:effectLst/>
              </a:rPr>
              <a:t> </a:t>
            </a:r>
            <a:endParaRPr lang="en-US"/>
          </a:p>
        </p:txBody>
      </p:sp>
      <p:sp>
        <p:nvSpPr>
          <p:cNvPr id="22438" name="Customer system 2">
            <a:extLst>
              <a:ext uri="{FF2B5EF4-FFF2-40B4-BE49-F238E27FC236}">
                <a16:creationId xmlns:a16="http://schemas.microsoft.com/office/drawing/2014/main" id="{A206B548-A6E8-6B38-88CA-01F24C02E0BE}"/>
              </a:ext>
            </a:extLst>
          </p:cNvPr>
          <p:cNvSpPr/>
          <p:nvPr/>
        </p:nvSpPr>
        <p:spPr>
          <a:xfrm>
            <a:off x="6675120" y="254000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Repairs system</a:t>
            </a:r>
          </a:p>
          <a:p>
            <a:pPr algn="l">
              <a:buNone/>
            </a:pPr>
            <a:r>
              <a:rPr lang="en-US" sz="100">
                <a:effectLst/>
              </a:rPr>
              <a:t> </a:t>
            </a:r>
            <a:endParaRPr lang="en-US"/>
          </a:p>
        </p:txBody>
      </p:sp>
      <p:sp>
        <p:nvSpPr>
          <p:cNvPr id="22441" name="Customer system 3">
            <a:extLst>
              <a:ext uri="{FF2B5EF4-FFF2-40B4-BE49-F238E27FC236}">
                <a16:creationId xmlns:a16="http://schemas.microsoft.com/office/drawing/2014/main" id="{D7A6BD57-66E0-5055-1922-727CA8FDCB12}"/>
              </a:ext>
            </a:extLst>
          </p:cNvPr>
          <p:cNvSpPr/>
          <p:nvPr/>
        </p:nvSpPr>
        <p:spPr>
          <a:xfrm>
            <a:off x="6675120" y="315976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Configured or designed M365 path</a:t>
            </a:r>
            <a:endParaRPr lang="en-US"/>
          </a:p>
        </p:txBody>
      </p:sp>
      <p:sp>
        <p:nvSpPr>
          <p:cNvPr id="2" name="Appendix topic destination">
            <a:hlinkClick r:id="rId4" action="ppaction://hlinksldjump"/>
            <a:extLst>
              <a:ext uri="{FF2B5EF4-FFF2-40B4-BE49-F238E27FC236}">
                <a16:creationId xmlns:a16="http://schemas.microsoft.com/office/drawing/2014/main" id="{4B540110-A803-55B7-C5E4-A6D470F7F532}"/>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S11 / slide 12</a:t>
            </a:r>
            <a:endParaRPr lang="en-US"/>
          </a:p>
        </p:txBody>
      </p:sp>
    </p:spTree>
    <p:extLst>
      <p:ext uri="{BB962C8B-B14F-4D97-AF65-F5344CB8AC3E}">
        <p14:creationId xmlns:p14="http://schemas.microsoft.com/office/powerpoint/2010/main" val="2931206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23" name="Eyebrow">
            <a:extLst>
              <a:ext uri="{FF2B5EF4-FFF2-40B4-BE49-F238E27FC236}">
                <a16:creationId xmlns:a16="http://schemas.microsoft.com/office/drawing/2014/main" id="{CF4D44DD-F31E-ECB2-8389-B7952698001F}"/>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B03 · CEO / SPONSOR / CTO</a:t>
            </a:r>
          </a:p>
          <a:p>
            <a:pPr algn="l">
              <a:buNone/>
            </a:pPr>
            <a:r>
              <a:rPr lang="en-US" sz="100">
                <a:effectLst/>
              </a:rPr>
              <a:t> </a:t>
            </a:r>
            <a:endParaRPr lang="en-US"/>
          </a:p>
        </p:txBody>
      </p:sp>
      <p:sp>
        <p:nvSpPr>
          <p:cNvPr id="2735" name="Slide title">
            <a:extLst>
              <a:ext uri="{FF2B5EF4-FFF2-40B4-BE49-F238E27FC236}">
                <a16:creationId xmlns:a16="http://schemas.microsoft.com/office/drawing/2014/main" id="{2554F20A-DAF4-BF70-F790-F511405215E0}"/>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did you not build exactly the five agents we requested?</a:t>
            </a:r>
          </a:p>
          <a:p>
            <a:pPr algn="l">
              <a:buNone/>
            </a:pPr>
            <a:r>
              <a:rPr lang="en-US" sz="100">
                <a:effectLst/>
              </a:rPr>
              <a:t> </a:t>
            </a:r>
            <a:endParaRPr lang="en-US"/>
          </a:p>
        </p:txBody>
      </p:sp>
      <p:sp>
        <p:nvSpPr>
          <p:cNvPr id="2748" name="Footer sources">
            <a:extLst>
              <a:ext uri="{FF2B5EF4-FFF2-40B4-BE49-F238E27FC236}">
                <a16:creationId xmlns:a16="http://schemas.microsoft.com/office/drawing/2014/main" id="{A40C1070-7A67-AB3F-1BF5-3296DCE650EA}"/>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E01 · E03 · E06 · E09</a:t>
            </a:r>
          </a:p>
          <a:p>
            <a:pPr algn="l">
              <a:buNone/>
            </a:pPr>
            <a:r>
              <a:rPr lang="en-US" sz="100">
                <a:effectLst/>
              </a:rPr>
              <a:t> </a:t>
            </a:r>
            <a:endParaRPr lang="en-US"/>
          </a:p>
        </p:txBody>
      </p:sp>
      <p:sp>
        <p:nvSpPr>
          <p:cNvPr id="2762" name="Footer navigation">
            <a:hlinkClick r:id="rId3" action="ppaction://hlinksldjump"/>
            <a:extLst>
              <a:ext uri="{FF2B5EF4-FFF2-40B4-BE49-F238E27FC236}">
                <a16:creationId xmlns:a16="http://schemas.microsoft.com/office/drawing/2014/main" id="{6602EBA9-C8A8-5C38-0299-A698F125B55A}"/>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B03 · Index: slide 27</a:t>
            </a:r>
            <a:endParaRPr lang="en-US"/>
          </a:p>
        </p:txBody>
      </p:sp>
      <p:sp>
        <p:nvSpPr>
          <p:cNvPr id="2777" name="Return to interrupted calling slide">
            <a:hlinkClick r:id="rId3" action="ppaction://hlinksldjump"/>
            <a:extLst>
              <a:ext uri="{FF2B5EF4-FFF2-40B4-BE49-F238E27FC236}">
                <a16:creationId xmlns:a16="http://schemas.microsoft.com/office/drawing/2014/main" id="{323180EB-56D0-1D00-A1B7-C54F40138E11}"/>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442" name="Statement 1">
            <a:extLst>
              <a:ext uri="{FF2B5EF4-FFF2-40B4-BE49-F238E27FC236}">
                <a16:creationId xmlns:a16="http://schemas.microsoft.com/office/drawing/2014/main" id="{36B674EB-6A4A-8970-3CDF-0382A19DF0A3}"/>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requested responsibilities are preserved</a:t>
            </a:r>
          </a:p>
          <a:p>
            <a:pPr algn="l">
              <a:buNone/>
            </a:pPr>
            <a:r>
              <a:rPr lang="en-US" sz="100">
                <a:effectLst/>
              </a:rPr>
              <a:t> </a:t>
            </a:r>
            <a:endParaRPr lang="en-US"/>
          </a:p>
        </p:txBody>
      </p:sp>
      <p:sp>
        <p:nvSpPr>
          <p:cNvPr id="22444" name="Statement 2">
            <a:extLst>
              <a:ext uri="{FF2B5EF4-FFF2-40B4-BE49-F238E27FC236}">
                <a16:creationId xmlns:a16="http://schemas.microsoft.com/office/drawing/2014/main" id="{142CBE3E-5513-D4C9-415A-24CF9E21C853}"/>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Autonomy is bounded by decision rights and risk</a:t>
            </a:r>
          </a:p>
          <a:p>
            <a:pPr algn="l">
              <a:buNone/>
            </a:pPr>
            <a:r>
              <a:rPr lang="en-US" sz="100">
                <a:effectLst/>
              </a:rPr>
              <a:t> </a:t>
            </a:r>
            <a:endParaRPr lang="en-US"/>
          </a:p>
        </p:txBody>
      </p:sp>
      <p:sp>
        <p:nvSpPr>
          <p:cNvPr id="22447" name="Statement 3">
            <a:extLst>
              <a:ext uri="{FF2B5EF4-FFF2-40B4-BE49-F238E27FC236}">
                <a16:creationId xmlns:a16="http://schemas.microsoft.com/office/drawing/2014/main" id="{7C6ECD59-914B-980C-02C3-5C139114260A}"/>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assistants ≠ five independent runtimes</a:t>
            </a:r>
          </a:p>
          <a:p>
            <a:pPr algn="l">
              <a:buNone/>
            </a:pPr>
            <a:r>
              <a:rPr lang="en-US" sz="100">
                <a:effectLst/>
              </a:rPr>
              <a:t> </a:t>
            </a:r>
            <a:endParaRPr lang="en-US"/>
          </a:p>
        </p:txBody>
      </p:sp>
      <p:sp>
        <p:nvSpPr>
          <p:cNvPr id="22451" name="AI prepares pill">
            <a:extLst>
              <a:ext uri="{FF2B5EF4-FFF2-40B4-BE49-F238E27FC236}">
                <a16:creationId xmlns:a16="http://schemas.microsoft.com/office/drawing/2014/main" id="{BF2D5AA6-234B-E05A-0158-DBB8832EC163}"/>
              </a:ext>
            </a:extLst>
          </p:cNvPr>
          <p:cNvSpPr/>
          <p:nvPr/>
        </p:nvSpPr>
        <p:spPr>
          <a:xfrm>
            <a:off x="3349413" y="233172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2456" name="People decide pill">
            <a:extLst>
              <a:ext uri="{FF2B5EF4-FFF2-40B4-BE49-F238E27FC236}">
                <a16:creationId xmlns:a16="http://schemas.microsoft.com/office/drawing/2014/main" id="{47CDB1E0-AA85-3C81-6DF0-B8DDD5B51995}"/>
              </a:ext>
            </a:extLst>
          </p:cNvPr>
          <p:cNvSpPr/>
          <p:nvPr/>
        </p:nvSpPr>
        <p:spPr>
          <a:xfrm>
            <a:off x="6058746" y="233172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graphicFrame>
        <p:nvGraphicFramePr>
          <p:cNvPr id="11" name="Table 10">
            <a:extLst>
              <a:ext uri="{FF2B5EF4-FFF2-40B4-BE49-F238E27FC236}">
                <a16:creationId xmlns:a16="http://schemas.microsoft.com/office/drawing/2014/main" id="{2A44A6ED-F93E-4C88-A3A7-E356AA78279F}"/>
              </a:ext>
            </a:extLst>
          </p:cNvPr>
          <p:cNvGraphicFramePr>
            <a:graphicFrameLocks noGrp="1"/>
          </p:cNvGraphicFramePr>
          <p:nvPr/>
        </p:nvGraphicFramePr>
        <p:xfrm>
          <a:off x="548640" y="2743200"/>
          <a:ext cx="8127999" cy="274320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698835024"/>
                    </a:ext>
                  </a:extLst>
                </a:gridCol>
                <a:gridCol w="2709333">
                  <a:extLst>
                    <a:ext uri="{9D8B030D-6E8A-4147-A177-3AD203B41FA5}">
                      <a16:colId xmlns:a16="http://schemas.microsoft.com/office/drawing/2014/main" val="1795110243"/>
                    </a:ext>
                  </a:extLst>
                </a:gridCol>
                <a:gridCol w="2709333">
                  <a:extLst>
                    <a:ext uri="{9D8B030D-6E8A-4147-A177-3AD203B41FA5}">
                      <a16:colId xmlns:a16="http://schemas.microsoft.com/office/drawing/2014/main" val="2127038989"/>
                    </a:ext>
                  </a:extLst>
                </a:gridCol>
              </a:tblGrid>
              <a:tr h="0">
                <a:tc>
                  <a:txBody>
                    <a:bodyPr/>
                    <a:lstStyle/>
                    <a:p>
                      <a:pPr>
                        <a:buNone/>
                      </a:pPr>
                      <a:r>
                        <a:rPr lang="en-US" sz="1600" b="1">
                          <a:solidFill>
                            <a:srgbClr val="FAF9F6"/>
                          </a:solidFill>
                          <a:effectLst/>
                          <a:latin typeface="Arial" panose="020B0604020202020204" pitchFamily="34" charset="0"/>
                        </a:rPr>
                        <a:t>Responsibility</a:t>
                      </a:r>
                    </a:p>
                  </a:txBody>
                  <a:tcPr anchor="ctr">
                    <a:lnL>
                      <a:noFill/>
                    </a:lnL>
                    <a:lnR>
                      <a:noFill/>
                    </a:lnR>
                    <a:lnT>
                      <a:noFill/>
                    </a:lnT>
                    <a:lnB>
                      <a:noFill/>
                    </a:lnB>
                    <a:solidFill>
                      <a:srgbClr val="173F35"/>
                    </a:solidFill>
                  </a:tcPr>
                </a:tc>
                <a:tc>
                  <a:txBody>
                    <a:bodyPr/>
                    <a:lstStyle/>
                    <a:p>
                      <a:pPr>
                        <a:buNone/>
                      </a:pPr>
                      <a:r>
                        <a:rPr lang="en-US" sz="1600" b="1">
                          <a:solidFill>
                            <a:srgbClr val="FAF9F6"/>
                          </a:solidFill>
                          <a:effectLst/>
                          <a:latin typeface="Arial" panose="020B0604020202020204" pitchFamily="34" charset="0"/>
                        </a:rPr>
                        <a:t>Bounded help (unreviewed proposal)</a:t>
                      </a:r>
                    </a:p>
                  </a:txBody>
                  <a:tcPr anchor="ctr">
                    <a:lnL>
                      <a:noFill/>
                    </a:lnL>
                    <a:lnR>
                      <a:noFill/>
                    </a:lnR>
                    <a:lnT>
                      <a:noFill/>
                    </a:lnT>
                    <a:lnB>
                      <a:noFill/>
                    </a:lnB>
                    <a:solidFill>
                      <a:srgbClr val="173F35"/>
                    </a:solidFill>
                  </a:tcPr>
                </a:tc>
                <a:tc>
                  <a:txBody>
                    <a:bodyPr/>
                    <a:lstStyle/>
                    <a:p>
                      <a:pPr>
                        <a:buNone/>
                      </a:pPr>
                      <a:r>
                        <a:rPr lang="en-US" sz="1600" b="1">
                          <a:solidFill>
                            <a:srgbClr val="FAF9F6"/>
                          </a:solidFill>
                          <a:effectLst/>
                          <a:latin typeface="Arial" panose="020B0604020202020204" pitchFamily="34" charset="0"/>
                        </a:rPr>
                        <a:t>Human decision owner</a:t>
                      </a:r>
                    </a:p>
                  </a:txBody>
                  <a:tcPr anchor="ctr">
                    <a:lnL>
                      <a:noFill/>
                    </a:lnL>
                    <a:lnR>
                      <a:noFill/>
                    </a:lnR>
                    <a:lnT>
                      <a:noFill/>
                    </a:lnT>
                    <a:lnB>
                      <a:noFill/>
                    </a:lnB>
                    <a:solidFill>
                      <a:srgbClr val="173F35"/>
                    </a:solidFill>
                  </a:tcPr>
                </a:tc>
                <a:extLst>
                  <a:ext uri="{0D108BD9-81ED-4DB2-BD59-A6C34878D82A}">
                    <a16:rowId xmlns:a16="http://schemas.microsoft.com/office/drawing/2014/main" val="1304375145"/>
                  </a:ext>
                </a:extLst>
              </a:tr>
              <a:tr h="0">
                <a:tc>
                  <a:txBody>
                    <a:bodyPr/>
                    <a:lstStyle/>
                    <a:p>
                      <a:pPr>
                        <a:buNone/>
                      </a:pPr>
                      <a:r>
                        <a:rPr lang="en-US" sz="1600">
                          <a:effectLst/>
                          <a:latin typeface="Arial" panose="020B0604020202020204" pitchFamily="34" charset="0"/>
                        </a:rPr>
                        <a:t>Stock prioritisation</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Prioritisation rationale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Approved policy and human review</a:t>
                      </a:r>
                    </a:p>
                  </a:txBody>
                  <a:tcPr anchor="ctr">
                    <a:lnL>
                      <a:noFill/>
                    </a:lnL>
                    <a:lnR>
                      <a:noFill/>
                    </a:lnR>
                    <a:lnT>
                      <a:noFill/>
                    </a:lnT>
                    <a:lnB>
                      <a:noFill/>
                    </a:lnB>
                    <a:noFill/>
                  </a:tcPr>
                </a:tc>
                <a:extLst>
                  <a:ext uri="{0D108BD9-81ED-4DB2-BD59-A6C34878D82A}">
                    <a16:rowId xmlns:a16="http://schemas.microsoft.com/office/drawing/2014/main" val="3377316370"/>
                  </a:ext>
                </a:extLst>
              </a:tr>
              <a:tr h="0">
                <a:tc>
                  <a:txBody>
                    <a:bodyPr/>
                    <a:lstStyle/>
                    <a:p>
                      <a:pPr>
                        <a:buNone/>
                      </a:pPr>
                      <a:r>
                        <a:rPr lang="en-US" sz="1600">
                          <a:effectLst/>
                          <a:latin typeface="Arial" panose="020B0604020202020204" pitchFamily="34" charset="0"/>
                        </a:rPr>
                        <a:t>Assessment</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Assessment preparation</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Qualified reviewer</a:t>
                      </a:r>
                    </a:p>
                  </a:txBody>
                  <a:tcPr anchor="ctr">
                    <a:lnL>
                      <a:noFill/>
                    </a:lnL>
                    <a:lnR>
                      <a:noFill/>
                    </a:lnR>
                    <a:lnT>
                      <a:noFill/>
                    </a:lnT>
                    <a:lnB>
                      <a:noFill/>
                    </a:lnB>
                    <a:solidFill>
                      <a:srgbClr val="E8ECEB"/>
                    </a:solidFill>
                  </a:tcPr>
                </a:tc>
                <a:extLst>
                  <a:ext uri="{0D108BD9-81ED-4DB2-BD59-A6C34878D82A}">
                    <a16:rowId xmlns:a16="http://schemas.microsoft.com/office/drawing/2014/main" val="1993399536"/>
                  </a:ext>
                </a:extLst>
              </a:tr>
              <a:tr h="0">
                <a:tc>
                  <a:txBody>
                    <a:bodyPr/>
                    <a:lstStyle/>
                    <a:p>
                      <a:pPr>
                        <a:buNone/>
                      </a:pPr>
                      <a:r>
                        <a:rPr lang="en-US" sz="1600">
                          <a:effectLst/>
                          <a:latin typeface="Arial" panose="020B0604020202020204" pitchFamily="34" charset="0"/>
                        </a:rPr>
                        <a:t>Funding</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Funding evidence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Finance submits</a:t>
                      </a:r>
                    </a:p>
                  </a:txBody>
                  <a:tcPr anchor="ctr">
                    <a:lnL>
                      <a:noFill/>
                    </a:lnL>
                    <a:lnR>
                      <a:noFill/>
                    </a:lnR>
                    <a:lnT>
                      <a:noFill/>
                    </a:lnT>
                    <a:lnB>
                      <a:noFill/>
                    </a:lnB>
                    <a:noFill/>
                  </a:tcPr>
                </a:tc>
                <a:extLst>
                  <a:ext uri="{0D108BD9-81ED-4DB2-BD59-A6C34878D82A}">
                    <a16:rowId xmlns:a16="http://schemas.microsoft.com/office/drawing/2014/main" val="1557802676"/>
                  </a:ext>
                </a:extLst>
              </a:tr>
              <a:tr h="0">
                <a:tc>
                  <a:txBody>
                    <a:bodyPr/>
                    <a:lstStyle/>
                    <a:p>
                      <a:pPr>
                        <a:buNone/>
                      </a:pPr>
                      <a:r>
                        <a:rPr lang="en-US" sz="1600">
                          <a:effectLst/>
                          <a:latin typeface="Arial" panose="020B0604020202020204" pitchFamily="34" charset="0"/>
                        </a:rPr>
                        <a:t>Coordination</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Coordination draft</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Resident agrees</a:t>
                      </a:r>
                    </a:p>
                  </a:txBody>
                  <a:tcPr anchor="ctr">
                    <a:lnL>
                      <a:noFill/>
                    </a:lnL>
                    <a:lnR>
                      <a:noFill/>
                    </a:lnR>
                    <a:lnT>
                      <a:noFill/>
                    </a:lnT>
                    <a:lnB>
                      <a:noFill/>
                    </a:lnB>
                    <a:solidFill>
                      <a:srgbClr val="E8ECEB"/>
                    </a:solidFill>
                  </a:tcPr>
                </a:tc>
                <a:extLst>
                  <a:ext uri="{0D108BD9-81ED-4DB2-BD59-A6C34878D82A}">
                    <a16:rowId xmlns:a16="http://schemas.microsoft.com/office/drawing/2014/main" val="3201833422"/>
                  </a:ext>
                </a:extLst>
              </a:tr>
              <a:tr h="0">
                <a:tc>
                  <a:txBody>
                    <a:bodyPr/>
                    <a:lstStyle/>
                    <a:p>
                      <a:pPr>
                        <a:buNone/>
                      </a:pPr>
                      <a:r>
                        <a:rPr lang="en-US" sz="1600">
                          <a:effectLst/>
                          <a:latin typeface="Arial" panose="020B0604020202020204" pitchFamily="34" charset="0"/>
                        </a:rPr>
                        <a:t>Quality</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Quality evidence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Independent professional accepts</a:t>
                      </a:r>
                    </a:p>
                  </a:txBody>
                  <a:tcPr anchor="ctr">
                    <a:lnL>
                      <a:noFill/>
                    </a:lnL>
                    <a:lnR>
                      <a:noFill/>
                    </a:lnR>
                    <a:lnT>
                      <a:noFill/>
                    </a:lnT>
                    <a:lnB>
                      <a:noFill/>
                    </a:lnB>
                    <a:noFill/>
                  </a:tcPr>
                </a:tc>
                <a:extLst>
                  <a:ext uri="{0D108BD9-81ED-4DB2-BD59-A6C34878D82A}">
                    <a16:rowId xmlns:a16="http://schemas.microsoft.com/office/drawing/2014/main" val="2705256382"/>
                  </a:ext>
                </a:extLst>
              </a:tr>
            </a:tbl>
          </a:graphicData>
        </a:graphic>
      </p:graphicFrame>
      <p:sp>
        <p:nvSpPr>
          <p:cNvPr id="22463" name="Deferred pill">
            <a:extLst>
              <a:ext uri="{FF2B5EF4-FFF2-40B4-BE49-F238E27FC236}">
                <a16:creationId xmlns:a16="http://schemas.microsoft.com/office/drawing/2014/main" id="{05674F84-5FAF-5F30-7AE2-8E74B8E2F5C2}"/>
              </a:ext>
            </a:extLst>
          </p:cNvPr>
          <p:cNvSpPr/>
          <p:nvPr/>
        </p:nvSpPr>
        <p:spPr>
          <a:xfrm>
            <a:off x="8905240" y="274320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LATER STAGE</a:t>
            </a:r>
            <a:endParaRPr lang="en-US"/>
          </a:p>
        </p:txBody>
      </p:sp>
      <p:sp>
        <p:nvSpPr>
          <p:cNvPr id="22471" name="Runtime note">
            <a:extLst>
              <a:ext uri="{FF2B5EF4-FFF2-40B4-BE49-F238E27FC236}">
                <a16:creationId xmlns:a16="http://schemas.microsoft.com/office/drawing/2014/main" id="{4FCE70D2-145D-CFED-3930-99657E911674}"/>
              </a:ext>
            </a:extLst>
          </p:cNvPr>
          <p:cNvSpPr/>
          <p:nvPr/>
        </p:nvSpPr>
        <p:spPr>
          <a:xfrm>
            <a:off x="8813800" y="3154680"/>
            <a:ext cx="282956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One API hosts the current assistants; independent queue workers remain deferred</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6861ADEF-4A72-91B6-16B1-063F9C4D3ED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S08 / slide 9</a:t>
            </a:r>
            <a:endParaRPr lang="en-US"/>
          </a:p>
        </p:txBody>
      </p:sp>
    </p:spTree>
    <p:extLst>
      <p:ext uri="{BB962C8B-B14F-4D97-AF65-F5344CB8AC3E}">
        <p14:creationId xmlns:p14="http://schemas.microsoft.com/office/powerpoint/2010/main" val="444193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93" name="Eyebrow">
            <a:extLst>
              <a:ext uri="{FF2B5EF4-FFF2-40B4-BE49-F238E27FC236}">
                <a16:creationId xmlns:a16="http://schemas.microsoft.com/office/drawing/2014/main" id="{3EE5871E-E86E-2514-9A27-B4206B43CBB7}"/>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B04 · CFO / CTO</a:t>
            </a:r>
          </a:p>
          <a:p>
            <a:pPr algn="l">
              <a:buNone/>
            </a:pPr>
            <a:r>
              <a:rPr lang="en-US" sz="100">
                <a:effectLst/>
              </a:rPr>
              <a:t> </a:t>
            </a:r>
            <a:endParaRPr lang="en-US"/>
          </a:p>
        </p:txBody>
      </p:sp>
      <p:sp>
        <p:nvSpPr>
          <p:cNvPr id="2810" name="Slide title">
            <a:extLst>
              <a:ext uri="{FF2B5EF4-FFF2-40B4-BE49-F238E27FC236}">
                <a16:creationId xmlns:a16="http://schemas.microsoft.com/office/drawing/2014/main" id="{A03BDB0B-7E88-D114-9CCB-27F1DA3A9FD5}"/>
              </a:ext>
            </a:extLst>
          </p:cNvPr>
          <p:cNvSpPr/>
          <p:nvPr/>
        </p:nvSpPr>
        <p:spPr>
          <a:xfrm>
            <a:off x="548640" y="841248"/>
            <a:ext cx="1109167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Decision 1 must beat the simpler baseline.</a:t>
            </a:r>
          </a:p>
        </p:txBody>
      </p:sp>
      <p:sp>
        <p:nvSpPr>
          <p:cNvPr id="2828" name="Footer sources">
            <a:extLst>
              <a:ext uri="{FF2B5EF4-FFF2-40B4-BE49-F238E27FC236}">
                <a16:creationId xmlns:a16="http://schemas.microsoft.com/office/drawing/2014/main" id="{21BE6FE1-226B-2F7F-32C3-D981D763813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E04 · E05 · E15</a:t>
            </a:r>
          </a:p>
          <a:p>
            <a:pPr algn="l">
              <a:buNone/>
            </a:pPr>
            <a:r>
              <a:rPr lang="en-US" sz="100">
                <a:effectLst/>
              </a:rPr>
              <a:t> </a:t>
            </a:r>
            <a:endParaRPr lang="en-US"/>
          </a:p>
        </p:txBody>
      </p:sp>
      <p:sp>
        <p:nvSpPr>
          <p:cNvPr id="2847" name="Footer navigation">
            <a:hlinkClick r:id="rId3" action="ppaction://hlinksldjump"/>
            <a:extLst>
              <a:ext uri="{FF2B5EF4-FFF2-40B4-BE49-F238E27FC236}">
                <a16:creationId xmlns:a16="http://schemas.microsoft.com/office/drawing/2014/main" id="{E2449906-97CD-85CE-FFA7-DAE977159027}"/>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B04 · Index: slide 27</a:t>
            </a:r>
            <a:endParaRPr lang="en-US"/>
          </a:p>
        </p:txBody>
      </p:sp>
      <p:sp>
        <p:nvSpPr>
          <p:cNvPr id="2867" name="Return to interrupted calling slide">
            <a:hlinkClick r:id="rId3" action="ppaction://hlinksldjump"/>
            <a:extLst>
              <a:ext uri="{FF2B5EF4-FFF2-40B4-BE49-F238E27FC236}">
                <a16:creationId xmlns:a16="http://schemas.microsoft.com/office/drawing/2014/main" id="{FC84DB96-8530-D091-9807-DD97D06DD870}"/>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664DB70F-042E-D3DF-D433-A706E8599BE8}"/>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S15 / slide 16</a:t>
            </a:r>
            <a:endParaRPr lang="en-US"/>
          </a:p>
        </p:txBody>
      </p:sp>
      <p:sp xmlns:p="http://schemas.openxmlformats.org/presentationml/2006/main" xmlns:a="http://schemas.openxmlformats.org/drawingml/2006/main">
        <p:nvSpPr>
          <p:cNvPr id="900000" name="Story-31-rules-band" descr=""/>
          <p:cNvSpPr txBox="1"/>
          <p:nvPr/>
        </p:nvSpPr>
        <p:spPr>
          <a:xfrm>
            <a:off x="548640" y="1783080"/>
            <a:ext cx="3538728" cy="2084832"/>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1" name="Story-31-rules-title" descr="Rules / template"/>
          <p:cNvSpPr txBox="1"/>
          <p:nvPr/>
        </p:nvSpPr>
        <p:spPr>
          <a:xfrm>
            <a:off x="749808" y="1993392"/>
            <a:ext cx="3136392" cy="41148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Rules / template</a:t>
            </a:r>
          </a:p>
        </p:txBody>
      </p:sp>
      <p:sp xmlns:p="http://schemas.openxmlformats.org/presentationml/2006/main" xmlns:a="http://schemas.openxmlformats.org/drawingml/2006/main">
        <p:nvSpPr>
          <p:cNvPr id="900002" name="Story-31-rules-body" descr="Exact labelled fields&#10;Arithmetic and ranking&#10;Deterministic gates"/>
          <p:cNvSpPr txBox="1"/>
          <p:nvPr/>
        </p:nvSpPr>
        <p:spPr>
          <a:xfrm>
            <a:off x="749808" y="2651760"/>
            <a:ext cx="3136392" cy="91440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Exact labelled fields</a:t>
            </a:r>
          </a:p>
          <a:p>
            <a:pPr algn="l">
              <a:lnSpc>
                <a:spcPct val="105000"/>
              </a:lnSpc>
              <a:buNone/>
            </a:pPr>
            <a:r>
              <a:rPr lang="en-GB" sz="1800" b="0">
                <a:solidFill>
                  <a:srgbClr val="173F35"/>
                </a:solidFill>
                <a:latin typeface="Arial"/>
              </a:rPr>
              <a:t>Arithmetic and ranking</a:t>
            </a:r>
          </a:p>
          <a:p>
            <a:pPr algn="l">
              <a:lnSpc>
                <a:spcPct val="105000"/>
              </a:lnSpc>
              <a:buNone/>
            </a:pPr>
            <a:r>
              <a:rPr lang="en-GB" sz="1800" b="0">
                <a:solidFill>
                  <a:srgbClr val="173F35"/>
                </a:solidFill>
                <a:latin typeface="Arial"/>
              </a:rPr>
              <a:t>Deterministic gates</a:t>
            </a:r>
          </a:p>
        </p:txBody>
      </p:sp>
      <p:sp xmlns:p="http://schemas.openxmlformats.org/presentationml/2006/main" xmlns:a="http://schemas.openxmlformats.org/drawingml/2006/main">
        <p:nvSpPr>
          <p:cNvPr id="900003" name="Story-31-decision-band" descr=""/>
          <p:cNvSpPr txBox="1"/>
          <p:nvPr/>
        </p:nvSpPr>
        <p:spPr>
          <a:xfrm>
            <a:off x="4325112" y="1783080"/>
            <a:ext cx="3538728" cy="2084832"/>
          </a:xfrm>
          <a:prstGeom prst="rect">
            <a:avLst/>
          </a:prstGeom>
          <a:solidFill>
            <a:srgbClr val="E8F2FB"/>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4" name="Story-31-decision-title" descr="Decision 1"/>
          <p:cNvSpPr txBox="1"/>
          <p:nvPr/>
        </p:nvSpPr>
        <p:spPr>
          <a:xfrm>
            <a:off x="4526280" y="1993392"/>
            <a:ext cx="3136392" cy="41148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Decision 1</a:t>
            </a:r>
          </a:p>
        </p:txBody>
      </p:sp>
      <p:sp xmlns:p="http://schemas.openxmlformats.org/presentationml/2006/main" xmlns:a="http://schemas.openxmlformats.org/drawingml/2006/main">
        <p:nvSpPr>
          <p:cNvPr id="900005" name="Story-31-decision-body" descr="Supplied candidates&#10;Binary support screening&#10;Select or abstain"/>
          <p:cNvSpPr txBox="1"/>
          <p:nvPr/>
        </p:nvSpPr>
        <p:spPr>
          <a:xfrm>
            <a:off x="4526280" y="2651760"/>
            <a:ext cx="3136392" cy="91440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Supplied candidates</a:t>
            </a:r>
          </a:p>
          <a:p>
            <a:pPr algn="l">
              <a:lnSpc>
                <a:spcPct val="105000"/>
              </a:lnSpc>
              <a:buNone/>
            </a:pPr>
            <a:r>
              <a:rPr lang="en-GB" sz="1800" b="0">
                <a:solidFill>
                  <a:srgbClr val="173F35"/>
                </a:solidFill>
                <a:latin typeface="Arial"/>
              </a:rPr>
              <a:t>Binary support screening</a:t>
            </a:r>
          </a:p>
          <a:p>
            <a:pPr algn="l">
              <a:lnSpc>
                <a:spcPct val="105000"/>
              </a:lnSpc>
              <a:buNone/>
            </a:pPr>
            <a:r>
              <a:rPr lang="en-GB" sz="1800" b="0">
                <a:solidFill>
                  <a:srgbClr val="173F35"/>
                </a:solidFill>
                <a:latin typeface="Arial"/>
              </a:rPr>
              <a:t>Select or abstain</a:t>
            </a:r>
          </a:p>
        </p:txBody>
      </p:sp>
      <p:sp xmlns:p="http://schemas.openxmlformats.org/presentationml/2006/main" xmlns:a="http://schemas.openxmlformats.org/drawingml/2006/main">
        <p:nvSpPr>
          <p:cNvPr id="900006" name="Story-31-generation-band" descr=""/>
          <p:cNvSpPr txBox="1"/>
          <p:nvPr/>
        </p:nvSpPr>
        <p:spPr>
          <a:xfrm>
            <a:off x="8101584" y="1783080"/>
            <a:ext cx="3538728" cy="2084832"/>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7" name="Story-31-generation-title" descr="Generative model"/>
          <p:cNvSpPr txBox="1"/>
          <p:nvPr/>
        </p:nvSpPr>
        <p:spPr>
          <a:xfrm>
            <a:off x="8302752" y="1993392"/>
            <a:ext cx="3136392" cy="41148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Generative model</a:t>
            </a:r>
          </a:p>
        </p:txBody>
      </p:sp>
      <p:sp xmlns:p="http://schemas.openxmlformats.org/presentationml/2006/main" xmlns:a="http://schemas.openxmlformats.org/drawingml/2006/main">
        <p:nvSpPr>
          <p:cNvPr id="900008" name="Story-31-generation-body" descr="Sourced narrative&#10;Permitted evidence only&#10;Human checks meaning"/>
          <p:cNvSpPr txBox="1"/>
          <p:nvPr/>
        </p:nvSpPr>
        <p:spPr>
          <a:xfrm>
            <a:off x="8302752" y="2651760"/>
            <a:ext cx="3136392" cy="91440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Sourced narrative</a:t>
            </a:r>
          </a:p>
          <a:p>
            <a:pPr algn="l">
              <a:lnSpc>
                <a:spcPct val="105000"/>
              </a:lnSpc>
              <a:buNone/>
            </a:pPr>
            <a:r>
              <a:rPr lang="en-GB" sz="1800" b="0">
                <a:solidFill>
                  <a:srgbClr val="173F35"/>
                </a:solidFill>
                <a:latin typeface="Arial"/>
              </a:rPr>
              <a:t>Permitted evidence only</a:t>
            </a:r>
          </a:p>
          <a:p>
            <a:pPr algn="l">
              <a:lnSpc>
                <a:spcPct val="105000"/>
              </a:lnSpc>
              <a:buNone/>
            </a:pPr>
            <a:r>
              <a:rPr lang="en-GB" sz="1800" b="0">
                <a:solidFill>
                  <a:srgbClr val="173F35"/>
                </a:solidFill>
                <a:latin typeface="Arial"/>
              </a:rPr>
              <a:t>Human checks meaning</a:t>
            </a:r>
          </a:p>
        </p:txBody>
      </p:sp>
      <p:sp xmlns:p="http://schemas.openxmlformats.org/presentationml/2006/main" xmlns:a="http://schemas.openxmlformats.org/drawingml/2006/main">
        <p:nvSpPr>
          <p:cNvPr id="900009" name="Story-31-comparison-title" descr="Same cases. Held-out quality. Total human effort. Latency. Full cost."/>
          <p:cNvSpPr txBox="1"/>
          <p:nvPr/>
        </p:nvSpPr>
        <p:spPr>
          <a:xfrm>
            <a:off x="548640" y="4224528"/>
            <a:ext cx="11091672" cy="365760"/>
          </a:xfrm>
          <a:prstGeom prst="rect">
            <a:avLst/>
          </a:prstGeom>
          <a:noFill/>
          <a:ln>
            <a:noFill/>
          </a:ln>
        </p:spPr>
        <p:txBody>
          <a:bodyPr wrap="square" lIns="18288" rIns="18288" tIns="9144" bIns="9144" anchor="t">
            <a:noAutofit/>
          </a:bodyPr>
          <a:lstStyle/>
          <a:p>
            <a:pPr algn="l">
              <a:lnSpc>
                <a:spcPct val="105000"/>
              </a:lnSpc>
              <a:buNone/>
            </a:pPr>
            <a:r>
              <a:rPr lang="en-GB" sz="2100" b="1">
                <a:solidFill>
                  <a:srgbClr val="173F35"/>
                </a:solidFill>
                <a:latin typeface="Arial"/>
              </a:rPr>
              <a:t>Same cases. Held-out quality. Total human effort. Latency. Full cost.</a:t>
            </a:r>
          </a:p>
        </p:txBody>
      </p:sp>
      <p:sp xmlns:p="http://schemas.openxmlformats.org/presentationml/2006/main" xmlns:a="http://schemas.openxmlformats.org/drawingml/2006/main">
        <p:nvSpPr>
          <p:cNvPr id="900010" name="Story-31-gate-band" descr=""/>
          <p:cNvSpPr txBox="1"/>
          <p:nvPr/>
        </p:nvSpPr>
        <p:spPr>
          <a:xfrm>
            <a:off x="548640" y="4892040"/>
            <a:ext cx="11091672" cy="685800"/>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1" name="Story-31-gate-text" descr="A successful call proves integration, not lower cost, faster work or calibrated accuracy."/>
          <p:cNvSpPr txBox="1"/>
          <p:nvPr/>
        </p:nvSpPr>
        <p:spPr>
          <a:xfrm>
            <a:off x="749808" y="5047488"/>
            <a:ext cx="10689336" cy="411480"/>
          </a:xfrm>
          <a:prstGeom prst="rect">
            <a:avLst/>
          </a:prstGeom>
          <a:noFill/>
          <a:ln>
            <a:noFill/>
          </a:ln>
        </p:spPr>
        <p:txBody>
          <a:bodyPr wrap="square" lIns="18288" rIns="18288" tIns="9144" bIns="9144" anchor="t">
            <a:noAutofit/>
          </a:bodyPr>
          <a:lstStyle/>
          <a:p>
            <a:pPr algn="l">
              <a:lnSpc>
                <a:spcPct val="105000"/>
              </a:lnSpc>
              <a:buNone/>
            </a:pPr>
            <a:r>
              <a:rPr lang="en-GB" sz="1800" b="1">
                <a:solidFill>
                  <a:srgbClr val="173F35"/>
                </a:solidFill>
                <a:latin typeface="Arial"/>
              </a:rPr>
              <a:t>A successful call proves integration, not lower cost, faster work or calibrated accuracy.</a:t>
            </a:r>
          </a:p>
        </p:txBody>
      </p:sp>
      <p:sp xmlns:p="http://schemas.openxmlformats.org/presentationml/2006/main" xmlns:a="http://schemas.openxmlformats.org/drawingml/2006/main">
        <p:nvSpPr>
          <p:cNvPr id="900012" name="Story-31-revision-source" descr="29 Oct synthesis | Decision 1 behaviour specification, model-fit research and current evaluation limits."/>
          <p:cNvSpPr txBox="1"/>
          <p:nvPr/>
        </p:nvSpPr>
        <p:spPr>
          <a:xfrm>
            <a:off x="548640" y="5815584"/>
            <a:ext cx="11091672" cy="237744"/>
          </a:xfrm>
          <a:prstGeom prst="rect">
            <a:avLst/>
          </a:prstGeom>
          <a:noFill/>
          <a:ln>
            <a:noFill/>
          </a:ln>
        </p:spPr>
        <p:txBody>
          <a:bodyPr wrap="square" lIns="18288" rIns="18288" tIns="9144" bIns="9144" anchor="t">
            <a:noAutofit/>
          </a:bodyPr>
          <a:lstStyle/>
          <a:p>
            <a:pPr algn="l">
              <a:lnSpc>
                <a:spcPct val="105000"/>
              </a:lnSpc>
              <a:buNone/>
            </a:pPr>
            <a:r>
              <a:rPr lang="en-GB" sz="1200" b="0">
                <a:solidFill>
                  <a:srgbClr val="50655E"/>
                </a:solidFill>
                <a:latin typeface="Arial"/>
              </a:rPr>
              <a:t>29 Oct synthesis | Decision 1 behaviour specification, model-fit research and current evaluation limits.</a:t>
            </a:r>
          </a:p>
        </p:txBody>
      </p:sp>
    </p:spTree>
    <p:extLst>
      <p:ext uri="{BB962C8B-B14F-4D97-AF65-F5344CB8AC3E}">
        <p14:creationId xmlns:p14="http://schemas.microsoft.com/office/powerpoint/2010/main" val="18801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888" name="Eyebrow">
            <a:extLst>
              <a:ext uri="{FF2B5EF4-FFF2-40B4-BE49-F238E27FC236}">
                <a16:creationId xmlns:a16="http://schemas.microsoft.com/office/drawing/2014/main" id="{8864ABE3-15AF-C6A3-4FB8-C6559B23D02A}"/>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B05 · CFO</a:t>
            </a:r>
          </a:p>
          <a:p>
            <a:pPr algn="l">
              <a:buNone/>
            </a:pPr>
            <a:r>
              <a:rPr lang="en-US" sz="100">
                <a:effectLst/>
              </a:rPr>
              <a:t> </a:t>
            </a:r>
            <a:endParaRPr lang="en-US"/>
          </a:p>
        </p:txBody>
      </p:sp>
      <p:sp>
        <p:nvSpPr>
          <p:cNvPr id="2910" name="Slide title">
            <a:extLst>
              <a:ext uri="{FF2B5EF4-FFF2-40B4-BE49-F238E27FC236}">
                <a16:creationId xmlns:a16="http://schemas.microsoft.com/office/drawing/2014/main" id="{EC8C67C3-DDEC-80A4-63D2-C06E555CFDB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does the technology cost today?</a:t>
            </a:r>
          </a:p>
          <a:p>
            <a:pPr algn="l">
              <a:buNone/>
            </a:pPr>
            <a:r>
              <a:rPr lang="en-US" sz="100">
                <a:effectLst/>
              </a:rPr>
              <a:t> </a:t>
            </a:r>
            <a:endParaRPr lang="en-US"/>
          </a:p>
        </p:txBody>
      </p:sp>
      <p:sp>
        <p:nvSpPr>
          <p:cNvPr id="2933" name="Footer sources">
            <a:extLst>
              <a:ext uri="{FF2B5EF4-FFF2-40B4-BE49-F238E27FC236}">
                <a16:creationId xmlns:a16="http://schemas.microsoft.com/office/drawing/2014/main" id="{39F1A90A-5D1F-D3E4-468E-F8D43BA25B8D}"/>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Sources: E11 / E05 / E21. Historical price assumption: 23 Oct 2026; no verified current quote.</a:t>
            </a:r>
          </a:p>
        </p:txBody>
      </p:sp>
      <p:sp>
        <p:nvSpPr>
          <p:cNvPr id="2957" name="Footer navigation">
            <a:hlinkClick r:id="rId3" action="ppaction://hlinksldjump"/>
            <a:extLst>
              <a:ext uri="{FF2B5EF4-FFF2-40B4-BE49-F238E27FC236}">
                <a16:creationId xmlns:a16="http://schemas.microsoft.com/office/drawing/2014/main" id="{681E4DD6-28C5-1F91-754C-B4F4B26595B6}"/>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B05 · Index: slide 27</a:t>
            </a:r>
            <a:endParaRPr lang="en-US"/>
          </a:p>
        </p:txBody>
      </p:sp>
      <p:sp>
        <p:nvSpPr>
          <p:cNvPr id="2982" name="Return to interrupted calling slide">
            <a:hlinkClick r:id="rId3" action="ppaction://hlinksldjump"/>
            <a:extLst>
              <a:ext uri="{FF2B5EF4-FFF2-40B4-BE49-F238E27FC236}">
                <a16:creationId xmlns:a16="http://schemas.microsoft.com/office/drawing/2014/main" id="{EA6164CF-B22D-C5C5-C29C-A599213D85C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541" name="Statement 1">
            <a:extLst>
              <a:ext uri="{FF2B5EF4-FFF2-40B4-BE49-F238E27FC236}">
                <a16:creationId xmlns:a16="http://schemas.microsoft.com/office/drawing/2014/main" id="{72627532-1161-36DC-D7E4-EA4EC120F428}"/>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USD 700 owner-set October all-in forecast ceiling</a:t>
            </a:r>
          </a:p>
          <a:p>
            <a:pPr algn="l">
              <a:buNone/>
            </a:pPr>
            <a:r>
              <a:rPr lang="en-US" sz="100">
                <a:effectLst/>
              </a:rPr>
              <a:t> </a:t>
            </a:r>
            <a:endParaRPr lang="en-US"/>
          </a:p>
        </p:txBody>
      </p:sp>
      <p:sp>
        <p:nvSpPr>
          <p:cNvPr id="22543" name="Statement 2">
            <a:extLst>
              <a:ext uri="{FF2B5EF4-FFF2-40B4-BE49-F238E27FC236}">
                <a16:creationId xmlns:a16="http://schemas.microsoft.com/office/drawing/2014/main" id="{16831651-A46C-C4E1-2531-20DC5500CE5A}"/>
              </a:ext>
            </a:extLst>
          </p:cNvPr>
          <p:cNvSpPr/>
          <p:nvPr/>
        </p:nvSpPr>
        <p:spPr>
          <a:xfrm>
            <a:off x="4323080" y="1508760"/>
            <a:ext cx="35458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Execution gates remain; authority expires 25 October 16:02 UTC</a:t>
            </a:r>
          </a:p>
          <a:p>
            <a:pPr algn="l">
              <a:buNone/>
            </a:pPr>
            <a:r>
              <a:rPr lang="en-US" sz="100">
                <a:effectLst/>
              </a:rPr>
              <a:t> </a:t>
            </a:r>
            <a:endParaRPr lang="en-US"/>
          </a:p>
        </p:txBody>
      </p:sp>
      <p:sp>
        <p:nvSpPr>
          <p:cNvPr id="22546" name="Statement 3">
            <a:extLst>
              <a:ext uri="{FF2B5EF4-FFF2-40B4-BE49-F238E27FC236}">
                <a16:creationId xmlns:a16="http://schemas.microsoft.com/office/drawing/2014/main" id="{DF755256-A8D0-F73B-4478-5D98A71300C6}"/>
              </a:ext>
            </a:extLst>
          </p:cNvPr>
          <p:cNvSpPr/>
          <p:nvPr/>
        </p:nvSpPr>
        <p:spPr>
          <a:xfrm>
            <a:off x="8097520" y="1508760"/>
            <a:ext cx="35458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Refresh post-change forecast; outside-group cost remains unknown</a:t>
            </a:r>
            <a:endParaRPr lang="en-US"/>
          </a:p>
        </p:txBody>
      </p:sp>
      <p:graphicFrame>
        <p:nvGraphicFramePr>
          <p:cNvPr id="8" name="Table 7">
            <a:extLst>
              <a:ext uri="{FF2B5EF4-FFF2-40B4-BE49-F238E27FC236}">
                <a16:creationId xmlns:a16="http://schemas.microsoft.com/office/drawing/2014/main" id="{7F56379E-718D-4E16-8B19-52588F825E24}"/>
              </a:ext>
            </a:extLst>
          </p:cNvPr>
          <p:cNvGraphicFramePr>
            <a:graphicFrameLocks noGrp="1"/>
          </p:cNvGraphicFramePr>
          <p:nvPr/>
        </p:nvGraphicFramePr>
        <p:xfrm>
          <a:off x="548640" y="2651760"/>
          <a:ext cx="8128000" cy="2895600"/>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4010536497"/>
                    </a:ext>
                  </a:extLst>
                </a:gridCol>
                <a:gridCol w="2032000">
                  <a:extLst>
                    <a:ext uri="{9D8B030D-6E8A-4147-A177-3AD203B41FA5}">
                      <a16:colId xmlns:a16="http://schemas.microsoft.com/office/drawing/2014/main" val="1185770497"/>
                    </a:ext>
                  </a:extLst>
                </a:gridCol>
                <a:gridCol w="2032000">
                  <a:extLst>
                    <a:ext uri="{9D8B030D-6E8A-4147-A177-3AD203B41FA5}">
                      <a16:colId xmlns:a16="http://schemas.microsoft.com/office/drawing/2014/main" val="837969618"/>
                    </a:ext>
                  </a:extLst>
                </a:gridCol>
                <a:gridCol w="2032000">
                  <a:extLst>
                    <a:ext uri="{9D8B030D-6E8A-4147-A177-3AD203B41FA5}">
                      <a16:colId xmlns:a16="http://schemas.microsoft.com/office/drawing/2014/main" val="1947647851"/>
                    </a:ext>
                  </a:extLst>
                </a:gridCol>
              </a:tblGrid>
              <a:tr h="0">
                <a:tc>
                  <a:txBody>
                    <a:bodyPr/>
                    <a:lstStyle/>
                    <a:p>
                      <a:pPr>
                        <a:buNone/>
                      </a:pPr>
                      <a:r>
                        <a:rPr lang="en-US" sz="1400" b="1">
                          <a:solidFill>
                            <a:srgbClr val="FAF9F6"/>
                          </a:solidFill>
                          <a:effectLst/>
                          <a:latin typeface="Arial" panose="020B0604020202020204" pitchFamily="34" charset="0"/>
                        </a:rPr>
                        <a:t>Amount</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Scope</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Class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Status</a:t>
                      </a:r>
                    </a:p>
                  </a:txBody>
                  <a:tcPr anchor="ctr">
                    <a:lnL>
                      <a:noFill/>
                    </a:lnL>
                    <a:lnR>
                      <a:noFill/>
                    </a:lnR>
                    <a:lnT>
                      <a:noFill/>
                    </a:lnT>
                    <a:lnB>
                      <a:noFill/>
                    </a:lnB>
                    <a:solidFill>
                      <a:srgbClr val="173F35"/>
                    </a:solidFill>
                  </a:tcPr>
                </a:tc>
                <a:extLst>
                  <a:ext uri="{0D108BD9-81ED-4DB2-BD59-A6C34878D82A}">
                    <a16:rowId xmlns:a16="http://schemas.microsoft.com/office/drawing/2014/main" val="3252420076"/>
                  </a:ext>
                </a:extLst>
              </a:tr>
              <a:tr h="0">
                <a:tc>
                  <a:txBody>
                    <a:bodyPr/>
                    <a:lstStyle/>
                    <a:p>
                      <a:pPr>
                        <a:buNone/>
                      </a:pPr>
                      <a:r>
                        <a:rPr lang="en-US" sz="1400">
                          <a:effectLst/>
                          <a:latin typeface="Arial" panose="020B0604020202020204" pitchFamily="34" charset="0"/>
                        </a:rPr>
                        <a:t>USD 700</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October all-in forecast ceiling, owner decision 22 Oct</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Owner-set ceiling</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Paid tranches blocked; expires 25 Oct 16:02 UTC</a:t>
                      </a:r>
                    </a:p>
                  </a:txBody>
                  <a:tcPr anchor="ctr">
                    <a:lnL>
                      <a:noFill/>
                    </a:lnL>
                    <a:lnR>
                      <a:noFill/>
                    </a:lnR>
                    <a:lnT>
                      <a:noFill/>
                    </a:lnT>
                    <a:lnB>
                      <a:noFill/>
                    </a:lnB>
                    <a:noFill/>
                  </a:tcPr>
                </a:tc>
                <a:extLst>
                  <a:ext uri="{0D108BD9-81ED-4DB2-BD59-A6C34878D82A}">
                    <a16:rowId xmlns:a16="http://schemas.microsoft.com/office/drawing/2014/main" val="587441580"/>
                  </a:ext>
                </a:extLst>
              </a:tr>
              <a:tr h="0">
                <a:tc>
                  <a:txBody>
                    <a:bodyPr/>
                    <a:lstStyle/>
                    <a:p>
                      <a:pPr>
                        <a:buNone/>
                      </a:pPr>
                      <a:r>
                        <a:rPr lang="en-US" sz="1400">
                          <a:effectLst/>
                          <a:latin typeface="Arial" panose="020B0604020202020204" pitchFamily="34" charset="0"/>
                        </a:rPr>
                        <a:t>USD 242.36</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Accrued 11-22 Oct, resource group ama</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Observed, partial</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Estimated until invoiced</a:t>
                      </a:r>
                    </a:p>
                  </a:txBody>
                  <a:tcPr anchor="ctr">
                    <a:lnL>
                      <a:noFill/>
                    </a:lnL>
                    <a:lnR>
                      <a:noFill/>
                    </a:lnR>
                    <a:lnT>
                      <a:noFill/>
                    </a:lnT>
                    <a:lnB>
                      <a:noFill/>
                    </a:lnB>
                    <a:solidFill>
                      <a:srgbClr val="E8ECEB"/>
                    </a:solidFill>
                  </a:tcPr>
                </a:tc>
                <a:extLst>
                  <a:ext uri="{0D108BD9-81ED-4DB2-BD59-A6C34878D82A}">
                    <a16:rowId xmlns:a16="http://schemas.microsoft.com/office/drawing/2014/main" val="376992255"/>
                  </a:ext>
                </a:extLst>
              </a:tr>
              <a:tr h="0">
                <a:tc>
                  <a:txBody>
                    <a:bodyPr/>
                    <a:lstStyle/>
                    <a:p>
                      <a:pPr>
                        <a:buNone/>
                      </a:pPr>
                      <a:r>
                        <a:rPr lang="en-US" sz="1400">
                          <a:effectLst/>
                          <a:latin typeface="Arial" panose="020B0604020202020204" pitchFamily="34" charset="0"/>
                        </a:rPr>
                        <a:t>USD 535.33</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Pre-change scenario</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Historical forecast</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Superseded for authorisation; refresh</a:t>
                      </a:r>
                    </a:p>
                  </a:txBody>
                  <a:tcPr anchor="ctr">
                    <a:lnL>
                      <a:noFill/>
                    </a:lnL>
                    <a:lnR>
                      <a:noFill/>
                    </a:lnR>
                    <a:lnT>
                      <a:noFill/>
                    </a:lnT>
                    <a:lnB>
                      <a:noFill/>
                    </a:lnB>
                    <a:noFill/>
                  </a:tcPr>
                </a:tc>
                <a:extLst>
                  <a:ext uri="{0D108BD9-81ED-4DB2-BD59-A6C34878D82A}">
                    <a16:rowId xmlns:a16="http://schemas.microsoft.com/office/drawing/2014/main" val="1546389141"/>
                  </a:ext>
                </a:extLst>
              </a:tr>
              <a:tr h="0">
                <a:tc>
                  <a:txBody>
                    <a:bodyPr/>
                    <a:lstStyle/>
                    <a:p>
                      <a:pPr>
                        <a:buNone/>
                      </a:pPr>
                      <a:r>
                        <a:rPr lang="en-US" sz="1400">
                          <a:effectLst/>
                          <a:latin typeface="Arial" panose="020B0604020202020204" pitchFamily="34" charset="0"/>
                        </a:rPr>
                        <a:t>USD 450/month</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EXA-012, 10 Oct</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Historical allocation</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Not current authority</a:t>
                      </a:r>
                    </a:p>
                  </a:txBody>
                  <a:tcPr anchor="ctr">
                    <a:lnL>
                      <a:noFill/>
                    </a:lnL>
                    <a:lnR>
                      <a:noFill/>
                    </a:lnR>
                    <a:lnT>
                      <a:noFill/>
                    </a:lnT>
                    <a:lnB>
                      <a:noFill/>
                    </a:lnB>
                    <a:solidFill>
                      <a:srgbClr val="E8ECEB"/>
                    </a:solidFill>
                  </a:tcPr>
                </a:tc>
                <a:extLst>
                  <a:ext uri="{0D108BD9-81ED-4DB2-BD59-A6C34878D82A}">
                    <a16:rowId xmlns:a16="http://schemas.microsoft.com/office/drawing/2014/main" val="2720050894"/>
                  </a:ext>
                </a:extLst>
              </a:tr>
              <a:tr h="0">
                <a:tc>
                  <a:txBody>
                    <a:bodyPr/>
                    <a:lstStyle/>
                    <a:p>
                      <a:pPr>
                        <a:buNone/>
                      </a:pPr>
                      <a:r>
                        <a:rPr lang="en-US" sz="1400">
                          <a:effectLst/>
                          <a:latin typeface="Arial" panose="020B0604020202020204" pitchFamily="34" charset="0"/>
                        </a:rPr>
                        <a:t>Outside-group spend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Outside resource group</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Unknown</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Never zero by assumption</a:t>
                      </a:r>
                    </a:p>
                  </a:txBody>
                  <a:tcPr anchor="ctr">
                    <a:lnL>
                      <a:noFill/>
                    </a:lnL>
                    <a:lnR>
                      <a:noFill/>
                    </a:lnR>
                    <a:lnT>
                      <a:noFill/>
                    </a:lnT>
                    <a:lnB>
                      <a:noFill/>
                    </a:lnB>
                    <a:noFill/>
                  </a:tcPr>
                </a:tc>
                <a:extLst>
                  <a:ext uri="{0D108BD9-81ED-4DB2-BD59-A6C34878D82A}">
                    <a16:rowId xmlns:a16="http://schemas.microsoft.com/office/drawing/2014/main" val="3491558137"/>
                  </a:ext>
                </a:extLst>
              </a:tr>
            </a:tbl>
          </a:graphicData>
        </a:graphic>
      </p:graphicFrame>
      <p:sp>
        <p:nvSpPr>
          <p:cNvPr id="26175" name="Ledger caption">
            <a:extLst>
              <a:ext uri="{FF2B5EF4-FFF2-40B4-BE49-F238E27FC236}">
                <a16:creationId xmlns:a16="http://schemas.microsoft.com/office/drawing/2014/main" id="{3D883013-6BA3-C92E-73B5-4643229FFA63}"/>
              </a:ext>
            </a:extLst>
          </p:cNvPr>
          <p:cNvSpPr/>
          <p:nvPr/>
        </p:nvSpPr>
        <p:spPr>
          <a:xfrm>
            <a:off x="548640" y="5600700"/>
            <a:ext cx="8128000" cy="350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Count each cost once. Do not add the October USD 700 envelope and its included inference.</a:t>
            </a:r>
            <a:endParaRPr lang="en-US"/>
          </a:p>
        </p:txBody>
      </p:sp>
      <p:sp>
        <p:nvSpPr>
          <p:cNvPr id="59994" name="Dated ledger pill">
            <a:extLst>
              <a:ext uri="{FF2B5EF4-FFF2-40B4-BE49-F238E27FC236}">
                <a16:creationId xmlns:a16="http://schemas.microsoft.com/office/drawing/2014/main" id="{468078B3-67A6-DD1B-98A3-FBED7D6622AB}"/>
              </a:ext>
            </a:extLst>
          </p:cNvPr>
          <p:cNvSpPr/>
          <p:nvPr/>
        </p:nvSpPr>
        <p:spPr>
          <a:xfrm>
            <a:off x="8905240" y="2651760"/>
            <a:ext cx="2331720" cy="5486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spc="100">
                <a:solidFill>
                  <a:srgbClr val="173F35"/>
                </a:solidFill>
                <a:effectLst/>
                <a:latin typeface="Arial" panose="020B0604020202020204" pitchFamily="34" charset="0"/>
              </a:rPr>
              <a:t>DATED LEDGER</a:t>
            </a:r>
          </a:p>
          <a:p>
            <a:pPr algn="ctr">
              <a:buNone/>
            </a:pPr>
            <a:r>
              <a:rPr lang="en-US" sz="1100" b="1" spc="100">
                <a:solidFill>
                  <a:srgbClr val="173F35"/>
                </a:solidFill>
                <a:effectLst/>
                <a:latin typeface="Arial" panose="020B0604020202020204" pitchFamily="34" charset="0"/>
              </a:rPr>
              <a:t>NOT PRODUCTION TCO</a:t>
            </a:r>
            <a:endParaRPr lang="en-US"/>
          </a:p>
        </p:txBody>
      </p:sp>
      <p:sp>
        <p:nvSpPr>
          <p:cNvPr id="2" name="Appendix topic destination">
            <a:hlinkClick r:id="rId4" action="ppaction://hlinksldjump"/>
            <a:extLst>
              <a:ext uri="{FF2B5EF4-FFF2-40B4-BE49-F238E27FC236}">
                <a16:creationId xmlns:a16="http://schemas.microsoft.com/office/drawing/2014/main" id="{9B8EE3BF-2340-C558-3D13-B82D7FB7817C}"/>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
        <p:nvSpPr>
          <p:cNvPr id="70001" name="Cost recovery formula">
            <a:extLst>
              <a:ext uri="{FF2B5EF4-FFF2-40B4-BE49-F238E27FC236}">
                <a16:creationId xmlns:a16="http://schemas.microsoft.com/office/drawing/2014/main" id="{72627532-1161-36DC-D7E4-EA4EC120F428}"/>
              </a:ext>
            </a:extLst>
          </p:cNvPr>
          <p:cNvSpPr/>
          <p:nvPr/>
        </p:nvSpPr>
        <p:spPr>
          <a:xfrm>
            <a:off x="8905240" y="3310000"/>
            <a:ext cx="2738120" cy="21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173F35"/>
                </a:solidFill>
                <a:effectLst/>
                <a:latin typeface="Arial" panose="020B0604020202020204" pitchFamily="34" charset="0"/>
              </a:rPr>
              <a:t>Future project appraisal</a:t>
            </a:r>
          </a:p>
          <a:p>
            <a:pPr algn="l">
              <a:buNone/>
            </a:pPr>
            <a:r>
              <a:rPr lang="en-US" sz="1500" b="1">
                <a:solidFill>
                  <a:srgbClr val="173F35"/>
                </a:solidFill>
                <a:effectLst/>
                <a:latin typeface="Arial" panose="020B0604020202020204" pitchFamily="34" charset="0"/>
              </a:rPr>
              <a:t>P + USD 6,872.9856</a:t>
            </a:r>
            <a:endParaRPr lang="en-US"/>
          </a:p>
          <a:p>
            <a:pPr algn="l">
              <a:buNone/>
            </a:pPr>
            <a:r>
              <a:rPr lang="en-US" sz="1400" b="1">
                <a:solidFill>
                  <a:srgbClr val="173F35"/>
                </a:solidFill>
                <a:effectLst/>
                <a:latin typeface="Arial" panose="020B0604020202020204" pitchFamily="34" charset="0"/>
              </a:rPr>
              <a:t>Per planned home:</a:t>
            </a:r>
            <a:endParaRPr lang="en-US"/>
          </a:p>
          <a:p>
            <a:pPr algn="l">
              <a:buNone/>
            </a:pPr>
            <a:r>
              <a:rPr lang="en-US" sz="1400" b="1">
                <a:solidFill>
                  <a:srgbClr val="173F35"/>
                </a:solidFill>
                <a:effectLst/>
                <a:latin typeface="Arial" panose="020B0604020202020204" pitchFamily="34" charset="0"/>
              </a:rPr>
              <a:t>(P + USD 6,872.9856)</a:t>
            </a:r>
            <a:endParaRPr lang="en-US"/>
          </a:p>
          <a:p>
            <a:pPr algn="l">
              <a:buNone/>
            </a:pPr>
            <a:r>
              <a:rPr lang="en-US" sz="1400" b="1">
                <a:solidFill>
                  <a:srgbClr val="173F35"/>
                </a:solidFill>
                <a:effectLst/>
                <a:latin typeface="Arial" panose="020B0604020202020204" pitchFamily="34" charset="0"/>
              </a:rPr>
              <a:t>/ 15,600</a:t>
            </a:r>
            <a:endParaRPr lang="en-US"/>
          </a:p>
          <a:p>
            <a:pPr algn="l">
              <a:buNone/>
            </a:pPr>
            <a:r>
              <a:rPr lang="en-US" sz="1300" b="1">
                <a:solidFill>
                  <a:srgbClr val="173F35"/>
                </a:solidFill>
                <a:effectLst/>
                <a:latin typeface="Arial" panose="020B0604020202020204" pitchFamily="34" charset="0"/>
              </a:rPr>
              <a:t>P = non-inference costs</a:t>
            </a:r>
            <a:endParaRPr lang="en-US"/>
          </a:p>
          <a:p>
            <a:pPr algn="l">
              <a:buNone/>
            </a:pPr>
            <a:r>
              <a:rPr lang="en-US" sz="1300" b="1">
                <a:solidFill>
                  <a:srgbClr val="173F35"/>
                </a:solidFill>
                <a:effectLst/>
                <a:latin typeface="Arial" panose="020B0604020202020204" pitchFamily="34" charset="0"/>
              </a:rPr>
              <a:t>for the same period.</a:t>
            </a:r>
            <a:endParaRPr lang="en-US"/>
          </a:p>
          <a:p>
            <a:pPr algn="l">
              <a:buNone/>
            </a:pPr>
            <a:r>
              <a:rPr lang="en-US" sz="1300" b="1">
                <a:solidFill>
                  <a:srgbClr val="173F35"/>
                </a:solidFill>
                <a:effectLst/>
                <a:latin typeface="Arial" panose="020B0604020202020204" pitchFamily="34" charset="0"/>
              </a:rPr>
              <a:t>P is not yet priced.</a:t>
            </a:r>
            <a:endParaRPr lang="en-US"/>
          </a:p>
        </p:txBody>
      </p:sp>
    </p:spTree>
    <p:extLst>
      <p:ext uri="{BB962C8B-B14F-4D97-AF65-F5344CB8AC3E}">
        <p14:creationId xmlns:p14="http://schemas.microsoft.com/office/powerpoint/2010/main" val="199412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08" name="Eyebrow">
            <a:extLst>
              <a:ext uri="{FF2B5EF4-FFF2-40B4-BE49-F238E27FC236}">
                <a16:creationId xmlns:a16="http://schemas.microsoft.com/office/drawing/2014/main" id="{26BE1923-2555-F666-49C4-72ACF4FFE6C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B06 · CEO / RESIDENT-SERVICES LEADER</a:t>
            </a:r>
          </a:p>
          <a:p>
            <a:pPr algn="l">
              <a:buNone/>
            </a:pPr>
            <a:r>
              <a:rPr lang="en-US" sz="100">
                <a:effectLst/>
              </a:rPr>
              <a:t> </a:t>
            </a:r>
            <a:endParaRPr lang="en-US"/>
          </a:p>
        </p:txBody>
      </p:sp>
      <p:sp>
        <p:nvSpPr>
          <p:cNvPr id="3035" name="Slide title">
            <a:extLst>
              <a:ext uri="{FF2B5EF4-FFF2-40B4-BE49-F238E27FC236}">
                <a16:creationId xmlns:a16="http://schemas.microsoft.com/office/drawing/2014/main" id="{DB693A50-4B4D-E778-24D9-3AFF94B0ECBE}"/>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residents retain choice,</a:t>
            </a:r>
          </a:p>
          <a:p>
            <a:pPr algn="l">
              <a:buNone/>
            </a:pPr>
            <a:r>
              <a:rPr lang="en-US" sz="2800" b="1">
                <a:solidFill>
                  <a:srgbClr val="173F35"/>
                </a:solidFill>
                <a:effectLst/>
                <a:latin typeface="Arial" panose="020B0604020202020204" pitchFamily="34" charset="0"/>
              </a:rPr>
              <a:t>especially without digital access?</a:t>
            </a:r>
            <a:endParaRPr lang="en-US"/>
          </a:p>
        </p:txBody>
      </p:sp>
      <p:sp>
        <p:nvSpPr>
          <p:cNvPr id="3063" name="Footer sources">
            <a:extLst>
              <a:ext uri="{FF2B5EF4-FFF2-40B4-BE49-F238E27FC236}">
                <a16:creationId xmlns:a16="http://schemas.microsoft.com/office/drawing/2014/main" id="{FD997C3B-3A4C-796E-2E40-FFCC3EA63FC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E08 · E12</a:t>
            </a:r>
          </a:p>
          <a:p>
            <a:pPr algn="l">
              <a:buNone/>
            </a:pPr>
            <a:r>
              <a:rPr lang="en-US" sz="100">
                <a:effectLst/>
              </a:rPr>
              <a:t> </a:t>
            </a:r>
            <a:endParaRPr lang="en-US"/>
          </a:p>
        </p:txBody>
      </p:sp>
      <p:sp>
        <p:nvSpPr>
          <p:cNvPr id="3092" name="Footer navigation">
            <a:hlinkClick r:id="rId3" action="ppaction://hlinksldjump"/>
            <a:extLst>
              <a:ext uri="{FF2B5EF4-FFF2-40B4-BE49-F238E27FC236}">
                <a16:creationId xmlns:a16="http://schemas.microsoft.com/office/drawing/2014/main" id="{9B550FD5-E5C3-F23D-4B81-93BCD94D54D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B06 · Index: slide 27</a:t>
            </a:r>
            <a:endParaRPr lang="en-US"/>
          </a:p>
        </p:txBody>
      </p:sp>
      <p:sp>
        <p:nvSpPr>
          <p:cNvPr id="3122" name="Return to interrupted calling slide">
            <a:hlinkClick r:id="rId3" action="ppaction://hlinksldjump"/>
            <a:extLst>
              <a:ext uri="{FF2B5EF4-FFF2-40B4-BE49-F238E27FC236}">
                <a16:creationId xmlns:a16="http://schemas.microsoft.com/office/drawing/2014/main" id="{123D2F73-977B-A837-442F-C0F37A1E03E8}"/>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565" name="Route Assisted phone">
            <a:extLst>
              <a:ext uri="{FF2B5EF4-FFF2-40B4-BE49-F238E27FC236}">
                <a16:creationId xmlns:a16="http://schemas.microsoft.com/office/drawing/2014/main" id="{4A3FDDE7-1A68-9E1F-0090-5F6B7A638E42}"/>
              </a:ext>
            </a:extLst>
          </p:cNvPr>
          <p:cNvSpPr/>
          <p:nvPr/>
        </p:nvSpPr>
        <p:spPr>
          <a:xfrm>
            <a:off x="548640" y="201168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67" name="Route Assisted phone label">
            <a:extLst>
              <a:ext uri="{FF2B5EF4-FFF2-40B4-BE49-F238E27FC236}">
                <a16:creationId xmlns:a16="http://schemas.microsoft.com/office/drawing/2014/main" id="{36F52C3D-47B1-D3F6-30FF-3D9EFC26727D}"/>
              </a:ext>
            </a:extLst>
          </p:cNvPr>
          <p:cNvSpPr/>
          <p:nvPr/>
        </p:nvSpPr>
        <p:spPr>
          <a:xfrm>
            <a:off x="579120" y="227076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570" name="Route Assisted phone name">
            <a:extLst>
              <a:ext uri="{FF2B5EF4-FFF2-40B4-BE49-F238E27FC236}">
                <a16:creationId xmlns:a16="http://schemas.microsoft.com/office/drawing/2014/main" id="{2CBF20A9-9DEC-BA93-C8A1-4493B2E88143}"/>
              </a:ext>
            </a:extLst>
          </p:cNvPr>
          <p:cNvSpPr/>
          <p:nvPr/>
        </p:nvSpPr>
        <p:spPr>
          <a:xfrm>
            <a:off x="579120" y="259080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Assisted phone</a:t>
            </a:r>
          </a:p>
          <a:p>
            <a:pPr algn="l">
              <a:buNone/>
            </a:pPr>
            <a:r>
              <a:rPr lang="en-US" sz="100">
                <a:effectLst/>
              </a:rPr>
              <a:t> </a:t>
            </a:r>
            <a:endParaRPr lang="en-US"/>
          </a:p>
        </p:txBody>
      </p:sp>
      <p:sp>
        <p:nvSpPr>
          <p:cNvPr id="22574" name="Route Letter">
            <a:extLst>
              <a:ext uri="{FF2B5EF4-FFF2-40B4-BE49-F238E27FC236}">
                <a16:creationId xmlns:a16="http://schemas.microsoft.com/office/drawing/2014/main" id="{19470EBF-3C56-C17F-2CA6-382A72E29413}"/>
              </a:ext>
            </a:extLst>
          </p:cNvPr>
          <p:cNvSpPr/>
          <p:nvPr/>
        </p:nvSpPr>
        <p:spPr>
          <a:xfrm>
            <a:off x="6126480" y="201168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79" name="Route Letter label">
            <a:extLst>
              <a:ext uri="{FF2B5EF4-FFF2-40B4-BE49-F238E27FC236}">
                <a16:creationId xmlns:a16="http://schemas.microsoft.com/office/drawing/2014/main" id="{BF21CFF6-EC25-8D92-3AE9-7BCA22E0A20C}"/>
              </a:ext>
            </a:extLst>
          </p:cNvPr>
          <p:cNvSpPr/>
          <p:nvPr/>
        </p:nvSpPr>
        <p:spPr>
          <a:xfrm>
            <a:off x="6156960" y="227076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585" name="Route Letter name">
            <a:extLst>
              <a:ext uri="{FF2B5EF4-FFF2-40B4-BE49-F238E27FC236}">
                <a16:creationId xmlns:a16="http://schemas.microsoft.com/office/drawing/2014/main" id="{F9DF2783-BA15-D289-6518-E2BB8DA48F03}"/>
              </a:ext>
            </a:extLst>
          </p:cNvPr>
          <p:cNvSpPr/>
          <p:nvPr/>
        </p:nvSpPr>
        <p:spPr>
          <a:xfrm>
            <a:off x="6156960" y="259080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Letter</a:t>
            </a:r>
          </a:p>
          <a:p>
            <a:pPr algn="l">
              <a:buNone/>
            </a:pPr>
            <a:r>
              <a:rPr lang="en-US" sz="100">
                <a:effectLst/>
              </a:rPr>
              <a:t> </a:t>
            </a:r>
            <a:endParaRPr lang="en-US"/>
          </a:p>
        </p:txBody>
      </p:sp>
      <p:sp>
        <p:nvSpPr>
          <p:cNvPr id="22592" name="Route Officer visit">
            <a:extLst>
              <a:ext uri="{FF2B5EF4-FFF2-40B4-BE49-F238E27FC236}">
                <a16:creationId xmlns:a16="http://schemas.microsoft.com/office/drawing/2014/main" id="{CFDE9CA5-F7E6-BB7E-6CBB-D917CAE39033}"/>
              </a:ext>
            </a:extLst>
          </p:cNvPr>
          <p:cNvSpPr/>
          <p:nvPr/>
        </p:nvSpPr>
        <p:spPr>
          <a:xfrm>
            <a:off x="548640" y="356616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00" name="Route Officer visit label">
            <a:extLst>
              <a:ext uri="{FF2B5EF4-FFF2-40B4-BE49-F238E27FC236}">
                <a16:creationId xmlns:a16="http://schemas.microsoft.com/office/drawing/2014/main" id="{450B94D9-1671-AF71-674D-7F4E3D37F549}"/>
              </a:ext>
            </a:extLst>
          </p:cNvPr>
          <p:cNvSpPr/>
          <p:nvPr/>
        </p:nvSpPr>
        <p:spPr>
          <a:xfrm>
            <a:off x="579120" y="382524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609" name="Route Officer visit name">
            <a:extLst>
              <a:ext uri="{FF2B5EF4-FFF2-40B4-BE49-F238E27FC236}">
                <a16:creationId xmlns:a16="http://schemas.microsoft.com/office/drawing/2014/main" id="{AF8A918A-F0D0-2E9D-CD45-42E2D703B620}"/>
              </a:ext>
            </a:extLst>
          </p:cNvPr>
          <p:cNvSpPr/>
          <p:nvPr/>
        </p:nvSpPr>
        <p:spPr>
          <a:xfrm>
            <a:off x="579120" y="414528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Officer visit</a:t>
            </a:r>
          </a:p>
          <a:p>
            <a:pPr algn="l">
              <a:buNone/>
            </a:pPr>
            <a:r>
              <a:rPr lang="en-US" sz="100">
                <a:effectLst/>
              </a:rPr>
              <a:t> </a:t>
            </a:r>
            <a:endParaRPr lang="en-US"/>
          </a:p>
        </p:txBody>
      </p:sp>
      <p:sp>
        <p:nvSpPr>
          <p:cNvPr id="22619" name="Route Digital">
            <a:extLst>
              <a:ext uri="{FF2B5EF4-FFF2-40B4-BE49-F238E27FC236}">
                <a16:creationId xmlns:a16="http://schemas.microsoft.com/office/drawing/2014/main" id="{511B8EAD-12CD-7373-0344-B915437F1631}"/>
              </a:ext>
            </a:extLst>
          </p:cNvPr>
          <p:cNvSpPr/>
          <p:nvPr/>
        </p:nvSpPr>
        <p:spPr>
          <a:xfrm>
            <a:off x="6126480" y="356616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30" name="Route Digital label">
            <a:extLst>
              <a:ext uri="{FF2B5EF4-FFF2-40B4-BE49-F238E27FC236}">
                <a16:creationId xmlns:a16="http://schemas.microsoft.com/office/drawing/2014/main" id="{1AD0F606-F0A4-CA83-27C8-229C28F23817}"/>
              </a:ext>
            </a:extLst>
          </p:cNvPr>
          <p:cNvSpPr/>
          <p:nvPr/>
        </p:nvSpPr>
        <p:spPr>
          <a:xfrm>
            <a:off x="6156960" y="382524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UNDER ASSESSMENT</a:t>
            </a:r>
          </a:p>
          <a:p>
            <a:pPr algn="l">
              <a:buNone/>
            </a:pPr>
            <a:r>
              <a:rPr lang="en-US" sz="100">
                <a:effectLst/>
              </a:rPr>
              <a:t> </a:t>
            </a:r>
            <a:endParaRPr lang="en-US"/>
          </a:p>
        </p:txBody>
      </p:sp>
      <p:sp>
        <p:nvSpPr>
          <p:cNvPr id="22642" name="Route Digital name">
            <a:extLst>
              <a:ext uri="{FF2B5EF4-FFF2-40B4-BE49-F238E27FC236}">
                <a16:creationId xmlns:a16="http://schemas.microsoft.com/office/drawing/2014/main" id="{203B336D-FFD8-A3D2-2012-3F93965AC647}"/>
              </a:ext>
            </a:extLst>
          </p:cNvPr>
          <p:cNvSpPr/>
          <p:nvPr/>
        </p:nvSpPr>
        <p:spPr>
          <a:xfrm>
            <a:off x="6156960" y="414528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Optional portal</a:t>
            </a:r>
          </a:p>
          <a:p>
            <a:pPr algn="l">
              <a:buNone/>
            </a:pPr>
            <a:r>
              <a:rPr lang="en-US" sz="100">
                <a:effectLst/>
              </a:rPr>
              <a:t> </a:t>
            </a:r>
            <a:endParaRPr lang="en-US"/>
          </a:p>
        </p:txBody>
      </p:sp>
      <p:sp>
        <p:nvSpPr>
          <p:cNvPr id="22655" name="Resident hub">
            <a:extLst>
              <a:ext uri="{FF2B5EF4-FFF2-40B4-BE49-F238E27FC236}">
                <a16:creationId xmlns:a16="http://schemas.microsoft.com/office/drawing/2014/main" id="{70D42058-8349-A2CA-C996-5AA290AF0AE4}"/>
              </a:ext>
            </a:extLst>
          </p:cNvPr>
          <p:cNvSpPr/>
          <p:nvPr/>
        </p:nvSpPr>
        <p:spPr>
          <a:xfrm>
            <a:off x="3291840" y="2148840"/>
            <a:ext cx="2286000" cy="25146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69" name="Resident title">
            <a:extLst>
              <a:ext uri="{FF2B5EF4-FFF2-40B4-BE49-F238E27FC236}">
                <a16:creationId xmlns:a16="http://schemas.microsoft.com/office/drawing/2014/main" id="{3EAEFA81-3ADA-478C-ECD3-CCD707EC497B}"/>
              </a:ext>
            </a:extLst>
          </p:cNvPr>
          <p:cNvSpPr/>
          <p:nvPr/>
        </p:nvSpPr>
        <p:spPr>
          <a:xfrm>
            <a:off x="3322320" y="2499360"/>
            <a:ext cx="2225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73F35"/>
                </a:solidFill>
                <a:effectLst/>
                <a:latin typeface="Arial" panose="020B0604020202020204" pitchFamily="34" charset="0"/>
              </a:rPr>
              <a:t>Resident</a:t>
            </a:r>
          </a:p>
          <a:p>
            <a:pPr algn="l">
              <a:buNone/>
            </a:pPr>
            <a:r>
              <a:rPr lang="en-US" sz="100">
                <a:effectLst/>
              </a:rPr>
              <a:t> </a:t>
            </a:r>
            <a:endParaRPr lang="en-US"/>
          </a:p>
        </p:txBody>
      </p:sp>
      <p:sp>
        <p:nvSpPr>
          <p:cNvPr id="22684" name="Resident detail">
            <a:extLst>
              <a:ext uri="{FF2B5EF4-FFF2-40B4-BE49-F238E27FC236}">
                <a16:creationId xmlns:a16="http://schemas.microsoft.com/office/drawing/2014/main" id="{24F7A7FA-B99E-E8BB-C620-6240EC776F27}"/>
              </a:ext>
            </a:extLst>
          </p:cNvPr>
          <p:cNvSpPr/>
          <p:nvPr/>
        </p:nvSpPr>
        <p:spPr>
          <a:xfrm>
            <a:off x="3322320" y="3002280"/>
            <a:ext cx="222504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Preferred and safe communication, support needs and representative limits must be explicit</a:t>
            </a:r>
          </a:p>
          <a:p>
            <a:pPr algn="l">
              <a:buNone/>
            </a:pPr>
            <a:r>
              <a:rPr lang="en-US" sz="100">
                <a:effectLst/>
              </a:rPr>
              <a:t> </a:t>
            </a:r>
            <a:endParaRPr lang="en-US"/>
          </a:p>
        </p:txBody>
      </p:sp>
      <p:sp>
        <p:nvSpPr>
          <p:cNvPr id="22700" name="Route link">
            <a:extLst>
              <a:ext uri="{FF2B5EF4-FFF2-40B4-BE49-F238E27FC236}">
                <a16:creationId xmlns:a16="http://schemas.microsoft.com/office/drawing/2014/main" id="{F2B362E3-5208-562E-AEFD-EB3D5896CD08}"/>
              </a:ext>
            </a:extLst>
          </p:cNvPr>
          <p:cNvSpPr/>
          <p:nvPr/>
        </p:nvSpPr>
        <p:spPr>
          <a:xfrm>
            <a:off x="2819400" y="251460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17" name="Route link">
            <a:extLst>
              <a:ext uri="{FF2B5EF4-FFF2-40B4-BE49-F238E27FC236}">
                <a16:creationId xmlns:a16="http://schemas.microsoft.com/office/drawing/2014/main" id="{7304775E-D628-B7F6-96A6-66E3A5A3FF2E}"/>
              </a:ext>
            </a:extLst>
          </p:cNvPr>
          <p:cNvSpPr/>
          <p:nvPr/>
        </p:nvSpPr>
        <p:spPr>
          <a:xfrm>
            <a:off x="2819400" y="406908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35" name="Route link">
            <a:extLst>
              <a:ext uri="{FF2B5EF4-FFF2-40B4-BE49-F238E27FC236}">
                <a16:creationId xmlns:a16="http://schemas.microsoft.com/office/drawing/2014/main" id="{92FA0C26-AF36-AFC1-C093-B2FC03214F3E}"/>
              </a:ext>
            </a:extLst>
          </p:cNvPr>
          <p:cNvSpPr/>
          <p:nvPr/>
        </p:nvSpPr>
        <p:spPr>
          <a:xfrm>
            <a:off x="5654040" y="251460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54" name="Route link">
            <a:extLst>
              <a:ext uri="{FF2B5EF4-FFF2-40B4-BE49-F238E27FC236}">
                <a16:creationId xmlns:a16="http://schemas.microsoft.com/office/drawing/2014/main" id="{A324B625-AA0C-76CF-F112-96E6C012BD1C}"/>
              </a:ext>
            </a:extLst>
          </p:cNvPr>
          <p:cNvSpPr/>
          <p:nvPr/>
        </p:nvSpPr>
        <p:spPr>
          <a:xfrm>
            <a:off x="5654040" y="406908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74" name="Statement 1">
            <a:extLst>
              <a:ext uri="{FF2B5EF4-FFF2-40B4-BE49-F238E27FC236}">
                <a16:creationId xmlns:a16="http://schemas.microsoft.com/office/drawing/2014/main" id="{80ED2A68-2686-7C7A-206D-92B877F7E62D}"/>
              </a:ext>
            </a:extLst>
          </p:cNvPr>
          <p:cNvSpPr/>
          <p:nvPr/>
        </p:nvSpPr>
        <p:spPr>
          <a:xfrm>
            <a:off x="8549640" y="201168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Optional portal; assisted routes stay</a:t>
            </a:r>
          </a:p>
          <a:p>
            <a:pPr algn="l">
              <a:buNone/>
            </a:pPr>
            <a:r>
              <a:rPr lang="en-US" sz="100">
                <a:effectLst/>
              </a:rPr>
              <a:t> </a:t>
            </a:r>
            <a:endParaRPr lang="en-US"/>
          </a:p>
        </p:txBody>
      </p:sp>
      <p:sp>
        <p:nvSpPr>
          <p:cNvPr id="22817" name="Statement 3">
            <a:extLst>
              <a:ext uri="{FF2B5EF4-FFF2-40B4-BE49-F238E27FC236}">
                <a16:creationId xmlns:a16="http://schemas.microsoft.com/office/drawing/2014/main" id="{1A48C602-7F26-ED7D-896E-F692A1106F01}"/>
              </a:ext>
            </a:extLst>
          </p:cNvPr>
          <p:cNvSpPr/>
          <p:nvPr/>
        </p:nvSpPr>
        <p:spPr>
          <a:xfrm>
            <a:off x="8549640" y="416052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Representative authority is task-limited</a:t>
            </a:r>
          </a:p>
          <a:p>
            <a:pPr algn="l">
              <a:buNone/>
            </a:pPr>
            <a:r>
              <a:rPr lang="en-US" sz="100">
                <a:effectLst/>
              </a:rPr>
              <a:t> </a:t>
            </a:r>
            <a:endParaRPr lang="en-US"/>
          </a:p>
        </p:txBody>
      </p:sp>
      <p:sp>
        <p:nvSpPr>
          <p:cNvPr id="22840" name="Design boundary pill">
            <a:extLst>
              <a:ext uri="{FF2B5EF4-FFF2-40B4-BE49-F238E27FC236}">
                <a16:creationId xmlns:a16="http://schemas.microsoft.com/office/drawing/2014/main" id="{67C17E09-497E-7DE0-4191-DD9AF2C96891}"/>
              </a:ext>
            </a:extLst>
          </p:cNvPr>
          <p:cNvSpPr/>
          <p:nvPr/>
        </p:nvSpPr>
        <p:spPr>
          <a:xfrm>
            <a:off x="548640" y="5120640"/>
            <a:ext cx="538581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 BOUNDARY · HUMAN VALIDATION NEXT</a:t>
            </a:r>
            <a:endParaRPr lang="en-US"/>
          </a:p>
        </p:txBody>
      </p:sp>
      <p:sp>
        <p:nvSpPr>
          <p:cNvPr id="22864" name="Boundary caption">
            <a:extLst>
              <a:ext uri="{FF2B5EF4-FFF2-40B4-BE49-F238E27FC236}">
                <a16:creationId xmlns:a16="http://schemas.microsoft.com/office/drawing/2014/main" id="{C675E540-D443-62BA-55D5-B2E953681B22}"/>
              </a:ext>
            </a:extLst>
          </p:cNvPr>
          <p:cNvSpPr/>
          <p:nvPr/>
        </p:nvSpPr>
        <p:spPr>
          <a:xfrm>
            <a:off x="6080760" y="5021580"/>
            <a:ext cx="5562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Direct resident research, approved communications and privacy decisions remain necessary</a:t>
            </a:r>
          </a:p>
          <a:p>
            <a:pPr algn="l">
              <a:buNone/>
            </a:pPr>
            <a:r>
              <a:rPr lang="en-US" sz="100">
                <a:effectLst/>
              </a:rPr>
              <a:t> </a:t>
            </a:r>
            <a:endParaRPr lang="en-US"/>
          </a:p>
        </p:txBody>
      </p:sp>
      <p:sp>
        <p:nvSpPr>
          <p:cNvPr id="26176" name="Statement 2">
            <a:extLst>
              <a:ext uri="{FF2B5EF4-FFF2-40B4-BE49-F238E27FC236}">
                <a16:creationId xmlns:a16="http://schemas.microsoft.com/office/drawing/2014/main" id="{96EE6C9C-DB01-A7B1-0DF7-057183156E46}"/>
              </a:ext>
            </a:extLst>
          </p:cNvPr>
          <p:cNvSpPr/>
          <p:nvPr/>
        </p:nvSpPr>
        <p:spPr>
          <a:xfrm>
            <a:off x="8549640" y="308610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Offer ≠ agreement; silence ≠ consent</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DA1F324F-517F-BE7A-BA18-4FE7E07DD1A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S12 / slide 13</a:t>
            </a:r>
            <a:endParaRPr lang="en-US"/>
          </a:p>
        </p:txBody>
      </p:sp>
    </p:spTree>
    <p:extLst>
      <p:ext uri="{BB962C8B-B14F-4D97-AF65-F5344CB8AC3E}">
        <p14:creationId xmlns:p14="http://schemas.microsoft.com/office/powerpoint/2010/main" val="2759033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53" name="Eyebrow">
            <a:extLst>
              <a:ext uri="{FF2B5EF4-FFF2-40B4-BE49-F238E27FC236}">
                <a16:creationId xmlns:a16="http://schemas.microsoft.com/office/drawing/2014/main" id="{FCECEA3F-1245-E208-659E-30692D5A9E9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B07 · RISK / COMPLIANCE / COO</a:t>
            </a:r>
          </a:p>
          <a:p>
            <a:pPr algn="l">
              <a:buNone/>
            </a:pPr>
            <a:r>
              <a:rPr lang="en-US" sz="100">
                <a:effectLst/>
              </a:rPr>
              <a:t> </a:t>
            </a:r>
            <a:endParaRPr lang="en-US"/>
          </a:p>
        </p:txBody>
      </p:sp>
      <p:sp>
        <p:nvSpPr>
          <p:cNvPr id="3185" name="Slide title">
            <a:extLst>
              <a:ext uri="{FF2B5EF4-FFF2-40B4-BE49-F238E27FC236}">
                <a16:creationId xmlns:a16="http://schemas.microsoft.com/office/drawing/2014/main" id="{64DBF1EE-9CD4-7CE0-C79C-74841118685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stops a human from rubber-stamping AI?</a:t>
            </a:r>
          </a:p>
          <a:p>
            <a:pPr algn="l">
              <a:buNone/>
            </a:pPr>
            <a:r>
              <a:rPr lang="en-US" sz="100">
                <a:effectLst/>
              </a:rPr>
              <a:t> </a:t>
            </a:r>
            <a:endParaRPr lang="en-US"/>
          </a:p>
        </p:txBody>
      </p:sp>
      <p:sp>
        <p:nvSpPr>
          <p:cNvPr id="3218" name="Footer sources">
            <a:extLst>
              <a:ext uri="{FF2B5EF4-FFF2-40B4-BE49-F238E27FC236}">
                <a16:creationId xmlns:a16="http://schemas.microsoft.com/office/drawing/2014/main" id="{91185B86-28F9-E398-6878-199452705DF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E09 · E12</a:t>
            </a:r>
          </a:p>
          <a:p>
            <a:pPr algn="l">
              <a:buNone/>
            </a:pPr>
            <a:r>
              <a:rPr lang="en-US" sz="100">
                <a:effectLst/>
              </a:rPr>
              <a:t> </a:t>
            </a:r>
            <a:endParaRPr lang="en-US"/>
          </a:p>
        </p:txBody>
      </p:sp>
      <p:sp>
        <p:nvSpPr>
          <p:cNvPr id="3252" name="Footer navigation">
            <a:hlinkClick r:id="rId3" action="ppaction://hlinksldjump"/>
            <a:extLst>
              <a:ext uri="{FF2B5EF4-FFF2-40B4-BE49-F238E27FC236}">
                <a16:creationId xmlns:a16="http://schemas.microsoft.com/office/drawing/2014/main" id="{3A4A5A7B-1FF5-ECE5-FB6B-5D4D2FD6904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B07 · Index: slide 27</a:t>
            </a:r>
            <a:endParaRPr lang="en-US"/>
          </a:p>
        </p:txBody>
      </p:sp>
      <p:sp>
        <p:nvSpPr>
          <p:cNvPr id="3287" name="Return to interrupted calling slide">
            <a:hlinkClick r:id="rId3" action="ppaction://hlinksldjump"/>
            <a:extLst>
              <a:ext uri="{FF2B5EF4-FFF2-40B4-BE49-F238E27FC236}">
                <a16:creationId xmlns:a16="http://schemas.microsoft.com/office/drawing/2014/main" id="{907E20DA-C02B-43C7-E513-36701A8A67E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865" name="Statement 1">
            <a:extLst>
              <a:ext uri="{FF2B5EF4-FFF2-40B4-BE49-F238E27FC236}">
                <a16:creationId xmlns:a16="http://schemas.microsoft.com/office/drawing/2014/main" id="{383C4F8C-6E59-98EF-633F-AC7A0771B0A7}"/>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Source verification before proposal acceptance</a:t>
            </a:r>
          </a:p>
          <a:p>
            <a:pPr algn="l">
              <a:buNone/>
            </a:pPr>
            <a:r>
              <a:rPr lang="en-US" sz="100">
                <a:effectLst/>
              </a:rPr>
              <a:t> </a:t>
            </a:r>
            <a:endParaRPr lang="en-US"/>
          </a:p>
        </p:txBody>
      </p:sp>
      <p:sp>
        <p:nvSpPr>
          <p:cNvPr id="22867" name="Statement 2">
            <a:extLst>
              <a:ext uri="{FF2B5EF4-FFF2-40B4-BE49-F238E27FC236}">
                <a16:creationId xmlns:a16="http://schemas.microsoft.com/office/drawing/2014/main" id="{5BF529F9-AC04-320B-41F1-B5D3356AF1A7}"/>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permission, evidence and independent authority</a:t>
            </a:r>
          </a:p>
          <a:p>
            <a:pPr algn="l">
              <a:buNone/>
            </a:pPr>
            <a:r>
              <a:rPr lang="en-US" sz="100">
                <a:effectLst/>
              </a:rPr>
              <a:t> </a:t>
            </a:r>
            <a:endParaRPr lang="en-US"/>
          </a:p>
        </p:txBody>
      </p:sp>
      <p:sp>
        <p:nvSpPr>
          <p:cNvPr id="22870" name="Statement 3">
            <a:extLst>
              <a:ext uri="{FF2B5EF4-FFF2-40B4-BE49-F238E27FC236}">
                <a16:creationId xmlns:a16="http://schemas.microsoft.com/office/drawing/2014/main" id="{9E887D98-A70B-358A-F4C3-9DECE6930F6D}"/>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Meaningful oversight remains a human acceptance gate</a:t>
            </a:r>
          </a:p>
          <a:p>
            <a:pPr algn="l">
              <a:buNone/>
            </a:pPr>
            <a:r>
              <a:rPr lang="en-US" sz="100">
                <a:effectLst/>
              </a:rPr>
              <a:t> </a:t>
            </a:r>
            <a:endParaRPr lang="en-US"/>
          </a:p>
        </p:txBody>
      </p:sp>
      <p:sp>
        <p:nvSpPr>
          <p:cNvPr id="22874" name="Step 1. Capture">
            <a:extLst>
              <a:ext uri="{FF2B5EF4-FFF2-40B4-BE49-F238E27FC236}">
                <a16:creationId xmlns:a16="http://schemas.microsoft.com/office/drawing/2014/main" id="{D399725C-1C82-40DE-1AA1-A300BD7F0777}"/>
              </a:ext>
            </a:extLst>
          </p:cNvPr>
          <p:cNvSpPr/>
          <p:nvPr/>
        </p:nvSpPr>
        <p:spPr>
          <a:xfrm>
            <a:off x="548640" y="2514600"/>
            <a:ext cx="2286000" cy="1950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79" name="1. Capture title">
            <a:extLst>
              <a:ext uri="{FF2B5EF4-FFF2-40B4-BE49-F238E27FC236}">
                <a16:creationId xmlns:a16="http://schemas.microsoft.com/office/drawing/2014/main" id="{F3AFC0D5-B241-1500-692A-EB4872E99381}"/>
              </a:ext>
            </a:extLst>
          </p:cNvPr>
          <p:cNvSpPr/>
          <p:nvPr/>
        </p:nvSpPr>
        <p:spPr>
          <a:xfrm>
            <a:off x="57912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1. Capture</a:t>
            </a:r>
          </a:p>
          <a:p>
            <a:pPr algn="l">
              <a:buNone/>
            </a:pPr>
            <a:r>
              <a:rPr lang="en-US" sz="100">
                <a:effectLst/>
              </a:rPr>
              <a:t> </a:t>
            </a:r>
            <a:endParaRPr lang="en-US"/>
          </a:p>
        </p:txBody>
      </p:sp>
      <p:sp>
        <p:nvSpPr>
          <p:cNvPr id="22885" name="1. Capture body">
            <a:extLst>
              <a:ext uri="{FF2B5EF4-FFF2-40B4-BE49-F238E27FC236}">
                <a16:creationId xmlns:a16="http://schemas.microsoft.com/office/drawing/2014/main" id="{EED95557-A0AF-0EE9-7628-F902006FDD4A}"/>
              </a:ext>
            </a:extLst>
          </p:cNvPr>
          <p:cNvSpPr/>
          <p:nvPr/>
        </p:nvSpPr>
        <p:spPr>
          <a:xfrm>
            <a:off x="57912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Role + case scope</a:t>
            </a:r>
          </a:p>
          <a:p>
            <a:pPr algn="l">
              <a:buNone/>
            </a:pPr>
            <a:r>
              <a:rPr lang="en-US" sz="1600">
                <a:solidFill>
                  <a:srgbClr val="173F35"/>
                </a:solidFill>
                <a:effectLst/>
                <a:latin typeface="Arial" panose="020B0604020202020204" pitchFamily="34" charset="0"/>
              </a:rPr>
              <a:t>Permitted evidence</a:t>
            </a:r>
          </a:p>
          <a:p>
            <a:pPr algn="l">
              <a:buNone/>
            </a:pPr>
            <a:r>
              <a:rPr lang="en-US" sz="1600">
                <a:solidFill>
                  <a:srgbClr val="173F35"/>
                </a:solidFill>
                <a:effectLst/>
                <a:latin typeface="Arial" panose="020B0604020202020204" pitchFamily="34" charset="0"/>
              </a:rPr>
              <a:t>Source/version IDs</a:t>
            </a:r>
            <a:endParaRPr lang="en-US"/>
          </a:p>
        </p:txBody>
      </p:sp>
      <p:sp>
        <p:nvSpPr>
          <p:cNvPr id="22892" name="Step 2. Call">
            <a:extLst>
              <a:ext uri="{FF2B5EF4-FFF2-40B4-BE49-F238E27FC236}">
                <a16:creationId xmlns:a16="http://schemas.microsoft.com/office/drawing/2014/main" id="{C75B6F4D-EA9E-DD51-DC9A-DA4C1BF9229A}"/>
              </a:ext>
            </a:extLst>
          </p:cNvPr>
          <p:cNvSpPr/>
          <p:nvPr/>
        </p:nvSpPr>
        <p:spPr>
          <a:xfrm>
            <a:off x="3246120" y="2514600"/>
            <a:ext cx="2286000" cy="195072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00" name="2. Call title">
            <a:extLst>
              <a:ext uri="{FF2B5EF4-FFF2-40B4-BE49-F238E27FC236}">
                <a16:creationId xmlns:a16="http://schemas.microsoft.com/office/drawing/2014/main" id="{86905FC6-89EC-48AB-ED6E-806CE5426E89}"/>
              </a:ext>
            </a:extLst>
          </p:cNvPr>
          <p:cNvSpPr/>
          <p:nvPr/>
        </p:nvSpPr>
        <p:spPr>
          <a:xfrm>
            <a:off x="327660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2. Call</a:t>
            </a:r>
          </a:p>
          <a:p>
            <a:pPr algn="l">
              <a:buNone/>
            </a:pPr>
            <a:r>
              <a:rPr lang="en-US" sz="100">
                <a:effectLst/>
              </a:rPr>
              <a:t> </a:t>
            </a:r>
            <a:endParaRPr lang="en-US"/>
          </a:p>
        </p:txBody>
      </p:sp>
      <p:sp>
        <p:nvSpPr>
          <p:cNvPr id="22909" name="2. Call body">
            <a:extLst>
              <a:ext uri="{FF2B5EF4-FFF2-40B4-BE49-F238E27FC236}">
                <a16:creationId xmlns:a16="http://schemas.microsoft.com/office/drawing/2014/main" id="{C6FCC7DF-1734-2711-644C-46EBB05C71FA}"/>
              </a:ext>
            </a:extLst>
          </p:cNvPr>
          <p:cNvSpPr/>
          <p:nvPr/>
        </p:nvSpPr>
        <p:spPr>
          <a:xfrm>
            <a:off x="327660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Bounded task</a:t>
            </a:r>
          </a:p>
          <a:p>
            <a:pPr algn="l">
              <a:buNone/>
            </a:pPr>
            <a:r>
              <a:rPr lang="en-US" sz="1600">
                <a:solidFill>
                  <a:srgbClr val="173F35"/>
                </a:solidFill>
                <a:effectLst/>
                <a:latin typeface="Arial" panose="020B0604020202020204" pitchFamily="34" charset="0"/>
              </a:rPr>
              <a:t>Model + usage</a:t>
            </a:r>
          </a:p>
          <a:p>
            <a:pPr algn="l">
              <a:buNone/>
            </a:pPr>
            <a:r>
              <a:rPr lang="en-US" sz="1600">
                <a:solidFill>
                  <a:srgbClr val="173F35"/>
                </a:solidFill>
                <a:effectLst/>
                <a:latin typeface="Arial" panose="020B0604020202020204" pitchFamily="34" charset="0"/>
              </a:rPr>
              <a:t>No database lock</a:t>
            </a:r>
            <a:endParaRPr lang="en-US"/>
          </a:p>
        </p:txBody>
      </p:sp>
      <p:sp>
        <p:nvSpPr>
          <p:cNvPr id="22919" name="Step 3. Validate">
            <a:extLst>
              <a:ext uri="{FF2B5EF4-FFF2-40B4-BE49-F238E27FC236}">
                <a16:creationId xmlns:a16="http://schemas.microsoft.com/office/drawing/2014/main" id="{8C0A9C9E-73A8-C562-071D-E63825728555}"/>
              </a:ext>
            </a:extLst>
          </p:cNvPr>
          <p:cNvSpPr/>
          <p:nvPr/>
        </p:nvSpPr>
        <p:spPr>
          <a:xfrm>
            <a:off x="5943600" y="2514600"/>
            <a:ext cx="2286000"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30" name="3. Validate title">
            <a:extLst>
              <a:ext uri="{FF2B5EF4-FFF2-40B4-BE49-F238E27FC236}">
                <a16:creationId xmlns:a16="http://schemas.microsoft.com/office/drawing/2014/main" id="{F17FF034-136A-71AE-9E4A-FD4B3C37330C}"/>
              </a:ext>
            </a:extLst>
          </p:cNvPr>
          <p:cNvSpPr/>
          <p:nvPr/>
        </p:nvSpPr>
        <p:spPr>
          <a:xfrm>
            <a:off x="597408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3. Validate</a:t>
            </a:r>
          </a:p>
          <a:p>
            <a:pPr algn="l">
              <a:buNone/>
            </a:pPr>
            <a:r>
              <a:rPr lang="en-US" sz="100">
                <a:effectLst/>
              </a:rPr>
              <a:t> </a:t>
            </a:r>
            <a:endParaRPr lang="en-US"/>
          </a:p>
        </p:txBody>
      </p:sp>
      <p:sp>
        <p:nvSpPr>
          <p:cNvPr id="22942" name="3. Validate body">
            <a:extLst>
              <a:ext uri="{FF2B5EF4-FFF2-40B4-BE49-F238E27FC236}">
                <a16:creationId xmlns:a16="http://schemas.microsoft.com/office/drawing/2014/main" id="{737F8006-F16E-6894-5854-63B6438A88F6}"/>
              </a:ext>
            </a:extLst>
          </p:cNvPr>
          <p:cNvSpPr/>
          <p:nvPr/>
        </p:nvSpPr>
        <p:spPr>
          <a:xfrm>
            <a:off x="597408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Schema + citations</a:t>
            </a:r>
          </a:p>
          <a:p>
            <a:pPr algn="l">
              <a:buNone/>
            </a:pPr>
            <a:r>
              <a:rPr lang="en-US" sz="1600">
                <a:solidFill>
                  <a:srgbClr val="173F35"/>
                </a:solidFill>
                <a:effectLst/>
                <a:latin typeface="Arial" panose="020B0604020202020204" pitchFamily="34" charset="0"/>
              </a:rPr>
              <a:t>Stale/error = stop</a:t>
            </a:r>
          </a:p>
          <a:p>
            <a:pPr algn="l">
              <a:buNone/>
            </a:pPr>
            <a:r>
              <a:rPr lang="en-US" sz="1600">
                <a:solidFill>
                  <a:srgbClr val="173F35"/>
                </a:solidFill>
                <a:effectLst/>
                <a:latin typeface="Arial" panose="020B0604020202020204" pitchFamily="34" charset="0"/>
              </a:rPr>
              <a:t>Store as unreviewed</a:t>
            </a:r>
            <a:endParaRPr lang="en-US"/>
          </a:p>
        </p:txBody>
      </p:sp>
      <p:sp>
        <p:nvSpPr>
          <p:cNvPr id="22955" name="Step 4. Review">
            <a:extLst>
              <a:ext uri="{FF2B5EF4-FFF2-40B4-BE49-F238E27FC236}">
                <a16:creationId xmlns:a16="http://schemas.microsoft.com/office/drawing/2014/main" id="{4D79157E-3DF7-7EFF-5688-3388E4E94AF0}"/>
              </a:ext>
            </a:extLst>
          </p:cNvPr>
          <p:cNvSpPr/>
          <p:nvPr/>
        </p:nvSpPr>
        <p:spPr>
          <a:xfrm>
            <a:off x="8641080" y="2514600"/>
            <a:ext cx="3002280" cy="195072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69" name="4. Review title">
            <a:extLst>
              <a:ext uri="{FF2B5EF4-FFF2-40B4-BE49-F238E27FC236}">
                <a16:creationId xmlns:a16="http://schemas.microsoft.com/office/drawing/2014/main" id="{A1B0B1F6-2956-3106-156D-65531E5AEA63}"/>
              </a:ext>
            </a:extLst>
          </p:cNvPr>
          <p:cNvSpPr/>
          <p:nvPr/>
        </p:nvSpPr>
        <p:spPr>
          <a:xfrm>
            <a:off x="8671560" y="2636520"/>
            <a:ext cx="294132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4. Review</a:t>
            </a:r>
          </a:p>
          <a:p>
            <a:pPr algn="l">
              <a:buNone/>
            </a:pPr>
            <a:r>
              <a:rPr lang="en-US" sz="100">
                <a:effectLst/>
              </a:rPr>
              <a:t> </a:t>
            </a:r>
            <a:endParaRPr lang="en-US"/>
          </a:p>
        </p:txBody>
      </p:sp>
      <p:sp>
        <p:nvSpPr>
          <p:cNvPr id="22984" name="4. Review body">
            <a:extLst>
              <a:ext uri="{FF2B5EF4-FFF2-40B4-BE49-F238E27FC236}">
                <a16:creationId xmlns:a16="http://schemas.microsoft.com/office/drawing/2014/main" id="{3249FE0B-B918-1F18-C57C-40AA0D084350}"/>
              </a:ext>
            </a:extLst>
          </p:cNvPr>
          <p:cNvSpPr/>
          <p:nvPr/>
        </p:nvSpPr>
        <p:spPr>
          <a:xfrm>
            <a:off x="8671560" y="3108960"/>
            <a:ext cx="29413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checks source</a:t>
            </a:r>
          </a:p>
          <a:p>
            <a:pPr algn="l">
              <a:buNone/>
            </a:pPr>
            <a:r>
              <a:rPr lang="en-US" sz="1600">
                <a:solidFill>
                  <a:srgbClr val="173F35"/>
                </a:solidFill>
                <a:effectLst/>
                <a:latin typeface="Arial" panose="020B0604020202020204" pitchFamily="34" charset="0"/>
              </a:rPr>
              <a:t>Current permissions</a:t>
            </a:r>
            <a:endParaRPr lang="en-US"/>
          </a:p>
        </p:txBody>
      </p:sp>
      <p:sp>
        <p:nvSpPr>
          <p:cNvPr id="23000" name="Separate domain action">
            <a:extLst>
              <a:ext uri="{FF2B5EF4-FFF2-40B4-BE49-F238E27FC236}">
                <a16:creationId xmlns:a16="http://schemas.microsoft.com/office/drawing/2014/main" id="{A60B0E65-D9EA-31ED-B4BE-A1469D769DE7}"/>
              </a:ext>
            </a:extLst>
          </p:cNvPr>
          <p:cNvSpPr/>
          <p:nvPr/>
        </p:nvSpPr>
        <p:spPr>
          <a:xfrm>
            <a:off x="8763000" y="3779520"/>
            <a:ext cx="2758440" cy="41148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Separate domain action</a:t>
            </a:r>
          </a:p>
          <a:p>
            <a:pPr algn="ctr">
              <a:buNone/>
            </a:pPr>
            <a:r>
              <a:rPr lang="en-US" sz="100">
                <a:effectLst/>
              </a:rPr>
              <a:t> </a:t>
            </a:r>
            <a:endParaRPr lang="en-US"/>
          </a:p>
        </p:txBody>
      </p:sp>
      <p:sp>
        <p:nvSpPr>
          <p:cNvPr id="23017" name="Step 1 to 2">
            <a:extLst>
              <a:ext uri="{FF2B5EF4-FFF2-40B4-BE49-F238E27FC236}">
                <a16:creationId xmlns:a16="http://schemas.microsoft.com/office/drawing/2014/main" id="{1B5228D0-642B-CDA7-C787-879003C75F3A}"/>
              </a:ext>
            </a:extLst>
          </p:cNvPr>
          <p:cNvSpPr/>
          <p:nvPr/>
        </p:nvSpPr>
        <p:spPr>
          <a:xfrm>
            <a:off x="288036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35" name="Step 2 to 3">
            <a:extLst>
              <a:ext uri="{FF2B5EF4-FFF2-40B4-BE49-F238E27FC236}">
                <a16:creationId xmlns:a16="http://schemas.microsoft.com/office/drawing/2014/main" id="{800F697B-5C43-CE53-534E-FC0AC0648559}"/>
              </a:ext>
            </a:extLst>
          </p:cNvPr>
          <p:cNvSpPr/>
          <p:nvPr/>
        </p:nvSpPr>
        <p:spPr>
          <a:xfrm>
            <a:off x="557784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54" name="Step 3 to 4">
            <a:extLst>
              <a:ext uri="{FF2B5EF4-FFF2-40B4-BE49-F238E27FC236}">
                <a16:creationId xmlns:a16="http://schemas.microsoft.com/office/drawing/2014/main" id="{85F969D4-F94A-0BD2-B132-B3A73ACE6F19}"/>
              </a:ext>
            </a:extLst>
          </p:cNvPr>
          <p:cNvSpPr/>
          <p:nvPr/>
        </p:nvSpPr>
        <p:spPr>
          <a:xfrm>
            <a:off x="827532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74" name="AI prepares pill">
            <a:extLst>
              <a:ext uri="{FF2B5EF4-FFF2-40B4-BE49-F238E27FC236}">
                <a16:creationId xmlns:a16="http://schemas.microsoft.com/office/drawing/2014/main" id="{7E9D579B-B19B-DD4D-E897-A3195363FF20}"/>
              </a:ext>
            </a:extLst>
          </p:cNvPr>
          <p:cNvSpPr/>
          <p:nvPr/>
        </p:nvSpPr>
        <p:spPr>
          <a:xfrm>
            <a:off x="3368040" y="235458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3095" name="People decide pill">
            <a:extLst>
              <a:ext uri="{FF2B5EF4-FFF2-40B4-BE49-F238E27FC236}">
                <a16:creationId xmlns:a16="http://schemas.microsoft.com/office/drawing/2014/main" id="{28B370A9-31AD-4EBE-74A4-8E6F7C3B18DE}"/>
              </a:ext>
            </a:extLst>
          </p:cNvPr>
          <p:cNvSpPr/>
          <p:nvPr/>
        </p:nvSpPr>
        <p:spPr>
          <a:xfrm>
            <a:off x="8763000" y="235458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sp>
        <p:nvSpPr>
          <p:cNvPr id="23117" name="Failure bar">
            <a:extLst>
              <a:ext uri="{FF2B5EF4-FFF2-40B4-BE49-F238E27FC236}">
                <a16:creationId xmlns:a16="http://schemas.microsoft.com/office/drawing/2014/main" id="{E350CB69-7487-C846-E8AF-F9559090773A}"/>
              </a:ext>
            </a:extLst>
          </p:cNvPr>
          <p:cNvSpPr/>
          <p:nvPr/>
        </p:nvSpPr>
        <p:spPr>
          <a:xfrm>
            <a:off x="548640" y="4739640"/>
            <a:ext cx="11094720" cy="10210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40" name="Failure title">
            <a:extLst>
              <a:ext uri="{FF2B5EF4-FFF2-40B4-BE49-F238E27FC236}">
                <a16:creationId xmlns:a16="http://schemas.microsoft.com/office/drawing/2014/main" id="{815D384F-4ABD-F897-09FE-43B3C66FF94E}"/>
              </a:ext>
            </a:extLst>
          </p:cNvPr>
          <p:cNvSpPr/>
          <p:nvPr/>
        </p:nvSpPr>
        <p:spPr>
          <a:xfrm>
            <a:off x="579120" y="4807560"/>
            <a:ext cx="11033760" cy="441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Failure does not become approval</a:t>
            </a:r>
          </a:p>
          <a:p>
            <a:pPr algn="l">
              <a:buNone/>
            </a:pPr>
            <a:r>
              <a:rPr lang="en-US" sz="100">
                <a:effectLst/>
              </a:rPr>
              <a:t> </a:t>
            </a:r>
            <a:endParaRPr lang="en-US"/>
          </a:p>
        </p:txBody>
      </p:sp>
      <p:sp>
        <p:nvSpPr>
          <p:cNvPr id="23164" name="Failure body">
            <a:extLst>
              <a:ext uri="{FF2B5EF4-FFF2-40B4-BE49-F238E27FC236}">
                <a16:creationId xmlns:a16="http://schemas.microsoft.com/office/drawing/2014/main" id="{AFA452DB-2F9C-074F-31E9-90CCEAD5936D}"/>
              </a:ext>
            </a:extLst>
          </p:cNvPr>
          <p:cNvSpPr/>
          <p:nvPr/>
        </p:nvSpPr>
        <p:spPr>
          <a:xfrm>
            <a:off x="579120" y="5249520"/>
            <a:ext cx="110337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Unknown, stale, disabled, exhausted allowance or unavailable model → owned manual work; hazards bypass AI.</a:t>
            </a:r>
          </a:p>
          <a:p>
            <a:pPr algn="l">
              <a:buNone/>
            </a:pPr>
            <a:r>
              <a:rPr lang="en-US" sz="100">
                <a:effectLst/>
              </a:rPr>
              <a:t> </a:t>
            </a:r>
            <a:endParaRPr lang="en-US"/>
          </a:p>
        </p:txBody>
      </p:sp>
      <p:sp>
        <p:nvSpPr>
          <p:cNvPr id="23189" name="Legend">
            <a:extLst>
              <a:ext uri="{FF2B5EF4-FFF2-40B4-BE49-F238E27FC236}">
                <a16:creationId xmlns:a16="http://schemas.microsoft.com/office/drawing/2014/main" id="{2D3A699B-4ABA-2DA4-22A2-FA3DB3B66922}"/>
              </a:ext>
            </a:extLst>
          </p:cNvPr>
          <p:cNvSpPr/>
          <p:nvPr/>
        </p:nvSpPr>
        <p:spPr>
          <a:xfrm>
            <a:off x="548640" y="5806440"/>
            <a:ext cx="6111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Citation presence is not semantic truth · Proposal review is not consent, QA or Finance</a:t>
            </a:r>
          </a:p>
          <a:p>
            <a:pPr algn="l">
              <a:buNone/>
            </a:pPr>
            <a:r>
              <a:rPr lang="en-US" sz="100">
                <a:effectLst/>
              </a:rPr>
              <a:t> </a:t>
            </a:r>
            <a:endParaRPr lang="en-US"/>
          </a:p>
        </p:txBody>
      </p:sp>
      <p:sp>
        <p:nvSpPr>
          <p:cNvPr id="23215" name="Diagram status pill">
            <a:extLst>
              <a:ext uri="{FF2B5EF4-FFF2-40B4-BE49-F238E27FC236}">
                <a16:creationId xmlns:a16="http://schemas.microsoft.com/office/drawing/2014/main" id="{CA6B7D29-F028-0362-E631-1E517278FC6F}"/>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sp>
        <p:nvSpPr>
          <p:cNvPr id="2" name="Appendix topic destination">
            <a:hlinkClick r:id="rId4" action="ppaction://hlinksldjump"/>
            <a:extLst>
              <a:ext uri="{FF2B5EF4-FFF2-40B4-BE49-F238E27FC236}">
                <a16:creationId xmlns:a16="http://schemas.microsoft.com/office/drawing/2014/main" id="{4B03DA2B-4A75-8BD6-14E1-30D9CFD7F385}"/>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3209468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323" name="Eyebrow">
            <a:extLst>
              <a:ext uri="{FF2B5EF4-FFF2-40B4-BE49-F238E27FC236}">
                <a16:creationId xmlns:a16="http://schemas.microsoft.com/office/drawing/2014/main" id="{845667AA-22E4-5F73-DA06-AA2D579285D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B08 · CEO / CFO</a:t>
            </a:r>
          </a:p>
          <a:p>
            <a:pPr algn="l">
              <a:buNone/>
            </a:pPr>
            <a:r>
              <a:rPr lang="en-US" sz="100">
                <a:effectLst/>
              </a:rPr>
              <a:t> </a:t>
            </a:r>
            <a:endParaRPr lang="en-US"/>
          </a:p>
        </p:txBody>
      </p:sp>
      <p:sp>
        <p:nvSpPr>
          <p:cNvPr id="3360" name="Slide title">
            <a:extLst>
              <a:ext uri="{FF2B5EF4-FFF2-40B4-BE49-F238E27FC236}">
                <a16:creationId xmlns:a16="http://schemas.microsoft.com/office/drawing/2014/main" id="{DB27391A-12EE-AB75-F36D-18AF1448DE0E}"/>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Will this double retrofit delivery and capture GBP 40 million?</a:t>
            </a:r>
          </a:p>
          <a:p>
            <a:pPr algn="l">
              <a:buNone/>
            </a:pPr>
            <a:r>
              <a:rPr lang="en-US" sz="100">
                <a:effectLst/>
              </a:rPr>
              <a:t> </a:t>
            </a:r>
            <a:endParaRPr lang="en-US"/>
          </a:p>
        </p:txBody>
      </p:sp>
      <p:sp>
        <p:nvSpPr>
          <p:cNvPr id="3398" name="Footer sources">
            <a:extLst>
              <a:ext uri="{FF2B5EF4-FFF2-40B4-BE49-F238E27FC236}">
                <a16:creationId xmlns:a16="http://schemas.microsoft.com/office/drawing/2014/main" id="{329B4C55-D8E8-4F3C-C387-585CEB7946F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E01 · E02 · E10</a:t>
            </a:r>
          </a:p>
          <a:p>
            <a:pPr algn="l">
              <a:buNone/>
            </a:pPr>
            <a:r>
              <a:rPr lang="en-US" sz="100">
                <a:effectLst/>
              </a:rPr>
              <a:t> </a:t>
            </a:r>
            <a:endParaRPr lang="en-US"/>
          </a:p>
        </p:txBody>
      </p:sp>
      <p:sp>
        <p:nvSpPr>
          <p:cNvPr id="3437" name="Footer navigation">
            <a:hlinkClick r:id="rId3" action="ppaction://hlinksldjump"/>
            <a:extLst>
              <a:ext uri="{FF2B5EF4-FFF2-40B4-BE49-F238E27FC236}">
                <a16:creationId xmlns:a16="http://schemas.microsoft.com/office/drawing/2014/main" id="{451069EF-6C78-7AA6-7E85-C09B2CF5A451}"/>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B08 · Index: slide 27</a:t>
            </a:r>
            <a:endParaRPr lang="en-US"/>
          </a:p>
        </p:txBody>
      </p:sp>
      <p:sp>
        <p:nvSpPr>
          <p:cNvPr id="3477" name="Return to interrupted calling slide">
            <a:hlinkClick r:id="rId3" action="ppaction://hlinksldjump"/>
            <a:extLst>
              <a:ext uri="{FF2B5EF4-FFF2-40B4-BE49-F238E27FC236}">
                <a16:creationId xmlns:a16="http://schemas.microsoft.com/office/drawing/2014/main" id="{1739A02F-36DB-A324-F4EA-387E562B1B54}"/>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336" name="Chain card 1">
            <a:extLst>
              <a:ext uri="{FF2B5EF4-FFF2-40B4-BE49-F238E27FC236}">
                <a16:creationId xmlns:a16="http://schemas.microsoft.com/office/drawing/2014/main" id="{3ED5327F-772D-B788-2FFA-C2A9A8C642BB}"/>
              </a:ext>
            </a:extLst>
          </p:cNvPr>
          <p:cNvSpPr/>
          <p:nvPr/>
        </p:nvSpPr>
        <p:spPr>
          <a:xfrm>
            <a:off x="548640" y="1508760"/>
            <a:ext cx="2499360" cy="44805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38" name="Chain 1 label">
            <a:extLst>
              <a:ext uri="{FF2B5EF4-FFF2-40B4-BE49-F238E27FC236}">
                <a16:creationId xmlns:a16="http://schemas.microsoft.com/office/drawing/2014/main" id="{620F1B70-6E10-EFAA-9160-19E39185232A}"/>
              </a:ext>
            </a:extLst>
          </p:cNvPr>
          <p:cNvSpPr/>
          <p:nvPr/>
        </p:nvSpPr>
        <p:spPr>
          <a:xfrm>
            <a:off x="57912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1 · AMBITION</a:t>
            </a:r>
          </a:p>
          <a:p>
            <a:pPr algn="l">
              <a:buNone/>
            </a:pPr>
            <a:r>
              <a:rPr lang="en-US" sz="100">
                <a:effectLst/>
              </a:rPr>
              <a:t> </a:t>
            </a:r>
            <a:endParaRPr lang="en-US"/>
          </a:p>
        </p:txBody>
      </p:sp>
      <p:sp>
        <p:nvSpPr>
          <p:cNvPr id="23341" name="Chain 1 statement">
            <a:extLst>
              <a:ext uri="{FF2B5EF4-FFF2-40B4-BE49-F238E27FC236}">
                <a16:creationId xmlns:a16="http://schemas.microsoft.com/office/drawing/2014/main" id="{C6E70157-5A81-44E0-044B-71CC60FD4585}"/>
              </a:ext>
            </a:extLst>
          </p:cNvPr>
          <p:cNvSpPr/>
          <p:nvPr/>
        </p:nvSpPr>
        <p:spPr>
          <a:xfrm>
            <a:off x="57912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Original brief ambitions: the outcomes the pilot measures</a:t>
            </a:r>
            <a:endParaRPr lang="en-US"/>
          </a:p>
        </p:txBody>
      </p:sp>
      <p:sp>
        <p:nvSpPr>
          <p:cNvPr id="23350" name="Original brief ambition pill">
            <a:extLst>
              <a:ext uri="{FF2B5EF4-FFF2-40B4-BE49-F238E27FC236}">
                <a16:creationId xmlns:a16="http://schemas.microsoft.com/office/drawing/2014/main" id="{0F8D2577-5CA0-6680-5924-BE6D35FD96F4}"/>
              </a:ext>
            </a:extLst>
          </p:cNvPr>
          <p:cNvSpPr/>
          <p:nvPr/>
        </p:nvSpPr>
        <p:spPr>
          <a:xfrm>
            <a:off x="670560" y="5318760"/>
            <a:ext cx="1883664" cy="5486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ORIGINAL BRIEF</a:t>
            </a:r>
          </a:p>
          <a:p>
            <a:pPr algn="ctr">
              <a:buNone/>
            </a:pPr>
            <a:r>
              <a:rPr lang="en-US" sz="1200" b="1" spc="100">
                <a:solidFill>
                  <a:srgbClr val="7A4B00"/>
                </a:solidFill>
                <a:effectLst/>
                <a:latin typeface="Arial" panose="020B0604020202020204" pitchFamily="34" charset="0"/>
              </a:rPr>
              <a:t>AMBITION</a:t>
            </a:r>
            <a:endParaRPr lang="en-US"/>
          </a:p>
        </p:txBody>
      </p:sp>
      <p:sp>
        <p:nvSpPr>
          <p:cNvPr id="23356" name="Chain card 2">
            <a:extLst>
              <a:ext uri="{FF2B5EF4-FFF2-40B4-BE49-F238E27FC236}">
                <a16:creationId xmlns:a16="http://schemas.microsoft.com/office/drawing/2014/main" id="{68D7271C-77E9-C361-4574-F2A254C0AA39}"/>
              </a:ext>
            </a:extLst>
          </p:cNvPr>
          <p:cNvSpPr/>
          <p:nvPr/>
        </p:nvSpPr>
        <p:spPr>
          <a:xfrm>
            <a:off x="3413760" y="1508760"/>
            <a:ext cx="2499360" cy="44805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63" name="Chain 2 label">
            <a:extLst>
              <a:ext uri="{FF2B5EF4-FFF2-40B4-BE49-F238E27FC236}">
                <a16:creationId xmlns:a16="http://schemas.microsoft.com/office/drawing/2014/main" id="{A27E9473-F0B5-BE96-AB80-C1168331AF8A}"/>
              </a:ext>
            </a:extLst>
          </p:cNvPr>
          <p:cNvSpPr/>
          <p:nvPr/>
        </p:nvSpPr>
        <p:spPr>
          <a:xfrm>
            <a:off x="344424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2 · DEPENDENCIES</a:t>
            </a:r>
          </a:p>
          <a:p>
            <a:pPr algn="l">
              <a:buNone/>
            </a:pPr>
            <a:r>
              <a:rPr lang="en-US" sz="100">
                <a:effectLst/>
              </a:rPr>
              <a:t> </a:t>
            </a:r>
            <a:endParaRPr lang="en-US"/>
          </a:p>
        </p:txBody>
      </p:sp>
      <p:sp>
        <p:nvSpPr>
          <p:cNvPr id="23371" name="Chain 2 statement">
            <a:extLst>
              <a:ext uri="{FF2B5EF4-FFF2-40B4-BE49-F238E27FC236}">
                <a16:creationId xmlns:a16="http://schemas.microsoft.com/office/drawing/2014/main" id="{62D33381-CD33-4944-56ED-CB43ADA605D6}"/>
              </a:ext>
            </a:extLst>
          </p:cNvPr>
          <p:cNvSpPr/>
          <p:nvPr/>
        </p:nvSpPr>
        <p:spPr>
          <a:xfrm>
            <a:off x="344424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Capacity, scope, eligibility and cash all constrain value</a:t>
            </a:r>
          </a:p>
          <a:p>
            <a:pPr algn="l">
              <a:buNone/>
            </a:pPr>
            <a:r>
              <a:rPr lang="en-US" sz="100">
                <a:effectLst/>
              </a:rPr>
              <a:t> </a:t>
            </a:r>
            <a:endParaRPr lang="en-US"/>
          </a:p>
        </p:txBody>
      </p:sp>
      <p:sp>
        <p:nvSpPr>
          <p:cNvPr id="23390" name="Chain card 3">
            <a:extLst>
              <a:ext uri="{FF2B5EF4-FFF2-40B4-BE49-F238E27FC236}">
                <a16:creationId xmlns:a16="http://schemas.microsoft.com/office/drawing/2014/main" id="{5F201278-3DBA-8CC2-A249-A66775544D68}"/>
              </a:ext>
            </a:extLst>
          </p:cNvPr>
          <p:cNvSpPr/>
          <p:nvPr/>
        </p:nvSpPr>
        <p:spPr>
          <a:xfrm>
            <a:off x="6278880" y="1508760"/>
            <a:ext cx="2499360" cy="448056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01" name="Chain 3 label">
            <a:extLst>
              <a:ext uri="{FF2B5EF4-FFF2-40B4-BE49-F238E27FC236}">
                <a16:creationId xmlns:a16="http://schemas.microsoft.com/office/drawing/2014/main" id="{6E227374-79ED-576C-884D-3B6BF562234D}"/>
              </a:ext>
            </a:extLst>
          </p:cNvPr>
          <p:cNvSpPr/>
          <p:nvPr/>
        </p:nvSpPr>
        <p:spPr>
          <a:xfrm>
            <a:off x="630936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3 · TEST</a:t>
            </a:r>
          </a:p>
          <a:p>
            <a:pPr algn="l">
              <a:buNone/>
            </a:pPr>
            <a:r>
              <a:rPr lang="en-US" sz="100">
                <a:effectLst/>
              </a:rPr>
              <a:t> </a:t>
            </a:r>
            <a:endParaRPr lang="en-US"/>
          </a:p>
        </p:txBody>
      </p:sp>
      <p:sp>
        <p:nvSpPr>
          <p:cNvPr id="23413" name="Chain 3 statement">
            <a:extLst>
              <a:ext uri="{FF2B5EF4-FFF2-40B4-BE49-F238E27FC236}">
                <a16:creationId xmlns:a16="http://schemas.microsoft.com/office/drawing/2014/main" id="{560D753C-460B-643A-3293-1528BD6AB39F}"/>
              </a:ext>
            </a:extLst>
          </p:cNvPr>
          <p:cNvSpPr/>
          <p:nvPr/>
        </p:nvSpPr>
        <p:spPr>
          <a:xfrm>
            <a:off x="630936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Frozen cohorts and attributable comparisons required</a:t>
            </a:r>
          </a:p>
          <a:p>
            <a:pPr algn="l">
              <a:buNone/>
            </a:pPr>
            <a:r>
              <a:rPr lang="en-US" sz="100">
                <a:effectLst/>
              </a:rPr>
              <a:t> </a:t>
            </a:r>
            <a:endParaRPr lang="en-US"/>
          </a:p>
        </p:txBody>
      </p:sp>
      <p:sp>
        <p:nvSpPr>
          <p:cNvPr id="23440" name="Chain 3 pill">
            <a:extLst>
              <a:ext uri="{FF2B5EF4-FFF2-40B4-BE49-F238E27FC236}">
                <a16:creationId xmlns:a16="http://schemas.microsoft.com/office/drawing/2014/main" id="{462B6C6C-8AA4-7179-4E22-C8BF8AA32932}"/>
              </a:ext>
            </a:extLst>
          </p:cNvPr>
          <p:cNvSpPr/>
          <p:nvPr/>
        </p:nvSpPr>
        <p:spPr>
          <a:xfrm>
            <a:off x="6400800" y="5547360"/>
            <a:ext cx="16276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READY TO RUN</a:t>
            </a:r>
            <a:endParaRPr lang="en-US"/>
          </a:p>
        </p:txBody>
      </p:sp>
      <p:sp>
        <p:nvSpPr>
          <p:cNvPr id="23455" name="Chain card 4">
            <a:extLst>
              <a:ext uri="{FF2B5EF4-FFF2-40B4-BE49-F238E27FC236}">
                <a16:creationId xmlns:a16="http://schemas.microsoft.com/office/drawing/2014/main" id="{AEF442F7-8914-10D8-7476-449D0865DBC5}"/>
              </a:ext>
            </a:extLst>
          </p:cNvPr>
          <p:cNvSpPr/>
          <p:nvPr/>
        </p:nvSpPr>
        <p:spPr>
          <a:xfrm>
            <a:off x="9144000" y="1508760"/>
            <a:ext cx="2499360" cy="44805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71" name="Chain 4 label">
            <a:extLst>
              <a:ext uri="{FF2B5EF4-FFF2-40B4-BE49-F238E27FC236}">
                <a16:creationId xmlns:a16="http://schemas.microsoft.com/office/drawing/2014/main" id="{C231ACCE-5B86-7617-D9FE-173018DEA795}"/>
              </a:ext>
            </a:extLst>
          </p:cNvPr>
          <p:cNvSpPr/>
          <p:nvPr/>
        </p:nvSpPr>
        <p:spPr>
          <a:xfrm>
            <a:off x="917448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7A4B00"/>
                </a:solidFill>
                <a:effectLst/>
                <a:latin typeface="Arial" panose="020B0604020202020204" pitchFamily="34" charset="0"/>
              </a:rPr>
              <a:t>4 · OBSERVED RESULT</a:t>
            </a:r>
          </a:p>
          <a:p>
            <a:pPr algn="l">
              <a:buNone/>
            </a:pPr>
            <a:r>
              <a:rPr lang="en-US" sz="100">
                <a:effectLst/>
              </a:rPr>
              <a:t> </a:t>
            </a:r>
            <a:endParaRPr lang="en-US"/>
          </a:p>
        </p:txBody>
      </p:sp>
      <p:sp>
        <p:nvSpPr>
          <p:cNvPr id="23488" name="Outstanding">
            <a:extLst>
              <a:ext uri="{FF2B5EF4-FFF2-40B4-BE49-F238E27FC236}">
                <a16:creationId xmlns:a16="http://schemas.microsoft.com/office/drawing/2014/main" id="{7C18D500-584D-6721-91D7-67BE8984BF93}"/>
              </a:ext>
            </a:extLst>
          </p:cNvPr>
          <p:cNvSpPr/>
          <p:nvPr/>
        </p:nvSpPr>
        <p:spPr>
          <a:xfrm>
            <a:off x="9174480" y="1996440"/>
            <a:ext cx="2438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7A4B00"/>
                </a:solidFill>
                <a:effectLst/>
                <a:latin typeface="Arial" panose="020B0604020202020204" pitchFamily="34" charset="0"/>
              </a:rPr>
              <a:t>NEXT MILESTONE</a:t>
            </a:r>
            <a:endParaRPr lang="en-US" sz="2000"/>
          </a:p>
        </p:txBody>
      </p:sp>
      <p:sp>
        <p:nvSpPr>
          <p:cNvPr id="23525" name="Chain arrow 1">
            <a:extLst>
              <a:ext uri="{FF2B5EF4-FFF2-40B4-BE49-F238E27FC236}">
                <a16:creationId xmlns:a16="http://schemas.microsoft.com/office/drawing/2014/main" id="{F6F5A903-D2D9-3E53-6CA4-1AA2B040A161}"/>
              </a:ext>
            </a:extLst>
          </p:cNvPr>
          <p:cNvSpPr/>
          <p:nvPr/>
        </p:nvSpPr>
        <p:spPr>
          <a:xfrm>
            <a:off x="309372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45" name="Chain arrow 2">
            <a:extLst>
              <a:ext uri="{FF2B5EF4-FFF2-40B4-BE49-F238E27FC236}">
                <a16:creationId xmlns:a16="http://schemas.microsoft.com/office/drawing/2014/main" id="{F6A22F19-A0FF-2DEB-D541-6B7FD19F273C}"/>
              </a:ext>
            </a:extLst>
          </p:cNvPr>
          <p:cNvSpPr/>
          <p:nvPr/>
        </p:nvSpPr>
        <p:spPr>
          <a:xfrm>
            <a:off x="595884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66" name="Chain arrow 3">
            <a:extLst>
              <a:ext uri="{FF2B5EF4-FFF2-40B4-BE49-F238E27FC236}">
                <a16:creationId xmlns:a16="http://schemas.microsoft.com/office/drawing/2014/main" id="{9ADF32F7-8B9C-C919-D8AE-BC6C53CD82BB}"/>
              </a:ext>
            </a:extLst>
          </p:cNvPr>
          <p:cNvSpPr/>
          <p:nvPr/>
        </p:nvSpPr>
        <p:spPr>
          <a:xfrm>
            <a:off x="882396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177" name="Chain 1 detail">
            <a:extLst>
              <a:ext uri="{FF2B5EF4-FFF2-40B4-BE49-F238E27FC236}">
                <a16:creationId xmlns:a16="http://schemas.microsoft.com/office/drawing/2014/main" id="{6F53A603-FA3F-AAE1-3C1C-014B517EA398}"/>
              </a:ext>
            </a:extLst>
          </p:cNvPr>
          <p:cNvSpPr/>
          <p:nvPr/>
        </p:nvSpPr>
        <p:spPr>
          <a:xfrm>
            <a:off x="579120" y="3444240"/>
            <a:ext cx="243840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Double retrofit delivery</a:t>
            </a:r>
          </a:p>
          <a:p>
            <a:pPr algn="l">
              <a:buNone/>
            </a:pPr>
            <a:r>
              <a:rPr lang="en-US" sz="100">
                <a:effectLst/>
              </a:rPr>
              <a:t> </a:t>
            </a:r>
            <a:endParaRPr lang="en-US"/>
          </a:p>
        </p:txBody>
      </p:sp>
      <p:sp>
        <p:nvSpPr>
          <p:cNvPr id="26179" name="Chain 1 detail">
            <a:extLst>
              <a:ext uri="{FF2B5EF4-FFF2-40B4-BE49-F238E27FC236}">
                <a16:creationId xmlns:a16="http://schemas.microsoft.com/office/drawing/2014/main" id="{4F3D6315-3170-1E30-2282-7253729DA6A3}"/>
              </a:ext>
            </a:extLst>
          </p:cNvPr>
          <p:cNvSpPr/>
          <p:nvPr/>
        </p:nvSpPr>
        <p:spPr>
          <a:xfrm>
            <a:off x="579120" y="3916680"/>
            <a:ext cx="24384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Capture GBP 40 million</a:t>
            </a:r>
          </a:p>
          <a:p>
            <a:pPr algn="l">
              <a:buNone/>
            </a:pPr>
            <a:r>
              <a:rPr lang="en-US" sz="100">
                <a:effectLst/>
              </a:rPr>
              <a:t> </a:t>
            </a:r>
            <a:endParaRPr lang="en-US"/>
          </a:p>
        </p:txBody>
      </p:sp>
      <p:sp>
        <p:nvSpPr>
          <p:cNvPr id="26182" name="Chain 2 detail">
            <a:extLst>
              <a:ext uri="{FF2B5EF4-FFF2-40B4-BE49-F238E27FC236}">
                <a16:creationId xmlns:a16="http://schemas.microsoft.com/office/drawing/2014/main" id="{5DAA91F3-9B39-8E84-6561-BAFFD7B107D0}"/>
              </a:ext>
            </a:extLst>
          </p:cNvPr>
          <p:cNvSpPr/>
          <p:nvPr/>
        </p:nvSpPr>
        <p:spPr>
          <a:xfrm>
            <a:off x="3444240" y="344424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Survey, technical, contractor, material, resident and QA capacity</a:t>
            </a:r>
          </a:p>
          <a:p>
            <a:pPr algn="l">
              <a:buNone/>
            </a:pPr>
            <a:r>
              <a:rPr lang="en-US" sz="100">
                <a:effectLst/>
              </a:rPr>
              <a:t> </a:t>
            </a:r>
            <a:endParaRPr lang="en-US"/>
          </a:p>
        </p:txBody>
      </p:sp>
      <p:sp>
        <p:nvSpPr>
          <p:cNvPr id="26186" name="Chain 2 detail">
            <a:extLst>
              <a:ext uri="{FF2B5EF4-FFF2-40B4-BE49-F238E27FC236}">
                <a16:creationId xmlns:a16="http://schemas.microsoft.com/office/drawing/2014/main" id="{F060D5DE-CCDA-5BFF-0B23-EB86FF0516D1}"/>
              </a:ext>
            </a:extLst>
          </p:cNvPr>
          <p:cNvSpPr/>
          <p:nvPr/>
        </p:nvSpPr>
        <p:spPr>
          <a:xfrm>
            <a:off x="3444240" y="4648200"/>
            <a:ext cx="24384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Grant availability and secured cash: confirmed at the funding gate</a:t>
            </a:r>
            <a:endParaRPr lang="en-US"/>
          </a:p>
        </p:txBody>
      </p:sp>
      <p:sp>
        <p:nvSpPr>
          <p:cNvPr id="26191" name="Chain 3 detail">
            <a:extLst>
              <a:ext uri="{FF2B5EF4-FFF2-40B4-BE49-F238E27FC236}">
                <a16:creationId xmlns:a16="http://schemas.microsoft.com/office/drawing/2014/main" id="{D0334F60-E631-7215-1A49-E2487AF048EC}"/>
              </a:ext>
            </a:extLst>
          </p:cNvPr>
          <p:cNvSpPr/>
          <p:nvPr/>
        </p:nvSpPr>
        <p:spPr>
          <a:xfrm>
            <a:off x="6309360" y="3444240"/>
            <a:ext cx="24384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Measure accepted handovers and the whole cost of the work</a:t>
            </a:r>
          </a:p>
          <a:p>
            <a:pPr algn="l">
              <a:buNone/>
            </a:pPr>
            <a:r>
              <a:rPr lang="en-US" sz="100">
                <a:effectLst/>
              </a:rPr>
              <a:t> </a:t>
            </a:r>
            <a:endParaRPr lang="en-US"/>
          </a:p>
        </p:txBody>
      </p:sp>
      <p:sp>
        <p:nvSpPr>
          <p:cNvPr id="26197" name="Chain 4 detail">
            <a:extLst>
              <a:ext uri="{FF2B5EF4-FFF2-40B4-BE49-F238E27FC236}">
                <a16:creationId xmlns:a16="http://schemas.microsoft.com/office/drawing/2014/main" id="{4FDD08C5-95DB-0759-F3E7-9B2D6A0DA85B}"/>
              </a:ext>
            </a:extLst>
          </p:cNvPr>
          <p:cNvSpPr/>
          <p:nvPr/>
        </p:nvSpPr>
        <p:spPr>
          <a:xfrm>
            <a:off x="9174480" y="259080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Benefit range set once the baseline, causal limits and sensitivity are agreed</a:t>
            </a:r>
            <a:endParaRPr lang="en-US"/>
          </a:p>
        </p:txBody>
      </p:sp>
      <p:sp>
        <p:nvSpPr>
          <p:cNvPr id="26204" name="Chain 4 detail">
            <a:extLst>
              <a:ext uri="{FF2B5EF4-FFF2-40B4-BE49-F238E27FC236}">
                <a16:creationId xmlns:a16="http://schemas.microsoft.com/office/drawing/2014/main" id="{B8C6B48C-3BFB-A264-4B94-649ACF7060D4}"/>
              </a:ext>
            </a:extLst>
          </p:cNvPr>
          <p:cNvSpPr/>
          <p:nvPr/>
        </p:nvSpPr>
        <p:spPr>
          <a:xfrm>
            <a:off x="9174480" y="379476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Saved minutes become cash through a Finance-approved mechanism</a:t>
            </a:r>
            <a:endParaRPr lang="en-US"/>
          </a:p>
        </p:txBody>
      </p:sp>
      <p:sp>
        <p:nvSpPr>
          <p:cNvPr id="2" name="Appendix topic destination">
            <a:hlinkClick r:id="rId4" action="ppaction://hlinksldjump"/>
            <a:extLst>
              <a:ext uri="{FF2B5EF4-FFF2-40B4-BE49-F238E27FC236}">
                <a16:creationId xmlns:a16="http://schemas.microsoft.com/office/drawing/2014/main" id="{F2AD4BD2-E773-2109-D522-AA7132C4B9D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S05 / slide 6</a:t>
            </a:r>
            <a:endParaRPr lang="en-US"/>
          </a:p>
        </p:txBody>
      </p:sp>
    </p:spTree>
    <p:extLst>
      <p:ext uri="{BB962C8B-B14F-4D97-AF65-F5344CB8AC3E}">
        <p14:creationId xmlns:p14="http://schemas.microsoft.com/office/powerpoint/2010/main" val="2251772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18" name="Eyebrow">
            <a:extLst>
              <a:ext uri="{FF2B5EF4-FFF2-40B4-BE49-F238E27FC236}">
                <a16:creationId xmlns:a16="http://schemas.microsoft.com/office/drawing/2014/main" id="{D2AAF7BB-B3AC-162F-E42A-36CC3E8BBD2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B09 · CFO / ASSET EXECUTIVE</a:t>
            </a:r>
          </a:p>
          <a:p>
            <a:pPr algn="l">
              <a:buNone/>
            </a:pPr>
            <a:r>
              <a:rPr lang="en-US" sz="100">
                <a:effectLst/>
              </a:rPr>
              <a:t> </a:t>
            </a:r>
            <a:endParaRPr lang="en-US"/>
          </a:p>
        </p:txBody>
      </p:sp>
      <p:sp>
        <p:nvSpPr>
          <p:cNvPr id="3560" name="Slide title">
            <a:extLst>
              <a:ext uri="{FF2B5EF4-FFF2-40B4-BE49-F238E27FC236}">
                <a16:creationId xmlns:a16="http://schemas.microsoft.com/office/drawing/2014/main" id="{AF434E18-16B7-8959-8F18-410F8A460BE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is the per-home business case and cash exposure?</a:t>
            </a:r>
          </a:p>
          <a:p>
            <a:pPr algn="l">
              <a:buNone/>
            </a:pPr>
            <a:r>
              <a:rPr lang="en-US" sz="100">
                <a:effectLst/>
              </a:rPr>
              <a:t> </a:t>
            </a:r>
            <a:endParaRPr lang="en-US"/>
          </a:p>
        </p:txBody>
      </p:sp>
      <p:sp>
        <p:nvSpPr>
          <p:cNvPr id="3603" name="Footer sources">
            <a:extLst>
              <a:ext uri="{FF2B5EF4-FFF2-40B4-BE49-F238E27FC236}">
                <a16:creationId xmlns:a16="http://schemas.microsoft.com/office/drawing/2014/main" id="{B06BBC86-51CF-879A-F4B9-57ED83A92CA7}"/>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50655E"/>
                </a:solidFill>
                <a:effectLst/>
                <a:latin typeface="Arial" panose="020B0604020202020204" pitchFamily="34" charset="0"/>
              </a:rPr>
              <a:t>E02 / E21: historical benchmark, not quote. Grant assumes eligible homes/costs, allocation, award and claim; Finance/funder review required.</a:t>
            </a:r>
          </a:p>
        </p:txBody>
      </p:sp>
      <p:sp>
        <p:nvSpPr>
          <p:cNvPr id="3647" name="Footer navigation">
            <a:hlinkClick r:id="rId3" action="ppaction://hlinksldjump"/>
            <a:extLst>
              <a:ext uri="{FF2B5EF4-FFF2-40B4-BE49-F238E27FC236}">
                <a16:creationId xmlns:a16="http://schemas.microsoft.com/office/drawing/2014/main" id="{4F7B8D4A-D5D8-6380-DC14-A77BA759B4C9}"/>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B09 · Index: slide 27</a:t>
            </a:r>
            <a:endParaRPr lang="en-US"/>
          </a:p>
        </p:txBody>
      </p:sp>
      <p:sp>
        <p:nvSpPr>
          <p:cNvPr id="3692" name="Return to interrupted calling slide">
            <a:hlinkClick r:id="rId3" action="ppaction://hlinksldjump"/>
            <a:extLst>
              <a:ext uri="{FF2B5EF4-FFF2-40B4-BE49-F238E27FC236}">
                <a16:creationId xmlns:a16="http://schemas.microsoft.com/office/drawing/2014/main" id="{156D4A59-99D2-28CD-165B-D722B3C19FE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725" name="Gridline 5000">
            <a:extLst>
              <a:ext uri="{FF2B5EF4-FFF2-40B4-BE49-F238E27FC236}">
                <a16:creationId xmlns:a16="http://schemas.microsoft.com/office/drawing/2014/main" id="{58088330-11FB-3589-E1E3-B485C22743A0}"/>
              </a:ext>
            </a:extLst>
          </p:cNvPr>
          <p:cNvSpPr/>
          <p:nvPr/>
        </p:nvSpPr>
        <p:spPr>
          <a:xfrm>
            <a:off x="1417320" y="473868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29" name="Gridline 10000">
            <a:extLst>
              <a:ext uri="{FF2B5EF4-FFF2-40B4-BE49-F238E27FC236}">
                <a16:creationId xmlns:a16="http://schemas.microsoft.com/office/drawing/2014/main" id="{1FA59AFC-858A-B383-8650-C8CBC7F2D1D9}"/>
              </a:ext>
            </a:extLst>
          </p:cNvPr>
          <p:cNvSpPr/>
          <p:nvPr/>
        </p:nvSpPr>
        <p:spPr>
          <a:xfrm>
            <a:off x="1417320" y="405669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34" name="Gridline 15000">
            <a:extLst>
              <a:ext uri="{FF2B5EF4-FFF2-40B4-BE49-F238E27FC236}">
                <a16:creationId xmlns:a16="http://schemas.microsoft.com/office/drawing/2014/main" id="{3DB67A08-3A22-1476-A5F7-639A024CDCCD}"/>
              </a:ext>
            </a:extLst>
          </p:cNvPr>
          <p:cNvSpPr/>
          <p:nvPr/>
        </p:nvSpPr>
        <p:spPr>
          <a:xfrm>
            <a:off x="1417320" y="337470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40" name="Gridline 20000">
            <a:extLst>
              <a:ext uri="{FF2B5EF4-FFF2-40B4-BE49-F238E27FC236}">
                <a16:creationId xmlns:a16="http://schemas.microsoft.com/office/drawing/2014/main" id="{7A029791-3535-D788-81C3-EB79E5DD0C5A}"/>
              </a:ext>
            </a:extLst>
          </p:cNvPr>
          <p:cNvSpPr/>
          <p:nvPr/>
        </p:nvSpPr>
        <p:spPr>
          <a:xfrm>
            <a:off x="1417320" y="269271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10" name="Bar Contractor">
            <a:extLst>
              <a:ext uri="{FF2B5EF4-FFF2-40B4-BE49-F238E27FC236}">
                <a16:creationId xmlns:a16="http://schemas.microsoft.com/office/drawing/2014/main" id="{88632764-DCCF-1205-2E25-9FD25AAEBD17}"/>
              </a:ext>
            </a:extLst>
          </p:cNvPr>
          <p:cNvSpPr/>
          <p:nvPr/>
        </p:nvSpPr>
        <p:spPr>
          <a:xfrm>
            <a:off x="1645920" y="2970276"/>
            <a:ext cx="822960" cy="245516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24" name="Bar Internal">
            <a:extLst>
              <a:ext uri="{FF2B5EF4-FFF2-40B4-BE49-F238E27FC236}">
                <a16:creationId xmlns:a16="http://schemas.microsoft.com/office/drawing/2014/main" id="{2438F64C-CAC4-2AD6-F6F7-9609E1B5A86F}"/>
              </a:ext>
            </a:extLst>
          </p:cNvPr>
          <p:cNvSpPr/>
          <p:nvPr/>
        </p:nvSpPr>
        <p:spPr>
          <a:xfrm>
            <a:off x="2926080" y="2697480"/>
            <a:ext cx="822960" cy="272796"/>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39" name="Bar Base">
            <a:extLst>
              <a:ext uri="{FF2B5EF4-FFF2-40B4-BE49-F238E27FC236}">
                <a16:creationId xmlns:a16="http://schemas.microsoft.com/office/drawing/2014/main" id="{6C857F5F-0D84-C803-1AAE-FF12D6F0B8F0}"/>
              </a:ext>
            </a:extLst>
          </p:cNvPr>
          <p:cNvSpPr/>
          <p:nvPr/>
        </p:nvSpPr>
        <p:spPr>
          <a:xfrm>
            <a:off x="4206240" y="2697480"/>
            <a:ext cx="822960" cy="272796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55" name="Bar Fictional grant">
            <a:extLst>
              <a:ext uri="{FF2B5EF4-FFF2-40B4-BE49-F238E27FC236}">
                <a16:creationId xmlns:a16="http://schemas.microsoft.com/office/drawing/2014/main" id="{7CFF4C0F-269B-F78F-F84D-396C8995D380}"/>
              </a:ext>
            </a:extLst>
          </p:cNvPr>
          <p:cNvSpPr/>
          <p:nvPr/>
        </p:nvSpPr>
        <p:spPr>
          <a:xfrm>
            <a:off x="5486400" y="2697480"/>
            <a:ext cx="822960" cy="1022985"/>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72" name="Bar Provider base">
            <a:extLst>
              <a:ext uri="{FF2B5EF4-FFF2-40B4-BE49-F238E27FC236}">
                <a16:creationId xmlns:a16="http://schemas.microsoft.com/office/drawing/2014/main" id="{B7A12C7A-EB74-C580-25B7-7AB763BF43A2}"/>
              </a:ext>
            </a:extLst>
          </p:cNvPr>
          <p:cNvSpPr/>
          <p:nvPr/>
        </p:nvSpPr>
        <p:spPr>
          <a:xfrm>
            <a:off x="6766560" y="3720465"/>
            <a:ext cx="822960" cy="1704975"/>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90" name="Connector 1">
            <a:extLst>
              <a:ext uri="{FF2B5EF4-FFF2-40B4-BE49-F238E27FC236}">
                <a16:creationId xmlns:a16="http://schemas.microsoft.com/office/drawing/2014/main" id="{5BFF22F0-CA80-FE49-13CA-69D690CDD557}"/>
              </a:ext>
            </a:extLst>
          </p:cNvPr>
          <p:cNvSpPr/>
          <p:nvPr/>
        </p:nvSpPr>
        <p:spPr>
          <a:xfrm>
            <a:off x="2468880" y="2963926"/>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09" name="Connector 2">
            <a:extLst>
              <a:ext uri="{FF2B5EF4-FFF2-40B4-BE49-F238E27FC236}">
                <a16:creationId xmlns:a16="http://schemas.microsoft.com/office/drawing/2014/main" id="{B42921B0-AB50-CC4B-F3EC-B337CEEE7551}"/>
              </a:ext>
            </a:extLst>
          </p:cNvPr>
          <p:cNvSpPr/>
          <p:nvPr/>
        </p:nvSpPr>
        <p:spPr>
          <a:xfrm>
            <a:off x="3749040" y="2691130"/>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29" name="Connector 3">
            <a:extLst>
              <a:ext uri="{FF2B5EF4-FFF2-40B4-BE49-F238E27FC236}">
                <a16:creationId xmlns:a16="http://schemas.microsoft.com/office/drawing/2014/main" id="{3855125E-F7DE-0624-6F78-3DB60FCE2A10}"/>
              </a:ext>
            </a:extLst>
          </p:cNvPr>
          <p:cNvSpPr/>
          <p:nvPr/>
        </p:nvSpPr>
        <p:spPr>
          <a:xfrm>
            <a:off x="5029200" y="2691130"/>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50" name="Connector 4">
            <a:extLst>
              <a:ext uri="{FF2B5EF4-FFF2-40B4-BE49-F238E27FC236}">
                <a16:creationId xmlns:a16="http://schemas.microsoft.com/office/drawing/2014/main" id="{8B1FB1C0-3AB7-DCB1-E735-51DA5A0738D8}"/>
              </a:ext>
            </a:extLst>
          </p:cNvPr>
          <p:cNvSpPr/>
          <p:nvPr/>
        </p:nvSpPr>
        <p:spPr>
          <a:xfrm>
            <a:off x="6309360" y="3714115"/>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72" name="Baseline 0">
            <a:extLst>
              <a:ext uri="{FF2B5EF4-FFF2-40B4-BE49-F238E27FC236}">
                <a16:creationId xmlns:a16="http://schemas.microsoft.com/office/drawing/2014/main" id="{7EB5FBD4-8ED9-667D-956B-E9747CFED897}"/>
              </a:ext>
            </a:extLst>
          </p:cNvPr>
          <p:cNvSpPr/>
          <p:nvPr/>
        </p:nvSpPr>
        <p:spPr>
          <a:xfrm>
            <a:off x="1417320" y="5419090"/>
            <a:ext cx="6400800" cy="127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19" name="Category Contractor">
            <a:extLst>
              <a:ext uri="{FF2B5EF4-FFF2-40B4-BE49-F238E27FC236}">
                <a16:creationId xmlns:a16="http://schemas.microsoft.com/office/drawing/2014/main" id="{94C84F74-0877-32B6-117F-FCA7FCCF0799}"/>
              </a:ext>
            </a:extLst>
          </p:cNvPr>
          <p:cNvSpPr/>
          <p:nvPr/>
        </p:nvSpPr>
        <p:spPr>
          <a:xfrm>
            <a:off x="141732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Contractor</a:t>
            </a:r>
          </a:p>
          <a:p>
            <a:pPr algn="ctr">
              <a:buNone/>
            </a:pPr>
            <a:r>
              <a:rPr lang="en-US" sz="100">
                <a:effectLst/>
              </a:rPr>
              <a:t> </a:t>
            </a:r>
            <a:endParaRPr lang="en-US"/>
          </a:p>
        </p:txBody>
      </p:sp>
      <p:sp>
        <p:nvSpPr>
          <p:cNvPr id="24070" name="Category Internal">
            <a:extLst>
              <a:ext uri="{FF2B5EF4-FFF2-40B4-BE49-F238E27FC236}">
                <a16:creationId xmlns:a16="http://schemas.microsoft.com/office/drawing/2014/main" id="{3888F684-9568-5AFB-A4A6-733206262D54}"/>
              </a:ext>
            </a:extLst>
          </p:cNvPr>
          <p:cNvSpPr/>
          <p:nvPr/>
        </p:nvSpPr>
        <p:spPr>
          <a:xfrm>
            <a:off x="269748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Internal</a:t>
            </a:r>
          </a:p>
          <a:p>
            <a:pPr algn="ctr">
              <a:buNone/>
            </a:pPr>
            <a:r>
              <a:rPr lang="en-US" sz="100">
                <a:effectLst/>
              </a:rPr>
              <a:t> </a:t>
            </a:r>
            <a:endParaRPr lang="en-US"/>
          </a:p>
        </p:txBody>
      </p:sp>
      <p:sp>
        <p:nvSpPr>
          <p:cNvPr id="24125" name="Category Base">
            <a:extLst>
              <a:ext uri="{FF2B5EF4-FFF2-40B4-BE49-F238E27FC236}">
                <a16:creationId xmlns:a16="http://schemas.microsoft.com/office/drawing/2014/main" id="{BAD22474-E5DB-EA21-69C0-5FBCC3C1CEDB}"/>
              </a:ext>
            </a:extLst>
          </p:cNvPr>
          <p:cNvSpPr/>
          <p:nvPr/>
        </p:nvSpPr>
        <p:spPr>
          <a:xfrm>
            <a:off x="397764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Base</a:t>
            </a:r>
          </a:p>
          <a:p>
            <a:pPr algn="ctr">
              <a:buNone/>
            </a:pPr>
            <a:r>
              <a:rPr lang="en-US" sz="100">
                <a:effectLst/>
              </a:rPr>
              <a:t> </a:t>
            </a:r>
            <a:endParaRPr lang="en-US"/>
          </a:p>
        </p:txBody>
      </p:sp>
      <p:sp>
        <p:nvSpPr>
          <p:cNvPr id="24184" name="Category Fictional grant">
            <a:extLst>
              <a:ext uri="{FF2B5EF4-FFF2-40B4-BE49-F238E27FC236}">
                <a16:creationId xmlns:a16="http://schemas.microsoft.com/office/drawing/2014/main" id="{C717921F-BC8A-5878-5440-4383E6FD69C3}"/>
              </a:ext>
            </a:extLst>
          </p:cNvPr>
          <p:cNvSpPr/>
          <p:nvPr/>
        </p:nvSpPr>
        <p:spPr>
          <a:xfrm>
            <a:off x="525780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Fictional grant</a:t>
            </a:r>
          </a:p>
          <a:p>
            <a:pPr algn="ctr">
              <a:buNone/>
            </a:pPr>
            <a:r>
              <a:rPr lang="en-US" sz="100">
                <a:effectLst/>
              </a:rPr>
              <a:t> </a:t>
            </a:r>
            <a:endParaRPr lang="en-US"/>
          </a:p>
        </p:txBody>
      </p:sp>
      <p:sp>
        <p:nvSpPr>
          <p:cNvPr id="24247" name="Category Provider base">
            <a:extLst>
              <a:ext uri="{FF2B5EF4-FFF2-40B4-BE49-F238E27FC236}">
                <a16:creationId xmlns:a16="http://schemas.microsoft.com/office/drawing/2014/main" id="{F40376B6-A249-11D5-CB7F-37F83DBF09DC}"/>
              </a:ext>
            </a:extLst>
          </p:cNvPr>
          <p:cNvSpPr/>
          <p:nvPr/>
        </p:nvSpPr>
        <p:spPr>
          <a:xfrm>
            <a:off x="653796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Provider base</a:t>
            </a:r>
          </a:p>
          <a:p>
            <a:pPr algn="ctr">
              <a:buNone/>
            </a:pPr>
            <a:r>
              <a:rPr lang="en-US" sz="100">
                <a:effectLst/>
              </a:rPr>
              <a:t> </a:t>
            </a:r>
            <a:endParaRPr lang="en-US"/>
          </a:p>
        </p:txBody>
      </p:sp>
      <p:sp>
        <p:nvSpPr>
          <p:cNvPr id="24280" name="Fictional arithmetic pill">
            <a:extLst>
              <a:ext uri="{FF2B5EF4-FFF2-40B4-BE49-F238E27FC236}">
                <a16:creationId xmlns:a16="http://schemas.microsoft.com/office/drawing/2014/main" id="{022D9964-A999-34E4-E747-9105BE8B8E0E}"/>
              </a:ext>
            </a:extLst>
          </p:cNvPr>
          <p:cNvSpPr/>
          <p:nvPr/>
        </p:nvSpPr>
        <p:spPr>
          <a:xfrm>
            <a:off x="8138160" y="2331720"/>
            <a:ext cx="342900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FICTIONAL EXERCISE ARITHMETIC</a:t>
            </a:r>
          </a:p>
          <a:p>
            <a:pPr algn="ctr">
              <a:buNone/>
            </a:pPr>
            <a:r>
              <a:rPr lang="en-US" sz="100">
                <a:effectLst/>
              </a:rPr>
              <a:t> </a:t>
            </a:r>
            <a:endParaRPr lang="en-US"/>
          </a:p>
        </p:txBody>
      </p:sp>
      <p:sp>
        <p:nvSpPr>
          <p:cNvPr id="24314" name="Statement 3 (gross cash lane)">
            <a:extLst>
              <a:ext uri="{FF2B5EF4-FFF2-40B4-BE49-F238E27FC236}">
                <a16:creationId xmlns:a16="http://schemas.microsoft.com/office/drawing/2014/main" id="{9F3DB9FE-DD37-CAEE-97AC-12526E4F0343}"/>
              </a:ext>
            </a:extLst>
          </p:cNvPr>
          <p:cNvSpPr/>
          <p:nvPr/>
        </p:nvSpPr>
        <p:spPr>
          <a:xfrm>
            <a:off x="8046720" y="2880360"/>
            <a:ext cx="35966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Fictional base GBP 20,000</a:t>
            </a:r>
          </a:p>
          <a:p>
            <a:pPr algn="l">
              <a:buNone/>
            </a:pPr>
            <a:r>
              <a:rPr lang="en-US" sz="1500" b="1">
                <a:solidFill>
                  <a:srgbClr val="173F35"/>
                </a:solidFill>
                <a:effectLst/>
                <a:latin typeface="Arial" panose="020B0604020202020204" pitchFamily="34" charset="0"/>
              </a:rPr>
              <a:t>GBP 22,000 with contingency</a:t>
            </a:r>
            <a:endParaRPr lang="en-US"/>
          </a:p>
        </p:txBody>
      </p:sp>
      <p:sp>
        <p:nvSpPr>
          <p:cNvPr id="24349" name="Lane gross cash">
            <a:extLst>
              <a:ext uri="{FF2B5EF4-FFF2-40B4-BE49-F238E27FC236}">
                <a16:creationId xmlns:a16="http://schemas.microsoft.com/office/drawing/2014/main" id="{5C0E969A-4461-75A7-CBE6-141ECFCEC7D9}"/>
              </a:ext>
            </a:extLst>
          </p:cNvPr>
          <p:cNvSpPr/>
          <p:nvPr/>
        </p:nvSpPr>
        <p:spPr>
          <a:xfrm>
            <a:off x="8138160" y="3566160"/>
            <a:ext cx="2727960" cy="2286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22" name="Lane grant receivable">
            <a:extLst>
              <a:ext uri="{FF2B5EF4-FFF2-40B4-BE49-F238E27FC236}">
                <a16:creationId xmlns:a16="http://schemas.microsoft.com/office/drawing/2014/main" id="{F2C37BC8-939A-FA76-BEFB-2FD18D152249}"/>
              </a:ext>
            </a:extLst>
          </p:cNvPr>
          <p:cNvSpPr/>
          <p:nvPr/>
        </p:nvSpPr>
        <p:spPr>
          <a:xfrm>
            <a:off x="8138160" y="4648200"/>
            <a:ext cx="1022985" cy="2286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05" name="Statement 1">
            <a:extLst>
              <a:ext uri="{FF2B5EF4-FFF2-40B4-BE49-F238E27FC236}">
                <a16:creationId xmlns:a16="http://schemas.microsoft.com/office/drawing/2014/main" id="{C608C9CE-ADAA-7FB4-D2CA-1B874BCE5B18}"/>
              </a:ext>
            </a:extLst>
          </p:cNvPr>
          <p:cNvSpPr/>
          <p:nvPr/>
        </p:nvSpPr>
        <p:spPr>
          <a:xfrm>
            <a:off x="548640" y="1420000"/>
            <a:ext cx="5433060"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Benchmark: GBP 6,082/home</a:t>
            </a:r>
          </a:p>
          <a:p>
            <a:pPr algn="l">
              <a:buNone/>
            </a:pPr>
            <a:r>
              <a:rPr lang="en-US" sz="1500" b="1">
                <a:solidFill>
                  <a:srgbClr val="173F35"/>
                </a:solidFill>
                <a:effectLst/>
                <a:latin typeface="Arial" panose="020B0604020202020204" pitchFamily="34" charset="0"/>
              </a:rPr>
              <a:t>x 15,600 = GBP 94,879,200 works</a:t>
            </a:r>
            <a:endParaRPr lang="en-US"/>
          </a:p>
        </p:txBody>
      </p:sp>
      <p:sp>
        <p:nvSpPr>
          <p:cNvPr id="26207" name="Statement 2">
            <a:extLst>
              <a:ext uri="{FF2B5EF4-FFF2-40B4-BE49-F238E27FC236}">
                <a16:creationId xmlns:a16="http://schemas.microsoft.com/office/drawing/2014/main" id="{DDC65803-69D8-53AE-4697-12BA499258B4}"/>
              </a:ext>
            </a:extLst>
          </p:cNvPr>
          <p:cNvSpPr/>
          <p:nvPr/>
        </p:nvSpPr>
        <p:spPr>
          <a:xfrm>
            <a:off x="6210300" y="1420000"/>
            <a:ext cx="5433060" cy="72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Conditional: min(50% x GBP 6,082, GBP 7,500)</a:t>
            </a:r>
          </a:p>
          <a:p>
            <a:pPr algn="l">
              <a:buNone/>
            </a:pPr>
            <a:r>
              <a:rPr lang="en-US" sz="1400" b="1">
                <a:solidFill>
                  <a:srgbClr val="173F35"/>
                </a:solidFill>
                <a:effectLst/>
                <a:latin typeface="Arial" panose="020B0604020202020204" pitchFamily="34" charset="0"/>
              </a:rPr>
              <a:t>= GBP 3,041/home; x 15,600 = GBP 47,439,600</a:t>
            </a:r>
            <a:endParaRPr lang="en-US"/>
          </a:p>
        </p:txBody>
      </p:sp>
      <p:sp>
        <p:nvSpPr>
          <p:cNvPr id="26210" name="Axis 0">
            <a:extLst>
              <a:ext uri="{FF2B5EF4-FFF2-40B4-BE49-F238E27FC236}">
                <a16:creationId xmlns:a16="http://schemas.microsoft.com/office/drawing/2014/main" id="{A73A8CC2-B2DA-C71C-A896-6EB670BCD6E3}"/>
              </a:ext>
            </a:extLst>
          </p:cNvPr>
          <p:cNvSpPr/>
          <p:nvPr/>
        </p:nvSpPr>
        <p:spPr>
          <a:xfrm>
            <a:off x="548640" y="526542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6214" name="Axis 5000">
            <a:extLst>
              <a:ext uri="{FF2B5EF4-FFF2-40B4-BE49-F238E27FC236}">
                <a16:creationId xmlns:a16="http://schemas.microsoft.com/office/drawing/2014/main" id="{966DE892-D912-9A86-288C-F7E33167BEAF}"/>
              </a:ext>
            </a:extLst>
          </p:cNvPr>
          <p:cNvSpPr/>
          <p:nvPr/>
        </p:nvSpPr>
        <p:spPr>
          <a:xfrm>
            <a:off x="548640" y="458343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5,000</a:t>
            </a:r>
          </a:p>
          <a:p>
            <a:pPr algn="r">
              <a:buNone/>
            </a:pPr>
            <a:r>
              <a:rPr lang="en-US" sz="100">
                <a:effectLst/>
              </a:rPr>
              <a:t> </a:t>
            </a:r>
            <a:endParaRPr lang="en-US"/>
          </a:p>
        </p:txBody>
      </p:sp>
      <p:sp>
        <p:nvSpPr>
          <p:cNvPr id="26219" name="Axis 10000">
            <a:extLst>
              <a:ext uri="{FF2B5EF4-FFF2-40B4-BE49-F238E27FC236}">
                <a16:creationId xmlns:a16="http://schemas.microsoft.com/office/drawing/2014/main" id="{FEBB66A2-1668-D593-467E-601E1540DA62}"/>
              </a:ext>
            </a:extLst>
          </p:cNvPr>
          <p:cNvSpPr/>
          <p:nvPr/>
        </p:nvSpPr>
        <p:spPr>
          <a:xfrm>
            <a:off x="548640" y="390144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10,000</a:t>
            </a:r>
          </a:p>
          <a:p>
            <a:pPr algn="r">
              <a:buNone/>
            </a:pPr>
            <a:r>
              <a:rPr lang="en-US" sz="100">
                <a:effectLst/>
              </a:rPr>
              <a:t> </a:t>
            </a:r>
            <a:endParaRPr lang="en-US"/>
          </a:p>
        </p:txBody>
      </p:sp>
      <p:sp>
        <p:nvSpPr>
          <p:cNvPr id="26225" name="Axis 15000">
            <a:extLst>
              <a:ext uri="{FF2B5EF4-FFF2-40B4-BE49-F238E27FC236}">
                <a16:creationId xmlns:a16="http://schemas.microsoft.com/office/drawing/2014/main" id="{2C120C81-0A38-95D6-63FA-AB638107B2DC}"/>
              </a:ext>
            </a:extLst>
          </p:cNvPr>
          <p:cNvSpPr/>
          <p:nvPr/>
        </p:nvSpPr>
        <p:spPr>
          <a:xfrm>
            <a:off x="548640" y="321945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15,000</a:t>
            </a:r>
          </a:p>
          <a:p>
            <a:pPr algn="r">
              <a:buNone/>
            </a:pPr>
            <a:r>
              <a:rPr lang="en-US" sz="100">
                <a:effectLst/>
              </a:rPr>
              <a:t> </a:t>
            </a:r>
            <a:endParaRPr lang="en-US"/>
          </a:p>
        </p:txBody>
      </p:sp>
      <p:sp>
        <p:nvSpPr>
          <p:cNvPr id="26232" name="Axis 20000">
            <a:extLst>
              <a:ext uri="{FF2B5EF4-FFF2-40B4-BE49-F238E27FC236}">
                <a16:creationId xmlns:a16="http://schemas.microsoft.com/office/drawing/2014/main" id="{8C2E0497-7E4E-EBCD-56D4-C37ADBFCC95A}"/>
              </a:ext>
            </a:extLst>
          </p:cNvPr>
          <p:cNvSpPr/>
          <p:nvPr/>
        </p:nvSpPr>
        <p:spPr>
          <a:xfrm>
            <a:off x="548640" y="253746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20,000</a:t>
            </a:r>
          </a:p>
          <a:p>
            <a:pPr algn="r">
              <a:buNone/>
            </a:pPr>
            <a:r>
              <a:rPr lang="en-US" sz="100">
                <a:effectLst/>
              </a:rPr>
              <a:t> </a:t>
            </a:r>
            <a:endParaRPr lang="en-US"/>
          </a:p>
        </p:txBody>
      </p:sp>
      <p:sp>
        <p:nvSpPr>
          <p:cNvPr id="26240" name="Axis unit">
            <a:extLst>
              <a:ext uri="{FF2B5EF4-FFF2-40B4-BE49-F238E27FC236}">
                <a16:creationId xmlns:a16="http://schemas.microsoft.com/office/drawing/2014/main" id="{C54D5CCC-8CC1-7348-C9E1-7EE763FA8D5D}"/>
              </a:ext>
            </a:extLst>
          </p:cNvPr>
          <p:cNvSpPr/>
          <p:nvPr/>
        </p:nvSpPr>
        <p:spPr>
          <a:xfrm>
            <a:off x="548640" y="217170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spc="150">
                <a:solidFill>
                  <a:srgbClr val="50655E"/>
                </a:solidFill>
                <a:effectLst/>
                <a:latin typeface="Arial" panose="020B0604020202020204" pitchFamily="34" charset="0"/>
              </a:rPr>
              <a:t>GBP</a:t>
            </a:r>
          </a:p>
          <a:p>
            <a:pPr algn="r">
              <a:buNone/>
            </a:pPr>
            <a:r>
              <a:rPr lang="en-US" sz="100">
                <a:effectLst/>
              </a:rPr>
              <a:t> </a:t>
            </a:r>
            <a:endParaRPr lang="en-US"/>
          </a:p>
        </p:txBody>
      </p:sp>
      <p:sp>
        <p:nvSpPr>
          <p:cNvPr id="26249" name="Value GBP 18,000">
            <a:extLst>
              <a:ext uri="{FF2B5EF4-FFF2-40B4-BE49-F238E27FC236}">
                <a16:creationId xmlns:a16="http://schemas.microsoft.com/office/drawing/2014/main" id="{72FBB3B8-C4B0-C941-7D2B-5CBB7F2313CA}"/>
              </a:ext>
            </a:extLst>
          </p:cNvPr>
          <p:cNvSpPr/>
          <p:nvPr/>
        </p:nvSpPr>
        <p:spPr>
          <a:xfrm>
            <a:off x="1417320" y="2581656"/>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18,000</a:t>
            </a:r>
          </a:p>
          <a:p>
            <a:pPr algn="ctr">
              <a:buNone/>
            </a:pPr>
            <a:r>
              <a:rPr lang="en-US" sz="100">
                <a:effectLst/>
              </a:rPr>
              <a:t> </a:t>
            </a:r>
            <a:endParaRPr lang="en-US"/>
          </a:p>
        </p:txBody>
      </p:sp>
      <p:sp>
        <p:nvSpPr>
          <p:cNvPr id="26259" name="Value + GBP 2,000">
            <a:extLst>
              <a:ext uri="{FF2B5EF4-FFF2-40B4-BE49-F238E27FC236}">
                <a16:creationId xmlns:a16="http://schemas.microsoft.com/office/drawing/2014/main" id="{B4E22140-B1BA-CB4F-A125-AC7ACF1479EA}"/>
              </a:ext>
            </a:extLst>
          </p:cNvPr>
          <p:cNvSpPr/>
          <p:nvPr/>
        </p:nvSpPr>
        <p:spPr>
          <a:xfrm>
            <a:off x="2697480" y="2308860"/>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 GBP 2,000</a:t>
            </a:r>
          </a:p>
          <a:p>
            <a:pPr algn="ctr">
              <a:buNone/>
            </a:pPr>
            <a:r>
              <a:rPr lang="en-US" sz="100">
                <a:effectLst/>
              </a:rPr>
              <a:t> </a:t>
            </a:r>
            <a:endParaRPr lang="en-US"/>
          </a:p>
        </p:txBody>
      </p:sp>
      <p:sp>
        <p:nvSpPr>
          <p:cNvPr id="26270" name="Value GBP 20,000">
            <a:extLst>
              <a:ext uri="{FF2B5EF4-FFF2-40B4-BE49-F238E27FC236}">
                <a16:creationId xmlns:a16="http://schemas.microsoft.com/office/drawing/2014/main" id="{0D9E3B20-255C-5987-A193-83C8CA4D6A35}"/>
              </a:ext>
            </a:extLst>
          </p:cNvPr>
          <p:cNvSpPr/>
          <p:nvPr/>
        </p:nvSpPr>
        <p:spPr>
          <a:xfrm>
            <a:off x="3977640" y="2308860"/>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20,000</a:t>
            </a:r>
          </a:p>
          <a:p>
            <a:pPr algn="ctr">
              <a:buNone/>
            </a:pPr>
            <a:r>
              <a:rPr lang="en-US" sz="100">
                <a:effectLst/>
              </a:rPr>
              <a:t> </a:t>
            </a:r>
            <a:endParaRPr lang="en-US"/>
          </a:p>
        </p:txBody>
      </p:sp>
      <p:sp>
        <p:nvSpPr>
          <p:cNvPr id="26282" name="Value Fictional grant">
            <a:extLst>
              <a:ext uri="{FF2B5EF4-FFF2-40B4-BE49-F238E27FC236}">
                <a16:creationId xmlns:a16="http://schemas.microsoft.com/office/drawing/2014/main" id="{441370C2-5D61-48D4-61AA-BAD52C6056E9}"/>
              </a:ext>
            </a:extLst>
          </p:cNvPr>
          <p:cNvSpPr/>
          <p:nvPr/>
        </p:nvSpPr>
        <p:spPr>
          <a:xfrm>
            <a:off x="5257800" y="3743325"/>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 GBP 7,500</a:t>
            </a:r>
          </a:p>
          <a:p>
            <a:pPr algn="ctr">
              <a:buNone/>
            </a:pPr>
            <a:r>
              <a:rPr lang="en-US" sz="100">
                <a:effectLst/>
              </a:rPr>
              <a:t> </a:t>
            </a:r>
            <a:endParaRPr lang="en-US"/>
          </a:p>
        </p:txBody>
      </p:sp>
      <p:sp>
        <p:nvSpPr>
          <p:cNvPr id="26295" name="Value GBP 12,500">
            <a:extLst>
              <a:ext uri="{FF2B5EF4-FFF2-40B4-BE49-F238E27FC236}">
                <a16:creationId xmlns:a16="http://schemas.microsoft.com/office/drawing/2014/main" id="{04576D3B-BD9E-EBCB-7F68-F48C3FB10C99}"/>
              </a:ext>
            </a:extLst>
          </p:cNvPr>
          <p:cNvSpPr/>
          <p:nvPr/>
        </p:nvSpPr>
        <p:spPr>
          <a:xfrm>
            <a:off x="6537960" y="3331845"/>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12,500</a:t>
            </a:r>
          </a:p>
          <a:p>
            <a:pPr algn="ctr">
              <a:buNone/>
            </a:pPr>
            <a:r>
              <a:rPr lang="en-US" sz="100">
                <a:effectLst/>
              </a:rPr>
              <a:t> </a:t>
            </a:r>
            <a:endParaRPr lang="en-US"/>
          </a:p>
        </p:txBody>
      </p:sp>
      <p:sp>
        <p:nvSpPr>
          <p:cNvPr id="26309" name="Grant receivable lane label">
            <a:extLst>
              <a:ext uri="{FF2B5EF4-FFF2-40B4-BE49-F238E27FC236}">
                <a16:creationId xmlns:a16="http://schemas.microsoft.com/office/drawing/2014/main" id="{7B19CEE9-57F0-2418-3D19-A99523B2835B}"/>
              </a:ext>
            </a:extLst>
          </p:cNvPr>
          <p:cNvSpPr/>
          <p:nvPr/>
        </p:nvSpPr>
        <p:spPr>
          <a:xfrm>
            <a:off x="8046720" y="3890000"/>
            <a:ext cx="3596640" cy="8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Gross cash GBP 20,000 before grant</a:t>
            </a:r>
          </a:p>
          <a:p>
            <a:pPr algn="l">
              <a:buNone/>
            </a:pPr>
            <a:r>
              <a:rPr lang="en-US" sz="1300">
                <a:solidFill>
                  <a:srgbClr val="173F35"/>
                </a:solidFill>
                <a:effectLst/>
                <a:latin typeface="Arial" panose="020B0604020202020204" pitchFamily="34" charset="0"/>
              </a:rPr>
              <a:t>Fictional receivable GBP 7,500</a:t>
            </a:r>
            <a:endParaRPr lang="en-US"/>
          </a:p>
          <a:p>
            <a:pPr algn="l">
              <a:buNone/>
            </a:pPr>
            <a:r>
              <a:rPr lang="en-US" sz="1300">
                <a:solidFill>
                  <a:srgbClr val="173F35"/>
                </a:solidFill>
                <a:effectLst/>
                <a:latin typeface="Arial" panose="020B0604020202020204" pitchFamily="34" charset="0"/>
              </a:rPr>
              <a:t>An award is not cash.</a:t>
            </a:r>
            <a:endParaRPr lang="en-US"/>
          </a:p>
        </p:txBody>
      </p:sp>
      <p:sp>
        <p:nvSpPr>
          <p:cNvPr id="26324" name="Contingency note">
            <a:extLst>
              <a:ext uri="{FF2B5EF4-FFF2-40B4-BE49-F238E27FC236}">
                <a16:creationId xmlns:a16="http://schemas.microsoft.com/office/drawing/2014/main" id="{8829D330-1583-5DBF-1C0D-A4602353BDC5}"/>
              </a:ext>
            </a:extLst>
          </p:cNvPr>
          <p:cNvSpPr/>
          <p:nvPr/>
        </p:nvSpPr>
        <p:spPr>
          <a:xfrm>
            <a:off x="8046720" y="5050000"/>
            <a:ext cx="3596640" cy="76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Contingency spent: provider GBP 14,500</a:t>
            </a:r>
          </a:p>
          <a:p>
            <a:pPr algn="l">
              <a:buNone/>
            </a:pPr>
            <a:r>
              <a:rPr lang="en-US" sz="1300">
                <a:solidFill>
                  <a:srgbClr val="173F35"/>
                </a:solidFill>
                <a:effectLst/>
                <a:latin typeface="Arial" panose="020B0604020202020204" pitchFamily="34" charset="0"/>
              </a:rPr>
              <a:t>Evidence supports claims; not eligibility, award or payment.</a:t>
            </a:r>
            <a:endParaRPr lang="en-US"/>
          </a:p>
        </p:txBody>
      </p:sp>
      <p:sp>
        <p:nvSpPr>
          <p:cNvPr id="2" name="Appendix topic destination">
            <a:hlinkClick r:id="rId4" action="ppaction://hlinksldjump"/>
            <a:extLst>
              <a:ext uri="{FF2B5EF4-FFF2-40B4-BE49-F238E27FC236}">
                <a16:creationId xmlns:a16="http://schemas.microsoft.com/office/drawing/2014/main" id="{CB7619B5-07C7-D4B6-AD7B-11C9E8C516A2}"/>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S10 / slide 11</a:t>
            </a:r>
            <a:endParaRPr lang="en-US"/>
          </a:p>
        </p:txBody>
      </p:sp>
    </p:spTree>
    <p:extLst>
      <p:ext uri="{BB962C8B-B14F-4D97-AF65-F5344CB8AC3E}">
        <p14:creationId xmlns:p14="http://schemas.microsoft.com/office/powerpoint/2010/main" val="49037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738" name="Eyebrow">
            <a:extLst>
              <a:ext uri="{FF2B5EF4-FFF2-40B4-BE49-F238E27FC236}">
                <a16:creationId xmlns:a16="http://schemas.microsoft.com/office/drawing/2014/main" id="{46609EC9-1FC2-84E7-1A7E-457ED3E5382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B10 · CTO / CIO</a:t>
            </a:r>
          </a:p>
          <a:p>
            <a:pPr algn="l">
              <a:buNone/>
            </a:pPr>
            <a:r>
              <a:rPr lang="en-US" sz="100">
                <a:effectLst/>
              </a:rPr>
              <a:t> </a:t>
            </a:r>
            <a:endParaRPr lang="en-US"/>
          </a:p>
        </p:txBody>
      </p:sp>
      <p:sp>
        <p:nvSpPr>
          <p:cNvPr id="3785" name="Slide title">
            <a:extLst>
              <a:ext uri="{FF2B5EF4-FFF2-40B4-BE49-F238E27FC236}">
                <a16:creationId xmlns:a16="http://schemas.microsoft.com/office/drawing/2014/main" id="{D3456049-E277-7203-A637-200959DCE1BD}"/>
              </a:ext>
            </a:extLst>
          </p:cNvPr>
          <p:cNvSpPr/>
          <p:nvPr/>
        </p:nvSpPr>
        <p:spPr>
          <a:xfrm>
            <a:off x="548640" y="841248"/>
            <a:ext cx="1109167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One controlled API now; split only for measured need.</a:t>
            </a:r>
          </a:p>
        </p:txBody>
      </p:sp>
      <p:sp>
        <p:nvSpPr>
          <p:cNvPr id="3833" name="Footer sources">
            <a:extLst>
              <a:ext uri="{FF2B5EF4-FFF2-40B4-BE49-F238E27FC236}">
                <a16:creationId xmlns:a16="http://schemas.microsoft.com/office/drawing/2014/main" id="{45367D92-BA50-17CC-3AA3-9E572F967F82}"/>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E09 · E13</a:t>
            </a:r>
          </a:p>
          <a:p>
            <a:pPr algn="l">
              <a:buNone/>
            </a:pPr>
            <a:r>
              <a:rPr lang="en-US" sz="100">
                <a:effectLst/>
              </a:rPr>
              <a:t> </a:t>
            </a:r>
            <a:endParaRPr lang="en-US"/>
          </a:p>
        </p:txBody>
      </p:sp>
      <p:sp>
        <p:nvSpPr>
          <p:cNvPr id="3882" name="Footer navigation">
            <a:hlinkClick r:id="rId3" action="ppaction://hlinksldjump"/>
            <a:extLst>
              <a:ext uri="{FF2B5EF4-FFF2-40B4-BE49-F238E27FC236}">
                <a16:creationId xmlns:a16="http://schemas.microsoft.com/office/drawing/2014/main" id="{F8DEA46F-18DE-E7A5-A1EF-EE09CFD31C51}"/>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B10 · Index: slide 27</a:t>
            </a:r>
            <a:endParaRPr lang="en-US"/>
          </a:p>
        </p:txBody>
      </p:sp>
      <p:sp>
        <p:nvSpPr>
          <p:cNvPr id="3932" name="Return to interrupted calling slide">
            <a:hlinkClick r:id="rId3" action="ppaction://hlinksldjump"/>
            <a:extLst>
              <a:ext uri="{FF2B5EF4-FFF2-40B4-BE49-F238E27FC236}">
                <a16:creationId xmlns:a16="http://schemas.microsoft.com/office/drawing/2014/main" id="{08DE5AEC-1D27-C3A4-C022-EFEAB0E8885D}"/>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06BB5FAA-CEF8-DAE0-C542-715342C9DBB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 xmlns:p="http://schemas.openxmlformats.org/presentationml/2006/main" xmlns:a="http://schemas.openxmlformats.org/drawingml/2006/main">
        <p:nvSpPr>
          <p:cNvPr id="900000" name="Story-37-identity-band" descr=""/>
          <p:cNvSpPr txBox="1"/>
          <p:nvPr/>
        </p:nvSpPr>
        <p:spPr>
          <a:xfrm>
            <a:off x="548640" y="1783080"/>
            <a:ext cx="3154680" cy="1188720"/>
          </a:xfrm>
          <a:prstGeom prst="rect">
            <a:avLst/>
          </a:prstGeom>
          <a:solidFill>
            <a:srgbClr val="E8F2FB"/>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1" name="Story-37-identity" descr="Entra sign-in&#10;API rechecks scope"/>
          <p:cNvSpPr txBox="1"/>
          <p:nvPr/>
        </p:nvSpPr>
        <p:spPr>
          <a:xfrm>
            <a:off x="749808" y="1975104"/>
            <a:ext cx="2752344" cy="822960"/>
          </a:xfrm>
          <a:prstGeom prst="rect">
            <a:avLst/>
          </a:prstGeom>
          <a:noFill/>
          <a:ln>
            <a:noFill/>
          </a:ln>
        </p:spPr>
        <p:txBody>
          <a:bodyPr wrap="square" lIns="18288" rIns="18288" tIns="9144" bIns="9144" anchor="t">
            <a:noAutofit/>
          </a:bodyPr>
          <a:lstStyle/>
          <a:p>
            <a:pPr algn="l">
              <a:lnSpc>
                <a:spcPct val="105000"/>
              </a:lnSpc>
              <a:buNone/>
            </a:pPr>
            <a:r>
              <a:rPr lang="en-GB" sz="2000" b="1">
                <a:solidFill>
                  <a:srgbClr val="173F35"/>
                </a:solidFill>
                <a:latin typeface="Arial"/>
              </a:rPr>
              <a:t>Entra sign-in</a:t>
            </a:r>
          </a:p>
          <a:p>
            <a:pPr algn="l">
              <a:lnSpc>
                <a:spcPct val="105000"/>
              </a:lnSpc>
              <a:buNone/>
            </a:pPr>
            <a:r>
              <a:rPr lang="en-GB" sz="2000" b="1">
                <a:solidFill>
                  <a:srgbClr val="173F35"/>
                </a:solidFill>
                <a:latin typeface="Arial"/>
              </a:rPr>
              <a:t>API rechecks scope</a:t>
            </a:r>
          </a:p>
        </p:txBody>
      </p:sp>
      <p:sp xmlns:p="http://schemas.openxmlformats.org/presentationml/2006/main" xmlns:a="http://schemas.openxmlformats.org/drawingml/2006/main">
        <p:nvSpPr>
          <p:cNvPr id="900002" name="Story-37-first-arrow" descr=""/>
          <p:cNvSpPr txBox="1"/>
          <p:nvPr/>
        </p:nvSpPr>
        <p:spPr>
          <a:xfrm>
            <a:off x="3858768" y="2267712"/>
            <a:ext cx="292608" cy="256032"/>
          </a:xfrm>
          <a:prstGeom prst="rightArrow">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3" name="Story-37-api-band" descr=""/>
          <p:cNvSpPr txBox="1"/>
          <p:nvPr/>
        </p:nvSpPr>
        <p:spPr>
          <a:xfrm>
            <a:off x="4325112" y="1783080"/>
            <a:ext cx="3154680" cy="1188720"/>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4" name="Story-37-api" descr="Container Apps API&#10;Workflow + assists"/>
          <p:cNvSpPr txBox="1"/>
          <p:nvPr/>
        </p:nvSpPr>
        <p:spPr>
          <a:xfrm>
            <a:off x="4526280" y="1975104"/>
            <a:ext cx="2752344" cy="822960"/>
          </a:xfrm>
          <a:prstGeom prst="rect">
            <a:avLst/>
          </a:prstGeom>
          <a:noFill/>
          <a:ln>
            <a:noFill/>
          </a:ln>
        </p:spPr>
        <p:txBody>
          <a:bodyPr wrap="square" lIns="18288" rIns="18288" tIns="9144" bIns="9144" anchor="t">
            <a:noAutofit/>
          </a:bodyPr>
          <a:lstStyle/>
          <a:p>
            <a:pPr algn="l">
              <a:lnSpc>
                <a:spcPct val="105000"/>
              </a:lnSpc>
              <a:buNone/>
            </a:pPr>
            <a:r>
              <a:rPr lang="en-GB" sz="2000" b="1">
                <a:solidFill>
                  <a:srgbClr val="173F35"/>
                </a:solidFill>
                <a:latin typeface="Arial"/>
              </a:rPr>
              <a:t>Container Apps API</a:t>
            </a:r>
          </a:p>
          <a:p>
            <a:pPr algn="l">
              <a:lnSpc>
                <a:spcPct val="105000"/>
              </a:lnSpc>
              <a:buNone/>
            </a:pPr>
            <a:r>
              <a:rPr lang="en-GB" sz="2000" b="1">
                <a:solidFill>
                  <a:srgbClr val="173F35"/>
                </a:solidFill>
                <a:latin typeface="Arial"/>
              </a:rPr>
              <a:t>Workflow + assists</a:t>
            </a:r>
          </a:p>
        </p:txBody>
      </p:sp>
      <p:sp xmlns:p="http://schemas.openxmlformats.org/presentationml/2006/main" xmlns:a="http://schemas.openxmlformats.org/drawingml/2006/main">
        <p:nvSpPr>
          <p:cNvPr id="900005" name="Story-37-second-arrow" descr=""/>
          <p:cNvSpPr txBox="1"/>
          <p:nvPr/>
        </p:nvSpPr>
        <p:spPr>
          <a:xfrm>
            <a:off x="7635240" y="2267712"/>
            <a:ext cx="292608" cy="256032"/>
          </a:xfrm>
          <a:prstGeom prst="rightArrow">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6" name="Story-37-state-band" descr=""/>
          <p:cNvSpPr txBox="1"/>
          <p:nvPr/>
        </p:nvSpPr>
        <p:spPr>
          <a:xfrm>
            <a:off x="8101584" y="1783080"/>
            <a:ext cx="3538728" cy="1188720"/>
          </a:xfrm>
          <a:prstGeom prst="rect">
            <a:avLst/>
          </a:prstGeom>
          <a:solidFill>
            <a:srgbClr val="E8F2FB"/>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7" name="Story-37-state" descr="Azure SQL + Blob&#10;State, audit + evidence"/>
          <p:cNvSpPr txBox="1"/>
          <p:nvPr/>
        </p:nvSpPr>
        <p:spPr>
          <a:xfrm>
            <a:off x="8302752" y="1975104"/>
            <a:ext cx="3136392" cy="822960"/>
          </a:xfrm>
          <a:prstGeom prst="rect">
            <a:avLst/>
          </a:prstGeom>
          <a:noFill/>
          <a:ln>
            <a:noFill/>
          </a:ln>
        </p:spPr>
        <p:txBody>
          <a:bodyPr wrap="square" lIns="18288" rIns="18288" tIns="9144" bIns="9144" anchor="t">
            <a:noAutofit/>
          </a:bodyPr>
          <a:lstStyle/>
          <a:p>
            <a:pPr algn="l">
              <a:lnSpc>
                <a:spcPct val="105000"/>
              </a:lnSpc>
              <a:buNone/>
            </a:pPr>
            <a:r>
              <a:rPr lang="en-GB" sz="2000" b="1">
                <a:solidFill>
                  <a:srgbClr val="173F35"/>
                </a:solidFill>
                <a:latin typeface="Arial"/>
              </a:rPr>
              <a:t>Azure SQL + Blob</a:t>
            </a:r>
          </a:p>
          <a:p>
            <a:pPr algn="l">
              <a:lnSpc>
                <a:spcPct val="105000"/>
              </a:lnSpc>
              <a:buNone/>
            </a:pPr>
            <a:r>
              <a:rPr lang="en-GB" sz="2000" b="1">
                <a:solidFill>
                  <a:srgbClr val="173F35"/>
                </a:solidFill>
                <a:latin typeface="Arial"/>
              </a:rPr>
              <a:t>State, audit + evidence</a:t>
            </a:r>
          </a:p>
        </p:txBody>
      </p:sp>
      <p:sp xmlns:p="http://schemas.openxmlformats.org/presentationml/2006/main" xmlns:a="http://schemas.openxmlformats.org/drawingml/2006/main">
        <p:nvSpPr>
          <p:cNvPr id="900008" name="Story-37-runtime-title" descr="Container Apps, not AKS"/>
          <p:cNvSpPr txBox="1"/>
          <p:nvPr/>
        </p:nvSpPr>
        <p:spPr>
          <a:xfrm>
            <a:off x="548640" y="3291840"/>
            <a:ext cx="5257800" cy="41148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Container Apps, not AKS</a:t>
            </a:r>
          </a:p>
        </p:txBody>
      </p:sp>
      <p:sp xmlns:p="http://schemas.openxmlformats.org/presentationml/2006/main" xmlns:a="http://schemas.openxmlformats.org/drawingml/2006/main">
        <p:nvSpPr>
          <p:cNvPr id="900009" name="Story-37-runtime-why" descr="Avoid cluster operations for this bounded app.&#10;Fewer service, retry and state boundaries."/>
          <p:cNvSpPr txBox="1"/>
          <p:nvPr/>
        </p:nvSpPr>
        <p:spPr>
          <a:xfrm>
            <a:off x="548640" y="3858768"/>
            <a:ext cx="5257800" cy="73152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Avoid cluster operations for this bounded app.</a:t>
            </a:r>
          </a:p>
          <a:p>
            <a:pPr algn="l">
              <a:lnSpc>
                <a:spcPct val="105000"/>
              </a:lnSpc>
              <a:buNone/>
            </a:pPr>
            <a:r>
              <a:rPr lang="en-GB" sz="1800" b="0">
                <a:solidFill>
                  <a:srgbClr val="173F35"/>
                </a:solidFill>
                <a:latin typeface="Arial"/>
              </a:rPr>
              <a:t>Fewer service, retry and state boundaries.</a:t>
            </a:r>
          </a:p>
        </p:txBody>
      </p:sp>
      <p:sp xmlns:p="http://schemas.openxmlformats.org/presentationml/2006/main" xmlns:a="http://schemas.openxmlformats.org/drawingml/2006/main">
        <p:nvSpPr>
          <p:cNvPr id="900010" name="Story-37-storage-title" descr="SQL state; Blob document bytes"/>
          <p:cNvSpPr txBox="1"/>
          <p:nvPr/>
        </p:nvSpPr>
        <p:spPr>
          <a:xfrm>
            <a:off x="6309360" y="3291840"/>
            <a:ext cx="5330952" cy="411480"/>
          </a:xfrm>
          <a:prstGeom prst="rect">
            <a:avLst/>
          </a:prstGeom>
          <a:noFill/>
          <a:ln>
            <a:noFill/>
          </a:ln>
        </p:spPr>
        <p:txBody>
          <a:bodyPr wrap="square" lIns="18288" rIns="18288" tIns="9144" bIns="9144" anchor="t">
            <a:noAutofit/>
          </a:bodyPr>
          <a:lstStyle/>
          <a:p>
            <a:pPr algn="l">
              <a:lnSpc>
                <a:spcPct val="105000"/>
              </a:lnSpc>
              <a:buNone/>
            </a:pPr>
            <a:r>
              <a:rPr lang="en-GB" sz="2200" b="1">
                <a:solidFill>
                  <a:srgbClr val="173F35"/>
                </a:solidFill>
                <a:latin typeface="Arial"/>
              </a:rPr>
              <a:t>SQL state; Blob document bytes</a:t>
            </a:r>
          </a:p>
        </p:txBody>
      </p:sp>
      <p:sp xmlns:p="http://schemas.openxmlformats.org/presentationml/2006/main" xmlns:a="http://schemas.openxmlformats.org/drawingml/2006/main">
        <p:nvSpPr>
          <p:cNvPr id="900011" name="Story-37-storage-why" descr="Transactions and versioned reviews in SQL.&#10;Files in Blob; references and hashes in SQL."/>
          <p:cNvSpPr txBox="1"/>
          <p:nvPr/>
        </p:nvSpPr>
        <p:spPr>
          <a:xfrm>
            <a:off x="6309360" y="3858768"/>
            <a:ext cx="5330952" cy="73152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Transactions and versioned reviews in SQL.</a:t>
            </a:r>
          </a:p>
          <a:p>
            <a:pPr algn="l">
              <a:lnSpc>
                <a:spcPct val="105000"/>
              </a:lnSpc>
              <a:buNone/>
            </a:pPr>
            <a:r>
              <a:rPr lang="en-GB" sz="1800" b="0">
                <a:solidFill>
                  <a:srgbClr val="173F35"/>
                </a:solidFill>
                <a:latin typeface="Arial"/>
              </a:rPr>
              <a:t>Files in Blob; references and hashes in SQL.</a:t>
            </a:r>
          </a:p>
        </p:txBody>
      </p:sp>
      <p:sp xmlns:p="http://schemas.openxmlformats.org/presentationml/2006/main" xmlns:a="http://schemas.openxmlformats.org/drawingml/2006/main">
        <p:nvSpPr>
          <p:cNvPr id="900012" name="Story-37-future-band" descr=""/>
          <p:cNvSpPr txBox="1"/>
          <p:nvPr/>
        </p:nvSpPr>
        <p:spPr>
          <a:xfrm>
            <a:off x="548640" y="4800600"/>
            <a:ext cx="11091672" cy="886968"/>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3" name="Story-37-future" descr="Deferred: five deployed workers, queues or a cluster. Split only for measured isolation, scale or recovery need."/>
          <p:cNvSpPr txBox="1"/>
          <p:nvPr/>
        </p:nvSpPr>
        <p:spPr>
          <a:xfrm>
            <a:off x="749808" y="4965192"/>
            <a:ext cx="10689336" cy="612648"/>
          </a:xfrm>
          <a:prstGeom prst="rect">
            <a:avLst/>
          </a:prstGeom>
          <a:noFill/>
          <a:ln>
            <a:noFill/>
          </a:ln>
        </p:spPr>
        <p:txBody>
          <a:bodyPr wrap="square" lIns="18288" rIns="18288" tIns="9144" bIns="9144" anchor="t">
            <a:noAutofit/>
          </a:bodyPr>
          <a:lstStyle/>
          <a:p>
            <a:pPr algn="l">
              <a:lnSpc>
                <a:spcPct val="105000"/>
              </a:lnSpc>
              <a:buNone/>
            </a:pPr>
            <a:r>
              <a:rPr lang="en-GB" sz="1700" b="1">
                <a:solidFill>
                  <a:srgbClr val="173F35"/>
                </a:solidFill>
                <a:latin typeface="Arial"/>
              </a:rPr>
              <a:t>Deferred: five deployed workers, queues or a cluster. Split only for measured isolation, scale or recovery need.</a:t>
            </a:r>
          </a:p>
        </p:txBody>
      </p:sp>
      <p:sp xmlns:p="http://schemas.openxmlformats.org/presentationml/2006/main" xmlns:a="http://schemas.openxmlformats.org/drawingml/2006/main">
        <p:nvSpPr>
          <p:cNvPr id="900014" name="Story-37-revision-source" descr="ADR 0002 source rationale | no measured platform superiority or current whole-system acceptance claimed."/>
          <p:cNvSpPr txBox="1"/>
          <p:nvPr/>
        </p:nvSpPr>
        <p:spPr>
          <a:xfrm>
            <a:off x="548640" y="5815584"/>
            <a:ext cx="11091672" cy="237744"/>
          </a:xfrm>
          <a:prstGeom prst="rect">
            <a:avLst/>
          </a:prstGeom>
          <a:noFill/>
          <a:ln>
            <a:noFill/>
          </a:ln>
        </p:spPr>
        <p:txBody>
          <a:bodyPr wrap="square" lIns="18288" rIns="18288" tIns="9144" bIns="9144" anchor="t">
            <a:noAutofit/>
          </a:bodyPr>
          <a:lstStyle/>
          <a:p>
            <a:pPr algn="l">
              <a:lnSpc>
                <a:spcPct val="105000"/>
              </a:lnSpc>
              <a:buNone/>
            </a:pPr>
            <a:r>
              <a:rPr lang="en-GB" sz="1200" b="0">
                <a:solidFill>
                  <a:srgbClr val="50655E"/>
                </a:solidFill>
                <a:latin typeface="Arial"/>
              </a:rPr>
              <a:t>ADR 0002 source rationale | no measured platform superiority or current whole-system acceptance claimed.</a:t>
            </a:r>
          </a:p>
        </p:txBody>
      </p:sp>
    </p:spTree>
    <p:extLst>
      <p:ext uri="{BB962C8B-B14F-4D97-AF65-F5344CB8AC3E}">
        <p14:creationId xmlns:p14="http://schemas.microsoft.com/office/powerpoint/2010/main" val="831072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983" name="Eyebrow">
            <a:extLst>
              <a:ext uri="{FF2B5EF4-FFF2-40B4-BE49-F238E27FC236}">
                <a16:creationId xmlns:a16="http://schemas.microsoft.com/office/drawing/2014/main" id="{2241F93E-15A8-CFEF-1B79-DCC0A37FB77E}"/>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B11 · CTO / PANEL</a:t>
            </a:r>
          </a:p>
          <a:p>
            <a:pPr algn="l">
              <a:buNone/>
            </a:pPr>
            <a:r>
              <a:rPr lang="en-US" sz="100">
                <a:effectLst/>
              </a:rPr>
              <a:t> </a:t>
            </a:r>
            <a:endParaRPr lang="en-US"/>
          </a:p>
        </p:txBody>
      </p:sp>
      <p:sp>
        <p:nvSpPr>
          <p:cNvPr id="4035" name="Slide title">
            <a:extLst>
              <a:ext uri="{FF2B5EF4-FFF2-40B4-BE49-F238E27FC236}">
                <a16:creationId xmlns:a16="http://schemas.microsoft.com/office/drawing/2014/main" id="{F921C139-2818-DC7A-9BEB-36C2EB08481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proves the AI is real and useful rather than a template?</a:t>
            </a:r>
          </a:p>
          <a:p>
            <a:pPr algn="l">
              <a:buNone/>
            </a:pPr>
            <a:r>
              <a:rPr lang="en-US" sz="100">
                <a:effectLst/>
              </a:rPr>
              <a:t> </a:t>
            </a:r>
            <a:endParaRPr lang="en-US"/>
          </a:p>
        </p:txBody>
      </p:sp>
      <p:sp>
        <p:nvSpPr>
          <p:cNvPr id="4088" name="Footer sources">
            <a:extLst>
              <a:ext uri="{FF2B5EF4-FFF2-40B4-BE49-F238E27FC236}">
                <a16:creationId xmlns:a16="http://schemas.microsoft.com/office/drawing/2014/main" id="{9109AE60-2A59-155C-8A21-217B5966543A}"/>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E07 · E09 · E04 · E13</a:t>
            </a:r>
          </a:p>
          <a:p>
            <a:pPr algn="l">
              <a:buNone/>
            </a:pPr>
            <a:r>
              <a:rPr lang="en-US" sz="100">
                <a:effectLst/>
              </a:rPr>
              <a:t> </a:t>
            </a:r>
            <a:endParaRPr lang="en-US"/>
          </a:p>
        </p:txBody>
      </p:sp>
      <p:sp>
        <p:nvSpPr>
          <p:cNvPr id="4142" name="Footer navigation">
            <a:hlinkClick r:id="rId3" action="ppaction://hlinksldjump"/>
            <a:extLst>
              <a:ext uri="{FF2B5EF4-FFF2-40B4-BE49-F238E27FC236}">
                <a16:creationId xmlns:a16="http://schemas.microsoft.com/office/drawing/2014/main" id="{116F36E7-1EC0-B131-E00C-1567951778A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B11 · Index: slide 27</a:t>
            </a:r>
            <a:endParaRPr lang="en-US"/>
          </a:p>
        </p:txBody>
      </p:sp>
      <p:sp>
        <p:nvSpPr>
          <p:cNvPr id="4197" name="Return to interrupted calling slide">
            <a:hlinkClick r:id="rId3" action="ppaction://hlinksldjump"/>
            <a:extLst>
              <a:ext uri="{FF2B5EF4-FFF2-40B4-BE49-F238E27FC236}">
                <a16:creationId xmlns:a16="http://schemas.microsoft.com/office/drawing/2014/main" id="{05FC7B71-5B7F-414E-9AC2-7F3CBE6E690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1966" name="Invocation card">
            <a:extLst>
              <a:ext uri="{FF2B5EF4-FFF2-40B4-BE49-F238E27FC236}">
                <a16:creationId xmlns:a16="http://schemas.microsoft.com/office/drawing/2014/main" id="{BE5ADF33-A590-18EC-FF6F-C056DA2855A8}"/>
              </a:ext>
            </a:extLst>
          </p:cNvPr>
          <p:cNvSpPr/>
          <p:nvPr/>
        </p:nvSpPr>
        <p:spPr>
          <a:xfrm>
            <a:off x="548640" y="1668780"/>
            <a:ext cx="4023360" cy="18973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68" name="Semantic acceptance card">
            <a:extLst>
              <a:ext uri="{FF2B5EF4-FFF2-40B4-BE49-F238E27FC236}">
                <a16:creationId xmlns:a16="http://schemas.microsoft.com/office/drawing/2014/main" id="{0B6DCE7A-3AE3-2DA6-FE5B-4645B1A7F05D}"/>
              </a:ext>
            </a:extLst>
          </p:cNvPr>
          <p:cNvSpPr/>
          <p:nvPr/>
        </p:nvSpPr>
        <p:spPr>
          <a:xfrm>
            <a:off x="5120640" y="1668780"/>
            <a:ext cx="3169920" cy="18973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1" name="Incremental value card">
            <a:extLst>
              <a:ext uri="{FF2B5EF4-FFF2-40B4-BE49-F238E27FC236}">
                <a16:creationId xmlns:a16="http://schemas.microsoft.com/office/drawing/2014/main" id="{58FE7226-E802-D621-76DC-783355C7B4EE}"/>
              </a:ext>
            </a:extLst>
          </p:cNvPr>
          <p:cNvSpPr/>
          <p:nvPr/>
        </p:nvSpPr>
        <p:spPr>
          <a:xfrm>
            <a:off x="8473440" y="1668780"/>
            <a:ext cx="3169920" cy="18973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5" name="Invocation text">
            <a:extLst>
              <a:ext uri="{FF2B5EF4-FFF2-40B4-BE49-F238E27FC236}">
                <a16:creationId xmlns:a16="http://schemas.microsoft.com/office/drawing/2014/main" id="{319AA58A-2F42-B7E9-7D68-54F7F0FEBA69}"/>
              </a:ext>
            </a:extLst>
          </p:cNvPr>
          <p:cNvSpPr/>
          <p:nvPr/>
        </p:nvSpPr>
        <p:spPr>
          <a:xfrm>
            <a:off x="609600" y="1920240"/>
            <a:ext cx="3901440" cy="1493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Invocation</a:t>
            </a:r>
          </a:p>
          <a:p>
            <a:pPr algn="l">
              <a:buNone/>
            </a:pPr>
            <a:r>
              <a:rPr lang="en-US" sz="1800" b="1">
                <a:solidFill>
                  <a:srgbClr val="173F35"/>
                </a:solidFill>
                <a:effectLst/>
                <a:latin typeface="Arial" panose="020B0604020202020204" pitchFamily="34" charset="0"/>
              </a:rPr>
              <a:t>Provider/model/usage and source=ai evidence</a:t>
            </a:r>
          </a:p>
          <a:p>
            <a:pPr algn="l">
              <a:buNone/>
            </a:pPr>
            <a:r>
              <a:rPr lang="en-US" sz="1800">
                <a:solidFill>
                  <a:srgbClr val="173F35"/>
                </a:solidFill>
                <a:effectLst/>
                <a:latin typeface="Arial" panose="020B0604020202020204" pitchFamily="34" charset="0"/>
              </a:rPr>
              <a:t>Historical real calls and persistence are documented.</a:t>
            </a:r>
            <a:endParaRPr lang="en-US"/>
          </a:p>
        </p:txBody>
      </p:sp>
      <p:sp>
        <p:nvSpPr>
          <p:cNvPr id="21980" name="Semantic acceptance text">
            <a:extLst>
              <a:ext uri="{FF2B5EF4-FFF2-40B4-BE49-F238E27FC236}">
                <a16:creationId xmlns:a16="http://schemas.microsoft.com/office/drawing/2014/main" id="{0F86F804-59E8-07AA-388D-BF534D10E655}"/>
              </a:ext>
            </a:extLst>
          </p:cNvPr>
          <p:cNvSpPr/>
          <p:nvPr/>
        </p:nvSpPr>
        <p:spPr>
          <a:xfrm>
            <a:off x="5181600" y="1920240"/>
            <a:ext cx="3048000" cy="1493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Semantic acceptance</a:t>
            </a:r>
          </a:p>
          <a:p>
            <a:pPr algn="l">
              <a:buNone/>
            </a:pPr>
            <a:r>
              <a:rPr lang="en-US" sz="1800">
                <a:solidFill>
                  <a:srgbClr val="173F35"/>
                </a:solidFill>
                <a:effectLst/>
                <a:latin typeface="Arial" panose="020B0604020202020204" pitchFamily="34" charset="0"/>
              </a:rPr>
              <a:t>Semantic quality, critical omissions, unsafe advice and fairness require separate evaluation.</a:t>
            </a:r>
            <a:endParaRPr lang="en-US"/>
          </a:p>
        </p:txBody>
      </p:sp>
      <p:sp>
        <p:nvSpPr>
          <p:cNvPr id="21986" name="Incremental value text">
            <a:extLst>
              <a:ext uri="{FF2B5EF4-FFF2-40B4-BE49-F238E27FC236}">
                <a16:creationId xmlns:a16="http://schemas.microsoft.com/office/drawing/2014/main" id="{6A92D770-9C5C-3461-FB99-36BF0F34C737}"/>
              </a:ext>
            </a:extLst>
          </p:cNvPr>
          <p:cNvSpPr/>
          <p:nvPr/>
        </p:nvSpPr>
        <p:spPr>
          <a:xfrm>
            <a:off x="8534400" y="1920240"/>
            <a:ext cx="3048000" cy="1219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Incremental value</a:t>
            </a:r>
          </a:p>
          <a:p>
            <a:pPr algn="l">
              <a:buNone/>
            </a:pPr>
            <a:r>
              <a:rPr lang="en-US" sz="1800">
                <a:solidFill>
                  <a:srgbClr val="173F35"/>
                </a:solidFill>
                <a:effectLst/>
                <a:latin typeface="Arial" panose="020B0604020202020204" pitchFamily="34" charset="0"/>
              </a:rPr>
              <a:t>Review burden and incremental value require separate evaluation.</a:t>
            </a:r>
            <a:endParaRPr lang="en-US"/>
          </a:p>
        </p:txBody>
      </p:sp>
      <p:sp>
        <p:nvSpPr>
          <p:cNvPr id="21993" name="Dated historical pill">
            <a:extLst>
              <a:ext uri="{FF2B5EF4-FFF2-40B4-BE49-F238E27FC236}">
                <a16:creationId xmlns:a16="http://schemas.microsoft.com/office/drawing/2014/main" id="{AE95DB18-27F1-CC4D-A5EA-37D9604F0AAA}"/>
              </a:ext>
            </a:extLst>
          </p:cNvPr>
          <p:cNvSpPr/>
          <p:nvPr/>
        </p:nvSpPr>
        <p:spPr>
          <a:xfrm>
            <a:off x="701040" y="1508760"/>
            <a:ext cx="3081528"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DATED HISTORICAL EVIDENCE</a:t>
            </a:r>
          </a:p>
          <a:p>
            <a:pPr algn="ctr">
              <a:buNone/>
            </a:pPr>
            <a:r>
              <a:rPr lang="en-US" sz="100">
                <a:effectLst/>
              </a:rPr>
              <a:t> </a:t>
            </a:r>
            <a:endParaRPr lang="en-US"/>
          </a:p>
        </p:txBody>
      </p:sp>
      <p:sp>
        <p:nvSpPr>
          <p:cNvPr id="22001" name="Outstanding pill 1">
            <a:extLst>
              <a:ext uri="{FF2B5EF4-FFF2-40B4-BE49-F238E27FC236}">
                <a16:creationId xmlns:a16="http://schemas.microsoft.com/office/drawing/2014/main" id="{840B158F-3BEC-2775-319E-5FB42B061227}"/>
              </a:ext>
            </a:extLst>
          </p:cNvPr>
          <p:cNvSpPr/>
          <p:nvPr/>
        </p:nvSpPr>
        <p:spPr>
          <a:xfrm>
            <a:off x="5273040" y="15087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010" name="Outstanding pill 2">
            <a:extLst>
              <a:ext uri="{FF2B5EF4-FFF2-40B4-BE49-F238E27FC236}">
                <a16:creationId xmlns:a16="http://schemas.microsoft.com/office/drawing/2014/main" id="{8137FD1B-3F23-C58D-099F-BE15E3CBC98D}"/>
              </a:ext>
            </a:extLst>
          </p:cNvPr>
          <p:cNvSpPr/>
          <p:nvPr/>
        </p:nvSpPr>
        <p:spPr>
          <a:xfrm>
            <a:off x="8625840" y="15087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020" name="Not equal">
            <a:extLst>
              <a:ext uri="{FF2B5EF4-FFF2-40B4-BE49-F238E27FC236}">
                <a16:creationId xmlns:a16="http://schemas.microsoft.com/office/drawing/2014/main" id="{6064A5E9-887C-D397-4092-9D9180CF8B90}"/>
              </a:ext>
            </a:extLst>
          </p:cNvPr>
          <p:cNvSpPr/>
          <p:nvPr/>
        </p:nvSpPr>
        <p:spPr>
          <a:xfrm>
            <a:off x="4572000" y="2160270"/>
            <a:ext cx="5486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4800" b="1">
                <a:solidFill>
                  <a:srgbClr val="173F35"/>
                </a:solidFill>
                <a:effectLst/>
                <a:latin typeface="Arial" panose="020B0604020202020204" pitchFamily="34" charset="0"/>
              </a:rPr>
              <a:t>≠</a:t>
            </a:r>
          </a:p>
          <a:p>
            <a:pPr algn="ctr">
              <a:buNone/>
            </a:pPr>
            <a:r>
              <a:rPr lang="en-US" sz="100">
                <a:effectLst/>
              </a:rPr>
              <a:t> </a:t>
            </a:r>
            <a:endParaRPr lang="en-US"/>
          </a:p>
        </p:txBody>
      </p:sp>
      <p:sp>
        <p:nvSpPr>
          <p:cNvPr id="22031" name="Template box">
            <a:extLst>
              <a:ext uri="{FF2B5EF4-FFF2-40B4-BE49-F238E27FC236}">
                <a16:creationId xmlns:a16="http://schemas.microsoft.com/office/drawing/2014/main" id="{7B25E447-ED10-0EF9-34D3-A8197A26540B}"/>
              </a:ext>
            </a:extLst>
          </p:cNvPr>
          <p:cNvSpPr/>
          <p:nvPr/>
        </p:nvSpPr>
        <p:spPr>
          <a:xfrm>
            <a:off x="548640" y="3886200"/>
            <a:ext cx="4023360" cy="1859280"/>
          </a:xfrm>
          <a:prstGeom prst="rect">
            <a:avLst/>
          </a:prstGeom>
          <a:solidFill>
            <a:srgbClr val="FAF9F6"/>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43" name="Gap box">
            <a:extLst>
              <a:ext uri="{FF2B5EF4-FFF2-40B4-BE49-F238E27FC236}">
                <a16:creationId xmlns:a16="http://schemas.microsoft.com/office/drawing/2014/main" id="{3C89BDD8-1B1B-9C94-EDAA-1A9AA0106400}"/>
              </a:ext>
            </a:extLst>
          </p:cNvPr>
          <p:cNvSpPr/>
          <p:nvPr/>
        </p:nvSpPr>
        <p:spPr>
          <a:xfrm>
            <a:off x="5120640" y="3886200"/>
            <a:ext cx="6522720" cy="1859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56" name="Fallback label">
            <a:extLst>
              <a:ext uri="{FF2B5EF4-FFF2-40B4-BE49-F238E27FC236}">
                <a16:creationId xmlns:a16="http://schemas.microsoft.com/office/drawing/2014/main" id="{3C7A19E7-6795-F161-E047-E8263CD8C58B}"/>
              </a:ext>
            </a:extLst>
          </p:cNvPr>
          <p:cNvSpPr/>
          <p:nvPr/>
        </p:nvSpPr>
        <p:spPr>
          <a:xfrm>
            <a:off x="609600" y="4015740"/>
            <a:ext cx="3901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LABELLED FALLBACK</a:t>
            </a:r>
            <a:endParaRPr lang="en-US"/>
          </a:p>
        </p:txBody>
      </p:sp>
      <p:sp>
        <p:nvSpPr>
          <p:cNvPr id="22070" name="Gap label">
            <a:extLst>
              <a:ext uri="{FF2B5EF4-FFF2-40B4-BE49-F238E27FC236}">
                <a16:creationId xmlns:a16="http://schemas.microsoft.com/office/drawing/2014/main" id="{A2B56C63-9E99-4279-74C2-A18B03CBD578}"/>
              </a:ext>
            </a:extLst>
          </p:cNvPr>
          <p:cNvSpPr/>
          <p:nvPr/>
        </p:nvSpPr>
        <p:spPr>
          <a:xfrm>
            <a:off x="5181600" y="4015740"/>
            <a:ext cx="6400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WHAT THE PILOT ADDS</a:t>
            </a:r>
            <a:endParaRPr lang="en-US"/>
          </a:p>
        </p:txBody>
      </p:sp>
      <p:sp>
        <p:nvSpPr>
          <p:cNvPr id="59959" name="Statement 3">
            <a:extLst>
              <a:ext uri="{FF2B5EF4-FFF2-40B4-BE49-F238E27FC236}">
                <a16:creationId xmlns:a16="http://schemas.microsoft.com/office/drawing/2014/main" id="{56D9A094-965D-B609-CAD2-5CC3E8EC2DBF}"/>
              </a:ext>
            </a:extLst>
          </p:cNvPr>
          <p:cNvSpPr/>
          <p:nvPr/>
        </p:nvSpPr>
        <p:spPr>
          <a:xfrm>
            <a:off x="5181600" y="4404360"/>
            <a:ext cx="640080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Real invocation proven; calibrated quality and value come from the pilot</a:t>
            </a:r>
          </a:p>
          <a:p>
            <a:pPr algn="l">
              <a:buNone/>
            </a:pPr>
            <a:r>
              <a:rPr lang="en-US" sz="1800">
                <a:solidFill>
                  <a:srgbClr val="173F35"/>
                </a:solidFill>
                <a:effectLst/>
                <a:latin typeface="Arial" panose="020B0604020202020204" pitchFamily="34" charset="0"/>
              </a:rPr>
              <a:t>Live readiness is re-checked before every run, never assumed.</a:t>
            </a:r>
            <a:endParaRPr lang="en-US"/>
          </a:p>
        </p:txBody>
      </p:sp>
      <p:sp>
        <p:nvSpPr>
          <p:cNvPr id="59961" name="Statement 2">
            <a:extLst>
              <a:ext uri="{FF2B5EF4-FFF2-40B4-BE49-F238E27FC236}">
                <a16:creationId xmlns:a16="http://schemas.microsoft.com/office/drawing/2014/main" id="{48445B65-9CCF-9498-7B80-3D7792851785}"/>
              </a:ext>
            </a:extLst>
          </p:cNvPr>
          <p:cNvSpPr/>
          <p:nvPr/>
        </p:nvSpPr>
        <p:spPr>
          <a:xfrm>
            <a:off x="609600" y="4404360"/>
            <a:ext cx="3901440" cy="1127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Template/replay is clearly labelled as a fallback</a:t>
            </a:r>
          </a:p>
          <a:p>
            <a:pPr algn="l">
              <a:buNone/>
            </a:pPr>
            <a:r>
              <a:rPr lang="en-US" sz="1600">
                <a:solidFill>
                  <a:srgbClr val="173F35"/>
                </a:solidFill>
                <a:effectLst/>
                <a:latin typeface="Arial" panose="020B0604020202020204" pitchFamily="34" charset="0"/>
              </a:rPr>
              <a:t>The real-inference gate runs on live model calls.</a:t>
            </a:r>
            <a:endParaRPr lang="en-US"/>
          </a:p>
        </p:txBody>
      </p:sp>
      <p:sp>
        <p:nvSpPr>
          <p:cNvPr id="2" name="Appendix topic destination">
            <a:hlinkClick r:id="rId4" action="ppaction://hlinksldjump"/>
            <a:extLst>
              <a:ext uri="{FF2B5EF4-FFF2-40B4-BE49-F238E27FC236}">
                <a16:creationId xmlns:a16="http://schemas.microsoft.com/office/drawing/2014/main" id="{70B1BD13-38D5-DC29-94DC-F97082C056D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S15 / slide 16</a:t>
            </a:r>
            <a:endParaRPr lang="en-US"/>
          </a:p>
        </p:txBody>
      </p:sp>
    </p:spTree>
    <p:extLst>
      <p:ext uri="{BB962C8B-B14F-4D97-AF65-F5344CB8AC3E}">
        <p14:creationId xmlns:p14="http://schemas.microsoft.com/office/powerpoint/2010/main" val="811820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253" name="Eyebrow">
            <a:extLst>
              <a:ext uri="{FF2B5EF4-FFF2-40B4-BE49-F238E27FC236}">
                <a16:creationId xmlns:a16="http://schemas.microsoft.com/office/drawing/2014/main" id="{EF6C7859-BF91-9C9A-1779-CE72FE202E93}"/>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B12 · CEO / COO / PANEL</a:t>
            </a:r>
          </a:p>
          <a:p>
            <a:pPr algn="l">
              <a:buNone/>
            </a:pPr>
            <a:r>
              <a:rPr lang="en-US" sz="100">
                <a:effectLst/>
              </a:rPr>
              <a:t> </a:t>
            </a:r>
            <a:endParaRPr lang="en-US"/>
          </a:p>
        </p:txBody>
      </p:sp>
      <p:sp>
        <p:nvSpPr>
          <p:cNvPr id="4310" name="Slide title">
            <a:extLst>
              <a:ext uri="{FF2B5EF4-FFF2-40B4-BE49-F238E27FC236}">
                <a16:creationId xmlns:a16="http://schemas.microsoft.com/office/drawing/2014/main" id="{6E98BA1A-8FF4-A150-0130-1D2C99A5162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Did you validate this with real residents and staff?</a:t>
            </a:r>
          </a:p>
          <a:p>
            <a:pPr algn="l">
              <a:buNone/>
            </a:pPr>
            <a:r>
              <a:rPr lang="en-US" sz="100">
                <a:effectLst/>
              </a:rPr>
              <a:t> </a:t>
            </a:r>
            <a:endParaRPr lang="en-US"/>
          </a:p>
        </p:txBody>
      </p:sp>
      <p:sp>
        <p:nvSpPr>
          <p:cNvPr id="4368" name="Footer sources">
            <a:extLst>
              <a:ext uri="{FF2B5EF4-FFF2-40B4-BE49-F238E27FC236}">
                <a16:creationId xmlns:a16="http://schemas.microsoft.com/office/drawing/2014/main" id="{390EEA40-C0E1-3EB3-7519-F6512A7D6287}"/>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E14 · E15 · E12</a:t>
            </a:r>
          </a:p>
          <a:p>
            <a:pPr algn="l">
              <a:buNone/>
            </a:pPr>
            <a:r>
              <a:rPr lang="en-US" sz="100">
                <a:effectLst/>
              </a:rPr>
              <a:t> </a:t>
            </a:r>
            <a:endParaRPr lang="en-US"/>
          </a:p>
        </p:txBody>
      </p:sp>
      <p:sp>
        <p:nvSpPr>
          <p:cNvPr id="4427" name="Footer navigation">
            <a:hlinkClick r:id="rId3" action="ppaction://hlinksldjump"/>
            <a:extLst>
              <a:ext uri="{FF2B5EF4-FFF2-40B4-BE49-F238E27FC236}">
                <a16:creationId xmlns:a16="http://schemas.microsoft.com/office/drawing/2014/main" id="{D3D159A6-5120-B803-54EC-4564A238A8D4}"/>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B12 · Index: slide 27</a:t>
            </a:r>
            <a:endParaRPr lang="en-US"/>
          </a:p>
        </p:txBody>
      </p:sp>
      <p:sp>
        <p:nvSpPr>
          <p:cNvPr id="4487" name="Return to interrupted calling slide">
            <a:hlinkClick r:id="rId3" action="ppaction://hlinksldjump"/>
            <a:extLst>
              <a:ext uri="{FF2B5EF4-FFF2-40B4-BE49-F238E27FC236}">
                <a16:creationId xmlns:a16="http://schemas.microsoft.com/office/drawing/2014/main" id="{4F6A5625-77E3-F720-05DA-E217D97EFAB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E2E6F67F-CD8B-CD22-16EF-59603625BE45}"/>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S07 / slide 8</a:t>
            </a:r>
            <a:endParaRPr lang="en-US"/>
          </a:p>
        </p:txBody>
      </p:sp>
      <p:sp>
        <p:nvSpPr>
          <p:cNvPr id="900000" name="Story-39-answer" descr="No direct resident or staff research has been completed for this design."/>
          <p:cNvSpPr txBox="1"/>
          <p:nvPr/>
        </p:nvSpPr>
        <p:spPr>
          <a:xfrm>
            <a:off x="548640" y="1417320"/>
            <a:ext cx="11091672" cy="384048"/>
          </a:xfrm>
          <a:prstGeom prst="rect">
            <a:avLst/>
          </a:prstGeom>
          <a:noFill/>
          <a:ln>
            <a:noFill/>
          </a:ln>
        </p:spPr>
        <p:txBody>
          <a:bodyPr wrap="square" lIns="18288" tIns="9144" rIns="18288" bIns="9144" anchor="t">
            <a:noAutofit/>
          </a:bodyPr>
          <a:lstStyle/>
          <a:p>
            <a:pPr algn="l">
              <a:lnSpc>
                <a:spcPct val="105000"/>
              </a:lnSpc>
              <a:buNone/>
            </a:pPr>
            <a:r>
              <a:rPr lang="en-GB" sz="2100" b="1">
                <a:solidFill>
                  <a:srgbClr val="173F35"/>
                </a:solidFill>
                <a:latin typeface="Arial"/>
              </a:rPr>
              <a:t>No direct resident or staff research has been completed for this design.</a:t>
            </a:r>
          </a:p>
        </p:txBody>
      </p:sp>
      <p:sp>
        <p:nvSpPr>
          <p:cNvPr id="900001" name="Story-39-scope" descr="Representative five-stage maps / pain hypotheses / desired gains, not measured outcomes"/>
          <p:cNvSpPr txBox="1"/>
          <p:nvPr/>
        </p:nvSpPr>
        <p:spPr>
          <a:xfrm>
            <a:off x="548640" y="1920240"/>
            <a:ext cx="11091672" cy="274320"/>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Representative five-stage maps / pain hypotheses / desired gains, not measured outcomes</a:t>
            </a:r>
          </a:p>
        </p:txBody>
      </p:sp>
      <p:sp>
        <p:nvSpPr>
          <p:cNvPr id="900002" name="Story-39-resident-label" descr="Resident"/>
          <p:cNvSpPr txBox="1"/>
          <p:nvPr/>
        </p:nvSpPr>
        <p:spPr>
          <a:xfrm>
            <a:off x="548640" y="2386584"/>
            <a:ext cx="1508760" cy="365760"/>
          </a:xfrm>
          <a:prstGeom prst="rect">
            <a:avLst/>
          </a:prstGeom>
          <a:noFill/>
          <a:ln>
            <a:noFill/>
          </a:ln>
        </p:spPr>
        <p:txBody>
          <a:bodyPr wrap="square" lIns="18288" tIns="9144" rIns="18288" bIns="9144" anchor="t">
            <a:noAutofit/>
          </a:bodyPr>
          <a:lstStyle/>
          <a:p>
            <a:pPr algn="l">
              <a:lnSpc>
                <a:spcPct val="105000"/>
              </a:lnSpc>
              <a:buNone/>
            </a:pPr>
            <a:r>
              <a:rPr lang="en-GB" sz="1800" b="1">
                <a:solidFill>
                  <a:srgbClr val="173F35"/>
                </a:solidFill>
                <a:latin typeface="Arial"/>
              </a:rPr>
              <a:t>Resident</a:t>
            </a:r>
          </a:p>
        </p:txBody>
      </p:sp>
      <p:sp>
        <p:nvSpPr>
          <p:cNvPr id="900003" name="Story-39-resident-1" descr="1 Hear /&#10;report"/>
          <p:cNvSpPr txBox="1"/>
          <p:nvPr/>
        </p:nvSpPr>
        <p:spPr>
          <a:xfrm>
            <a:off x="2194560" y="2331720"/>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Hear /</a:t>
            </a:r>
          </a:p>
          <a:p>
            <a:pPr algn="l">
              <a:lnSpc>
                <a:spcPct val="105000"/>
              </a:lnSpc>
              <a:buNone/>
            </a:pPr>
            <a:r>
              <a:rPr lang="en-GB" sz="1400" b="1">
                <a:solidFill>
                  <a:srgbClr val="173F35"/>
                </a:solidFill>
                <a:latin typeface="Arial"/>
              </a:rPr>
              <a:t>report</a:t>
            </a:r>
          </a:p>
        </p:txBody>
      </p:sp>
      <p:sp>
        <p:nvSpPr>
          <p:cNvPr id="900004" name="Story-39-resident-2" descr="2 Survey"/>
          <p:cNvSpPr txBox="1"/>
          <p:nvPr/>
        </p:nvSpPr>
        <p:spPr>
          <a:xfrm>
            <a:off x="4078224" y="2331720"/>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Survey</a:t>
            </a:r>
          </a:p>
        </p:txBody>
      </p:sp>
      <p:sp>
        <p:nvSpPr>
          <p:cNvPr id="900005" name="Story-39-resident-3" descr="3 Choose&#10;works"/>
          <p:cNvSpPr txBox="1"/>
          <p:nvPr/>
        </p:nvSpPr>
        <p:spPr>
          <a:xfrm>
            <a:off x="5961888" y="2331720"/>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Choose</a:t>
            </a:r>
          </a:p>
          <a:p>
            <a:pPr algn="l">
              <a:lnSpc>
                <a:spcPct val="105000"/>
              </a:lnSpc>
              <a:buNone/>
            </a:pPr>
            <a:r>
              <a:rPr lang="en-GB" sz="1400" b="1">
                <a:solidFill>
                  <a:srgbClr val="173F35"/>
                </a:solidFill>
                <a:latin typeface="Arial"/>
              </a:rPr>
              <a:t>works</a:t>
            </a:r>
          </a:p>
        </p:txBody>
      </p:sp>
      <p:sp>
        <p:nvSpPr>
          <p:cNvPr id="900006" name="Story-39-resident-4" descr="4 Appointment"/>
          <p:cNvSpPr txBox="1"/>
          <p:nvPr/>
        </p:nvSpPr>
        <p:spPr>
          <a:xfrm>
            <a:off x="7845552" y="2331720"/>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Appointment</a:t>
            </a:r>
          </a:p>
        </p:txBody>
      </p:sp>
      <p:sp>
        <p:nvSpPr>
          <p:cNvPr id="900007" name="Story-39-resident-5" descr="5 Live with&#10;measures"/>
          <p:cNvSpPr txBox="1"/>
          <p:nvPr/>
        </p:nvSpPr>
        <p:spPr>
          <a:xfrm>
            <a:off x="9729216" y="2331720"/>
            <a:ext cx="1911096"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Live with</a:t>
            </a:r>
          </a:p>
          <a:p>
            <a:pPr algn="l">
              <a:lnSpc>
                <a:spcPct val="105000"/>
              </a:lnSpc>
              <a:buNone/>
            </a:pPr>
            <a:r>
              <a:rPr lang="en-GB" sz="1400" b="1">
                <a:solidFill>
                  <a:srgbClr val="173F35"/>
                </a:solidFill>
                <a:latin typeface="Arial"/>
              </a:rPr>
              <a:t>measures</a:t>
            </a:r>
          </a:p>
        </p:txBody>
      </p:sp>
      <p:sp>
        <p:nvSpPr>
          <p:cNvPr id="900008" name="Story-39-resident-pain" descr="Hypothesis: repeat story / pressure.  Gain sought: meaningful choice + owned aftercare."/>
          <p:cNvSpPr txBox="1"/>
          <p:nvPr/>
        </p:nvSpPr>
        <p:spPr>
          <a:xfrm>
            <a:off x="2194560" y="2926080"/>
            <a:ext cx="9445752"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Hypothesis: repeat story / pressure.  Gain sought: meaningful choice + owned aftercare.</a:t>
            </a:r>
          </a:p>
        </p:txBody>
      </p:sp>
      <p:sp>
        <p:nvSpPr>
          <p:cNvPr id="900009" name="Story-39-assessor-label" descr="Assessor"/>
          <p:cNvSpPr txBox="1"/>
          <p:nvPr/>
        </p:nvSpPr>
        <p:spPr>
          <a:xfrm>
            <a:off x="548640" y="3419856"/>
            <a:ext cx="1508760" cy="365760"/>
          </a:xfrm>
          <a:prstGeom prst="rect">
            <a:avLst/>
          </a:prstGeom>
          <a:noFill/>
          <a:ln>
            <a:noFill/>
          </a:ln>
        </p:spPr>
        <p:txBody>
          <a:bodyPr wrap="square" lIns="18288" tIns="9144" rIns="18288" bIns="9144" anchor="t">
            <a:noAutofit/>
          </a:bodyPr>
          <a:lstStyle/>
          <a:p>
            <a:pPr algn="l">
              <a:lnSpc>
                <a:spcPct val="105000"/>
              </a:lnSpc>
              <a:buNone/>
            </a:pPr>
            <a:r>
              <a:rPr lang="en-GB" sz="1800" b="1">
                <a:solidFill>
                  <a:srgbClr val="173F35"/>
                </a:solidFill>
                <a:latin typeface="Arial"/>
              </a:rPr>
              <a:t>Assessor</a:t>
            </a:r>
          </a:p>
        </p:txBody>
      </p:sp>
      <p:sp>
        <p:nvSpPr>
          <p:cNvPr id="900010" name="Story-39-assessor-1" descr="1 Prepare"/>
          <p:cNvSpPr txBox="1"/>
          <p:nvPr/>
        </p:nvSpPr>
        <p:spPr>
          <a:xfrm>
            <a:off x="2194560" y="3364992"/>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Prepare</a:t>
            </a:r>
          </a:p>
        </p:txBody>
      </p:sp>
      <p:sp>
        <p:nvSpPr>
          <p:cNvPr id="900011" name="Story-39-assessor-2" descr="2 Arrange&#10;access"/>
          <p:cNvSpPr txBox="1"/>
          <p:nvPr/>
        </p:nvSpPr>
        <p:spPr>
          <a:xfrm>
            <a:off x="4078224" y="3364992"/>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Arrange</a:t>
            </a:r>
          </a:p>
          <a:p>
            <a:pPr algn="l">
              <a:lnSpc>
                <a:spcPct val="105000"/>
              </a:lnSpc>
              <a:buNone/>
            </a:pPr>
            <a:r>
              <a:rPr lang="en-GB" sz="1400" b="1">
                <a:solidFill>
                  <a:srgbClr val="173F35"/>
                </a:solidFill>
                <a:latin typeface="Arial"/>
              </a:rPr>
              <a:t>access</a:t>
            </a:r>
          </a:p>
        </p:txBody>
      </p:sp>
      <p:sp>
        <p:nvSpPr>
          <p:cNvPr id="900012" name="Story-39-assessor-3" descr="3 Observe"/>
          <p:cNvSpPr txBox="1"/>
          <p:nvPr/>
        </p:nvSpPr>
        <p:spPr>
          <a:xfrm>
            <a:off x="5961888" y="3364992"/>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Observe</a:t>
            </a:r>
          </a:p>
        </p:txBody>
      </p:sp>
      <p:sp>
        <p:nvSpPr>
          <p:cNvPr id="900013" name="Story-39-assessor-4" descr="4 Write up"/>
          <p:cNvSpPr txBox="1"/>
          <p:nvPr/>
        </p:nvSpPr>
        <p:spPr>
          <a:xfrm>
            <a:off x="7845552" y="3364992"/>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Write up</a:t>
            </a:r>
          </a:p>
        </p:txBody>
      </p:sp>
      <p:sp>
        <p:nvSpPr>
          <p:cNvPr id="900014" name="Story-39-assessor-5" descr="5 Clarify /&#10;revisit"/>
          <p:cNvSpPr txBox="1"/>
          <p:nvPr/>
        </p:nvSpPr>
        <p:spPr>
          <a:xfrm>
            <a:off x="9729216" y="3364992"/>
            <a:ext cx="1911096"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Clarify /</a:t>
            </a:r>
          </a:p>
          <a:p>
            <a:pPr algn="l">
              <a:lnSpc>
                <a:spcPct val="105000"/>
              </a:lnSpc>
              <a:buNone/>
            </a:pPr>
            <a:r>
              <a:rPr lang="en-GB" sz="1400" b="1">
                <a:solidFill>
                  <a:srgbClr val="173F35"/>
                </a:solidFill>
                <a:latin typeface="Arial"/>
              </a:rPr>
              <a:t>revisit</a:t>
            </a:r>
          </a:p>
        </p:txBody>
      </p:sp>
      <p:sp>
        <p:nvSpPr>
          <p:cNvPr id="900015" name="Story-39-assessor-pain" descr="Hypothesis: missing records / re-keying.  Gain sought: a sourced, traceable assessment."/>
          <p:cNvSpPr txBox="1"/>
          <p:nvPr/>
        </p:nvSpPr>
        <p:spPr>
          <a:xfrm>
            <a:off x="2194560" y="3959352"/>
            <a:ext cx="9445752"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Hypothesis: missing records / re-keying.  Gain sought: a sourced, traceable assessment.</a:t>
            </a:r>
          </a:p>
        </p:txBody>
      </p:sp>
      <p:sp>
        <p:nvSpPr>
          <p:cNvPr id="900016" name="Story-39-finance-label" descr="Finance&#10;preparer"/>
          <p:cNvSpPr txBox="1"/>
          <p:nvPr/>
        </p:nvSpPr>
        <p:spPr>
          <a:xfrm>
            <a:off x="548640" y="4416552"/>
            <a:ext cx="1508760" cy="658368"/>
          </a:xfrm>
          <a:prstGeom prst="rect">
            <a:avLst/>
          </a:prstGeom>
          <a:noFill/>
          <a:ln>
            <a:noFill/>
          </a:ln>
        </p:spPr>
        <p:txBody>
          <a:bodyPr wrap="square" lIns="18288" tIns="9144" rIns="18288" bIns="9144" anchor="t">
            <a:noAutofit/>
          </a:bodyPr>
          <a:lstStyle/>
          <a:p>
            <a:pPr algn="l">
              <a:lnSpc>
                <a:spcPct val="105000"/>
              </a:lnSpc>
              <a:buNone/>
            </a:pPr>
            <a:r>
              <a:rPr lang="en-GB" sz="1800" b="1">
                <a:solidFill>
                  <a:srgbClr val="173F35"/>
                </a:solidFill>
                <a:latin typeface="Arial"/>
              </a:rPr>
              <a:t>Finance</a:t>
            </a:r>
          </a:p>
          <a:p>
            <a:pPr algn="l">
              <a:lnSpc>
                <a:spcPct val="105000"/>
              </a:lnSpc>
              <a:buNone/>
            </a:pPr>
            <a:r>
              <a:rPr lang="en-GB" sz="1800" b="1">
                <a:solidFill>
                  <a:srgbClr val="173F35"/>
                </a:solidFill>
                <a:latin typeface="Arial"/>
              </a:rPr>
              <a:t>preparer</a:t>
            </a:r>
          </a:p>
        </p:txBody>
      </p:sp>
      <p:sp>
        <p:nvSpPr>
          <p:cNvPr id="900017" name="Story-39-finance-1" descr="1 Establish&#10;need"/>
          <p:cNvSpPr txBox="1"/>
          <p:nvPr/>
        </p:nvSpPr>
        <p:spPr>
          <a:xfrm>
            <a:off x="2194560" y="4398264"/>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1 Establish</a:t>
            </a:r>
          </a:p>
          <a:p>
            <a:pPr algn="l">
              <a:lnSpc>
                <a:spcPct val="105000"/>
              </a:lnSpc>
              <a:buNone/>
            </a:pPr>
            <a:r>
              <a:rPr lang="en-GB" sz="1400" b="1">
                <a:solidFill>
                  <a:srgbClr val="173F35"/>
                </a:solidFill>
                <a:latin typeface="Arial"/>
              </a:rPr>
              <a:t>need</a:t>
            </a:r>
          </a:p>
        </p:txBody>
      </p:sp>
      <p:sp>
        <p:nvSpPr>
          <p:cNvPr id="900018" name="Story-39-finance-2" descr="2 Check route"/>
          <p:cNvSpPr txBox="1"/>
          <p:nvPr/>
        </p:nvSpPr>
        <p:spPr>
          <a:xfrm>
            <a:off x="4078224" y="4398264"/>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2 Check route</a:t>
            </a:r>
          </a:p>
        </p:txBody>
      </p:sp>
      <p:sp>
        <p:nvSpPr>
          <p:cNvPr id="900019" name="Story-39-finance-3" descr="3 Assemble&#10;case"/>
          <p:cNvSpPr txBox="1"/>
          <p:nvPr/>
        </p:nvSpPr>
        <p:spPr>
          <a:xfrm>
            <a:off x="5961888" y="4398264"/>
            <a:ext cx="1883664"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3 Assemble</a:t>
            </a:r>
          </a:p>
          <a:p>
            <a:pPr algn="l">
              <a:lnSpc>
                <a:spcPct val="105000"/>
              </a:lnSpc>
              <a:buNone/>
            </a:pPr>
            <a:r>
              <a:rPr lang="en-GB" sz="1400" b="1">
                <a:solidFill>
                  <a:srgbClr val="173F35"/>
                </a:solidFill>
                <a:latin typeface="Arial"/>
              </a:rPr>
              <a:t>case</a:t>
            </a:r>
          </a:p>
        </p:txBody>
      </p:sp>
      <p:sp>
        <p:nvSpPr>
          <p:cNvPr id="900020" name="Story-39-finance-4" descr="4 Maintain&#10;claim"/>
          <p:cNvSpPr txBox="1"/>
          <p:nvPr/>
        </p:nvSpPr>
        <p:spPr>
          <a:xfrm>
            <a:off x="7845552" y="4398264"/>
            <a:ext cx="1883664" cy="52120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4 Maintain</a:t>
            </a:r>
          </a:p>
          <a:p>
            <a:pPr algn="l">
              <a:lnSpc>
                <a:spcPct val="105000"/>
              </a:lnSpc>
              <a:buNone/>
            </a:pPr>
            <a:r>
              <a:rPr lang="en-GB" sz="1400" b="1">
                <a:solidFill>
                  <a:srgbClr val="173F35"/>
                </a:solidFill>
                <a:latin typeface="Arial"/>
              </a:rPr>
              <a:t>claim</a:t>
            </a:r>
          </a:p>
        </p:txBody>
      </p:sp>
      <p:sp>
        <p:nvSpPr>
          <p:cNvPr id="900021" name="Story-39-finance-5" descr="5 Reconcile"/>
          <p:cNvSpPr txBox="1"/>
          <p:nvPr/>
        </p:nvSpPr>
        <p:spPr>
          <a:xfrm>
            <a:off x="9729216" y="4398264"/>
            <a:ext cx="1911096" cy="52120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5 Reconcile</a:t>
            </a:r>
          </a:p>
        </p:txBody>
      </p:sp>
      <p:sp>
        <p:nvSpPr>
          <p:cNvPr id="900022" name="Story-39-finance-pain" descr="Hypothesis: conflicting versions / unsupported scope.  Gain sought: a defensible pack."/>
          <p:cNvSpPr txBox="1"/>
          <p:nvPr/>
        </p:nvSpPr>
        <p:spPr>
          <a:xfrm>
            <a:off x="2194560" y="4992624"/>
            <a:ext cx="9445752" cy="292608"/>
          </a:xfrm>
          <a:prstGeom prst="rect">
            <a:avLst/>
          </a:prstGeom>
          <a:noFill/>
          <a:ln>
            <a:noFill/>
          </a:ln>
        </p:spPr>
        <p:txBody>
          <a:bodyPr wrap="square" lIns="18288" tIns="9144" rIns="18288" bIns="9144" anchor="t">
            <a:noAutofit/>
          </a:bodyPr>
          <a:lstStyle/>
          <a:p>
            <a:pPr algn="l">
              <a:lnSpc>
                <a:spcPct val="105000"/>
              </a:lnSpc>
              <a:buNone/>
            </a:pPr>
            <a:r>
              <a:rPr lang="en-GB" sz="1400" b="0">
                <a:solidFill>
                  <a:srgbClr val="173F35"/>
                </a:solidFill>
                <a:latin typeface="Arial"/>
              </a:rPr>
              <a:t>Hypothesis: conflicting versions / unsupported scope.  Gain sought: a defensible pack.</a:t>
            </a:r>
          </a:p>
        </p:txBody>
      </p:sp>
      <p:sp>
        <p:nvSpPr>
          <p:cNvPr id="900023" name="Story-39-next" descr="Next: direct task/comprehension tests, assisted routes, real handoffs and net effort. No endorsement."/>
          <p:cNvSpPr txBox="1"/>
          <p:nvPr/>
        </p:nvSpPr>
        <p:spPr>
          <a:xfrm>
            <a:off x="548640" y="5468112"/>
            <a:ext cx="11091672" cy="320040"/>
          </a:xfrm>
          <a:prstGeom prst="rect">
            <a:avLst/>
          </a:prstGeom>
          <a:noFill/>
          <a:ln>
            <a:noFill/>
          </a:ln>
        </p:spPr>
        <p:txBody>
          <a:bodyPr wrap="square" lIns="18288" tIns="9144" rIns="18288" bIns="9144" anchor="t">
            <a:noAutofit/>
          </a:bodyPr>
          <a:lstStyle/>
          <a:p>
            <a:pPr algn="l">
              <a:lnSpc>
                <a:spcPct val="105000"/>
              </a:lnSpc>
              <a:buNone/>
            </a:pPr>
            <a:r>
              <a:rPr lang="en-GB" sz="1300" b="1">
                <a:solidFill>
                  <a:srgbClr val="173F35"/>
                </a:solidFill>
                <a:latin typeface="Arial"/>
              </a:rPr>
              <a:t>Next: direct task/comprehension tests, assisted routes, real handoffs and net effort. No endorsement.</a:t>
            </a:r>
          </a:p>
        </p:txBody>
      </p:sp>
      <p:sp>
        <p:nvSpPr>
          <p:cNvPr id="900024" name="Story-39-atlas-source" descr="Current source: journey atlas, 14 Oct 2026 research / 23 Oct reconciliation; representative hypotheses, not user validation."/>
          <p:cNvSpPr txBox="1"/>
          <p:nvPr/>
        </p:nvSpPr>
        <p:spPr>
          <a:xfrm>
            <a:off x="548640" y="5852160"/>
            <a:ext cx="11091672" cy="246888"/>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Current source: journey atlas, 14 Oct 2026 research / 23 Oct reconciliation; representative hypotheses, not user validation.</a:t>
            </a:r>
          </a:p>
        </p:txBody>
      </p:sp>
    </p:spTree>
    <p:extLst>
      <p:ext uri="{BB962C8B-B14F-4D97-AF65-F5344CB8AC3E}">
        <p14:creationId xmlns:p14="http://schemas.microsoft.com/office/powerpoint/2010/main" val="1237582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548" name="Eyebrow">
            <a:extLst>
              <a:ext uri="{FF2B5EF4-FFF2-40B4-BE49-F238E27FC236}">
                <a16:creationId xmlns:a16="http://schemas.microsoft.com/office/drawing/2014/main" id="{1C1351E0-1768-E38C-1EED-2518B055CD83}"/>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B13 · CIO / ENGINEERING LEADER / PANEL</a:t>
            </a:r>
          </a:p>
          <a:p>
            <a:pPr algn="l">
              <a:buNone/>
            </a:pPr>
            <a:r>
              <a:rPr lang="en-US" sz="100">
                <a:effectLst/>
              </a:rPr>
              <a:t> </a:t>
            </a:r>
            <a:endParaRPr lang="en-US"/>
          </a:p>
        </p:txBody>
      </p:sp>
      <p:sp>
        <p:nvSpPr>
          <p:cNvPr id="4610" name="Slide title">
            <a:extLst>
              <a:ext uri="{FF2B5EF4-FFF2-40B4-BE49-F238E27FC236}">
                <a16:creationId xmlns:a16="http://schemas.microsoft.com/office/drawing/2014/main" id="{13C20043-16A9-169E-3FD6-7D4A0D64345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did the requirements become an agent-delivered backlog?</a:t>
            </a:r>
          </a:p>
          <a:p>
            <a:pPr algn="l">
              <a:buNone/>
            </a:pPr>
            <a:r>
              <a:rPr lang="en-US" sz="100">
                <a:effectLst/>
              </a:rPr>
              <a:t> </a:t>
            </a:r>
            <a:endParaRPr lang="en-US"/>
          </a:p>
        </p:txBody>
      </p:sp>
      <p:sp>
        <p:nvSpPr>
          <p:cNvPr id="4673" name="Footer sources">
            <a:extLst>
              <a:ext uri="{FF2B5EF4-FFF2-40B4-BE49-F238E27FC236}">
                <a16:creationId xmlns:a16="http://schemas.microsoft.com/office/drawing/2014/main" id="{F40E214E-C1B7-751B-033E-C6C98549E82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E14 · E16 · E17 · E20</a:t>
            </a:r>
          </a:p>
          <a:p>
            <a:pPr algn="l">
              <a:buNone/>
            </a:pPr>
            <a:r>
              <a:rPr lang="en-US" sz="100">
                <a:effectLst/>
              </a:rPr>
              <a:t> </a:t>
            </a:r>
            <a:endParaRPr lang="en-US"/>
          </a:p>
        </p:txBody>
      </p:sp>
      <p:sp>
        <p:nvSpPr>
          <p:cNvPr id="4737" name="Footer navigation">
            <a:hlinkClick r:id="rId3" action="ppaction://hlinksldjump"/>
            <a:extLst>
              <a:ext uri="{FF2B5EF4-FFF2-40B4-BE49-F238E27FC236}">
                <a16:creationId xmlns:a16="http://schemas.microsoft.com/office/drawing/2014/main" id="{84CE1A36-2658-39DF-D368-9D934B68481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B13 · Index: slide 27</a:t>
            </a:r>
            <a:endParaRPr lang="en-US"/>
          </a:p>
        </p:txBody>
      </p:sp>
      <p:sp>
        <p:nvSpPr>
          <p:cNvPr id="4802" name="Return to interrupted calling slide">
            <a:hlinkClick r:id="rId3" action="ppaction://hlinksldjump"/>
            <a:extLst>
              <a:ext uri="{FF2B5EF4-FFF2-40B4-BE49-F238E27FC236}">
                <a16:creationId xmlns:a16="http://schemas.microsoft.com/office/drawing/2014/main" id="{C21CAE6A-545D-B77B-CA2C-EB6E948B352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CD4BC0CC-B89B-B4AF-15B6-2D22FC2A4D1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S19 / slide 22</a:t>
            </a:r>
            <a:endParaRPr lang="en-US"/>
          </a:p>
        </p:txBody>
      </p:sp>
      <p:sp>
        <p:nvSpPr>
          <p:cNvPr id="900000" name="Story-40-trace-date" descr="CONCRETE BACKLOG TRACE / retained 23 Oct 2026 deck snapshot"/>
          <p:cNvSpPr txBox="1"/>
          <p:nvPr/>
        </p:nvSpPr>
        <p:spPr>
          <a:xfrm>
            <a:off x="548640" y="1399032"/>
            <a:ext cx="11091672" cy="283464"/>
          </a:xfrm>
          <a:prstGeom prst="rect">
            <a:avLst/>
          </a:prstGeom>
          <a:noFill/>
          <a:ln>
            <a:noFill/>
          </a:ln>
        </p:spPr>
        <p:txBody>
          <a:bodyPr wrap="square" lIns="18288" tIns="9144" rIns="18288" bIns="9144" anchor="t">
            <a:noAutofit/>
          </a:bodyPr>
          <a:lstStyle/>
          <a:p>
            <a:pPr algn="l">
              <a:lnSpc>
                <a:spcPct val="105000"/>
              </a:lnSpc>
              <a:buNone/>
            </a:pPr>
            <a:r>
              <a:rPr lang="en-GB" sz="1200" b="1">
                <a:solidFill>
                  <a:srgbClr val="173F35"/>
                </a:solidFill>
                <a:latin typeface="Arial"/>
              </a:rPr>
              <a:t>CONCRETE BACKLOG TRACE / retained 23 Oct 2026 deck snapshot</a:t>
            </a:r>
          </a:p>
        </p:txBody>
      </p:sp>
      <p:sp>
        <p:nvSpPr>
          <p:cNvPr id="900001" name="Story-40-trace-1" descr="BRD / PRD"/>
          <p:cNvSpPr txBox="1"/>
          <p:nvPr/>
        </p:nvSpPr>
        <p:spPr>
          <a:xfrm>
            <a:off x="548640" y="1792224"/>
            <a:ext cx="2218334" cy="47548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BRD / PRD</a:t>
            </a:r>
          </a:p>
        </p:txBody>
      </p:sp>
      <p:sp>
        <p:nvSpPr>
          <p:cNvPr id="900002" name="Story-40-trace-2" descr="Epic #73"/>
          <p:cNvSpPr txBox="1"/>
          <p:nvPr/>
        </p:nvSpPr>
        <p:spPr>
          <a:xfrm>
            <a:off x="2766974" y="1792224"/>
            <a:ext cx="2218334" cy="47548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Epic #73</a:t>
            </a:r>
          </a:p>
        </p:txBody>
      </p:sp>
      <p:sp>
        <p:nvSpPr>
          <p:cNvPr id="900003" name="Story-40-trace-3" descr="Feature #76"/>
          <p:cNvSpPr txBox="1"/>
          <p:nvPr/>
        </p:nvSpPr>
        <p:spPr>
          <a:xfrm>
            <a:off x="4985309" y="1792224"/>
            <a:ext cx="2218334" cy="47548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Feature #76</a:t>
            </a:r>
          </a:p>
        </p:txBody>
      </p:sp>
      <p:sp>
        <p:nvSpPr>
          <p:cNvPr id="900004" name="Story-40-trace-4" descr="Story #77"/>
          <p:cNvSpPr txBox="1"/>
          <p:nvPr/>
        </p:nvSpPr>
        <p:spPr>
          <a:xfrm>
            <a:off x="7203643" y="1792224"/>
            <a:ext cx="2218334" cy="475488"/>
          </a:xfrm>
          <a:prstGeom prst="chevron">
            <a:avLst>
              <a:gd name="adj" fmla="val 10000"/>
            </a:avLst>
          </a:prstGeom>
          <a:solidFill>
            <a:srgbClr val="CEDFD6"/>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Story #77</a:t>
            </a:r>
          </a:p>
        </p:txBody>
      </p:sp>
      <p:sp>
        <p:nvSpPr>
          <p:cNvPr id="900005" name="Story-40-trace-5" descr="PR #376"/>
          <p:cNvSpPr txBox="1"/>
          <p:nvPr/>
        </p:nvSpPr>
        <p:spPr>
          <a:xfrm>
            <a:off x="9421978" y="1792224"/>
            <a:ext cx="2218334" cy="475488"/>
          </a:xfrm>
          <a:prstGeom prst="chevron">
            <a:avLst>
              <a:gd name="adj" fmla="val 10000"/>
            </a:avLst>
          </a:prstGeom>
          <a:solidFill>
            <a:srgbClr val="E8F1ED"/>
          </a:solidFill>
          <a:ln>
            <a:noFill/>
          </a:ln>
        </p:spPr>
        <p:txBody>
          <a:bodyPr wrap="square" lIns="18288" tIns="9144" rIns="18288" bIns="9144" anchor="t">
            <a:noAutofit/>
          </a:bodyPr>
          <a:lstStyle/>
          <a:p>
            <a:pPr algn="l">
              <a:lnSpc>
                <a:spcPct val="105000"/>
              </a:lnSpc>
              <a:buNone/>
            </a:pPr>
            <a:r>
              <a:rPr lang="en-GB" sz="1700" b="1">
                <a:solidFill>
                  <a:srgbClr val="173F35"/>
                </a:solidFill>
                <a:latin typeface="Arial"/>
              </a:rPr>
              <a:t>PR #376</a:t>
            </a:r>
          </a:p>
        </p:txBody>
      </p:sp>
      <p:sp>
        <p:nvSpPr>
          <p:cNvPr id="900006" name="Story-40-trace-limit" descr="PR evidence is not whole-journey acceptance. HVE has human stops; the coordinator was owner-designed."/>
          <p:cNvSpPr txBox="1"/>
          <p:nvPr/>
        </p:nvSpPr>
        <p:spPr>
          <a:xfrm>
            <a:off x="548640" y="2386584"/>
            <a:ext cx="11091672" cy="292608"/>
          </a:xfrm>
          <a:prstGeom prst="rect">
            <a:avLst/>
          </a:prstGeom>
          <a:noFill/>
          <a:ln>
            <a:noFill/>
          </a:ln>
        </p:spPr>
        <p:txBody>
          <a:bodyPr wrap="square" lIns="18288" tIns="9144" rIns="18288" bIns="9144" anchor="t">
            <a:noAutofit/>
          </a:bodyPr>
          <a:lstStyle/>
          <a:p>
            <a:pPr algn="l">
              <a:lnSpc>
                <a:spcPct val="105000"/>
              </a:lnSpc>
              <a:buNone/>
            </a:pPr>
            <a:r>
              <a:rPr lang="en-GB" sz="1400" b="0" dirty="0">
                <a:solidFill>
                  <a:srgbClr val="173F35"/>
                </a:solidFill>
                <a:latin typeface="Arial"/>
              </a:rPr>
              <a:t>PR evidence is not whole-journey acceptance. HVE has human stops; the coordinator was owner-designed.</a:t>
            </a:r>
          </a:p>
        </p:txBody>
      </p:sp>
      <p:sp>
        <p:nvSpPr>
          <p:cNvPr id="900007" name="Story-40-question" descr="Paper's bounded test: can another agent supply reflection between features?"/>
          <p:cNvSpPr txBox="1"/>
          <p:nvPr/>
        </p:nvSpPr>
        <p:spPr>
          <a:xfrm>
            <a:off x="548640" y="2862072"/>
            <a:ext cx="11091672" cy="39319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Paper's bounded test: can another agent supply reflection between features?</a:t>
            </a:r>
          </a:p>
        </p:txBody>
      </p:sp>
      <p:sp>
        <p:nvSpPr>
          <p:cNvPr id="900008" name="Story-40-arm-a-bg"/>
          <p:cNvSpPr txBox="1"/>
          <p:nvPr/>
        </p:nvSpPr>
        <p:spPr>
          <a:xfrm>
            <a:off x="548640" y="3456432"/>
            <a:ext cx="3474720" cy="1115568"/>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09" name="Story-40-arm-b-bg"/>
          <p:cNvSpPr txBox="1"/>
          <p:nvPr/>
        </p:nvSpPr>
        <p:spPr>
          <a:xfrm>
            <a:off x="4361688" y="3456432"/>
            <a:ext cx="3474720" cy="1115568"/>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10" name="Story-40-arm-c-bg"/>
          <p:cNvSpPr txBox="1"/>
          <p:nvPr/>
        </p:nvSpPr>
        <p:spPr>
          <a:xfrm>
            <a:off x="8174736" y="3456432"/>
            <a:ext cx="3465576" cy="1115568"/>
          </a:xfrm>
          <a:prstGeom prst="rect">
            <a:avLst/>
          </a:prstGeom>
          <a:solidFill>
            <a:srgbClr val="E8F1ED"/>
          </a:solidFill>
          <a:ln>
            <a:noFill/>
          </a:ln>
        </p:spPr>
        <p:txBody>
          <a:bodyPr wrap="square" lIns="18288" tIns="9144" rIns="18288" bIns="9144" anchor="t">
            <a:noAutofit/>
          </a:bodyPr>
          <a:lstStyle/>
          <a:p>
            <a:pPr algn="l">
              <a:lnSpc>
                <a:spcPct val="105000"/>
              </a:lnSpc>
              <a:buNone/>
            </a:pPr>
            <a:endParaRPr/>
          </a:p>
        </p:txBody>
      </p:sp>
      <p:sp>
        <p:nvSpPr>
          <p:cNvPr id="900011" name="Story-40-arm-a" descr="A / Feature only"/>
          <p:cNvSpPr txBox="1"/>
          <p:nvPr/>
        </p:nvSpPr>
        <p:spPr>
          <a:xfrm>
            <a:off x="731520" y="3611880"/>
            <a:ext cx="3108960" cy="34747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A / Feature only</a:t>
            </a:r>
          </a:p>
        </p:txBody>
      </p:sp>
      <p:sp>
        <p:nvSpPr>
          <p:cNvPr id="900012" name="Story-40-arm-a-detail" descr="No extra review budget"/>
          <p:cNvSpPr txBox="1"/>
          <p:nvPr/>
        </p:nvSpPr>
        <p:spPr>
          <a:xfrm>
            <a:off x="731520" y="4105656"/>
            <a:ext cx="3108960" cy="283464"/>
          </a:xfrm>
          <a:prstGeom prst="rect">
            <a:avLst/>
          </a:prstGeom>
          <a:noFill/>
          <a:ln>
            <a:noFill/>
          </a:ln>
        </p:spPr>
        <p:txBody>
          <a:bodyPr wrap="square" lIns="18288" tIns="9144" rIns="18288" bIns="9144" anchor="t">
            <a:noAutofit/>
          </a:bodyPr>
          <a:lstStyle/>
          <a:p>
            <a:pPr algn="l">
              <a:lnSpc>
                <a:spcPct val="105000"/>
              </a:lnSpc>
              <a:buNone/>
            </a:pPr>
            <a:r>
              <a:rPr lang="en-GB" sz="1500" b="0">
                <a:solidFill>
                  <a:srgbClr val="173F35"/>
                </a:solidFill>
                <a:latin typeface="Arial"/>
              </a:rPr>
              <a:t>No extra review budget</a:t>
            </a:r>
          </a:p>
        </p:txBody>
      </p:sp>
      <p:sp>
        <p:nvSpPr>
          <p:cNvPr id="900013" name="Story-40-arm-b" descr="B / Consolidate"/>
          <p:cNvSpPr txBox="1"/>
          <p:nvPr/>
        </p:nvSpPr>
        <p:spPr>
          <a:xfrm>
            <a:off x="4544568" y="3611880"/>
            <a:ext cx="3108960" cy="34747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B / Consolidate</a:t>
            </a:r>
          </a:p>
        </p:txBody>
      </p:sp>
      <p:sp>
        <p:nvSpPr>
          <p:cNvPr id="900014" name="Story-40-arm-b-detail" descr="Review / refactor + tests / note"/>
          <p:cNvSpPr txBox="1"/>
          <p:nvPr/>
        </p:nvSpPr>
        <p:spPr>
          <a:xfrm>
            <a:off x="4544568" y="4105656"/>
            <a:ext cx="3108960" cy="283464"/>
          </a:xfrm>
          <a:prstGeom prst="rect">
            <a:avLst/>
          </a:prstGeom>
          <a:noFill/>
          <a:ln>
            <a:noFill/>
          </a:ln>
        </p:spPr>
        <p:txBody>
          <a:bodyPr wrap="square" lIns="18288" tIns="9144" rIns="18288" bIns="9144" anchor="t">
            <a:noAutofit/>
          </a:bodyPr>
          <a:lstStyle/>
          <a:p>
            <a:pPr algn="l">
              <a:lnSpc>
                <a:spcPct val="105000"/>
              </a:lnSpc>
              <a:buNone/>
            </a:pPr>
            <a:r>
              <a:rPr lang="en-GB" sz="1500" b="0">
                <a:solidFill>
                  <a:srgbClr val="173F35"/>
                </a:solidFill>
                <a:latin typeface="Arial"/>
              </a:rPr>
              <a:t>Review / refactor + tests / note</a:t>
            </a:r>
          </a:p>
        </p:txBody>
      </p:sp>
      <p:sp>
        <p:nvSpPr>
          <p:cNvPr id="900015" name="Story-40-arm-c" descr="C / Read-only review"/>
          <p:cNvSpPr txBox="1"/>
          <p:nvPr/>
        </p:nvSpPr>
        <p:spPr>
          <a:xfrm>
            <a:off x="8357616" y="3611880"/>
            <a:ext cx="3099816" cy="347472"/>
          </a:xfrm>
          <a:prstGeom prst="rect">
            <a:avLst/>
          </a:prstGeom>
          <a:noFill/>
          <a:ln>
            <a:noFill/>
          </a:ln>
        </p:spPr>
        <p:txBody>
          <a:bodyPr wrap="square" lIns="18288" tIns="9144" rIns="18288" bIns="9144" anchor="t">
            <a:noAutofit/>
          </a:bodyPr>
          <a:lstStyle/>
          <a:p>
            <a:pPr algn="l">
              <a:lnSpc>
                <a:spcPct val="105000"/>
              </a:lnSpc>
              <a:buNone/>
            </a:pPr>
            <a:r>
              <a:rPr lang="en-GB" sz="2000" b="1">
                <a:solidFill>
                  <a:srgbClr val="173F35"/>
                </a:solidFill>
                <a:latin typeface="Arial"/>
              </a:rPr>
              <a:t>C / Read-only review</a:t>
            </a:r>
          </a:p>
        </p:txBody>
      </p:sp>
      <p:sp>
        <p:nvSpPr>
          <p:cNvPr id="900016" name="Story-40-arm-c-detail" descr="Same extra budget as B"/>
          <p:cNvSpPr txBox="1"/>
          <p:nvPr/>
        </p:nvSpPr>
        <p:spPr>
          <a:xfrm>
            <a:off x="8357616" y="4105656"/>
            <a:ext cx="3099816" cy="283464"/>
          </a:xfrm>
          <a:prstGeom prst="rect">
            <a:avLst/>
          </a:prstGeom>
          <a:noFill/>
          <a:ln>
            <a:noFill/>
          </a:ln>
        </p:spPr>
        <p:txBody>
          <a:bodyPr wrap="square" lIns="18288" tIns="9144" rIns="18288" bIns="9144" anchor="t">
            <a:noAutofit/>
          </a:bodyPr>
          <a:lstStyle/>
          <a:p>
            <a:pPr algn="l">
              <a:lnSpc>
                <a:spcPct val="105000"/>
              </a:lnSpc>
              <a:buNone/>
            </a:pPr>
            <a:r>
              <a:rPr lang="en-GB" sz="1500" b="0">
                <a:solidFill>
                  <a:srgbClr val="173F35"/>
                </a:solidFill>
                <a:latin typeface="Arial"/>
              </a:rPr>
              <a:t>Same extra budget as B</a:t>
            </a:r>
          </a:p>
        </p:txBody>
      </p:sp>
      <p:sp>
        <p:nvSpPr>
          <p:cNvPr id="900017" name="Story-40-design" descr="Planned S1: 4 runs per arm / 10 features + CR1. Exploratory case, not causal proof."/>
          <p:cNvSpPr txBox="1"/>
          <p:nvPr/>
        </p:nvSpPr>
        <p:spPr>
          <a:xfrm>
            <a:off x="548640" y="4754880"/>
            <a:ext cx="11091672" cy="365760"/>
          </a:xfrm>
          <a:prstGeom prst="rect">
            <a:avLst/>
          </a:prstGeom>
          <a:noFill/>
          <a:ln>
            <a:noFill/>
          </a:ln>
        </p:spPr>
        <p:txBody>
          <a:bodyPr wrap="square" lIns="18288" tIns="9144" rIns="18288" bIns="9144" anchor="t">
            <a:noAutofit/>
          </a:bodyPr>
          <a:lstStyle/>
          <a:p>
            <a:pPr algn="l">
              <a:lnSpc>
                <a:spcPct val="105000"/>
              </a:lnSpc>
              <a:buNone/>
            </a:pPr>
            <a:r>
              <a:rPr lang="en-GB" sz="1600" b="1">
                <a:solidFill>
                  <a:srgbClr val="173F35"/>
                </a:solidFill>
                <a:latin typeface="Arial"/>
              </a:rPr>
              <a:t>Planned S1: 4 runs per arm / 10 features + CR1. Exploratory case, not causal proof.</a:t>
            </a:r>
          </a:p>
        </p:txBody>
      </p:sp>
      <p:sp>
        <p:nvSpPr>
          <p:cNvPr id="900018" name="Story-40-paused" descr="PAUSED / registration pending / no results. B/C have extra time vs A; tests and notes also differ."/>
          <p:cNvSpPr txBox="1"/>
          <p:nvPr/>
        </p:nvSpPr>
        <p:spPr>
          <a:xfrm>
            <a:off x="548640" y="5330952"/>
            <a:ext cx="11091672" cy="320040"/>
          </a:xfrm>
          <a:prstGeom prst="rect">
            <a:avLst/>
          </a:prstGeom>
          <a:noFill/>
          <a:ln>
            <a:noFill/>
          </a:ln>
        </p:spPr>
        <p:txBody>
          <a:bodyPr wrap="square" lIns="18288" tIns="9144" rIns="18288" bIns="9144" anchor="t">
            <a:noAutofit/>
          </a:bodyPr>
          <a:lstStyle/>
          <a:p>
            <a:pPr algn="l">
              <a:lnSpc>
                <a:spcPct val="105000"/>
              </a:lnSpc>
              <a:buNone/>
            </a:pPr>
            <a:r>
              <a:rPr lang="en-GB" sz="1400" b="1">
                <a:solidFill>
                  <a:srgbClr val="173F35"/>
                </a:solidFill>
                <a:latin typeface="Arial"/>
              </a:rPr>
              <a:t>PAUSED / registration pending / no results. B/C have extra time vs A; tests and notes also differ.</a:t>
            </a:r>
          </a:p>
        </p:txBody>
      </p:sp>
      <p:sp>
        <p:nvSpPr>
          <p:cNvPr id="900019" name="Story-40-paper-source" descr="Current source: Everything But the Software, draft + author clarification, 25 Oct 2026. Historical trace retained above."/>
          <p:cNvSpPr txBox="1"/>
          <p:nvPr/>
        </p:nvSpPr>
        <p:spPr>
          <a:xfrm>
            <a:off x="548640" y="5815584"/>
            <a:ext cx="11091672" cy="265176"/>
          </a:xfrm>
          <a:prstGeom prst="rect">
            <a:avLst/>
          </a:prstGeom>
          <a:noFill/>
          <a:ln>
            <a:noFill/>
          </a:ln>
        </p:spPr>
        <p:txBody>
          <a:bodyPr wrap="square" lIns="18288" tIns="9144" rIns="18288" bIns="9144" anchor="t">
            <a:noAutofit/>
          </a:bodyPr>
          <a:lstStyle/>
          <a:p>
            <a:pPr algn="l">
              <a:lnSpc>
                <a:spcPct val="105000"/>
              </a:lnSpc>
              <a:buNone/>
            </a:pPr>
            <a:r>
              <a:rPr lang="en-GB" sz="1200" b="0">
                <a:solidFill>
                  <a:srgbClr val="173F35"/>
                </a:solidFill>
                <a:latin typeface="Arial"/>
              </a:rPr>
              <a:t>Current source: Everything But the Software, draft + author clarification, 25 Oct 2026. Historical trace retained above.</a:t>
            </a:r>
          </a:p>
        </p:txBody>
      </p:sp>
    </p:spTree>
    <p:extLst>
      <p:ext uri="{BB962C8B-B14F-4D97-AF65-F5344CB8AC3E}">
        <p14:creationId xmlns:p14="http://schemas.microsoft.com/office/powerpoint/2010/main" val="3413220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868" name="Eyebrow">
            <a:extLst>
              <a:ext uri="{FF2B5EF4-FFF2-40B4-BE49-F238E27FC236}">
                <a16:creationId xmlns:a16="http://schemas.microsoft.com/office/drawing/2014/main" id="{B1704545-1F34-0EED-6586-180400FA654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B14 · INNOVATION LEADER / CTO</a:t>
            </a:r>
          </a:p>
          <a:p>
            <a:pPr algn="l">
              <a:buNone/>
            </a:pPr>
            <a:r>
              <a:rPr lang="en-US" sz="100">
                <a:effectLst/>
              </a:rPr>
              <a:t> </a:t>
            </a:r>
            <a:endParaRPr lang="en-US"/>
          </a:p>
        </p:txBody>
      </p:sp>
      <p:sp>
        <p:nvSpPr>
          <p:cNvPr id="4935" name="Slide title">
            <a:extLst>
              <a:ext uri="{FF2B5EF4-FFF2-40B4-BE49-F238E27FC236}">
                <a16:creationId xmlns:a16="http://schemas.microsoft.com/office/drawing/2014/main" id="{7296AEAB-9EA2-AAAF-F6A8-3E033D0821D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Is this actually agentic if so much is deterministic?</a:t>
            </a:r>
          </a:p>
          <a:p>
            <a:pPr algn="l">
              <a:buNone/>
            </a:pPr>
            <a:r>
              <a:rPr lang="en-US" sz="100">
                <a:effectLst/>
              </a:rPr>
              <a:t> </a:t>
            </a:r>
            <a:endParaRPr lang="en-US"/>
          </a:p>
        </p:txBody>
      </p:sp>
      <p:sp>
        <p:nvSpPr>
          <p:cNvPr id="5003" name="Footer sources">
            <a:extLst>
              <a:ext uri="{FF2B5EF4-FFF2-40B4-BE49-F238E27FC236}">
                <a16:creationId xmlns:a16="http://schemas.microsoft.com/office/drawing/2014/main" id="{C3FB2C7A-A46F-2D54-A3E9-A78374B36E9C}"/>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E03 · E06 · E09</a:t>
            </a:r>
          </a:p>
          <a:p>
            <a:pPr algn="l">
              <a:buNone/>
            </a:pPr>
            <a:r>
              <a:rPr lang="en-US" sz="100">
                <a:effectLst/>
              </a:rPr>
              <a:t> </a:t>
            </a:r>
            <a:endParaRPr lang="en-US"/>
          </a:p>
        </p:txBody>
      </p:sp>
      <p:sp>
        <p:nvSpPr>
          <p:cNvPr id="5072" name="Footer navigation">
            <a:hlinkClick r:id="rId3" action="ppaction://hlinksldjump"/>
            <a:extLst>
              <a:ext uri="{FF2B5EF4-FFF2-40B4-BE49-F238E27FC236}">
                <a16:creationId xmlns:a16="http://schemas.microsoft.com/office/drawing/2014/main" id="{4BFFE689-05E4-8AD5-E78D-A12070A9BEA0}"/>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B14 · Index: slide 27</a:t>
            </a:r>
            <a:endParaRPr lang="en-US"/>
          </a:p>
        </p:txBody>
      </p:sp>
      <p:sp>
        <p:nvSpPr>
          <p:cNvPr id="5142" name="Return to interrupted calling slide">
            <a:hlinkClick r:id="rId3" action="ppaction://hlinksldjump"/>
            <a:extLst>
              <a:ext uri="{FF2B5EF4-FFF2-40B4-BE49-F238E27FC236}">
                <a16:creationId xmlns:a16="http://schemas.microsoft.com/office/drawing/2014/main" id="{6B97E9DA-8948-F52F-97F2-2F429F541F0F}"/>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216" name="Policy and state band">
            <a:extLst>
              <a:ext uri="{FF2B5EF4-FFF2-40B4-BE49-F238E27FC236}">
                <a16:creationId xmlns:a16="http://schemas.microsoft.com/office/drawing/2014/main" id="{1980FE38-4E37-9F49-A2ED-B33219E03A75}"/>
              </a:ext>
            </a:extLst>
          </p:cNvPr>
          <p:cNvSpPr/>
          <p:nvPr/>
        </p:nvSpPr>
        <p:spPr>
          <a:xfrm>
            <a:off x="548640" y="1508760"/>
            <a:ext cx="11094720" cy="10058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18" name="Policy and state title">
            <a:extLst>
              <a:ext uri="{FF2B5EF4-FFF2-40B4-BE49-F238E27FC236}">
                <a16:creationId xmlns:a16="http://schemas.microsoft.com/office/drawing/2014/main" id="{0A275196-45C8-A0DE-16BD-679252A34924}"/>
              </a:ext>
            </a:extLst>
          </p:cNvPr>
          <p:cNvSpPr/>
          <p:nvPr/>
        </p:nvSpPr>
        <p:spPr>
          <a:xfrm>
            <a:off x="609600" y="156819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Policy and state</a:t>
            </a:r>
          </a:p>
          <a:p>
            <a:pPr algn="l">
              <a:buNone/>
            </a:pPr>
            <a:r>
              <a:rPr lang="en-US" sz="100">
                <a:effectLst/>
              </a:rPr>
              <a:t> </a:t>
            </a:r>
            <a:endParaRPr lang="en-US"/>
          </a:p>
        </p:txBody>
      </p:sp>
      <p:sp>
        <p:nvSpPr>
          <p:cNvPr id="23221" name="Policy and state pill">
            <a:extLst>
              <a:ext uri="{FF2B5EF4-FFF2-40B4-BE49-F238E27FC236}">
                <a16:creationId xmlns:a16="http://schemas.microsoft.com/office/drawing/2014/main" id="{CE8237A7-1E72-0961-F91F-6DF8D8F8150F}"/>
              </a:ext>
            </a:extLst>
          </p:cNvPr>
          <p:cNvSpPr/>
          <p:nvPr/>
        </p:nvSpPr>
        <p:spPr>
          <a:xfrm>
            <a:off x="701040" y="2072640"/>
            <a:ext cx="170078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RULES · NO AI</a:t>
            </a:r>
          </a:p>
          <a:p>
            <a:pPr algn="ctr">
              <a:buNone/>
            </a:pPr>
            <a:r>
              <a:rPr lang="en-US" sz="100">
                <a:effectLst/>
              </a:rPr>
              <a:t> </a:t>
            </a:r>
            <a:endParaRPr lang="en-US"/>
          </a:p>
        </p:txBody>
      </p:sp>
      <p:sp>
        <p:nvSpPr>
          <p:cNvPr id="23225" name="Policy and state statement">
            <a:extLst>
              <a:ext uri="{FF2B5EF4-FFF2-40B4-BE49-F238E27FC236}">
                <a16:creationId xmlns:a16="http://schemas.microsoft.com/office/drawing/2014/main" id="{B533D7A7-F910-08D3-1DEF-BBDFF203EA73}"/>
              </a:ext>
            </a:extLst>
          </p:cNvPr>
          <p:cNvSpPr/>
          <p:nvPr/>
        </p:nvSpPr>
        <p:spPr>
          <a:xfrm>
            <a:off x="4815840" y="1706880"/>
            <a:ext cx="67665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Deterministic orchestration protects controlled state</a:t>
            </a:r>
          </a:p>
          <a:p>
            <a:pPr algn="l">
              <a:buNone/>
            </a:pPr>
            <a:r>
              <a:rPr lang="en-US" sz="1600">
                <a:solidFill>
                  <a:srgbClr val="173F35"/>
                </a:solidFill>
                <a:effectLst/>
                <a:latin typeface="Arial" panose="020B0604020202020204" pitchFamily="34" charset="0"/>
              </a:rPr>
              <a:t>The application determines eligibility and protects state.</a:t>
            </a:r>
            <a:endParaRPr lang="en-US"/>
          </a:p>
        </p:txBody>
      </p:sp>
      <p:sp>
        <p:nvSpPr>
          <p:cNvPr id="23230" name="Reasoning and preparation band">
            <a:extLst>
              <a:ext uri="{FF2B5EF4-FFF2-40B4-BE49-F238E27FC236}">
                <a16:creationId xmlns:a16="http://schemas.microsoft.com/office/drawing/2014/main" id="{8A5E63DC-ED7B-9697-3F7A-C4BA5B3646D3}"/>
              </a:ext>
            </a:extLst>
          </p:cNvPr>
          <p:cNvSpPr/>
          <p:nvPr/>
        </p:nvSpPr>
        <p:spPr>
          <a:xfrm>
            <a:off x="548640" y="2606040"/>
            <a:ext cx="11094720" cy="100584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36" name="Reasoning and preparation title">
            <a:extLst>
              <a:ext uri="{FF2B5EF4-FFF2-40B4-BE49-F238E27FC236}">
                <a16:creationId xmlns:a16="http://schemas.microsoft.com/office/drawing/2014/main" id="{CA486324-8C07-86AB-5EF8-0DA916A90BE7}"/>
              </a:ext>
            </a:extLst>
          </p:cNvPr>
          <p:cNvSpPr/>
          <p:nvPr/>
        </p:nvSpPr>
        <p:spPr>
          <a:xfrm>
            <a:off x="609600" y="266547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Reasoning and preparation</a:t>
            </a:r>
          </a:p>
          <a:p>
            <a:pPr algn="l">
              <a:buNone/>
            </a:pPr>
            <a:r>
              <a:rPr lang="en-US" sz="100">
                <a:effectLst/>
              </a:rPr>
              <a:t> </a:t>
            </a:r>
            <a:endParaRPr lang="en-US"/>
          </a:p>
        </p:txBody>
      </p:sp>
      <p:sp>
        <p:nvSpPr>
          <p:cNvPr id="23243" name="Reasoning and preparation pill">
            <a:extLst>
              <a:ext uri="{FF2B5EF4-FFF2-40B4-BE49-F238E27FC236}">
                <a16:creationId xmlns:a16="http://schemas.microsoft.com/office/drawing/2014/main" id="{A7131199-F982-36FE-81F2-6E02D2AEE6BC}"/>
              </a:ext>
            </a:extLst>
          </p:cNvPr>
          <p:cNvSpPr/>
          <p:nvPr/>
        </p:nvSpPr>
        <p:spPr>
          <a:xfrm>
            <a:off x="701040" y="316992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3251" name="Reasoning and preparation statement">
            <a:extLst>
              <a:ext uri="{FF2B5EF4-FFF2-40B4-BE49-F238E27FC236}">
                <a16:creationId xmlns:a16="http://schemas.microsoft.com/office/drawing/2014/main" id="{BA499910-BDE3-4465-38B8-2B6322376874}"/>
              </a:ext>
            </a:extLst>
          </p:cNvPr>
          <p:cNvSpPr/>
          <p:nvPr/>
        </p:nvSpPr>
        <p:spPr>
          <a:xfrm>
            <a:off x="4815840" y="2804160"/>
            <a:ext cx="67665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Reasoning and preparation are bounded capabilities</a:t>
            </a:r>
          </a:p>
          <a:p>
            <a:pPr algn="l">
              <a:buNone/>
            </a:pPr>
            <a:r>
              <a:rPr lang="en-US" sz="1600">
                <a:solidFill>
                  <a:srgbClr val="173F35"/>
                </a:solidFill>
                <a:effectLst/>
                <a:latin typeface="Arial" panose="020B0604020202020204" pitchFamily="34" charset="0"/>
              </a:rPr>
              <a:t>Models reason over permitted context and prepare drafts or flags.</a:t>
            </a:r>
            <a:endParaRPr lang="en-US"/>
          </a:p>
        </p:txBody>
      </p:sp>
      <p:sp>
        <p:nvSpPr>
          <p:cNvPr id="23260" name="Accountable decision band">
            <a:extLst>
              <a:ext uri="{FF2B5EF4-FFF2-40B4-BE49-F238E27FC236}">
                <a16:creationId xmlns:a16="http://schemas.microsoft.com/office/drawing/2014/main" id="{B25E969C-CE27-F3D7-364C-BF3719FBDAF5}"/>
              </a:ext>
            </a:extLst>
          </p:cNvPr>
          <p:cNvSpPr/>
          <p:nvPr/>
        </p:nvSpPr>
        <p:spPr>
          <a:xfrm>
            <a:off x="548640" y="3703320"/>
            <a:ext cx="11094720" cy="100584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70" name="Accountable decision title">
            <a:extLst>
              <a:ext uri="{FF2B5EF4-FFF2-40B4-BE49-F238E27FC236}">
                <a16:creationId xmlns:a16="http://schemas.microsoft.com/office/drawing/2014/main" id="{E496D50D-E2A8-E8BE-DAE7-716FDD9DC726}"/>
              </a:ext>
            </a:extLst>
          </p:cNvPr>
          <p:cNvSpPr/>
          <p:nvPr/>
        </p:nvSpPr>
        <p:spPr>
          <a:xfrm>
            <a:off x="609600" y="376275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Accountable decision</a:t>
            </a:r>
          </a:p>
          <a:p>
            <a:pPr algn="l">
              <a:buNone/>
            </a:pPr>
            <a:r>
              <a:rPr lang="en-US" sz="100">
                <a:effectLst/>
              </a:rPr>
              <a:t> </a:t>
            </a:r>
            <a:endParaRPr lang="en-US"/>
          </a:p>
        </p:txBody>
      </p:sp>
      <p:sp>
        <p:nvSpPr>
          <p:cNvPr id="23281" name="Accountable decision pill">
            <a:extLst>
              <a:ext uri="{FF2B5EF4-FFF2-40B4-BE49-F238E27FC236}">
                <a16:creationId xmlns:a16="http://schemas.microsoft.com/office/drawing/2014/main" id="{06680E75-948F-6B58-A745-525337F030C8}"/>
              </a:ext>
            </a:extLst>
          </p:cNvPr>
          <p:cNvSpPr/>
          <p:nvPr/>
        </p:nvSpPr>
        <p:spPr>
          <a:xfrm>
            <a:off x="701040" y="426720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sp>
        <p:nvSpPr>
          <p:cNvPr id="23293" name="Accountable decision statement">
            <a:extLst>
              <a:ext uri="{FF2B5EF4-FFF2-40B4-BE49-F238E27FC236}">
                <a16:creationId xmlns:a16="http://schemas.microsoft.com/office/drawing/2014/main" id="{932F6265-B2ED-0113-FB79-7EB271429282}"/>
              </a:ext>
            </a:extLst>
          </p:cNvPr>
          <p:cNvSpPr/>
          <p:nvPr/>
        </p:nvSpPr>
        <p:spPr>
          <a:xfrm>
            <a:off x="4815840" y="3886200"/>
            <a:ext cx="6766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People retain decisions requiring consent, professional judgement or delegation.</a:t>
            </a:r>
          </a:p>
          <a:p>
            <a:pPr algn="l">
              <a:buNone/>
            </a:pPr>
            <a:r>
              <a:rPr lang="en-US" sz="100">
                <a:effectLst/>
              </a:rPr>
              <a:t> </a:t>
            </a:r>
            <a:endParaRPr lang="en-US"/>
          </a:p>
        </p:txBody>
      </p:sp>
      <p:sp>
        <p:nvSpPr>
          <p:cNvPr id="23306" name="Autonomy strip">
            <a:extLst>
              <a:ext uri="{FF2B5EF4-FFF2-40B4-BE49-F238E27FC236}">
                <a16:creationId xmlns:a16="http://schemas.microsoft.com/office/drawing/2014/main" id="{FC69042D-0B89-1F33-FCA1-AD0A996804D0}"/>
              </a:ext>
            </a:extLst>
          </p:cNvPr>
          <p:cNvSpPr/>
          <p:nvPr/>
        </p:nvSpPr>
        <p:spPr>
          <a:xfrm>
            <a:off x="548640" y="4892040"/>
            <a:ext cx="1109472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20" name="Autonomy label">
            <a:extLst>
              <a:ext uri="{FF2B5EF4-FFF2-40B4-BE49-F238E27FC236}">
                <a16:creationId xmlns:a16="http://schemas.microsoft.com/office/drawing/2014/main" id="{517E479D-DDAA-0535-85BA-EA0D6F103618}"/>
              </a:ext>
            </a:extLst>
          </p:cNvPr>
          <p:cNvSpPr/>
          <p:nvPr/>
        </p:nvSpPr>
        <p:spPr>
          <a:xfrm>
            <a:off x="609600" y="5257800"/>
            <a:ext cx="1737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AUTONOMY</a:t>
            </a:r>
          </a:p>
          <a:p>
            <a:pPr algn="l">
              <a:buNone/>
            </a:pPr>
            <a:r>
              <a:rPr lang="en-US" sz="100">
                <a:effectLst/>
              </a:rPr>
              <a:t> </a:t>
            </a:r>
            <a:endParaRPr lang="en-US"/>
          </a:p>
        </p:txBody>
      </p:sp>
      <p:sp>
        <p:nvSpPr>
          <p:cNvPr id="23335" name="Statement 3">
            <a:extLst>
              <a:ext uri="{FF2B5EF4-FFF2-40B4-BE49-F238E27FC236}">
                <a16:creationId xmlns:a16="http://schemas.microsoft.com/office/drawing/2014/main" id="{6F7DE62D-AA5B-BEAD-E6EF-4A4B0E1F0E3A}"/>
              </a:ext>
            </a:extLst>
          </p:cNvPr>
          <p:cNvSpPr/>
          <p:nvPr/>
        </p:nvSpPr>
        <p:spPr>
          <a:xfrm>
            <a:off x="2346960" y="4998720"/>
            <a:ext cx="9235440" cy="883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Autonomy is task-specific, not a marketing label</a:t>
            </a:r>
          </a:p>
          <a:p>
            <a:pPr algn="l">
              <a:buNone/>
            </a:pPr>
            <a:r>
              <a:rPr lang="en-US" sz="1600">
                <a:solidFill>
                  <a:srgbClr val="173F35"/>
                </a:solidFill>
                <a:effectLst/>
                <a:latin typeface="Arial" panose="020B0604020202020204" pitchFamily="34" charset="0"/>
              </a:rPr>
              <a:t>Future autonomous actions require an explicit, evaluated task contract and authorised boundary.</a:t>
            </a:r>
            <a:endParaRPr lang="en-US"/>
          </a:p>
        </p:txBody>
      </p:sp>
      <p:sp>
        <p:nvSpPr>
          <p:cNvPr id="2" name="Appendix topic destination">
            <a:hlinkClick r:id="rId4" action="ppaction://hlinksldjump"/>
            <a:extLst>
              <a:ext uri="{FF2B5EF4-FFF2-40B4-BE49-F238E27FC236}">
                <a16:creationId xmlns:a16="http://schemas.microsoft.com/office/drawing/2014/main" id="{D7F2C9AE-EA7B-F2B3-5C9F-6F88DD65C26D}"/>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S08 / slide 9</a:t>
            </a:r>
            <a:endParaRPr lang="en-US"/>
          </a:p>
        </p:txBody>
      </p:sp>
    </p:spTree>
    <p:extLst>
      <p:ext uri="{BB962C8B-B14F-4D97-AF65-F5344CB8AC3E}">
        <p14:creationId xmlns:p14="http://schemas.microsoft.com/office/powerpoint/2010/main" val="1068147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213" name="Eyebrow">
            <a:extLst>
              <a:ext uri="{FF2B5EF4-FFF2-40B4-BE49-F238E27FC236}">
                <a16:creationId xmlns:a16="http://schemas.microsoft.com/office/drawing/2014/main" id="{6DFFF085-16C8-D846-7784-E23C89CA438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B15 · CEO / CIO / RISK</a:t>
            </a:r>
          </a:p>
          <a:p>
            <a:pPr algn="l">
              <a:buNone/>
            </a:pPr>
            <a:r>
              <a:rPr lang="en-US" sz="100">
                <a:effectLst/>
              </a:rPr>
              <a:t> </a:t>
            </a:r>
            <a:endParaRPr lang="en-US"/>
          </a:p>
        </p:txBody>
      </p:sp>
      <p:sp>
        <p:nvSpPr>
          <p:cNvPr id="5285" name="Slide title">
            <a:extLst>
              <a:ext uri="{FF2B5EF4-FFF2-40B4-BE49-F238E27FC236}">
                <a16:creationId xmlns:a16="http://schemas.microsoft.com/office/drawing/2014/main" id="{CD5723BB-9538-74F2-756A-C8C840905233}"/>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exactly must happen before a pilot</a:t>
            </a:r>
          </a:p>
          <a:p>
            <a:pPr algn="l">
              <a:buNone/>
            </a:pPr>
            <a:r>
              <a:rPr lang="en-US" sz="2800" b="1">
                <a:solidFill>
                  <a:srgbClr val="173F35"/>
                </a:solidFill>
                <a:effectLst/>
                <a:latin typeface="Arial" panose="020B0604020202020204" pitchFamily="34" charset="0"/>
              </a:rPr>
              <a:t>or production decision?</a:t>
            </a:r>
            <a:endParaRPr lang="en-US"/>
          </a:p>
        </p:txBody>
      </p:sp>
      <p:sp>
        <p:nvSpPr>
          <p:cNvPr id="5358" name="Footer sources">
            <a:extLst>
              <a:ext uri="{FF2B5EF4-FFF2-40B4-BE49-F238E27FC236}">
                <a16:creationId xmlns:a16="http://schemas.microsoft.com/office/drawing/2014/main" id="{A1E1AD73-11C4-C8F1-BA4C-421BC38C64A0}"/>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E13 · E17</a:t>
            </a:r>
          </a:p>
          <a:p>
            <a:pPr algn="l">
              <a:buNone/>
            </a:pPr>
            <a:r>
              <a:rPr lang="en-US" sz="100">
                <a:effectLst/>
              </a:rPr>
              <a:t> </a:t>
            </a:r>
            <a:endParaRPr lang="en-US"/>
          </a:p>
        </p:txBody>
      </p:sp>
      <p:sp>
        <p:nvSpPr>
          <p:cNvPr id="5432" name="Footer navigation">
            <a:hlinkClick r:id="rId3" action="ppaction://hlinksldjump"/>
            <a:extLst>
              <a:ext uri="{FF2B5EF4-FFF2-40B4-BE49-F238E27FC236}">
                <a16:creationId xmlns:a16="http://schemas.microsoft.com/office/drawing/2014/main" id="{FFD4D1E3-B889-A833-8B21-8B5A489E57A8}"/>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B15 · Index: slide 27</a:t>
            </a:r>
            <a:endParaRPr lang="en-US"/>
          </a:p>
        </p:txBody>
      </p:sp>
      <p:sp>
        <p:nvSpPr>
          <p:cNvPr id="5507" name="Return to interrupted calling slide">
            <a:hlinkClick r:id="rId3" action="ppaction://hlinksldjump"/>
            <a:extLst>
              <a:ext uri="{FF2B5EF4-FFF2-40B4-BE49-F238E27FC236}">
                <a16:creationId xmlns:a16="http://schemas.microsoft.com/office/drawing/2014/main" id="{65586DFF-8C5F-5953-1466-0A9246B1F62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567" name="Gate 1 card">
            <a:extLst>
              <a:ext uri="{FF2B5EF4-FFF2-40B4-BE49-F238E27FC236}">
                <a16:creationId xmlns:a16="http://schemas.microsoft.com/office/drawing/2014/main" id="{2298830D-2A16-80D8-F27C-6773FDB53205}"/>
              </a:ext>
            </a:extLst>
          </p:cNvPr>
          <p:cNvSpPr/>
          <p:nvPr/>
        </p:nvSpPr>
        <p:spPr>
          <a:xfrm>
            <a:off x="54864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69" name="Gate 2 card">
            <a:extLst>
              <a:ext uri="{FF2B5EF4-FFF2-40B4-BE49-F238E27FC236}">
                <a16:creationId xmlns:a16="http://schemas.microsoft.com/office/drawing/2014/main" id="{BE1EF06B-56D3-C868-6914-5C07C95EEA8D}"/>
              </a:ext>
            </a:extLst>
          </p:cNvPr>
          <p:cNvSpPr/>
          <p:nvPr/>
        </p:nvSpPr>
        <p:spPr>
          <a:xfrm>
            <a:off x="433832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72" name="Gate 3 card">
            <a:extLst>
              <a:ext uri="{FF2B5EF4-FFF2-40B4-BE49-F238E27FC236}">
                <a16:creationId xmlns:a16="http://schemas.microsoft.com/office/drawing/2014/main" id="{4BA26DB6-9C68-596E-0A2A-16FBA7D782D6}"/>
              </a:ext>
            </a:extLst>
          </p:cNvPr>
          <p:cNvSpPr/>
          <p:nvPr/>
        </p:nvSpPr>
        <p:spPr>
          <a:xfrm>
            <a:off x="812800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57" name="Gate 1 pending pill">
            <a:extLst>
              <a:ext uri="{FF2B5EF4-FFF2-40B4-BE49-F238E27FC236}">
                <a16:creationId xmlns:a16="http://schemas.microsoft.com/office/drawing/2014/main" id="{C5A4AF96-F385-8510-23D7-4F7B439C6B06}"/>
              </a:ext>
            </a:extLst>
          </p:cNvPr>
          <p:cNvSpPr/>
          <p:nvPr/>
        </p:nvSpPr>
        <p:spPr>
          <a:xfrm>
            <a:off x="70104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671" name="Gate 2 pending pill">
            <a:extLst>
              <a:ext uri="{FF2B5EF4-FFF2-40B4-BE49-F238E27FC236}">
                <a16:creationId xmlns:a16="http://schemas.microsoft.com/office/drawing/2014/main" id="{1858FB9D-2EDB-769E-AAE1-B0C44C8B1DF5}"/>
              </a:ext>
            </a:extLst>
          </p:cNvPr>
          <p:cNvSpPr/>
          <p:nvPr/>
        </p:nvSpPr>
        <p:spPr>
          <a:xfrm>
            <a:off x="449072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686" name="Gate 3 pending pill">
            <a:extLst>
              <a:ext uri="{FF2B5EF4-FFF2-40B4-BE49-F238E27FC236}">
                <a16:creationId xmlns:a16="http://schemas.microsoft.com/office/drawing/2014/main" id="{90AF062E-51C0-16EF-3273-5C7358AC68FA}"/>
              </a:ext>
            </a:extLst>
          </p:cNvPr>
          <p:cNvSpPr/>
          <p:nvPr/>
        </p:nvSpPr>
        <p:spPr>
          <a:xfrm>
            <a:off x="828040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702" name="Plus 1 (all required)">
            <a:extLst>
              <a:ext uri="{FF2B5EF4-FFF2-40B4-BE49-F238E27FC236}">
                <a16:creationId xmlns:a16="http://schemas.microsoft.com/office/drawing/2014/main" id="{D5F54292-C645-E913-D126-11645CA1FFA3}"/>
              </a:ext>
            </a:extLst>
          </p:cNvPr>
          <p:cNvSpPr/>
          <p:nvPr/>
        </p:nvSpPr>
        <p:spPr>
          <a:xfrm>
            <a:off x="4086860" y="3950970"/>
            <a:ext cx="228600" cy="228600"/>
          </a:xfrm>
          <a:prstGeom prst="mathPlus">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19" name="Plus 2 (all required)">
            <a:extLst>
              <a:ext uri="{FF2B5EF4-FFF2-40B4-BE49-F238E27FC236}">
                <a16:creationId xmlns:a16="http://schemas.microsoft.com/office/drawing/2014/main" id="{2A8B6746-CFEF-0686-ED88-2FD49D8EB5DE}"/>
              </a:ext>
            </a:extLst>
          </p:cNvPr>
          <p:cNvSpPr/>
          <p:nvPr/>
        </p:nvSpPr>
        <p:spPr>
          <a:xfrm>
            <a:off x="7876540" y="3950970"/>
            <a:ext cx="228600" cy="228600"/>
          </a:xfrm>
          <a:prstGeom prst="mathPlus">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93" name="Gate 1 name">
            <a:extLst>
              <a:ext uri="{FF2B5EF4-FFF2-40B4-BE49-F238E27FC236}">
                <a16:creationId xmlns:a16="http://schemas.microsoft.com/office/drawing/2014/main" id="{C61BA8CD-D90D-CC13-34BD-E6D332328B8E}"/>
              </a:ext>
            </a:extLst>
          </p:cNvPr>
          <p:cNvSpPr/>
          <p:nvPr/>
        </p:nvSpPr>
        <p:spPr>
          <a:xfrm>
            <a:off x="60960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deployment and AI evidence</a:t>
            </a:r>
          </a:p>
          <a:p>
            <a:pPr algn="l">
              <a:buNone/>
            </a:pPr>
            <a:r>
              <a:rPr lang="en-US" sz="100">
                <a:effectLst/>
              </a:rPr>
              <a:t> </a:t>
            </a:r>
            <a:endParaRPr lang="en-US"/>
          </a:p>
        </p:txBody>
      </p:sp>
      <p:sp>
        <p:nvSpPr>
          <p:cNvPr id="26095" name="Gate 1 statement">
            <a:extLst>
              <a:ext uri="{FF2B5EF4-FFF2-40B4-BE49-F238E27FC236}">
                <a16:creationId xmlns:a16="http://schemas.microsoft.com/office/drawing/2014/main" id="{161B6788-8390-42CC-9D90-D10CA5145762}"/>
              </a:ext>
            </a:extLst>
          </p:cNvPr>
          <p:cNvSpPr/>
          <p:nvPr/>
        </p:nvSpPr>
        <p:spPr>
          <a:xfrm>
            <a:off x="60960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Current deployment, roles, SQL and real-AI evidence</a:t>
            </a:r>
          </a:p>
          <a:p>
            <a:pPr algn="l">
              <a:buNone/>
            </a:pPr>
            <a:r>
              <a:rPr lang="en-US" sz="100">
                <a:effectLst/>
              </a:rPr>
              <a:t> </a:t>
            </a:r>
            <a:endParaRPr lang="en-US"/>
          </a:p>
        </p:txBody>
      </p:sp>
      <p:sp>
        <p:nvSpPr>
          <p:cNvPr id="26098" name="Gate 1 owner role">
            <a:extLst>
              <a:ext uri="{FF2B5EF4-FFF2-40B4-BE49-F238E27FC236}">
                <a16:creationId xmlns:a16="http://schemas.microsoft.com/office/drawing/2014/main" id="{CE1CB896-A690-146C-7B03-556E4A54E0DF}"/>
              </a:ext>
            </a:extLst>
          </p:cNvPr>
          <p:cNvSpPr/>
          <p:nvPr/>
        </p:nvSpPr>
        <p:spPr>
          <a:xfrm>
            <a:off x="609600" y="3596640"/>
            <a:ext cx="33934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Technical owner</a:t>
            </a:r>
            <a:endParaRPr lang="en-US"/>
          </a:p>
        </p:txBody>
      </p:sp>
      <p:sp>
        <p:nvSpPr>
          <p:cNvPr id="26102" name="Gate 1 required artifact">
            <a:extLst>
              <a:ext uri="{FF2B5EF4-FFF2-40B4-BE49-F238E27FC236}">
                <a16:creationId xmlns:a16="http://schemas.microsoft.com/office/drawing/2014/main" id="{51FE39AD-7286-6163-FECD-008B35B5687D}"/>
              </a:ext>
            </a:extLst>
          </p:cNvPr>
          <p:cNvSpPr/>
          <p:nvPr/>
        </p:nvSpPr>
        <p:spPr>
          <a:xfrm>
            <a:off x="609600" y="4648200"/>
            <a:ext cx="339344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Staff access and role denial, task-bound real inference, SQL persistence on the selected deployment</a:t>
            </a:r>
            <a:endParaRPr lang="en-US"/>
          </a:p>
        </p:txBody>
      </p:sp>
      <p:sp>
        <p:nvSpPr>
          <p:cNvPr id="26107" name="Gate 2 name">
            <a:extLst>
              <a:ext uri="{FF2B5EF4-FFF2-40B4-BE49-F238E27FC236}">
                <a16:creationId xmlns:a16="http://schemas.microsoft.com/office/drawing/2014/main" id="{F802EEC1-07C1-716C-97BF-0F3AFB0BA892}"/>
              </a:ext>
            </a:extLst>
          </p:cNvPr>
          <p:cNvSpPr/>
          <p:nvPr/>
        </p:nvSpPr>
        <p:spPr>
          <a:xfrm>
            <a:off x="439928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Human and control acceptance</a:t>
            </a:r>
          </a:p>
          <a:p>
            <a:pPr algn="l">
              <a:buNone/>
            </a:pPr>
            <a:r>
              <a:rPr lang="en-US" sz="100">
                <a:effectLst/>
              </a:rPr>
              <a:t> </a:t>
            </a:r>
            <a:endParaRPr lang="en-US"/>
          </a:p>
        </p:txBody>
      </p:sp>
      <p:sp>
        <p:nvSpPr>
          <p:cNvPr id="26113" name="Gate 2 statement">
            <a:extLst>
              <a:ext uri="{FF2B5EF4-FFF2-40B4-BE49-F238E27FC236}">
                <a16:creationId xmlns:a16="http://schemas.microsoft.com/office/drawing/2014/main" id="{BA25BA58-8BA8-7276-0CB5-1076CA31BD82}"/>
              </a:ext>
            </a:extLst>
          </p:cNvPr>
          <p:cNvSpPr/>
          <p:nvPr/>
        </p:nvSpPr>
        <p:spPr>
          <a:xfrm>
            <a:off x="439928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privacy, professional and accessibility acceptance</a:t>
            </a:r>
          </a:p>
          <a:p>
            <a:pPr algn="l">
              <a:buNone/>
            </a:pPr>
            <a:r>
              <a:rPr lang="en-US" sz="100">
                <a:effectLst/>
              </a:rPr>
              <a:t> </a:t>
            </a:r>
            <a:endParaRPr lang="en-US"/>
          </a:p>
        </p:txBody>
      </p:sp>
      <p:sp>
        <p:nvSpPr>
          <p:cNvPr id="26120" name="Gate 2 owner role">
            <a:extLst>
              <a:ext uri="{FF2B5EF4-FFF2-40B4-BE49-F238E27FC236}">
                <a16:creationId xmlns:a16="http://schemas.microsoft.com/office/drawing/2014/main" id="{24CAE48F-1AB9-528F-E1F8-EF0059A1982A}"/>
              </a:ext>
            </a:extLst>
          </p:cNvPr>
          <p:cNvSpPr/>
          <p:nvPr/>
        </p:nvSpPr>
        <p:spPr>
          <a:xfrm>
            <a:off x="4399280" y="3596640"/>
            <a:ext cx="339344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Professional, privacy, accessibility and safety reviewers</a:t>
            </a:r>
            <a:endParaRPr lang="en-US"/>
          </a:p>
        </p:txBody>
      </p:sp>
      <p:sp>
        <p:nvSpPr>
          <p:cNvPr id="26128" name="Gate 2 required artifact">
            <a:extLst>
              <a:ext uri="{FF2B5EF4-FFF2-40B4-BE49-F238E27FC236}">
                <a16:creationId xmlns:a16="http://schemas.microsoft.com/office/drawing/2014/main" id="{6758C7BC-2569-1264-1744-24DA2B84AF99}"/>
              </a:ext>
            </a:extLst>
          </p:cNvPr>
          <p:cNvSpPr/>
          <p:nvPr/>
        </p:nvSpPr>
        <p:spPr>
          <a:xfrm>
            <a:off x="4399280" y="4648200"/>
            <a:ext cx="339344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Task/comprehension, accessibility, safety/privacy and professional acceptance</a:t>
            </a:r>
            <a:endParaRPr lang="en-US"/>
          </a:p>
        </p:txBody>
      </p:sp>
      <p:sp>
        <p:nvSpPr>
          <p:cNvPr id="26137" name="Gate 3 name">
            <a:extLst>
              <a:ext uri="{FF2B5EF4-FFF2-40B4-BE49-F238E27FC236}">
                <a16:creationId xmlns:a16="http://schemas.microsoft.com/office/drawing/2014/main" id="{1EC3B07F-B9A2-2BB3-DCA5-5AE65F8F3704}"/>
              </a:ext>
            </a:extLst>
          </p:cNvPr>
          <p:cNvSpPr/>
          <p:nvPr/>
        </p:nvSpPr>
        <p:spPr>
          <a:xfrm>
            <a:off x="818896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Value, recovery
and release</a:t>
            </a:r>
            <a:endParaRPr lang="en-US"/>
          </a:p>
        </p:txBody>
      </p:sp>
      <p:sp>
        <p:nvSpPr>
          <p:cNvPr id="26147" name="Gate 3 statement">
            <a:extLst>
              <a:ext uri="{FF2B5EF4-FFF2-40B4-BE49-F238E27FC236}">
                <a16:creationId xmlns:a16="http://schemas.microsoft.com/office/drawing/2014/main" id="{E5C30A7F-FB48-8151-D812-E1BD4D814E87}"/>
              </a:ext>
            </a:extLst>
          </p:cNvPr>
          <p:cNvSpPr/>
          <p:nvPr/>
        </p:nvSpPr>
        <p:spPr>
          <a:xfrm>
            <a:off x="818896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Measured value, cost, recovery and explicit release decision</a:t>
            </a:r>
          </a:p>
          <a:p>
            <a:pPr algn="l">
              <a:buNone/>
            </a:pPr>
            <a:r>
              <a:rPr lang="en-US" sz="100">
                <a:effectLst/>
              </a:rPr>
              <a:t> </a:t>
            </a:r>
            <a:endParaRPr lang="en-US"/>
          </a:p>
        </p:txBody>
      </p:sp>
      <p:sp>
        <p:nvSpPr>
          <p:cNvPr id="26158" name="Gate 3 owner role">
            <a:extLst>
              <a:ext uri="{FF2B5EF4-FFF2-40B4-BE49-F238E27FC236}">
                <a16:creationId xmlns:a16="http://schemas.microsoft.com/office/drawing/2014/main" id="{A193C884-6AC9-F0CA-B3A8-D0CBF57E0716}"/>
              </a:ext>
            </a:extLst>
          </p:cNvPr>
          <p:cNvSpPr/>
          <p:nvPr/>
        </p:nvSpPr>
        <p:spPr>
          <a:xfrm>
            <a:off x="8188960" y="3596640"/>
            <a:ext cx="33934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Programme and Finance</a:t>
            </a:r>
            <a:endParaRPr lang="en-US"/>
          </a:p>
        </p:txBody>
      </p:sp>
      <p:sp>
        <p:nvSpPr>
          <p:cNvPr id="26170" name="Gate 3 required artifact">
            <a:extLst>
              <a:ext uri="{FF2B5EF4-FFF2-40B4-BE49-F238E27FC236}">
                <a16:creationId xmlns:a16="http://schemas.microsoft.com/office/drawing/2014/main" id="{2B855706-B07E-2CF8-5D06-A701BD5AD5E0}"/>
              </a:ext>
            </a:extLst>
          </p:cNvPr>
          <p:cNvSpPr/>
          <p:nvPr/>
        </p:nvSpPr>
        <p:spPr>
          <a:xfrm>
            <a:off x="8188960" y="4648200"/>
            <a:ext cx="339344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Measured value and cost against the comparator, recovery test, explicit release decision</a:t>
            </a:r>
            <a:endParaRPr lang="en-US"/>
          </a:p>
        </p:txBody>
      </p:sp>
      <p:sp>
        <p:nvSpPr>
          <p:cNvPr id="2" name="Appendix topic destination">
            <a:hlinkClick r:id="rId4" action="ppaction://hlinksldjump"/>
            <a:extLst>
              <a:ext uri="{FF2B5EF4-FFF2-40B4-BE49-F238E27FC236}">
                <a16:creationId xmlns:a16="http://schemas.microsoft.com/office/drawing/2014/main" id="{91962D48-B64C-2C65-C2C0-78ECD482663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S21 / slide 24</a:t>
            </a:r>
            <a:endParaRPr lang="en-US"/>
          </a:p>
        </p:txBody>
      </p:sp>
    </p:spTree>
    <p:extLst>
      <p:ext uri="{BB962C8B-B14F-4D97-AF65-F5344CB8AC3E}">
        <p14:creationId xmlns:p14="http://schemas.microsoft.com/office/powerpoint/2010/main" val="1196239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583" name="Eyebrow">
            <a:extLst>
              <a:ext uri="{FF2B5EF4-FFF2-40B4-BE49-F238E27FC236}">
                <a16:creationId xmlns:a16="http://schemas.microsoft.com/office/drawing/2014/main" id="{F0A6DE0D-C658-EE37-0BC1-33DB6043AD61}"/>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B16 · COO / CIO</a:t>
            </a:r>
          </a:p>
          <a:p>
            <a:pPr algn="l">
              <a:buNone/>
            </a:pPr>
            <a:r>
              <a:rPr lang="en-US" sz="100">
                <a:effectLst/>
              </a:rPr>
              <a:t> </a:t>
            </a:r>
            <a:endParaRPr lang="en-US"/>
          </a:p>
        </p:txBody>
      </p:sp>
      <p:sp>
        <p:nvSpPr>
          <p:cNvPr id="5660" name="Slide title">
            <a:extLst>
              <a:ext uri="{FF2B5EF4-FFF2-40B4-BE49-F238E27FC236}">
                <a16:creationId xmlns:a16="http://schemas.microsoft.com/office/drawing/2014/main" id="{5CB7FB11-92A5-226E-D167-74986ACDEC6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happens if the model, cloud or deployment fails?</a:t>
            </a:r>
          </a:p>
          <a:p>
            <a:pPr algn="l">
              <a:buNone/>
            </a:pPr>
            <a:r>
              <a:rPr lang="en-US" sz="100">
                <a:effectLst/>
              </a:rPr>
              <a:t> </a:t>
            </a:r>
            <a:endParaRPr lang="en-US"/>
          </a:p>
        </p:txBody>
      </p:sp>
      <p:sp>
        <p:nvSpPr>
          <p:cNvPr id="5738" name="Footer sources">
            <a:extLst>
              <a:ext uri="{FF2B5EF4-FFF2-40B4-BE49-F238E27FC236}">
                <a16:creationId xmlns:a16="http://schemas.microsoft.com/office/drawing/2014/main" id="{3B846072-4A41-8910-9942-C1C38274986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E07 · E13</a:t>
            </a:r>
          </a:p>
          <a:p>
            <a:pPr algn="l">
              <a:buNone/>
            </a:pPr>
            <a:r>
              <a:rPr lang="en-US" sz="100">
                <a:effectLst/>
              </a:rPr>
              <a:t> </a:t>
            </a:r>
            <a:endParaRPr lang="en-US"/>
          </a:p>
        </p:txBody>
      </p:sp>
      <p:sp>
        <p:nvSpPr>
          <p:cNvPr id="5817" name="Footer navigation">
            <a:hlinkClick r:id="rId3" action="ppaction://hlinksldjump"/>
            <a:extLst>
              <a:ext uri="{FF2B5EF4-FFF2-40B4-BE49-F238E27FC236}">
                <a16:creationId xmlns:a16="http://schemas.microsoft.com/office/drawing/2014/main" id="{2AABD992-9061-A81E-1698-EF12FCD8432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B16 · Index: slide 27</a:t>
            </a:r>
            <a:endParaRPr lang="en-US"/>
          </a:p>
        </p:txBody>
      </p:sp>
      <p:sp>
        <p:nvSpPr>
          <p:cNvPr id="5897" name="Return to interrupted calling slide">
            <a:hlinkClick r:id="rId3" action="ppaction://hlinksldjump"/>
            <a:extLst>
              <a:ext uri="{FF2B5EF4-FFF2-40B4-BE49-F238E27FC236}">
                <a16:creationId xmlns:a16="http://schemas.microsoft.com/office/drawing/2014/main" id="{860C7FFF-91A4-9275-EE74-B0404A968B88}"/>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4461" name="Diagram subtitle">
            <a:extLst>
              <a:ext uri="{FF2B5EF4-FFF2-40B4-BE49-F238E27FC236}">
                <a16:creationId xmlns:a16="http://schemas.microsoft.com/office/drawing/2014/main" id="{C8A68FE3-88AF-8E43-7A3D-8F61CF0F79AA}"/>
              </a:ext>
            </a:extLst>
          </p:cNvPr>
          <p:cNvSpPr/>
          <p:nvPr/>
        </p:nvSpPr>
        <p:spPr>
          <a:xfrm>
            <a:off x="548640" y="1325880"/>
            <a:ext cx="1109472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Resilience is configured in the architecture; whole-system recovery drills are the next milestone.</a:t>
            </a:r>
            <a:endParaRPr lang="en-US"/>
          </a:p>
        </p:txBody>
      </p:sp>
      <p:sp>
        <p:nvSpPr>
          <p:cNvPr id="24463" name="Card Access + secrets">
            <a:extLst>
              <a:ext uri="{FF2B5EF4-FFF2-40B4-BE49-F238E27FC236}">
                <a16:creationId xmlns:a16="http://schemas.microsoft.com/office/drawing/2014/main" id="{813507E7-85A6-373B-A03C-FBE0ED48CE85}"/>
              </a:ext>
            </a:extLst>
          </p:cNvPr>
          <p:cNvSpPr/>
          <p:nvPr/>
        </p:nvSpPr>
        <p:spPr>
          <a:xfrm>
            <a:off x="548640" y="1828800"/>
            <a:ext cx="3467100" cy="16154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66" name="Access + secrets title">
            <a:extLst>
              <a:ext uri="{FF2B5EF4-FFF2-40B4-BE49-F238E27FC236}">
                <a16:creationId xmlns:a16="http://schemas.microsoft.com/office/drawing/2014/main" id="{92928608-9064-FF80-DE4B-DFC91C91AE26}"/>
              </a:ext>
            </a:extLst>
          </p:cNvPr>
          <p:cNvSpPr/>
          <p:nvPr/>
        </p:nvSpPr>
        <p:spPr>
          <a:xfrm>
            <a:off x="108508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Access + secrets</a:t>
            </a:r>
          </a:p>
          <a:p>
            <a:pPr algn="l">
              <a:buNone/>
            </a:pPr>
            <a:r>
              <a:rPr lang="en-US" sz="100">
                <a:effectLst/>
              </a:rPr>
              <a:t> </a:t>
            </a:r>
            <a:endParaRPr lang="en-US"/>
          </a:p>
        </p:txBody>
      </p:sp>
      <p:sp>
        <p:nvSpPr>
          <p:cNvPr id="24470" name="Access + secrets body">
            <a:extLst>
              <a:ext uri="{FF2B5EF4-FFF2-40B4-BE49-F238E27FC236}">
                <a16:creationId xmlns:a16="http://schemas.microsoft.com/office/drawing/2014/main" id="{CDE09086-FBFA-13B2-B5DE-8A691D1D241D}"/>
              </a:ext>
            </a:extLst>
          </p:cNvPr>
          <p:cNvSpPr/>
          <p:nvPr/>
        </p:nvSpPr>
        <p:spPr>
          <a:xfrm>
            <a:off x="563880" y="23652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Entra and managed identities</a:t>
            </a:r>
          </a:p>
          <a:p>
            <a:pPr algn="l">
              <a:buNone/>
            </a:pPr>
            <a:r>
              <a:rPr lang="en-US" sz="1600">
                <a:solidFill>
                  <a:srgbClr val="173F35"/>
                </a:solidFill>
                <a:effectLst/>
                <a:latin typeface="Arial" panose="020B0604020202020204" pitchFamily="34" charset="0"/>
              </a:rPr>
              <a:t>Key Vault secret references</a:t>
            </a:r>
          </a:p>
          <a:p>
            <a:pPr algn="l">
              <a:buNone/>
            </a:pPr>
            <a:r>
              <a:rPr lang="en-US" sz="1600">
                <a:solidFill>
                  <a:srgbClr val="173F35"/>
                </a:solidFill>
                <a:effectLst/>
                <a:latin typeface="Arial" panose="020B0604020202020204" pitchFamily="34" charset="0"/>
              </a:rPr>
              <a:t>Private backing services</a:t>
            </a:r>
            <a:endParaRPr lang="en-US"/>
          </a:p>
        </p:txBody>
      </p:sp>
      <p:sp>
        <p:nvSpPr>
          <p:cNvPr id="24475" name="Card Runtime + releases">
            <a:extLst>
              <a:ext uri="{FF2B5EF4-FFF2-40B4-BE49-F238E27FC236}">
                <a16:creationId xmlns:a16="http://schemas.microsoft.com/office/drawing/2014/main" id="{777BF9CB-BADD-D589-C156-65D9B4AF145B}"/>
              </a:ext>
            </a:extLst>
          </p:cNvPr>
          <p:cNvSpPr/>
          <p:nvPr/>
        </p:nvSpPr>
        <p:spPr>
          <a:xfrm>
            <a:off x="4362450" y="1828800"/>
            <a:ext cx="3467100" cy="16154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81" name="Runtime + releases title">
            <a:extLst>
              <a:ext uri="{FF2B5EF4-FFF2-40B4-BE49-F238E27FC236}">
                <a16:creationId xmlns:a16="http://schemas.microsoft.com/office/drawing/2014/main" id="{006FFFE0-5A2B-5A93-C2BA-BFEC0A3E18E3}"/>
              </a:ext>
            </a:extLst>
          </p:cNvPr>
          <p:cNvSpPr/>
          <p:nvPr/>
        </p:nvSpPr>
        <p:spPr>
          <a:xfrm>
            <a:off x="489889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Runtime + releases</a:t>
            </a:r>
          </a:p>
          <a:p>
            <a:pPr algn="l">
              <a:buNone/>
            </a:pPr>
            <a:r>
              <a:rPr lang="en-US" sz="100">
                <a:effectLst/>
              </a:rPr>
              <a:t> </a:t>
            </a:r>
            <a:endParaRPr lang="en-US"/>
          </a:p>
        </p:txBody>
      </p:sp>
      <p:sp>
        <p:nvSpPr>
          <p:cNvPr id="24488" name="Runtime + releases body">
            <a:extLst>
              <a:ext uri="{FF2B5EF4-FFF2-40B4-BE49-F238E27FC236}">
                <a16:creationId xmlns:a16="http://schemas.microsoft.com/office/drawing/2014/main" id="{5F93FA91-1713-15DA-A365-CD12B1A7E4A6}"/>
              </a:ext>
            </a:extLst>
          </p:cNvPr>
          <p:cNvSpPr/>
          <p:nvPr/>
        </p:nvSpPr>
        <p:spPr>
          <a:xfrm>
            <a:off x="4377690" y="23652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Container Apps / pinned images</a:t>
            </a:r>
          </a:p>
          <a:p>
            <a:pPr algn="l">
              <a:buNone/>
            </a:pPr>
            <a:r>
              <a:rPr lang="en-US" sz="1600">
                <a:solidFill>
                  <a:srgbClr val="173F35"/>
                </a:solidFill>
                <a:effectLst/>
                <a:latin typeface="Arial" panose="020B0604020202020204" pitchFamily="34" charset="0"/>
              </a:rPr>
              <a:t>Registry and CI checks</a:t>
            </a:r>
          </a:p>
          <a:p>
            <a:pPr algn="l">
              <a:buNone/>
            </a:pPr>
            <a:r>
              <a:rPr lang="en-US" sz="1600">
                <a:solidFill>
                  <a:srgbClr val="173F35"/>
                </a:solidFill>
                <a:effectLst/>
                <a:latin typeface="Arial" panose="020B0604020202020204" pitchFamily="34" charset="0"/>
              </a:rPr>
              <a:t>Controlled rollout + rollback</a:t>
            </a:r>
            <a:endParaRPr lang="en-US"/>
          </a:p>
        </p:txBody>
      </p:sp>
      <p:sp>
        <p:nvSpPr>
          <p:cNvPr id="24496" name="Card Observe + budget">
            <a:extLst>
              <a:ext uri="{FF2B5EF4-FFF2-40B4-BE49-F238E27FC236}">
                <a16:creationId xmlns:a16="http://schemas.microsoft.com/office/drawing/2014/main" id="{B4967B09-40E3-E8E1-BBEA-063B8AB59E15}"/>
              </a:ext>
            </a:extLst>
          </p:cNvPr>
          <p:cNvSpPr/>
          <p:nvPr/>
        </p:nvSpPr>
        <p:spPr>
          <a:xfrm>
            <a:off x="8176260" y="1828800"/>
            <a:ext cx="3467100" cy="16154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05" name="Observe + budget title">
            <a:extLst>
              <a:ext uri="{FF2B5EF4-FFF2-40B4-BE49-F238E27FC236}">
                <a16:creationId xmlns:a16="http://schemas.microsoft.com/office/drawing/2014/main" id="{C22A7883-17E7-5F68-F7C1-01F7677B4E26}"/>
              </a:ext>
            </a:extLst>
          </p:cNvPr>
          <p:cNvSpPr/>
          <p:nvPr/>
        </p:nvSpPr>
        <p:spPr>
          <a:xfrm>
            <a:off x="871270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Observe + budget</a:t>
            </a:r>
          </a:p>
          <a:p>
            <a:pPr algn="l">
              <a:buNone/>
            </a:pPr>
            <a:r>
              <a:rPr lang="en-US" sz="100">
                <a:effectLst/>
              </a:rPr>
              <a:t> </a:t>
            </a:r>
            <a:endParaRPr lang="en-US"/>
          </a:p>
        </p:txBody>
      </p:sp>
      <p:sp>
        <p:nvSpPr>
          <p:cNvPr id="24515" name="Observe + budget body">
            <a:extLst>
              <a:ext uri="{FF2B5EF4-FFF2-40B4-BE49-F238E27FC236}">
                <a16:creationId xmlns:a16="http://schemas.microsoft.com/office/drawing/2014/main" id="{B7C3F927-B1FA-68A3-B91D-E94BC96916D3}"/>
              </a:ext>
            </a:extLst>
          </p:cNvPr>
          <p:cNvSpPr/>
          <p:nvPr/>
        </p:nvSpPr>
        <p:spPr>
          <a:xfrm>
            <a:off x="8191500" y="2365248"/>
            <a:ext cx="343662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Monitor / Log Analytics
Scoped allowance + usage
Budget alerts warn; hard stops are designed.</a:t>
            </a:r>
            <a:endParaRPr lang="en-US"/>
          </a:p>
        </p:txBody>
      </p:sp>
      <p:sp>
        <p:nvSpPr>
          <p:cNvPr id="24526" name="Evidence required bar">
            <a:extLst>
              <a:ext uri="{FF2B5EF4-FFF2-40B4-BE49-F238E27FC236}">
                <a16:creationId xmlns:a16="http://schemas.microsoft.com/office/drawing/2014/main" id="{E00231A1-2B5D-FF0B-7C24-8443ACC0B961}"/>
              </a:ext>
            </a:extLst>
          </p:cNvPr>
          <p:cNvSpPr/>
          <p:nvPr/>
        </p:nvSpPr>
        <p:spPr>
          <a:xfrm>
            <a:off x="548640" y="3672840"/>
            <a:ext cx="7280910" cy="20878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38" name="Owned manual route lane">
            <a:extLst>
              <a:ext uri="{FF2B5EF4-FFF2-40B4-BE49-F238E27FC236}">
                <a16:creationId xmlns:a16="http://schemas.microsoft.com/office/drawing/2014/main" id="{99B786CE-0AAF-BEE5-46D6-00566AF9FFC8}"/>
              </a:ext>
            </a:extLst>
          </p:cNvPr>
          <p:cNvSpPr/>
          <p:nvPr/>
        </p:nvSpPr>
        <p:spPr>
          <a:xfrm>
            <a:off x="8176260" y="3672840"/>
            <a:ext cx="3467100" cy="208788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51" name="Evidence bar title">
            <a:extLst>
              <a:ext uri="{FF2B5EF4-FFF2-40B4-BE49-F238E27FC236}">
                <a16:creationId xmlns:a16="http://schemas.microsoft.com/office/drawing/2014/main" id="{97D8A724-DAFF-81F1-0FF2-66F23CA043B0}"/>
              </a:ext>
            </a:extLst>
          </p:cNvPr>
          <p:cNvSpPr/>
          <p:nvPr/>
        </p:nvSpPr>
        <p:spPr>
          <a:xfrm>
            <a:off x="579120" y="3732276"/>
            <a:ext cx="543687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Evidence required before expansion</a:t>
            </a:r>
          </a:p>
          <a:p>
            <a:pPr algn="l">
              <a:buNone/>
            </a:pPr>
            <a:r>
              <a:rPr lang="en-US" sz="100">
                <a:effectLst/>
              </a:rPr>
              <a:t> </a:t>
            </a:r>
            <a:endParaRPr lang="en-US"/>
          </a:p>
        </p:txBody>
      </p:sp>
      <p:sp>
        <p:nvSpPr>
          <p:cNvPr id="24565" name="Evidence pending pill">
            <a:extLst>
              <a:ext uri="{FF2B5EF4-FFF2-40B4-BE49-F238E27FC236}">
                <a16:creationId xmlns:a16="http://schemas.microsoft.com/office/drawing/2014/main" id="{05BF591F-5EFB-45FB-2CEB-A281DC4ECF62}"/>
              </a:ext>
            </a:extLst>
          </p:cNvPr>
          <p:cNvSpPr/>
          <p:nvPr/>
        </p:nvSpPr>
        <p:spPr>
          <a:xfrm>
            <a:off x="6464046" y="383286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4580" name="Required: Genuine staff sign-in + role denial">
            <a:extLst>
              <a:ext uri="{FF2B5EF4-FFF2-40B4-BE49-F238E27FC236}">
                <a16:creationId xmlns:a16="http://schemas.microsoft.com/office/drawing/2014/main" id="{0BEAB4EC-A172-34F9-9AB5-B0181B1522D8}"/>
              </a:ext>
            </a:extLst>
          </p:cNvPr>
          <p:cNvSpPr/>
          <p:nvPr/>
        </p:nvSpPr>
        <p:spPr>
          <a:xfrm>
            <a:off x="670560" y="426720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Genuine staff sign-in + role denial</a:t>
            </a:r>
          </a:p>
          <a:p>
            <a:pPr algn="l">
              <a:buNone/>
            </a:pPr>
            <a:r>
              <a:rPr lang="en-US" sz="100">
                <a:effectLst/>
              </a:rPr>
              <a:t> </a:t>
            </a:r>
            <a:endParaRPr lang="en-US"/>
          </a:p>
        </p:txBody>
      </p:sp>
      <p:sp>
        <p:nvSpPr>
          <p:cNvPr id="24596" name="Required: Azure SQL persistence">
            <a:extLst>
              <a:ext uri="{FF2B5EF4-FFF2-40B4-BE49-F238E27FC236}">
                <a16:creationId xmlns:a16="http://schemas.microsoft.com/office/drawing/2014/main" id="{1E9C7CA6-8145-2307-0DCB-14204F60A022}"/>
              </a:ext>
            </a:extLst>
          </p:cNvPr>
          <p:cNvSpPr/>
          <p:nvPr/>
        </p:nvSpPr>
        <p:spPr>
          <a:xfrm>
            <a:off x="670560" y="462788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Azure SQL persistence</a:t>
            </a:r>
          </a:p>
          <a:p>
            <a:pPr algn="l">
              <a:buNone/>
            </a:pPr>
            <a:r>
              <a:rPr lang="en-US" sz="100">
                <a:effectLst/>
              </a:rPr>
              <a:t> </a:t>
            </a:r>
            <a:endParaRPr lang="en-US"/>
          </a:p>
        </p:txBody>
      </p:sp>
      <p:sp>
        <p:nvSpPr>
          <p:cNvPr id="24613" name="Required: Bounded real-model result">
            <a:extLst>
              <a:ext uri="{FF2B5EF4-FFF2-40B4-BE49-F238E27FC236}">
                <a16:creationId xmlns:a16="http://schemas.microsoft.com/office/drawing/2014/main" id="{FDCE4C2C-1B63-41BD-88C8-C1826C877D0E}"/>
              </a:ext>
            </a:extLst>
          </p:cNvPr>
          <p:cNvSpPr/>
          <p:nvPr/>
        </p:nvSpPr>
        <p:spPr>
          <a:xfrm>
            <a:off x="670560" y="498856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Bounded real-model result</a:t>
            </a:r>
          </a:p>
          <a:p>
            <a:pPr algn="l">
              <a:buNone/>
            </a:pPr>
            <a:r>
              <a:rPr lang="en-US" sz="100">
                <a:effectLst/>
              </a:rPr>
              <a:t> </a:t>
            </a:r>
            <a:endParaRPr lang="en-US"/>
          </a:p>
        </p:txBody>
      </p:sp>
      <p:sp>
        <p:nvSpPr>
          <p:cNvPr id="24631" name="Required: Restore and recovery drill">
            <a:extLst>
              <a:ext uri="{FF2B5EF4-FFF2-40B4-BE49-F238E27FC236}">
                <a16:creationId xmlns:a16="http://schemas.microsoft.com/office/drawing/2014/main" id="{3D71E01A-0DA5-50AC-5C25-4B1440BAE354}"/>
              </a:ext>
            </a:extLst>
          </p:cNvPr>
          <p:cNvSpPr/>
          <p:nvPr/>
        </p:nvSpPr>
        <p:spPr>
          <a:xfrm>
            <a:off x="4234815" y="426720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Restore and recovery drill</a:t>
            </a:r>
          </a:p>
          <a:p>
            <a:pPr algn="l">
              <a:buNone/>
            </a:pPr>
            <a:r>
              <a:rPr lang="en-US" sz="100">
                <a:effectLst/>
              </a:rPr>
              <a:t> </a:t>
            </a:r>
            <a:endParaRPr lang="en-US"/>
          </a:p>
        </p:txBody>
      </p:sp>
      <p:sp>
        <p:nvSpPr>
          <p:cNvPr id="24650" name="Required: Human task/comprehension checks">
            <a:extLst>
              <a:ext uri="{FF2B5EF4-FFF2-40B4-BE49-F238E27FC236}">
                <a16:creationId xmlns:a16="http://schemas.microsoft.com/office/drawing/2014/main" id="{B10C4E40-265D-12A8-FD2A-A11182BBE821}"/>
              </a:ext>
            </a:extLst>
          </p:cNvPr>
          <p:cNvSpPr/>
          <p:nvPr/>
        </p:nvSpPr>
        <p:spPr>
          <a:xfrm>
            <a:off x="4234815" y="462788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Human task/comprehension checks</a:t>
            </a:r>
          </a:p>
          <a:p>
            <a:pPr algn="l">
              <a:buNone/>
            </a:pPr>
            <a:r>
              <a:rPr lang="en-US" sz="100">
                <a:effectLst/>
              </a:rPr>
              <a:t> </a:t>
            </a:r>
            <a:endParaRPr lang="en-US"/>
          </a:p>
        </p:txBody>
      </p:sp>
      <p:sp>
        <p:nvSpPr>
          <p:cNvPr id="24670" name="Required: Current cost + processing terms">
            <a:extLst>
              <a:ext uri="{FF2B5EF4-FFF2-40B4-BE49-F238E27FC236}">
                <a16:creationId xmlns:a16="http://schemas.microsoft.com/office/drawing/2014/main" id="{F4693400-30C9-E1FC-92E0-57FFB2CE87B7}"/>
              </a:ext>
            </a:extLst>
          </p:cNvPr>
          <p:cNvSpPr/>
          <p:nvPr/>
        </p:nvSpPr>
        <p:spPr>
          <a:xfrm>
            <a:off x="4234815" y="498856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cost + processing terms</a:t>
            </a:r>
          </a:p>
          <a:p>
            <a:pPr algn="l">
              <a:buNone/>
            </a:pPr>
            <a:r>
              <a:rPr lang="en-US" sz="100">
                <a:effectLst/>
              </a:rPr>
              <a:t> </a:t>
            </a:r>
            <a:endParaRPr lang="en-US"/>
          </a:p>
        </p:txBody>
      </p:sp>
      <p:sp>
        <p:nvSpPr>
          <p:cNvPr id="24691" name="Statement 3">
            <a:extLst>
              <a:ext uri="{FF2B5EF4-FFF2-40B4-BE49-F238E27FC236}">
                <a16:creationId xmlns:a16="http://schemas.microsoft.com/office/drawing/2014/main" id="{EDCD9E67-B195-CFEC-AAEA-DB3675FF71EB}"/>
              </a:ext>
            </a:extLst>
          </p:cNvPr>
          <p:cNvSpPr/>
          <p:nvPr/>
        </p:nvSpPr>
        <p:spPr>
          <a:xfrm>
            <a:off x="579120" y="5349240"/>
            <a:ext cx="703707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Restart proven; full restore drill is the next milestone</a:t>
            </a:r>
            <a:endParaRPr lang="en-US"/>
          </a:p>
        </p:txBody>
      </p:sp>
      <p:sp>
        <p:nvSpPr>
          <p:cNvPr id="24713" name="Owned manual route pill">
            <a:extLst>
              <a:ext uri="{FF2B5EF4-FFF2-40B4-BE49-F238E27FC236}">
                <a16:creationId xmlns:a16="http://schemas.microsoft.com/office/drawing/2014/main" id="{7DE0643D-F078-1B68-9853-B7F8D4F31FF1}"/>
              </a:ext>
            </a:extLst>
          </p:cNvPr>
          <p:cNvSpPr/>
          <p:nvPr/>
        </p:nvSpPr>
        <p:spPr>
          <a:xfrm>
            <a:off x="8298180" y="3566160"/>
            <a:ext cx="25511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OWNED MANUAL ROUTE</a:t>
            </a:r>
          </a:p>
          <a:p>
            <a:pPr algn="ctr">
              <a:buNone/>
            </a:pPr>
            <a:r>
              <a:rPr lang="en-US" sz="100">
                <a:effectLst/>
              </a:rPr>
              <a:t> </a:t>
            </a:r>
            <a:endParaRPr lang="en-US"/>
          </a:p>
        </p:txBody>
      </p:sp>
      <p:sp>
        <p:nvSpPr>
          <p:cNvPr id="24736" name="Manual route statements">
            <a:extLst>
              <a:ext uri="{FF2B5EF4-FFF2-40B4-BE49-F238E27FC236}">
                <a16:creationId xmlns:a16="http://schemas.microsoft.com/office/drawing/2014/main" id="{A10FD64A-2586-6021-1225-50F46302DAD8}"/>
              </a:ext>
            </a:extLst>
          </p:cNvPr>
          <p:cNvSpPr/>
          <p:nvPr/>
        </p:nvSpPr>
        <p:spPr>
          <a:xfrm>
            <a:off x="8206740" y="3931920"/>
            <a:ext cx="3406140" cy="1798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No approval from failure or stale evidence</a:t>
            </a:r>
          </a:p>
          <a:p>
            <a:pPr algn="l">
              <a:buNone/>
            </a:pPr>
            <a:r>
              <a:rPr lang="en-US" sz="1600" b="1">
                <a:solidFill>
                  <a:srgbClr val="173F35"/>
                </a:solidFill>
                <a:effectLst/>
                <a:latin typeface="Arial" panose="020B0604020202020204" pitchFamily="34" charset="0"/>
              </a:rPr>
              <a:t>Owned manual work and independent safety handling</a:t>
            </a:r>
          </a:p>
          <a:p>
            <a:pPr algn="l">
              <a:buNone/>
            </a:pPr>
            <a:r>
              <a:rPr lang="en-US" sz="1600">
                <a:solidFill>
                  <a:srgbClr val="173F35"/>
                </a:solidFill>
                <a:effectLst/>
                <a:latin typeface="Arial" panose="020B0604020202020204" pitchFamily="34" charset="0"/>
              </a:rPr>
              <a:t>Keep manual and safety routes independent; do not relax private controls to rescue a demo.</a:t>
            </a:r>
            <a:endParaRPr lang="en-US"/>
          </a:p>
        </p:txBody>
      </p:sp>
      <p:sp>
        <p:nvSpPr>
          <p:cNvPr id="24760" name="Legend">
            <a:extLst>
              <a:ext uri="{FF2B5EF4-FFF2-40B4-BE49-F238E27FC236}">
                <a16:creationId xmlns:a16="http://schemas.microsoft.com/office/drawing/2014/main" id="{C54E7026-85FE-8DF7-253B-20550A22A39A}"/>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Columns are concerns, not request hops · Amber = next milestone</a:t>
            </a:r>
            <a:endParaRPr lang="en-US"/>
          </a:p>
        </p:txBody>
      </p:sp>
      <p:sp>
        <p:nvSpPr>
          <p:cNvPr id="24785" name="Diagram status pill">
            <a:extLst>
              <a:ext uri="{FF2B5EF4-FFF2-40B4-BE49-F238E27FC236}">
                <a16:creationId xmlns:a16="http://schemas.microsoft.com/office/drawing/2014/main" id="{FB9A641D-E388-5AC8-3B9A-4949064BC816}"/>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pic>
        <p:nvPicPr>
          <p:cNvPr id="24786" name="Azure Key Vault icon" descr="Azure Key Vault icon (official Azure icon)">
            <a:extLst>
              <a:ext uri="{FF2B5EF4-FFF2-40B4-BE49-F238E27FC236}">
                <a16:creationId xmlns:a16="http://schemas.microsoft.com/office/drawing/2014/main" id="{42F5E51E-5783-58C2-CC9A-22AB6E9C9803}"/>
              </a:ext>
            </a:extLst>
          </p:cNvPr>
          <p:cNvPicPr>
            <a:picLocks noChangeAspect="1"/>
          </p:cNvPicPr>
          <p:nvPr/>
        </p:nvPicPr>
        <p:blipFill>
          <a:blip r:embed="rId4"/>
          <a:stretch>
            <a:fillRect/>
          </a:stretch>
        </p:blipFill>
        <p:spPr>
          <a:xfrm>
            <a:off x="655320" y="1935480"/>
            <a:ext cx="384048" cy="384048"/>
          </a:xfrm>
          <a:prstGeom prst="rect">
            <a:avLst/>
          </a:prstGeom>
        </p:spPr>
      </p:pic>
      <p:pic>
        <p:nvPicPr>
          <p:cNvPr id="24787" name="Azure Container Apps icon" descr="Azure Container Apps icon (official Azure icon)">
            <a:extLst>
              <a:ext uri="{FF2B5EF4-FFF2-40B4-BE49-F238E27FC236}">
                <a16:creationId xmlns:a16="http://schemas.microsoft.com/office/drawing/2014/main" id="{B9DA6489-F99F-7EC3-BC27-0F4D4C36ECEA}"/>
              </a:ext>
            </a:extLst>
          </p:cNvPr>
          <p:cNvPicPr>
            <a:picLocks noChangeAspect="1"/>
          </p:cNvPicPr>
          <p:nvPr/>
        </p:nvPicPr>
        <p:blipFill>
          <a:blip r:embed="rId5"/>
          <a:stretch>
            <a:fillRect/>
          </a:stretch>
        </p:blipFill>
        <p:spPr>
          <a:xfrm>
            <a:off x="4469130" y="1935480"/>
            <a:ext cx="384048" cy="384048"/>
          </a:xfrm>
          <a:prstGeom prst="rect">
            <a:avLst/>
          </a:prstGeom>
        </p:spPr>
      </p:pic>
      <p:pic>
        <p:nvPicPr>
          <p:cNvPr id="24788" name="Azure Monitor icon" descr="Azure Monitor icon (official Azure icon)">
            <a:extLst>
              <a:ext uri="{FF2B5EF4-FFF2-40B4-BE49-F238E27FC236}">
                <a16:creationId xmlns:a16="http://schemas.microsoft.com/office/drawing/2014/main" id="{F37F9080-641E-201B-812C-9AD5047B6F76}"/>
              </a:ext>
            </a:extLst>
          </p:cNvPr>
          <p:cNvPicPr>
            <a:picLocks noChangeAspect="1"/>
          </p:cNvPicPr>
          <p:nvPr/>
        </p:nvPicPr>
        <p:blipFill>
          <a:blip r:embed="rId6"/>
          <a:stretch>
            <a:fillRect/>
          </a:stretch>
        </p:blipFill>
        <p:spPr>
          <a:xfrm>
            <a:off x="8282940" y="1935480"/>
            <a:ext cx="384048" cy="384048"/>
          </a:xfrm>
          <a:prstGeom prst="rect">
            <a:avLst/>
          </a:prstGeom>
        </p:spPr>
      </p:pic>
      <p:sp>
        <p:nvSpPr>
          <p:cNvPr id="2" name="Appendix topic destination">
            <a:hlinkClick r:id="rId7" action="ppaction://hlinksldjump"/>
            <a:extLst>
              <a:ext uri="{FF2B5EF4-FFF2-40B4-BE49-F238E27FC236}">
                <a16:creationId xmlns:a16="http://schemas.microsoft.com/office/drawing/2014/main" id="{D971158E-AC86-60D7-2B0D-8CFBDEADC5E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2289242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978" name="Eyebrow">
            <a:extLst>
              <a:ext uri="{FF2B5EF4-FFF2-40B4-BE49-F238E27FC236}">
                <a16:creationId xmlns:a16="http://schemas.microsoft.com/office/drawing/2014/main" id="{E60CC179-82B1-F34F-E811-64D9645E3C2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B17 · CEO / SPONSOR</a:t>
            </a:r>
          </a:p>
          <a:p>
            <a:pPr algn="l">
              <a:buNone/>
            </a:pPr>
            <a:r>
              <a:rPr lang="en-US" sz="100">
                <a:effectLst/>
              </a:rPr>
              <a:t> </a:t>
            </a:r>
            <a:endParaRPr lang="en-US"/>
          </a:p>
        </p:txBody>
      </p:sp>
      <p:sp>
        <p:nvSpPr>
          <p:cNvPr id="6060" name="Slide title">
            <a:extLst>
              <a:ext uri="{FF2B5EF4-FFF2-40B4-BE49-F238E27FC236}">
                <a16:creationId xmlns:a16="http://schemas.microsoft.com/office/drawing/2014/main" id="{DB42EF90-5BE4-5B33-2C08-E8A55839670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When can we go live and who owns the next step?</a:t>
            </a:r>
          </a:p>
          <a:p>
            <a:pPr algn="l">
              <a:buNone/>
            </a:pPr>
            <a:r>
              <a:rPr lang="en-US" sz="100">
                <a:effectLst/>
              </a:rPr>
              <a:t> </a:t>
            </a:r>
            <a:endParaRPr lang="en-US"/>
          </a:p>
        </p:txBody>
      </p:sp>
      <p:sp>
        <p:nvSpPr>
          <p:cNvPr id="6143" name="Footer sources">
            <a:extLst>
              <a:ext uri="{FF2B5EF4-FFF2-40B4-BE49-F238E27FC236}">
                <a16:creationId xmlns:a16="http://schemas.microsoft.com/office/drawing/2014/main" id="{C14BB521-63E4-D031-1028-10CF3F72E81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E11 · E13</a:t>
            </a:r>
          </a:p>
          <a:p>
            <a:pPr algn="l">
              <a:buNone/>
            </a:pPr>
            <a:r>
              <a:rPr lang="en-US" sz="100">
                <a:effectLst/>
              </a:rPr>
              <a:t> </a:t>
            </a:r>
            <a:endParaRPr lang="en-US"/>
          </a:p>
        </p:txBody>
      </p:sp>
      <p:sp>
        <p:nvSpPr>
          <p:cNvPr id="6227" name="Footer navigation">
            <a:hlinkClick r:id="rId3" action="ppaction://hlinksldjump"/>
            <a:extLst>
              <a:ext uri="{FF2B5EF4-FFF2-40B4-BE49-F238E27FC236}">
                <a16:creationId xmlns:a16="http://schemas.microsoft.com/office/drawing/2014/main" id="{2D13FC0A-FACE-F7D2-1CB0-D3482495D84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B17 · Index: slide 27</a:t>
            </a:r>
            <a:endParaRPr lang="en-US"/>
          </a:p>
        </p:txBody>
      </p:sp>
      <p:sp>
        <p:nvSpPr>
          <p:cNvPr id="6312" name="Return to interrupted calling slide">
            <a:hlinkClick r:id="rId3" action="ppaction://hlinksldjump"/>
            <a:extLst>
              <a:ext uri="{FF2B5EF4-FFF2-40B4-BE49-F238E27FC236}">
                <a16:creationId xmlns:a16="http://schemas.microsoft.com/office/drawing/2014/main" id="{D1B4D03A-7867-5E10-6B51-05F9FF12D1F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4789" name="Statement 1">
            <a:extLst>
              <a:ext uri="{FF2B5EF4-FFF2-40B4-BE49-F238E27FC236}">
                <a16:creationId xmlns:a16="http://schemas.microsoft.com/office/drawing/2014/main" id="{9EA952B9-8B76-4988-321F-BCD44CB6A7C6}"/>
              </a:ext>
            </a:extLst>
          </p:cNvPr>
          <p:cNvSpPr/>
          <p:nvPr/>
        </p:nvSpPr>
        <p:spPr>
          <a:xfrm>
            <a:off x="548640" y="1508760"/>
            <a:ext cx="8662416"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Dependency-led plan: dates follow the gates</a:t>
            </a:r>
            <a:endParaRPr lang="en-US"/>
          </a:p>
        </p:txBody>
      </p:sp>
      <p:sp>
        <p:nvSpPr>
          <p:cNvPr id="24791" name="All steps pending pill">
            <a:extLst>
              <a:ext uri="{FF2B5EF4-FFF2-40B4-BE49-F238E27FC236}">
                <a16:creationId xmlns:a16="http://schemas.microsoft.com/office/drawing/2014/main" id="{F10D71BF-EFDC-8788-24BD-B02635581D04}"/>
              </a:ext>
            </a:extLst>
          </p:cNvPr>
          <p:cNvSpPr/>
          <p:nvPr/>
        </p:nvSpPr>
        <p:spPr>
          <a:xfrm>
            <a:off x="9393936" y="1609344"/>
            <a:ext cx="22494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SEQUENCED PLAN</a:t>
            </a:r>
            <a:endParaRPr lang="en-US"/>
          </a:p>
        </p:txBody>
      </p:sp>
      <p:sp>
        <p:nvSpPr>
          <p:cNvPr id="24794" name="Sequence label">
            <a:extLst>
              <a:ext uri="{FF2B5EF4-FFF2-40B4-BE49-F238E27FC236}">
                <a16:creationId xmlns:a16="http://schemas.microsoft.com/office/drawing/2014/main" id="{C6AA446A-9685-C64F-F51E-B70C95B9815F}"/>
              </a:ext>
            </a:extLst>
          </p:cNvPr>
          <p:cNvSpPr/>
          <p:nvPr/>
        </p:nvSpPr>
        <p:spPr>
          <a:xfrm>
            <a:off x="457200" y="2075688"/>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READINESS SEQUENCE</a:t>
            </a:r>
          </a:p>
          <a:p>
            <a:pPr algn="l">
              <a:buNone/>
            </a:pPr>
            <a:r>
              <a:rPr lang="en-US" sz="100">
                <a:effectLst/>
              </a:rPr>
              <a:t> </a:t>
            </a:r>
            <a:endParaRPr lang="en-US"/>
          </a:p>
        </p:txBody>
      </p:sp>
      <p:sp>
        <p:nvSpPr>
          <p:cNvPr id="24798" name="Owner label">
            <a:extLst>
              <a:ext uri="{FF2B5EF4-FFF2-40B4-BE49-F238E27FC236}">
                <a16:creationId xmlns:a16="http://schemas.microsoft.com/office/drawing/2014/main" id="{7BFAF4B3-8C89-C852-EAC7-6E35D5AC9D60}"/>
              </a:ext>
            </a:extLst>
          </p:cNvPr>
          <p:cNvSpPr/>
          <p:nvPr/>
        </p:nvSpPr>
        <p:spPr>
          <a:xfrm>
            <a:off x="4297680" y="2075688"/>
            <a:ext cx="2240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OWNER</a:t>
            </a:r>
          </a:p>
          <a:p>
            <a:pPr algn="l">
              <a:buNone/>
            </a:pPr>
            <a:r>
              <a:rPr lang="en-US" sz="100">
                <a:effectLst/>
              </a:rPr>
              <a:t> </a:t>
            </a:r>
            <a:endParaRPr lang="en-US"/>
          </a:p>
        </p:txBody>
      </p:sp>
      <p:sp>
        <p:nvSpPr>
          <p:cNvPr id="24803" name="Step 1 number">
            <a:extLst>
              <a:ext uri="{FF2B5EF4-FFF2-40B4-BE49-F238E27FC236}">
                <a16:creationId xmlns:a16="http://schemas.microsoft.com/office/drawing/2014/main" id="{33BC9ADF-80E6-E46A-2CD0-64FB69EEF468}"/>
              </a:ext>
            </a:extLst>
          </p:cNvPr>
          <p:cNvSpPr/>
          <p:nvPr/>
        </p:nvSpPr>
        <p:spPr>
          <a:xfrm>
            <a:off x="548640" y="244144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1</a:t>
            </a:r>
          </a:p>
          <a:p>
            <a:pPr algn="ctr">
              <a:buNone/>
            </a:pPr>
            <a:r>
              <a:rPr lang="en-US" sz="100">
                <a:effectLst/>
              </a:rPr>
              <a:t> </a:t>
            </a:r>
            <a:endParaRPr lang="en-US"/>
          </a:p>
        </p:txBody>
      </p:sp>
      <p:sp>
        <p:nvSpPr>
          <p:cNvPr id="24809" name="Step 1 Agreed validation scope">
            <a:extLst>
              <a:ext uri="{FF2B5EF4-FFF2-40B4-BE49-F238E27FC236}">
                <a16:creationId xmlns:a16="http://schemas.microsoft.com/office/drawing/2014/main" id="{8724D9C4-38E8-5D42-AA7B-E3845EAFBEFF}"/>
              </a:ext>
            </a:extLst>
          </p:cNvPr>
          <p:cNvSpPr/>
          <p:nvPr/>
        </p:nvSpPr>
        <p:spPr>
          <a:xfrm>
            <a:off x="1005840" y="244144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Agreed validation scope</a:t>
            </a:r>
          </a:p>
          <a:p>
            <a:pPr algn="l">
              <a:buNone/>
            </a:pPr>
            <a:r>
              <a:rPr lang="en-US" sz="100">
                <a:effectLst/>
              </a:rPr>
              <a:t> </a:t>
            </a:r>
            <a:endParaRPr lang="en-US"/>
          </a:p>
        </p:txBody>
      </p:sp>
      <p:sp>
        <p:nvSpPr>
          <p:cNvPr id="24816" name="Owner Programme">
            <a:extLst>
              <a:ext uri="{FF2B5EF4-FFF2-40B4-BE49-F238E27FC236}">
                <a16:creationId xmlns:a16="http://schemas.microsoft.com/office/drawing/2014/main" id="{3424E8F1-A7A3-18B3-8C37-9CCB9E82C861}"/>
              </a:ext>
            </a:extLst>
          </p:cNvPr>
          <p:cNvSpPr/>
          <p:nvPr/>
        </p:nvSpPr>
        <p:spPr>
          <a:xfrm>
            <a:off x="4297680" y="244144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Programme</a:t>
            </a:r>
          </a:p>
          <a:p>
            <a:pPr algn="l">
              <a:buNone/>
            </a:pPr>
            <a:r>
              <a:rPr lang="en-US" sz="100">
                <a:effectLst/>
              </a:rPr>
              <a:t> </a:t>
            </a:r>
            <a:endParaRPr lang="en-US"/>
          </a:p>
        </p:txBody>
      </p:sp>
      <p:sp>
        <p:nvSpPr>
          <p:cNvPr id="24824" name="Depends 1-&gt;2">
            <a:extLst>
              <a:ext uri="{FF2B5EF4-FFF2-40B4-BE49-F238E27FC236}">
                <a16:creationId xmlns:a16="http://schemas.microsoft.com/office/drawing/2014/main" id="{3AF0DB07-B4FA-248D-3EC1-BCCAA0E4242B}"/>
              </a:ext>
            </a:extLst>
          </p:cNvPr>
          <p:cNvSpPr/>
          <p:nvPr/>
        </p:nvSpPr>
        <p:spPr>
          <a:xfrm>
            <a:off x="662940" y="292150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33" name="Step 2 number">
            <a:extLst>
              <a:ext uri="{FF2B5EF4-FFF2-40B4-BE49-F238E27FC236}">
                <a16:creationId xmlns:a16="http://schemas.microsoft.com/office/drawing/2014/main" id="{B2750BFF-730F-D4CD-E21B-3DFA7D16403F}"/>
              </a:ext>
            </a:extLst>
          </p:cNvPr>
          <p:cNvSpPr/>
          <p:nvPr/>
        </p:nvSpPr>
        <p:spPr>
          <a:xfrm>
            <a:off x="548640" y="308152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2</a:t>
            </a:r>
          </a:p>
          <a:p>
            <a:pPr algn="ctr">
              <a:buNone/>
            </a:pPr>
            <a:r>
              <a:rPr lang="en-US" sz="100">
                <a:effectLst/>
              </a:rPr>
              <a:t> </a:t>
            </a:r>
            <a:endParaRPr lang="en-US"/>
          </a:p>
        </p:txBody>
      </p:sp>
      <p:sp>
        <p:nvSpPr>
          <p:cNvPr id="24843" name="Step 2 Refreshed cost">
            <a:extLst>
              <a:ext uri="{FF2B5EF4-FFF2-40B4-BE49-F238E27FC236}">
                <a16:creationId xmlns:a16="http://schemas.microsoft.com/office/drawing/2014/main" id="{F3959E92-D63B-0EAF-2712-CAC0198613EF}"/>
              </a:ext>
            </a:extLst>
          </p:cNvPr>
          <p:cNvSpPr/>
          <p:nvPr/>
        </p:nvSpPr>
        <p:spPr>
          <a:xfrm>
            <a:off x="1005840" y="308152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Refreshed cost</a:t>
            </a:r>
          </a:p>
          <a:p>
            <a:pPr algn="l">
              <a:buNone/>
            </a:pPr>
            <a:r>
              <a:rPr lang="en-US" sz="100">
                <a:effectLst/>
              </a:rPr>
              <a:t> </a:t>
            </a:r>
            <a:endParaRPr lang="en-US"/>
          </a:p>
        </p:txBody>
      </p:sp>
      <p:sp>
        <p:nvSpPr>
          <p:cNvPr id="24854" name="Owner Finance">
            <a:extLst>
              <a:ext uri="{FF2B5EF4-FFF2-40B4-BE49-F238E27FC236}">
                <a16:creationId xmlns:a16="http://schemas.microsoft.com/office/drawing/2014/main" id="{C880399A-4E4E-5AAE-4F19-14D1CB468CCF}"/>
              </a:ext>
            </a:extLst>
          </p:cNvPr>
          <p:cNvSpPr/>
          <p:nvPr/>
        </p:nvSpPr>
        <p:spPr>
          <a:xfrm>
            <a:off x="4297680" y="308152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Finance</a:t>
            </a:r>
          </a:p>
          <a:p>
            <a:pPr algn="l">
              <a:buNone/>
            </a:pPr>
            <a:r>
              <a:rPr lang="en-US" sz="100">
                <a:effectLst/>
              </a:rPr>
              <a:t> </a:t>
            </a:r>
            <a:endParaRPr lang="en-US"/>
          </a:p>
        </p:txBody>
      </p:sp>
      <p:sp>
        <p:nvSpPr>
          <p:cNvPr id="24866" name="Depends 2-&gt;3">
            <a:extLst>
              <a:ext uri="{FF2B5EF4-FFF2-40B4-BE49-F238E27FC236}">
                <a16:creationId xmlns:a16="http://schemas.microsoft.com/office/drawing/2014/main" id="{19A4543B-9195-105E-3106-885F4313ADFF}"/>
              </a:ext>
            </a:extLst>
          </p:cNvPr>
          <p:cNvSpPr/>
          <p:nvPr/>
        </p:nvSpPr>
        <p:spPr>
          <a:xfrm>
            <a:off x="662940" y="356158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79" name="Step 3 number">
            <a:extLst>
              <a:ext uri="{FF2B5EF4-FFF2-40B4-BE49-F238E27FC236}">
                <a16:creationId xmlns:a16="http://schemas.microsoft.com/office/drawing/2014/main" id="{0D330312-D87B-D19A-21CF-DE57A1A8FD6D}"/>
              </a:ext>
            </a:extLst>
          </p:cNvPr>
          <p:cNvSpPr/>
          <p:nvPr/>
        </p:nvSpPr>
        <p:spPr>
          <a:xfrm>
            <a:off x="548640" y="372160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3</a:t>
            </a:r>
          </a:p>
          <a:p>
            <a:pPr algn="ctr">
              <a:buNone/>
            </a:pPr>
            <a:r>
              <a:rPr lang="en-US" sz="100">
                <a:effectLst/>
              </a:rPr>
              <a:t> </a:t>
            </a:r>
            <a:endParaRPr lang="en-US"/>
          </a:p>
        </p:txBody>
      </p:sp>
      <p:sp>
        <p:nvSpPr>
          <p:cNvPr id="24893" name="Step 3 Deployment prerequisites">
            <a:extLst>
              <a:ext uri="{FF2B5EF4-FFF2-40B4-BE49-F238E27FC236}">
                <a16:creationId xmlns:a16="http://schemas.microsoft.com/office/drawing/2014/main" id="{1ACE9A32-D3B2-0992-3498-0112D37EDF7B}"/>
              </a:ext>
            </a:extLst>
          </p:cNvPr>
          <p:cNvSpPr/>
          <p:nvPr/>
        </p:nvSpPr>
        <p:spPr>
          <a:xfrm>
            <a:off x="1005840" y="372160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Deployment prerequisites</a:t>
            </a:r>
          </a:p>
          <a:p>
            <a:pPr algn="l">
              <a:buNone/>
            </a:pPr>
            <a:r>
              <a:rPr lang="en-US" sz="100">
                <a:effectLst/>
              </a:rPr>
              <a:t> </a:t>
            </a:r>
            <a:endParaRPr lang="en-US"/>
          </a:p>
        </p:txBody>
      </p:sp>
      <p:sp>
        <p:nvSpPr>
          <p:cNvPr id="24908" name="Owner Technical owner">
            <a:extLst>
              <a:ext uri="{FF2B5EF4-FFF2-40B4-BE49-F238E27FC236}">
                <a16:creationId xmlns:a16="http://schemas.microsoft.com/office/drawing/2014/main" id="{59CA2ACC-383A-20B8-D648-6242B5203EB8}"/>
              </a:ext>
            </a:extLst>
          </p:cNvPr>
          <p:cNvSpPr/>
          <p:nvPr/>
        </p:nvSpPr>
        <p:spPr>
          <a:xfrm>
            <a:off x="4297680" y="372160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Technical owner</a:t>
            </a:r>
          </a:p>
          <a:p>
            <a:pPr algn="l">
              <a:buNone/>
            </a:pPr>
            <a:r>
              <a:rPr lang="en-US" sz="100">
                <a:effectLst/>
              </a:rPr>
              <a:t> </a:t>
            </a:r>
            <a:endParaRPr lang="en-US"/>
          </a:p>
        </p:txBody>
      </p:sp>
      <p:sp>
        <p:nvSpPr>
          <p:cNvPr id="24924" name="Depends 3-&gt;4">
            <a:extLst>
              <a:ext uri="{FF2B5EF4-FFF2-40B4-BE49-F238E27FC236}">
                <a16:creationId xmlns:a16="http://schemas.microsoft.com/office/drawing/2014/main" id="{DA21C99F-2709-8350-9AB5-F260998CFB0F}"/>
              </a:ext>
            </a:extLst>
          </p:cNvPr>
          <p:cNvSpPr/>
          <p:nvPr/>
        </p:nvSpPr>
        <p:spPr>
          <a:xfrm>
            <a:off x="662940" y="420166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41" name="Step 4 number">
            <a:extLst>
              <a:ext uri="{FF2B5EF4-FFF2-40B4-BE49-F238E27FC236}">
                <a16:creationId xmlns:a16="http://schemas.microsoft.com/office/drawing/2014/main" id="{BCB68579-94BE-AD88-C6EC-4AECD6625CF0}"/>
              </a:ext>
            </a:extLst>
          </p:cNvPr>
          <p:cNvSpPr/>
          <p:nvPr/>
        </p:nvSpPr>
        <p:spPr>
          <a:xfrm>
            <a:off x="548640" y="436168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4</a:t>
            </a:r>
          </a:p>
          <a:p>
            <a:pPr algn="ctr">
              <a:buNone/>
            </a:pPr>
            <a:r>
              <a:rPr lang="en-US" sz="100">
                <a:effectLst/>
              </a:rPr>
              <a:t> </a:t>
            </a:r>
            <a:endParaRPr lang="en-US"/>
          </a:p>
        </p:txBody>
      </p:sp>
      <p:sp>
        <p:nvSpPr>
          <p:cNvPr id="24959" name="Step 4 Finite test authorised">
            <a:extLst>
              <a:ext uri="{FF2B5EF4-FFF2-40B4-BE49-F238E27FC236}">
                <a16:creationId xmlns:a16="http://schemas.microsoft.com/office/drawing/2014/main" id="{CFAE7B85-313F-4401-D449-AA1C075FFB5E}"/>
              </a:ext>
            </a:extLst>
          </p:cNvPr>
          <p:cNvSpPr/>
          <p:nvPr/>
        </p:nvSpPr>
        <p:spPr>
          <a:xfrm>
            <a:off x="1005840" y="436168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Finite test authorised</a:t>
            </a:r>
          </a:p>
          <a:p>
            <a:pPr algn="l">
              <a:buNone/>
            </a:pPr>
            <a:r>
              <a:rPr lang="en-US" sz="100">
                <a:effectLst/>
              </a:rPr>
              <a:t> </a:t>
            </a:r>
            <a:endParaRPr lang="en-US"/>
          </a:p>
        </p:txBody>
      </p:sp>
      <p:sp>
        <p:nvSpPr>
          <p:cNvPr id="24978" name="Owner Control reviewers">
            <a:extLst>
              <a:ext uri="{FF2B5EF4-FFF2-40B4-BE49-F238E27FC236}">
                <a16:creationId xmlns:a16="http://schemas.microsoft.com/office/drawing/2014/main" id="{12B692A6-1866-C593-601C-00C0676D9C4A}"/>
              </a:ext>
            </a:extLst>
          </p:cNvPr>
          <p:cNvSpPr/>
          <p:nvPr/>
        </p:nvSpPr>
        <p:spPr>
          <a:xfrm>
            <a:off x="4297680" y="436168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Programme + Finance</a:t>
            </a:r>
            <a:endParaRPr lang="en-US"/>
          </a:p>
        </p:txBody>
      </p:sp>
      <p:sp>
        <p:nvSpPr>
          <p:cNvPr id="24998" name="Depends 4-&gt;5">
            <a:extLst>
              <a:ext uri="{FF2B5EF4-FFF2-40B4-BE49-F238E27FC236}">
                <a16:creationId xmlns:a16="http://schemas.microsoft.com/office/drawing/2014/main" id="{F12D63D4-8291-E0D9-E57C-C79E21082457}"/>
              </a:ext>
            </a:extLst>
          </p:cNvPr>
          <p:cNvSpPr/>
          <p:nvPr/>
        </p:nvSpPr>
        <p:spPr>
          <a:xfrm>
            <a:off x="662940" y="484174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19" name="Step 5 number">
            <a:extLst>
              <a:ext uri="{FF2B5EF4-FFF2-40B4-BE49-F238E27FC236}">
                <a16:creationId xmlns:a16="http://schemas.microsoft.com/office/drawing/2014/main" id="{5FD59AE6-7E92-E286-B614-A8348F7B3AD0}"/>
              </a:ext>
            </a:extLst>
          </p:cNvPr>
          <p:cNvSpPr/>
          <p:nvPr/>
        </p:nvSpPr>
        <p:spPr>
          <a:xfrm>
            <a:off x="548640" y="500176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5</a:t>
            </a:r>
          </a:p>
          <a:p>
            <a:pPr algn="ctr">
              <a:buNone/>
            </a:pPr>
            <a:r>
              <a:rPr lang="en-US" sz="100">
                <a:effectLst/>
              </a:rPr>
              <a:t> </a:t>
            </a:r>
            <a:endParaRPr lang="en-US"/>
          </a:p>
        </p:txBody>
      </p:sp>
      <p:sp>
        <p:nvSpPr>
          <p:cNvPr id="25041" name="Step 5 Dates set">
            <a:extLst>
              <a:ext uri="{FF2B5EF4-FFF2-40B4-BE49-F238E27FC236}">
                <a16:creationId xmlns:a16="http://schemas.microsoft.com/office/drawing/2014/main" id="{575E853D-1D09-DCC1-76CD-60E6720CAB44}"/>
              </a:ext>
            </a:extLst>
          </p:cNvPr>
          <p:cNvSpPr/>
          <p:nvPr/>
        </p:nvSpPr>
        <p:spPr>
          <a:xfrm>
            <a:off x="1005840" y="5001768"/>
            <a:ext cx="3200400" cy="457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Dates set</a:t>
            </a:r>
          </a:p>
          <a:p>
            <a:pPr algn="l">
              <a:buNone/>
            </a:pPr>
            <a:r>
              <a:rPr lang="en-US" sz="100">
                <a:effectLst/>
              </a:rPr>
              <a:t> </a:t>
            </a:r>
            <a:endParaRPr lang="en-US"/>
          </a:p>
        </p:txBody>
      </p:sp>
      <p:sp>
        <p:nvSpPr>
          <p:cNvPr id="25064" name="Statement 2 card">
            <a:extLst>
              <a:ext uri="{FF2B5EF4-FFF2-40B4-BE49-F238E27FC236}">
                <a16:creationId xmlns:a16="http://schemas.microsoft.com/office/drawing/2014/main" id="{53578DA2-1157-6305-9E3B-FAF74453C944}"/>
              </a:ext>
            </a:extLst>
          </p:cNvPr>
          <p:cNvSpPr/>
          <p:nvPr/>
        </p:nvSpPr>
        <p:spPr>
          <a:xfrm>
            <a:off x="6766560" y="2441448"/>
            <a:ext cx="487680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88" name="Statement 2">
            <a:extLst>
              <a:ext uri="{FF2B5EF4-FFF2-40B4-BE49-F238E27FC236}">
                <a16:creationId xmlns:a16="http://schemas.microsoft.com/office/drawing/2014/main" id="{BF84BA00-EC72-D3BF-FE89-650FF6DCB034}"/>
              </a:ext>
            </a:extLst>
          </p:cNvPr>
          <p:cNvSpPr/>
          <p:nvPr/>
        </p:nvSpPr>
        <p:spPr>
          <a:xfrm>
            <a:off x="6827520" y="2670048"/>
            <a:ext cx="47548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Programme owns scope; Finance owns spend review</a:t>
            </a:r>
          </a:p>
          <a:p>
            <a:pPr algn="l">
              <a:buNone/>
            </a:pPr>
            <a:r>
              <a:rPr lang="en-US" sz="100">
                <a:effectLst/>
              </a:rPr>
              <a:t> </a:t>
            </a:r>
            <a:endParaRPr lang="en-US"/>
          </a:p>
        </p:txBody>
      </p:sp>
      <p:sp>
        <p:nvSpPr>
          <p:cNvPr id="25113" name="Statement 3 card">
            <a:extLst>
              <a:ext uri="{FF2B5EF4-FFF2-40B4-BE49-F238E27FC236}">
                <a16:creationId xmlns:a16="http://schemas.microsoft.com/office/drawing/2014/main" id="{533EF68A-A425-3A29-79C1-931F3293301A}"/>
              </a:ext>
            </a:extLst>
          </p:cNvPr>
          <p:cNvSpPr/>
          <p:nvPr/>
        </p:nvSpPr>
        <p:spPr>
          <a:xfrm>
            <a:off x="6766560" y="3721608"/>
            <a:ext cx="487680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39" name="Statement 3">
            <a:extLst>
              <a:ext uri="{FF2B5EF4-FFF2-40B4-BE49-F238E27FC236}">
                <a16:creationId xmlns:a16="http://schemas.microsoft.com/office/drawing/2014/main" id="{655D0F52-0AF7-8BA5-CB3F-06ECD334FC16}"/>
              </a:ext>
            </a:extLst>
          </p:cNvPr>
          <p:cNvSpPr/>
          <p:nvPr/>
        </p:nvSpPr>
        <p:spPr>
          <a:xfrm>
            <a:off x="6827520" y="3950208"/>
            <a:ext cx="47548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Technical and control owners supply acceptance evidence</a:t>
            </a:r>
          </a:p>
          <a:p>
            <a:pPr algn="l">
              <a:buNone/>
            </a:pPr>
            <a:r>
              <a:rPr lang="en-US" sz="100">
                <a:effectLst/>
              </a:rPr>
              <a:t> </a:t>
            </a:r>
            <a:endParaRPr lang="en-US"/>
          </a:p>
        </p:txBody>
      </p:sp>
      <p:sp>
        <p:nvSpPr>
          <p:cNvPr id="25166" name="Later decisions container">
            <a:extLst>
              <a:ext uri="{FF2B5EF4-FFF2-40B4-BE49-F238E27FC236}">
                <a16:creationId xmlns:a16="http://schemas.microsoft.com/office/drawing/2014/main" id="{A77C95A8-5430-1B34-68BC-B2B8D974E02C}"/>
              </a:ext>
            </a:extLst>
          </p:cNvPr>
          <p:cNvSpPr/>
          <p:nvPr/>
        </p:nvSpPr>
        <p:spPr>
          <a:xfrm>
            <a:off x="6766560" y="5001768"/>
            <a:ext cx="4876800" cy="987552"/>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94" name="Later decisions label">
            <a:extLst>
              <a:ext uri="{FF2B5EF4-FFF2-40B4-BE49-F238E27FC236}">
                <a16:creationId xmlns:a16="http://schemas.microsoft.com/office/drawing/2014/main" id="{E73C449A-658E-8BC3-BC20-9A10867D3793}"/>
              </a:ext>
            </a:extLst>
          </p:cNvPr>
          <p:cNvSpPr/>
          <p:nvPr/>
        </p:nvSpPr>
        <p:spPr>
          <a:xfrm>
            <a:off x="6797040" y="5047488"/>
            <a:ext cx="4815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LATER, SEPARATE DECISIONS</a:t>
            </a:r>
          </a:p>
          <a:p>
            <a:pPr algn="l">
              <a:buNone/>
            </a:pPr>
            <a:r>
              <a:rPr lang="en-US" sz="100">
                <a:effectLst/>
              </a:rPr>
              <a:t> </a:t>
            </a:r>
            <a:endParaRPr lang="en-US"/>
          </a:p>
        </p:txBody>
      </p:sp>
      <p:sp>
        <p:nvSpPr>
          <p:cNvPr id="25223" name="Decision commercial pilot">
            <a:extLst>
              <a:ext uri="{FF2B5EF4-FFF2-40B4-BE49-F238E27FC236}">
                <a16:creationId xmlns:a16="http://schemas.microsoft.com/office/drawing/2014/main" id="{0941E211-6303-2669-AD72-115069B413AA}"/>
              </a:ext>
            </a:extLst>
          </p:cNvPr>
          <p:cNvSpPr/>
          <p:nvPr/>
        </p:nvSpPr>
        <p:spPr>
          <a:xfrm>
            <a:off x="6888480" y="5413248"/>
            <a:ext cx="2247900" cy="438912"/>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Commercial pilot</a:t>
            </a:r>
          </a:p>
          <a:p>
            <a:pPr algn="ctr">
              <a:buNone/>
            </a:pPr>
            <a:r>
              <a:rPr lang="en-US" sz="100">
                <a:effectLst/>
              </a:rPr>
              <a:t> </a:t>
            </a:r>
            <a:endParaRPr lang="en-US"/>
          </a:p>
        </p:txBody>
      </p:sp>
      <p:sp>
        <p:nvSpPr>
          <p:cNvPr id="25253" name="Decision operational release">
            <a:extLst>
              <a:ext uri="{FF2B5EF4-FFF2-40B4-BE49-F238E27FC236}">
                <a16:creationId xmlns:a16="http://schemas.microsoft.com/office/drawing/2014/main" id="{E62E39A0-5FAA-B27D-4B7F-EEA4D3198096}"/>
              </a:ext>
            </a:extLst>
          </p:cNvPr>
          <p:cNvSpPr/>
          <p:nvPr/>
        </p:nvSpPr>
        <p:spPr>
          <a:xfrm>
            <a:off x="9273540" y="5413248"/>
            <a:ext cx="2247900" cy="438912"/>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Operational release</a:t>
            </a:r>
          </a:p>
          <a:p>
            <a:pPr algn="ctr">
              <a:buNone/>
            </a:pPr>
            <a:r>
              <a:rPr lang="en-US" sz="100">
                <a:effectLst/>
              </a:rPr>
              <a:t> </a:t>
            </a:r>
            <a:endParaRPr lang="en-US"/>
          </a:p>
        </p:txBody>
      </p:sp>
      <p:sp>
        <p:nvSpPr>
          <p:cNvPr id="25284" name="Dates set to later decisions">
            <a:extLst>
              <a:ext uri="{FF2B5EF4-FFF2-40B4-BE49-F238E27FC236}">
                <a16:creationId xmlns:a16="http://schemas.microsoft.com/office/drawing/2014/main" id="{A9C48948-A583-AA73-64A3-D39E144479C6}"/>
              </a:ext>
            </a:extLst>
          </p:cNvPr>
          <p:cNvSpPr/>
          <p:nvPr/>
        </p:nvSpPr>
        <p:spPr>
          <a:xfrm>
            <a:off x="4251960" y="5116068"/>
            <a:ext cx="246888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Appendix topic destination">
            <a:hlinkClick r:id="rId4" action="ppaction://hlinksldjump"/>
            <a:extLst>
              <a:ext uri="{FF2B5EF4-FFF2-40B4-BE49-F238E27FC236}">
                <a16:creationId xmlns:a16="http://schemas.microsoft.com/office/drawing/2014/main" id="{DA52A36D-1C1B-0A51-496D-161920AAB16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S20 / slide 23</a:t>
            </a:r>
            <a:endParaRPr lang="en-US"/>
          </a:p>
        </p:txBody>
      </p:sp>
    </p:spTree>
    <p:extLst>
      <p:ext uri="{BB962C8B-B14F-4D97-AF65-F5344CB8AC3E}">
        <p14:creationId xmlns:p14="http://schemas.microsoft.com/office/powerpoint/2010/main" val="323294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98" name="Eyebrow">
            <a:extLst>
              <a:ext uri="{FF2B5EF4-FFF2-40B4-BE49-F238E27FC236}">
                <a16:creationId xmlns:a16="http://schemas.microsoft.com/office/drawing/2014/main" id="{F3C77B1B-FE63-DD5E-804F-B30260DDA65B}"/>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B18 · ANY EXECUTIVE</a:t>
            </a:r>
          </a:p>
          <a:p>
            <a:pPr algn="l">
              <a:buNone/>
            </a:pPr>
            <a:r>
              <a:rPr lang="en-US" sz="100">
                <a:effectLst/>
              </a:rPr>
              <a:t> </a:t>
            </a:r>
            <a:endParaRPr lang="en-US"/>
          </a:p>
        </p:txBody>
      </p:sp>
      <p:sp>
        <p:nvSpPr>
          <p:cNvPr id="6485" name="Slide title">
            <a:extLst>
              <a:ext uri="{FF2B5EF4-FFF2-40B4-BE49-F238E27FC236}">
                <a16:creationId xmlns:a16="http://schemas.microsoft.com/office/drawing/2014/main" id="{EAA443A2-96F3-4C7B-8CBD-708E75E19E0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Can you demonstrate a new live action right now?</a:t>
            </a:r>
          </a:p>
          <a:p>
            <a:pPr algn="l">
              <a:buNone/>
            </a:pPr>
            <a:r>
              <a:rPr lang="en-US" sz="100">
                <a:effectLst/>
              </a:rPr>
              <a:t> </a:t>
            </a:r>
            <a:endParaRPr lang="en-US"/>
          </a:p>
        </p:txBody>
      </p:sp>
      <p:sp>
        <p:nvSpPr>
          <p:cNvPr id="6573" name="Footer sources">
            <a:extLst>
              <a:ext uri="{FF2B5EF4-FFF2-40B4-BE49-F238E27FC236}">
                <a16:creationId xmlns:a16="http://schemas.microsoft.com/office/drawing/2014/main" id="{9FF838CD-4222-374D-0E42-2DE648124B0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E07 · E13</a:t>
            </a:r>
          </a:p>
          <a:p>
            <a:pPr algn="l">
              <a:buNone/>
            </a:pPr>
            <a:r>
              <a:rPr lang="en-US" sz="100">
                <a:effectLst/>
              </a:rPr>
              <a:t> </a:t>
            </a:r>
            <a:endParaRPr lang="en-US"/>
          </a:p>
        </p:txBody>
      </p:sp>
      <p:sp>
        <p:nvSpPr>
          <p:cNvPr id="6662" name="Footer navigation">
            <a:hlinkClick r:id="rId3" action="ppaction://hlinksldjump"/>
            <a:extLst>
              <a:ext uri="{FF2B5EF4-FFF2-40B4-BE49-F238E27FC236}">
                <a16:creationId xmlns:a16="http://schemas.microsoft.com/office/drawing/2014/main" id="{E45CC79F-0C35-81A5-380F-8859352951AA}"/>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B18 · Index: slide 27</a:t>
            </a:r>
            <a:endParaRPr lang="en-US"/>
          </a:p>
        </p:txBody>
      </p:sp>
      <p:sp>
        <p:nvSpPr>
          <p:cNvPr id="6752" name="Return to interrupted calling slide">
            <a:hlinkClick r:id="rId3" action="ppaction://hlinksldjump"/>
            <a:extLst>
              <a:ext uri="{FF2B5EF4-FFF2-40B4-BE49-F238E27FC236}">
                <a16:creationId xmlns:a16="http://schemas.microsoft.com/office/drawing/2014/main" id="{5CA2E0AF-3EF2-FCCA-6631-4D1D1D374C8B}"/>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5285" name="Demo boundary card">
            <a:extLst>
              <a:ext uri="{FF2B5EF4-FFF2-40B4-BE49-F238E27FC236}">
                <a16:creationId xmlns:a16="http://schemas.microsoft.com/office/drawing/2014/main" id="{6CAC68C5-4195-18C3-F61D-147A47F466A6}"/>
              </a:ext>
            </a:extLst>
          </p:cNvPr>
          <p:cNvSpPr/>
          <p:nvPr/>
        </p:nvSpPr>
        <p:spPr>
          <a:xfrm>
            <a:off x="548640" y="1874520"/>
            <a:ext cx="3962400" cy="39776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87" name="Route label">
            <a:extLst>
              <a:ext uri="{FF2B5EF4-FFF2-40B4-BE49-F238E27FC236}">
                <a16:creationId xmlns:a16="http://schemas.microsoft.com/office/drawing/2014/main" id="{2D20FF59-8079-78BF-3007-E22FB1C4DA95}"/>
              </a:ext>
            </a:extLst>
          </p:cNvPr>
          <p:cNvSpPr/>
          <p:nvPr/>
        </p:nvSpPr>
        <p:spPr>
          <a:xfrm>
            <a:off x="4968240" y="1485900"/>
            <a:ext cx="67665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DEMO ROUTE, CONFIRMED AT PREFLIGHT</a:t>
            </a:r>
          </a:p>
          <a:p>
            <a:pPr algn="l">
              <a:buNone/>
            </a:pPr>
            <a:r>
              <a:rPr lang="en-US" sz="100">
                <a:effectLst/>
              </a:rPr>
              <a:t> </a:t>
            </a:r>
            <a:endParaRPr lang="en-US"/>
          </a:p>
        </p:txBody>
      </p:sp>
      <p:sp>
        <p:nvSpPr>
          <p:cNvPr id="25290" name="Route L card">
            <a:extLst>
              <a:ext uri="{FF2B5EF4-FFF2-40B4-BE49-F238E27FC236}">
                <a16:creationId xmlns:a16="http://schemas.microsoft.com/office/drawing/2014/main" id="{E62E2CAF-4347-206C-EB3F-4CFC1352B227}"/>
              </a:ext>
            </a:extLst>
          </p:cNvPr>
          <p:cNvSpPr/>
          <p:nvPr/>
        </p:nvSpPr>
        <p:spPr>
          <a:xfrm>
            <a:off x="5059680" y="1874520"/>
            <a:ext cx="6583680" cy="8534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94" name="Route L text">
            <a:extLst>
              <a:ext uri="{FF2B5EF4-FFF2-40B4-BE49-F238E27FC236}">
                <a16:creationId xmlns:a16="http://schemas.microsoft.com/office/drawing/2014/main" id="{22ACE32C-FF00-BAA1-7F22-527A7B7948C0}"/>
              </a:ext>
            </a:extLst>
          </p:cNvPr>
          <p:cNvSpPr/>
          <p:nvPr/>
        </p:nvSpPr>
        <p:spPr>
          <a:xfrm>
            <a:off x="5120640" y="1981200"/>
            <a:ext cx="64617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L · Live, preflight passed</a:t>
            </a:r>
          </a:p>
          <a:p>
            <a:pPr algn="l">
              <a:buNone/>
            </a:pPr>
            <a:r>
              <a:rPr lang="en-US" sz="1600">
                <a:solidFill>
                  <a:srgbClr val="173F35"/>
                </a:solidFill>
                <a:effectLst/>
                <a:latin typeface="Arial" panose="020B0604020202020204" pitchFamily="34" charset="0"/>
              </a:rPr>
              <a:t>Only within the preflighted, authorised demonstration boundary</a:t>
            </a:r>
            <a:endParaRPr lang="en-US"/>
          </a:p>
        </p:txBody>
      </p:sp>
      <p:sp>
        <p:nvSpPr>
          <p:cNvPr id="25299" name="Route E card">
            <a:extLst>
              <a:ext uri="{FF2B5EF4-FFF2-40B4-BE49-F238E27FC236}">
                <a16:creationId xmlns:a16="http://schemas.microsoft.com/office/drawing/2014/main" id="{AD4ACF71-924D-AB72-DC1D-52DBA32AF742}"/>
              </a:ext>
            </a:extLst>
          </p:cNvPr>
          <p:cNvSpPr/>
          <p:nvPr/>
        </p:nvSpPr>
        <p:spPr>
          <a:xfrm>
            <a:off x="5059680" y="2865120"/>
            <a:ext cx="6583680" cy="14020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12" name="Route U card">
            <a:extLst>
              <a:ext uri="{FF2B5EF4-FFF2-40B4-BE49-F238E27FC236}">
                <a16:creationId xmlns:a16="http://schemas.microsoft.com/office/drawing/2014/main" id="{73B1D725-09B8-6A0E-DFA7-A4549BEF2F78}"/>
              </a:ext>
            </a:extLst>
          </p:cNvPr>
          <p:cNvSpPr/>
          <p:nvPr/>
        </p:nvSpPr>
        <p:spPr>
          <a:xfrm>
            <a:off x="5059680" y="4404360"/>
            <a:ext cx="6583680" cy="8534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20" name="Route U text">
            <a:extLst>
              <a:ext uri="{FF2B5EF4-FFF2-40B4-BE49-F238E27FC236}">
                <a16:creationId xmlns:a16="http://schemas.microsoft.com/office/drawing/2014/main" id="{2EA6B6CB-F2F5-37A9-2634-835D9F046736}"/>
              </a:ext>
            </a:extLst>
          </p:cNvPr>
          <p:cNvSpPr/>
          <p:nvPr/>
        </p:nvSpPr>
        <p:spPr>
          <a:xfrm>
            <a:off x="5120640" y="4511040"/>
            <a:ext cx="64617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U · Unavailable</a:t>
            </a:r>
          </a:p>
          <a:p>
            <a:pPr algn="l">
              <a:buNone/>
            </a:pPr>
            <a:r>
              <a:rPr lang="en-US" sz="1600">
                <a:solidFill>
                  <a:srgbClr val="173F35"/>
                </a:solidFill>
                <a:effectLst/>
                <a:latin typeface="Arial" panose="020B0604020202020204" pitchFamily="34" charset="0"/>
              </a:rPr>
              <a:t>Explain the control instead</a:t>
            </a:r>
            <a:endParaRPr lang="en-US"/>
          </a:p>
        </p:txBody>
      </p:sp>
      <p:sp>
        <p:nvSpPr>
          <p:cNvPr id="25329" name="No silent mock fallback">
            <a:extLst>
              <a:ext uri="{FF2B5EF4-FFF2-40B4-BE49-F238E27FC236}">
                <a16:creationId xmlns:a16="http://schemas.microsoft.com/office/drawing/2014/main" id="{AB9D0C56-C817-A548-5AC3-C3C5B54135A8}"/>
              </a:ext>
            </a:extLst>
          </p:cNvPr>
          <p:cNvSpPr/>
          <p:nvPr/>
        </p:nvSpPr>
        <p:spPr>
          <a:xfrm>
            <a:off x="5059680" y="5394960"/>
            <a:ext cx="6583680" cy="457200"/>
          </a:xfrm>
          <a:prstGeom prst="rect">
            <a:avLst/>
          </a:prstGeom>
          <a:solidFill>
            <a:srgbClr val="FAF9F6"/>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  No silent mock fallback</a:t>
            </a:r>
          </a:p>
          <a:p>
            <a:pPr algn="l">
              <a:buNone/>
            </a:pPr>
            <a:r>
              <a:rPr lang="en-US" sz="100">
                <a:effectLst/>
              </a:rPr>
              <a:t> </a:t>
            </a:r>
            <a:endParaRPr lang="en-US"/>
          </a:p>
        </p:txBody>
      </p:sp>
      <p:sp>
        <p:nvSpPr>
          <p:cNvPr id="25339" name="Boundary label">
            <a:extLst>
              <a:ext uri="{FF2B5EF4-FFF2-40B4-BE49-F238E27FC236}">
                <a16:creationId xmlns:a16="http://schemas.microsoft.com/office/drawing/2014/main" id="{E0DC64F6-F1DD-F4F9-F1F6-C1040B226875}"/>
              </a:ext>
            </a:extLst>
          </p:cNvPr>
          <p:cNvSpPr/>
          <p:nvPr/>
        </p:nvSpPr>
        <p:spPr>
          <a:xfrm>
            <a:off x="609600" y="257556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DEMO BOUNDARY</a:t>
            </a:r>
          </a:p>
          <a:p>
            <a:pPr algn="l">
              <a:buNone/>
            </a:pPr>
            <a:r>
              <a:rPr lang="en-US" sz="100">
                <a:effectLst/>
              </a:rPr>
              <a:t> </a:t>
            </a:r>
            <a:endParaRPr lang="en-US"/>
          </a:p>
        </p:txBody>
      </p:sp>
      <p:sp>
        <p:nvSpPr>
          <p:cNvPr id="25350" name="Boundary statements">
            <a:extLst>
              <a:ext uri="{FF2B5EF4-FFF2-40B4-BE49-F238E27FC236}">
                <a16:creationId xmlns:a16="http://schemas.microsoft.com/office/drawing/2014/main" id="{4F42C3E4-0E85-E34E-8562-3A6BBB47635C}"/>
              </a:ext>
            </a:extLst>
          </p:cNvPr>
          <p:cNvSpPr/>
          <p:nvPr/>
        </p:nvSpPr>
        <p:spPr>
          <a:xfrm>
            <a:off x="609600" y="2964180"/>
            <a:ext cx="3840480" cy="2164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Only pre-authorised, reversible constructed scope</a:t>
            </a:r>
          </a:p>
          <a:p>
            <a:pPr algn="l">
              <a:buNone/>
            </a:pPr>
            <a:r>
              <a:rPr lang="en-US" sz="1800" b="1">
                <a:solidFill>
                  <a:srgbClr val="173F35"/>
                </a:solidFill>
                <a:effectLst/>
                <a:latin typeface="Arial" panose="020B0604020202020204" pitchFamily="34" charset="0"/>
              </a:rPr>
              <a:t>No unplanned role, network, spend or data changes</a:t>
            </a:r>
          </a:p>
          <a:p>
            <a:pPr algn="l">
              <a:buNone/>
            </a:pPr>
            <a:r>
              <a:rPr lang="en-US" sz="1600">
                <a:solidFill>
                  <a:srgbClr val="173F35"/>
                </a:solidFill>
                <a:effectLst/>
                <a:latin typeface="Arial" panose="020B0604020202020204" pitchFamily="34" charset="0"/>
              </a:rPr>
              <a:t>We will not grant a role, bypass private networking, enable assistant authority, submit a grant or send a resident message on the fly.</a:t>
            </a:r>
            <a:endParaRPr lang="en-US"/>
          </a:p>
        </p:txBody>
      </p:sp>
      <p:sp>
        <p:nvSpPr>
          <p:cNvPr id="25362" name="Boundary to route L">
            <a:extLst>
              <a:ext uri="{FF2B5EF4-FFF2-40B4-BE49-F238E27FC236}">
                <a16:creationId xmlns:a16="http://schemas.microsoft.com/office/drawing/2014/main" id="{1DD22ED2-22D8-7121-2343-2960AC4715C9}"/>
              </a:ext>
            </a:extLst>
          </p:cNvPr>
          <p:cNvSpPr/>
          <p:nvPr/>
        </p:nvSpPr>
        <p:spPr>
          <a:xfrm>
            <a:off x="4556760" y="218694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75" name="Boundary to route E">
            <a:extLst>
              <a:ext uri="{FF2B5EF4-FFF2-40B4-BE49-F238E27FC236}">
                <a16:creationId xmlns:a16="http://schemas.microsoft.com/office/drawing/2014/main" id="{5FAED686-CFEC-2AE0-5234-7B0331E2410B}"/>
              </a:ext>
            </a:extLst>
          </p:cNvPr>
          <p:cNvSpPr/>
          <p:nvPr/>
        </p:nvSpPr>
        <p:spPr>
          <a:xfrm>
            <a:off x="4556760" y="345186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89" name="Boundary to route U">
            <a:extLst>
              <a:ext uri="{FF2B5EF4-FFF2-40B4-BE49-F238E27FC236}">
                <a16:creationId xmlns:a16="http://schemas.microsoft.com/office/drawing/2014/main" id="{9CC3AC06-2A0B-34AD-0263-4711F23F3CA4}"/>
              </a:ext>
            </a:extLst>
          </p:cNvPr>
          <p:cNvSpPr/>
          <p:nvPr/>
        </p:nvSpPr>
        <p:spPr>
          <a:xfrm>
            <a:off x="4556760" y="471678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70" name="E route text">
            <a:extLst>
              <a:ext uri="{FF2B5EF4-FFF2-40B4-BE49-F238E27FC236}">
                <a16:creationId xmlns:a16="http://schemas.microsoft.com/office/drawing/2014/main" id="{0928B0E8-A942-4A0A-A60D-180522E15DB1}"/>
              </a:ext>
            </a:extLst>
          </p:cNvPr>
          <p:cNvSpPr/>
          <p:nvPr/>
        </p:nvSpPr>
        <p:spPr>
          <a:xfrm>
            <a:off x="5120640" y="2971800"/>
            <a:ext cx="646176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 · Recorded walkthrough</a:t>
            </a:r>
          </a:p>
          <a:p>
            <a:pPr algn="l">
              <a:buNone/>
            </a:pPr>
            <a:r>
              <a:rPr lang="en-US" sz="1800" b="1">
                <a:solidFill>
                  <a:srgbClr val="173F35"/>
                </a:solidFill>
                <a:effectLst/>
                <a:latin typeface="Arial" panose="020B0604020202020204" pitchFamily="34" charset="0"/>
              </a:rPr>
              <a:t>Fallback is visibly labelled evidence,</a:t>
            </a:r>
          </a:p>
          <a:p>
            <a:pPr algn="l">
              <a:buNone/>
            </a:pPr>
            <a:r>
              <a:rPr lang="en-US" sz="1800" b="1">
                <a:solidFill>
                  <a:srgbClr val="173F35"/>
                </a:solidFill>
                <a:effectLst/>
                <a:latin typeface="Arial" panose="020B0604020202020204" pitchFamily="34" charset="0"/>
              </a:rPr>
              <a:t>never simulated live proof</a:t>
            </a:r>
          </a:p>
          <a:p>
            <a:pPr algn="l">
              <a:buNone/>
            </a:pPr>
            <a:r>
              <a:rPr lang="en-US" sz="1600">
                <a:solidFill>
                  <a:srgbClr val="173F35"/>
                </a:solidFill>
                <a:effectLst/>
                <a:latin typeface="Arial" panose="020B0604020202020204" pitchFamily="34" charset="0"/>
              </a:rPr>
              <a:t>Switch once; say exactly what it does and does not prove.</a:t>
            </a:r>
            <a:endParaRPr lang="en-US"/>
          </a:p>
        </p:txBody>
      </p:sp>
      <p:sp>
        <p:nvSpPr>
          <p:cNvPr id="2" name="Appendix topic destination">
            <a:hlinkClick r:id="rId4" action="ppaction://hlinksldjump"/>
            <a:extLst>
              <a:ext uri="{FF2B5EF4-FFF2-40B4-BE49-F238E27FC236}">
                <a16:creationId xmlns:a16="http://schemas.microsoft.com/office/drawing/2014/main" id="{4BFF222A-0C2C-2FA5-BB68-0F9F3A53CB2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S22 / slide 25</a:t>
            </a:r>
            <a:endParaRPr lang="en-US"/>
          </a:p>
        </p:txBody>
      </p:sp>
    </p:spTree>
    <p:extLst>
      <p:ext uri="{BB962C8B-B14F-4D97-AF65-F5344CB8AC3E}">
        <p14:creationId xmlns:p14="http://schemas.microsoft.com/office/powerpoint/2010/main" val="1785931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843" name="Eyebrow">
            <a:extLst>
              <a:ext uri="{FF2B5EF4-FFF2-40B4-BE49-F238E27FC236}">
                <a16:creationId xmlns:a16="http://schemas.microsoft.com/office/drawing/2014/main" id="{58F82D67-43CE-1617-0664-1058E9A5D20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B19 · ASSET / SAFETY / CTO</a:t>
            </a:r>
          </a:p>
          <a:p>
            <a:pPr algn="l">
              <a:buNone/>
            </a:pPr>
            <a:r>
              <a:rPr lang="en-US" sz="100">
                <a:effectLst/>
              </a:rPr>
              <a:t> </a:t>
            </a:r>
            <a:endParaRPr lang="en-US"/>
          </a:p>
        </p:txBody>
      </p:sp>
      <p:sp>
        <p:nvSpPr>
          <p:cNvPr id="6935" name="Slide title">
            <a:extLst>
              <a:ext uri="{FF2B5EF4-FFF2-40B4-BE49-F238E27FC236}">
                <a16:creationId xmlns:a16="http://schemas.microsoft.com/office/drawing/2014/main" id="{C5529DB1-24CC-074A-D9FB-4DD4084DFFA1}"/>
              </a:ext>
            </a:extLst>
          </p:cNvPr>
          <p:cNvSpPr/>
          <p:nvPr/>
        </p:nvSpPr>
        <p:spPr>
          <a:xfrm>
            <a:off x="548640" y="841248"/>
            <a:ext cx="1109167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Device intake is not a diagnosis or safety decision.</a:t>
            </a:r>
          </a:p>
        </p:txBody>
      </p:sp>
      <p:sp>
        <p:nvSpPr>
          <p:cNvPr id="7028" name="Footer sources">
            <a:extLst>
              <a:ext uri="{FF2B5EF4-FFF2-40B4-BE49-F238E27FC236}">
                <a16:creationId xmlns:a16="http://schemas.microsoft.com/office/drawing/2014/main" id="{76234D01-2FE2-CE4D-57BE-08255EB5E94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E12</a:t>
            </a:r>
          </a:p>
          <a:p>
            <a:pPr algn="l">
              <a:buNone/>
            </a:pPr>
            <a:r>
              <a:rPr lang="en-US" sz="100">
                <a:effectLst/>
              </a:rPr>
              <a:t> </a:t>
            </a:r>
            <a:endParaRPr lang="en-US"/>
          </a:p>
        </p:txBody>
      </p:sp>
      <p:sp>
        <p:nvSpPr>
          <p:cNvPr id="7122" name="Footer navigation">
            <a:hlinkClick r:id="rId3" action="ppaction://hlinksldjump"/>
            <a:extLst>
              <a:ext uri="{FF2B5EF4-FFF2-40B4-BE49-F238E27FC236}">
                <a16:creationId xmlns:a16="http://schemas.microsoft.com/office/drawing/2014/main" id="{EA1BCC6C-65CA-F6E5-07DE-B4673F5EFED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B19 · Index: slide 27</a:t>
            </a:r>
            <a:endParaRPr lang="en-US"/>
          </a:p>
        </p:txBody>
      </p:sp>
      <p:sp>
        <p:nvSpPr>
          <p:cNvPr id="7217" name="Return to interrupted calling slide">
            <a:hlinkClick r:id="rId3" action="ppaction://hlinksldjump"/>
            <a:extLst>
              <a:ext uri="{FF2B5EF4-FFF2-40B4-BE49-F238E27FC236}">
                <a16:creationId xmlns:a16="http://schemas.microsoft.com/office/drawing/2014/main" id="{D91CC9EF-F956-89DB-A325-EAE1384CD2D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6" action="ppaction://hlinksldjump"/>
            <a:extLst>
              <a:ext uri="{FF2B5EF4-FFF2-40B4-BE49-F238E27FC236}">
                <a16:creationId xmlns:a16="http://schemas.microsoft.com/office/drawing/2014/main" id="{FF20DEA1-C776-3D3E-A4ED-0E182CF21A8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 xmlns:p="http://schemas.openxmlformats.org/presentationml/2006/main" xmlns:a="http://schemas.openxmlformats.org/drawingml/2006/main">
        <p:nvSpPr>
          <p:cNvPr id="900000" name="Story-46-status" descr="SOURCE-ONLY TARGET FLOW | LIVE END-TO-END HUB / SQL ACCEPTANCE UNPROVED"/>
          <p:cNvSpPr txBox="1"/>
          <p:nvPr/>
        </p:nvSpPr>
        <p:spPr>
          <a:xfrm>
            <a:off x="548640" y="1572768"/>
            <a:ext cx="11091672" cy="292608"/>
          </a:xfrm>
          <a:prstGeom prst="rect">
            <a:avLst/>
          </a:prstGeom>
          <a:noFill/>
          <a:ln>
            <a:noFill/>
          </a:ln>
        </p:spPr>
        <p:txBody>
          <a:bodyPr wrap="square" lIns="18288" rIns="18288" tIns="9144" bIns="9144" anchor="t">
            <a:noAutofit/>
          </a:bodyPr>
          <a:lstStyle/>
          <a:p>
            <a:pPr algn="l">
              <a:lnSpc>
                <a:spcPct val="105000"/>
              </a:lnSpc>
              <a:buNone/>
            </a:pPr>
            <a:r>
              <a:rPr lang="en-GB" sz="1400" b="1">
                <a:solidFill>
                  <a:srgbClr val="885500"/>
                </a:solidFill>
                <a:latin typeface="Arial"/>
              </a:rPr>
              <a:t>SOURCE-ONLY TARGET FLOW | LIVE END-TO-END HUB / SQL ACCEPTANCE UNPROVED</a:t>
            </a:r>
          </a:p>
        </p:txBody>
      </p:sp>
      <p:sp xmlns:p="http://schemas.openxmlformats.org/presentationml/2006/main" xmlns:a="http://schemas.openxmlformats.org/drawingml/2006/main">
        <p:nvSpPr>
          <p:cNvPr id="900001" name="Story-46-device-band" descr=""/>
          <p:cNvSpPr txBox="1"/>
          <p:nvPr/>
        </p:nvSpPr>
        <p:spPr>
          <a:xfrm>
            <a:off x="548640" y="2084832"/>
            <a:ext cx="2066544" cy="1965960"/>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2" name="Story-46-device-title" descr="Synthetic&#10;device"/>
          <p:cNvSpPr txBox="1"/>
          <p:nvPr/>
        </p:nvSpPr>
        <p:spPr>
          <a:xfrm>
            <a:off x="694944" y="2267712"/>
            <a:ext cx="1773936" cy="658368"/>
          </a:xfrm>
          <a:prstGeom prst="rect">
            <a:avLst/>
          </a:prstGeom>
          <a:noFill/>
          <a:ln>
            <a:noFill/>
          </a:ln>
        </p:spPr>
        <p:txBody>
          <a:bodyPr wrap="square" lIns="18288" rIns="18288" tIns="9144" bIns="9144" anchor="t">
            <a:noAutofit/>
          </a:bodyPr>
          <a:lstStyle/>
          <a:p>
            <a:pPr algn="l">
              <a:lnSpc>
                <a:spcPct val="105000"/>
              </a:lnSpc>
              <a:buNone/>
            </a:pPr>
            <a:r>
              <a:rPr lang="en-GB" sz="1900" b="1">
                <a:solidFill>
                  <a:srgbClr val="173F35"/>
                </a:solidFill>
                <a:latin typeface="Arial"/>
              </a:rPr>
              <a:t>Synthetic</a:t>
            </a:r>
          </a:p>
          <a:p>
            <a:pPr algn="l">
              <a:lnSpc>
                <a:spcPct val="105000"/>
              </a:lnSpc>
              <a:buNone/>
            </a:pPr>
            <a:r>
              <a:rPr lang="en-GB" sz="1900" b="1">
                <a:solidFill>
                  <a:srgbClr val="173F35"/>
                </a:solidFill>
                <a:latin typeface="Arial"/>
              </a:rPr>
              <a:t>device</a:t>
            </a:r>
          </a:p>
        </p:txBody>
      </p:sp>
      <p:sp xmlns:p="http://schemas.openxmlformats.org/presentationml/2006/main" xmlns:a="http://schemas.openxmlformats.org/drawingml/2006/main">
        <p:nvSpPr>
          <p:cNvPr id="900003" name="Story-46-device-body" descr="Exact binding&#10;Stable reading ID"/>
          <p:cNvSpPr txBox="1"/>
          <p:nvPr/>
        </p:nvSpPr>
        <p:spPr>
          <a:xfrm>
            <a:off x="694944" y="3063240"/>
            <a:ext cx="1773936" cy="685800"/>
          </a:xfrm>
          <a:prstGeom prst="rect">
            <a:avLst/>
          </a:prstGeom>
          <a:noFill/>
          <a:ln>
            <a:noFill/>
          </a:ln>
        </p:spPr>
        <p:txBody>
          <a:bodyPr wrap="square" lIns="18288" rIns="18288" tIns="9144" bIns="9144" anchor="t">
            <a:noAutofit/>
          </a:bodyPr>
          <a:lstStyle/>
          <a:p>
            <a:pPr algn="l">
              <a:lnSpc>
                <a:spcPct val="105000"/>
              </a:lnSpc>
              <a:buNone/>
            </a:pPr>
            <a:r>
              <a:rPr lang="en-GB" sz="1500" b="0">
                <a:solidFill>
                  <a:srgbClr val="173F35"/>
                </a:solidFill>
                <a:latin typeface="Arial"/>
              </a:rPr>
              <a:t>Exact binding</a:t>
            </a:r>
          </a:p>
          <a:p>
            <a:pPr algn="l">
              <a:lnSpc>
                <a:spcPct val="105000"/>
              </a:lnSpc>
              <a:buNone/>
            </a:pPr>
            <a:r>
              <a:rPr lang="en-GB" sz="1500" b="0">
                <a:solidFill>
                  <a:srgbClr val="173F35"/>
                </a:solidFill>
                <a:latin typeface="Arial"/>
              </a:rPr>
              <a:t>Stable reading ID</a:t>
            </a:r>
          </a:p>
        </p:txBody>
      </p:sp>
      <p:sp xmlns:p="http://schemas.openxmlformats.org/presentationml/2006/main" xmlns:a="http://schemas.openxmlformats.org/drawingml/2006/main">
        <p:nvSpPr>
          <p:cNvPr id="900004" name="Story-46-arrow-one" descr=""/>
          <p:cNvSpPr txBox="1"/>
          <p:nvPr/>
        </p:nvSpPr>
        <p:spPr>
          <a:xfrm>
            <a:off x="2660904" y="2971800"/>
            <a:ext cx="118872" cy="192024"/>
          </a:xfrm>
          <a:prstGeom prst="rightArrow">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5" name="Story-46-hub-band" descr=""/>
          <p:cNvSpPr txBox="1"/>
          <p:nvPr/>
        </p:nvSpPr>
        <p:spPr>
          <a:xfrm>
            <a:off x="2807208" y="2084832"/>
            <a:ext cx="2066544" cy="1965960"/>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6" name="Story-46-hub-title" descr="IoT Hub Basic"/>
          <p:cNvSpPr txBox="1"/>
          <p:nvPr/>
        </p:nvSpPr>
        <p:spPr>
          <a:xfrm>
            <a:off x="2953512" y="2267712"/>
            <a:ext cx="1773936" cy="658368"/>
          </a:xfrm>
          <a:prstGeom prst="rect">
            <a:avLst/>
          </a:prstGeom>
          <a:noFill/>
          <a:ln>
            <a:noFill/>
          </a:ln>
        </p:spPr>
        <p:txBody>
          <a:bodyPr wrap="square" lIns="18288" rIns="18288" tIns="9144" bIns="9144" anchor="t">
            <a:noAutofit/>
          </a:bodyPr>
          <a:lstStyle/>
          <a:p>
            <a:pPr algn="l">
              <a:lnSpc>
                <a:spcPct val="105000"/>
              </a:lnSpc>
              <a:buNone/>
            </a:pPr>
            <a:r>
              <a:rPr lang="en-GB" sz="1900" b="1">
                <a:solidFill>
                  <a:srgbClr val="173F35"/>
                </a:solidFill>
                <a:latin typeface="Arial"/>
              </a:rPr>
              <a:t>IoT Hub Basic</a:t>
            </a:r>
          </a:p>
        </p:txBody>
      </p:sp>
      <p:sp xmlns:p="http://schemas.openxmlformats.org/presentationml/2006/main" xmlns:a="http://schemas.openxmlformats.org/drawingml/2006/main">
        <p:nvSpPr>
          <p:cNvPr id="900007" name="Story-46-hub-body" descr="Device boundary&#10;One-way intake"/>
          <p:cNvSpPr txBox="1"/>
          <p:nvPr/>
        </p:nvSpPr>
        <p:spPr>
          <a:xfrm>
            <a:off x="2953512" y="3063240"/>
            <a:ext cx="1773936" cy="685800"/>
          </a:xfrm>
          <a:prstGeom prst="rect">
            <a:avLst/>
          </a:prstGeom>
          <a:noFill/>
          <a:ln>
            <a:noFill/>
          </a:ln>
        </p:spPr>
        <p:txBody>
          <a:bodyPr wrap="square" lIns="18288" rIns="18288" tIns="9144" bIns="9144" anchor="t">
            <a:noAutofit/>
          </a:bodyPr>
          <a:lstStyle/>
          <a:p>
            <a:pPr algn="l">
              <a:lnSpc>
                <a:spcPct val="105000"/>
              </a:lnSpc>
              <a:buNone/>
            </a:pPr>
            <a:r>
              <a:rPr lang="en-GB" sz="1500" b="0">
                <a:solidFill>
                  <a:srgbClr val="173F35"/>
                </a:solidFill>
                <a:latin typeface="Arial"/>
              </a:rPr>
              <a:t>Device boundary</a:t>
            </a:r>
          </a:p>
          <a:p>
            <a:pPr algn="l">
              <a:lnSpc>
                <a:spcPct val="105000"/>
              </a:lnSpc>
              <a:buNone/>
            </a:pPr>
            <a:r>
              <a:rPr lang="en-GB" sz="1500" b="0">
                <a:solidFill>
                  <a:srgbClr val="173F35"/>
                </a:solidFill>
                <a:latin typeface="Arial"/>
              </a:rPr>
              <a:t>One-way intake</a:t>
            </a:r>
          </a:p>
        </p:txBody>
      </p:sp>
      <p:sp xmlns:p="http://schemas.openxmlformats.org/presentationml/2006/main" xmlns:a="http://schemas.openxmlformats.org/drawingml/2006/main">
        <p:nvSpPr>
          <p:cNvPr id="900008" name="Story-46-arrow-two" descr=""/>
          <p:cNvSpPr txBox="1"/>
          <p:nvPr/>
        </p:nvSpPr>
        <p:spPr>
          <a:xfrm>
            <a:off x="4919472" y="2971800"/>
            <a:ext cx="118872" cy="192024"/>
          </a:xfrm>
          <a:prstGeom prst="rightArrow">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9" name="Story-46-event-band" descr=""/>
          <p:cNvSpPr txBox="1"/>
          <p:nvPr/>
        </p:nvSpPr>
        <p:spPr>
          <a:xfrm>
            <a:off x="5065776" y="2084832"/>
            <a:ext cx="2066544" cy="1965960"/>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0" name="Story-46-event-title" descr="Private&#10;Event Hub"/>
          <p:cNvSpPr txBox="1"/>
          <p:nvPr/>
        </p:nvSpPr>
        <p:spPr>
          <a:xfrm>
            <a:off x="5212080" y="2267712"/>
            <a:ext cx="1773936" cy="658368"/>
          </a:xfrm>
          <a:prstGeom prst="rect">
            <a:avLst/>
          </a:prstGeom>
          <a:noFill/>
          <a:ln>
            <a:noFill/>
          </a:ln>
        </p:spPr>
        <p:txBody>
          <a:bodyPr wrap="square" lIns="18288" rIns="18288" tIns="9144" bIns="9144" anchor="t">
            <a:noAutofit/>
          </a:bodyPr>
          <a:lstStyle/>
          <a:p>
            <a:pPr algn="l">
              <a:lnSpc>
                <a:spcPct val="105000"/>
              </a:lnSpc>
              <a:buNone/>
            </a:pPr>
            <a:r>
              <a:rPr lang="en-GB" sz="1900" b="1">
                <a:solidFill>
                  <a:srgbClr val="173F35"/>
                </a:solidFill>
                <a:latin typeface="Arial"/>
              </a:rPr>
              <a:t>Private</a:t>
            </a:r>
          </a:p>
          <a:p>
            <a:pPr algn="l">
              <a:lnSpc>
                <a:spcPct val="105000"/>
              </a:lnSpc>
              <a:buNone/>
            </a:pPr>
            <a:r>
              <a:rPr lang="en-GB" sz="1900" b="1">
                <a:solidFill>
                  <a:srgbClr val="173F35"/>
                </a:solidFill>
                <a:latin typeface="Arial"/>
              </a:rPr>
              <a:t>Event Hub</a:t>
            </a:r>
          </a:p>
        </p:txBody>
      </p:sp>
      <p:sp xmlns:p="http://schemas.openxmlformats.org/presentationml/2006/main" xmlns:a="http://schemas.openxmlformats.org/drawingml/2006/main">
        <p:nvSpPr>
          <p:cNvPr id="900011" name="Story-46-event-body" descr="Hub-only sender&#10;Keyless receiver"/>
          <p:cNvSpPr txBox="1"/>
          <p:nvPr/>
        </p:nvSpPr>
        <p:spPr>
          <a:xfrm>
            <a:off x="5212080" y="3063240"/>
            <a:ext cx="1773936" cy="685800"/>
          </a:xfrm>
          <a:prstGeom prst="rect">
            <a:avLst/>
          </a:prstGeom>
          <a:noFill/>
          <a:ln>
            <a:noFill/>
          </a:ln>
        </p:spPr>
        <p:txBody>
          <a:bodyPr wrap="square" lIns="18288" rIns="18288" tIns="9144" bIns="9144" anchor="t">
            <a:noAutofit/>
          </a:bodyPr>
          <a:lstStyle/>
          <a:p>
            <a:pPr algn="l">
              <a:lnSpc>
                <a:spcPct val="105000"/>
              </a:lnSpc>
              <a:buNone/>
            </a:pPr>
            <a:r>
              <a:rPr lang="en-GB" sz="1500" b="0">
                <a:solidFill>
                  <a:srgbClr val="173F35"/>
                </a:solidFill>
                <a:latin typeface="Arial"/>
              </a:rPr>
              <a:t>Hub-only sender</a:t>
            </a:r>
          </a:p>
          <a:p>
            <a:pPr algn="l">
              <a:lnSpc>
                <a:spcPct val="105000"/>
              </a:lnSpc>
              <a:buNone/>
            </a:pPr>
            <a:r>
              <a:rPr lang="en-GB" sz="1500" b="0">
                <a:solidFill>
                  <a:srgbClr val="173F35"/>
                </a:solidFill>
                <a:latin typeface="Arial"/>
              </a:rPr>
              <a:t>Keyless receiver</a:t>
            </a:r>
          </a:p>
        </p:txBody>
      </p:sp>
      <p:sp xmlns:p="http://schemas.openxmlformats.org/presentationml/2006/main" xmlns:a="http://schemas.openxmlformats.org/drawingml/2006/main">
        <p:nvSpPr>
          <p:cNvPr id="900012" name="Story-46-arrow-three" descr=""/>
          <p:cNvSpPr txBox="1"/>
          <p:nvPr/>
        </p:nvSpPr>
        <p:spPr>
          <a:xfrm>
            <a:off x="7178040" y="2971800"/>
            <a:ext cx="118872" cy="192024"/>
          </a:xfrm>
          <a:prstGeom prst="rightArrow">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3" name="Story-46-sql-band" descr=""/>
          <p:cNvSpPr txBox="1"/>
          <p:nvPr/>
        </p:nvSpPr>
        <p:spPr>
          <a:xfrm>
            <a:off x="7324344" y="2084832"/>
            <a:ext cx="2066544" cy="1965960"/>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4" name="Story-46-sql-title" descr="API + SQL"/>
          <p:cNvSpPr txBox="1"/>
          <p:nvPr/>
        </p:nvSpPr>
        <p:spPr>
          <a:xfrm>
            <a:off x="7470648" y="2267712"/>
            <a:ext cx="1773936" cy="658368"/>
          </a:xfrm>
          <a:prstGeom prst="rect">
            <a:avLst/>
          </a:prstGeom>
          <a:noFill/>
          <a:ln>
            <a:noFill/>
          </a:ln>
        </p:spPr>
        <p:txBody>
          <a:bodyPr wrap="square" lIns="18288" rIns="18288" tIns="9144" bIns="9144" anchor="t">
            <a:noAutofit/>
          </a:bodyPr>
          <a:lstStyle/>
          <a:p>
            <a:pPr algn="l">
              <a:lnSpc>
                <a:spcPct val="105000"/>
              </a:lnSpc>
              <a:buNone/>
            </a:pPr>
            <a:r>
              <a:rPr lang="en-GB" sz="1900" b="1">
                <a:solidFill>
                  <a:srgbClr val="173F35"/>
                </a:solidFill>
                <a:latin typeface="Arial"/>
              </a:rPr>
              <a:t>API + SQL</a:t>
            </a:r>
          </a:p>
        </p:txBody>
      </p:sp>
      <p:sp xmlns:p="http://schemas.openxmlformats.org/presentationml/2006/main" xmlns:a="http://schemas.openxmlformats.org/drawingml/2006/main">
        <p:nvSpPr>
          <p:cNvPr id="900015" name="Story-46-sql-body" descr="Validate + replay&#10;Owned DQ tasks"/>
          <p:cNvSpPr txBox="1"/>
          <p:nvPr/>
        </p:nvSpPr>
        <p:spPr>
          <a:xfrm>
            <a:off x="7470648" y="3063240"/>
            <a:ext cx="1773936" cy="685800"/>
          </a:xfrm>
          <a:prstGeom prst="rect">
            <a:avLst/>
          </a:prstGeom>
          <a:noFill/>
          <a:ln>
            <a:noFill/>
          </a:ln>
        </p:spPr>
        <p:txBody>
          <a:bodyPr wrap="square" lIns="18288" rIns="18288" tIns="9144" bIns="9144" anchor="t">
            <a:noAutofit/>
          </a:bodyPr>
          <a:lstStyle/>
          <a:p>
            <a:pPr algn="l">
              <a:lnSpc>
                <a:spcPct val="105000"/>
              </a:lnSpc>
              <a:buNone/>
            </a:pPr>
            <a:r>
              <a:rPr lang="en-GB" sz="1500" b="0">
                <a:solidFill>
                  <a:srgbClr val="173F35"/>
                </a:solidFill>
                <a:latin typeface="Arial"/>
              </a:rPr>
              <a:t>Validate + replay</a:t>
            </a:r>
          </a:p>
          <a:p>
            <a:pPr algn="l">
              <a:lnSpc>
                <a:spcPct val="105000"/>
              </a:lnSpc>
              <a:buNone/>
            </a:pPr>
            <a:r>
              <a:rPr lang="en-GB" sz="1500" b="0">
                <a:solidFill>
                  <a:srgbClr val="173F35"/>
                </a:solidFill>
                <a:latin typeface="Arial"/>
              </a:rPr>
              <a:t>Owned DQ tasks</a:t>
            </a:r>
          </a:p>
        </p:txBody>
      </p:sp>
      <p:sp xmlns:p="http://schemas.openxmlformats.org/presentationml/2006/main" xmlns:a="http://schemas.openxmlformats.org/drawingml/2006/main">
        <p:nvSpPr>
          <p:cNvPr id="900016" name="Story-46-arrow-four" descr=""/>
          <p:cNvSpPr txBox="1"/>
          <p:nvPr/>
        </p:nvSpPr>
        <p:spPr>
          <a:xfrm>
            <a:off x="9436608" y="2971800"/>
            <a:ext cx="118872" cy="192024"/>
          </a:xfrm>
          <a:prstGeom prst="rightArrow">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7" name="Story-46-review-band" descr=""/>
          <p:cNvSpPr txBox="1"/>
          <p:nvPr/>
        </p:nvSpPr>
        <p:spPr>
          <a:xfrm>
            <a:off x="9582912" y="2084832"/>
            <a:ext cx="2057400" cy="1965960"/>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8" name="Story-46-review-title" descr="Human review"/>
          <p:cNvSpPr txBox="1"/>
          <p:nvPr/>
        </p:nvSpPr>
        <p:spPr>
          <a:xfrm>
            <a:off x="9729216" y="2267712"/>
            <a:ext cx="1764792" cy="658368"/>
          </a:xfrm>
          <a:prstGeom prst="rect">
            <a:avLst/>
          </a:prstGeom>
          <a:noFill/>
          <a:ln>
            <a:noFill/>
          </a:ln>
        </p:spPr>
        <p:txBody>
          <a:bodyPr wrap="square" lIns="18288" rIns="18288" tIns="9144" bIns="9144" anchor="t">
            <a:noAutofit/>
          </a:bodyPr>
          <a:lstStyle/>
          <a:p>
            <a:pPr algn="l">
              <a:lnSpc>
                <a:spcPct val="105000"/>
              </a:lnSpc>
              <a:buNone/>
            </a:pPr>
            <a:r>
              <a:rPr lang="en-GB" sz="1900" b="1">
                <a:solidFill>
                  <a:srgbClr val="173F35"/>
                </a:solidFill>
                <a:latin typeface="Arial"/>
              </a:rPr>
              <a:t>Human review</a:t>
            </a:r>
          </a:p>
        </p:txBody>
      </p:sp>
      <p:sp xmlns:p="http://schemas.openxmlformats.org/presentationml/2006/main" xmlns:a="http://schemas.openxmlformats.org/drawingml/2006/main">
        <p:nvSpPr>
          <p:cNvPr id="900019" name="Story-46-review-body" descr="Review signal only&#10;No diagnosis"/>
          <p:cNvSpPr txBox="1"/>
          <p:nvPr/>
        </p:nvSpPr>
        <p:spPr>
          <a:xfrm>
            <a:off x="9729216" y="3063240"/>
            <a:ext cx="1764792" cy="685800"/>
          </a:xfrm>
          <a:prstGeom prst="rect">
            <a:avLst/>
          </a:prstGeom>
          <a:noFill/>
          <a:ln>
            <a:noFill/>
          </a:ln>
        </p:spPr>
        <p:txBody>
          <a:bodyPr wrap="square" lIns="18288" rIns="18288" tIns="9144" bIns="9144" anchor="t">
            <a:noAutofit/>
          </a:bodyPr>
          <a:lstStyle/>
          <a:p>
            <a:pPr algn="l">
              <a:lnSpc>
                <a:spcPct val="105000"/>
              </a:lnSpc>
              <a:buNone/>
            </a:pPr>
            <a:r>
              <a:rPr lang="en-GB" sz="1500" b="0">
                <a:solidFill>
                  <a:srgbClr val="173F35"/>
                </a:solidFill>
                <a:latin typeface="Arial"/>
              </a:rPr>
              <a:t>Review signal only</a:t>
            </a:r>
          </a:p>
          <a:p>
            <a:pPr algn="l">
              <a:lnSpc>
                <a:spcPct val="105000"/>
              </a:lnSpc>
              <a:buNone/>
            </a:pPr>
            <a:r>
              <a:rPr lang="en-GB" sz="1500" b="0">
                <a:solidFill>
                  <a:srgbClr val="173F35"/>
                </a:solidFill>
                <a:latin typeface="Arial"/>
              </a:rPr>
              <a:t>No diagnosis</a:t>
            </a:r>
          </a:p>
        </p:txBody>
      </p:sp>
      <p:sp xmlns:p="http://schemas.openxmlformats.org/presentationml/2006/main" xmlns:a="http://schemas.openxmlformats.org/drawingml/2006/main">
        <p:nvSpPr>
          <p:cNvPr id="900020" name="Story-46-why" descr="Why Basic: device identity + one-way intake.&#10;No Standard device-control features needed for this exercise."/>
          <p:cNvSpPr txBox="1"/>
          <p:nvPr/>
        </p:nvSpPr>
        <p:spPr>
          <a:xfrm>
            <a:off x="548640" y="4224528"/>
            <a:ext cx="11091672" cy="64008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Why Basic: device identity + one-way intake.</a:t>
            </a:r>
          </a:p>
          <a:p>
            <a:pPr algn="l">
              <a:lnSpc>
                <a:spcPct val="105000"/>
              </a:lnSpc>
              <a:buNone/>
            </a:pPr>
            <a:r>
              <a:rPr lang="en-GB" sz="1800" b="0">
                <a:solidFill>
                  <a:srgbClr val="173F35"/>
                </a:solidFill>
                <a:latin typeface="Arial"/>
              </a:rPr>
              <a:t>No Standard device-control features needed for this exercise.</a:t>
            </a:r>
          </a:p>
        </p:txBody>
      </p:sp>
      <p:sp xmlns:p="http://schemas.openxmlformats.org/presentationml/2006/main" xmlns:a="http://schemas.openxmlformats.org/drawingml/2006/main">
        <p:nvSpPr>
          <p:cNvPr id="900021" name="Story-46-safety-band" descr=""/>
          <p:cNvSpPr txBox="1"/>
          <p:nvPr/>
        </p:nvSpPr>
        <p:spPr>
          <a:xfrm>
            <a:off x="548640" y="4937760"/>
            <a:ext cx="11091672" cy="749808"/>
          </a:xfrm>
          <a:prstGeom prst="rect">
            <a:avLst/>
          </a:prstGeom>
          <a:solidFill>
            <a:srgbClr val="E8F1ED"/>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22" name="Story-46-safety" descr="Hazard reports go straight to human safety.&#10;Neither telemetry nor AI may delay the response."/>
          <p:cNvSpPr txBox="1"/>
          <p:nvPr/>
        </p:nvSpPr>
        <p:spPr>
          <a:xfrm>
            <a:off x="749808" y="5047488"/>
            <a:ext cx="10689336" cy="603504"/>
          </a:xfrm>
          <a:prstGeom prst="rect">
            <a:avLst/>
          </a:prstGeom>
          <a:noFill/>
          <a:ln>
            <a:noFill/>
          </a:ln>
        </p:spPr>
        <p:txBody>
          <a:bodyPr wrap="square" lIns="18288" rIns="18288" tIns="9144" bIns="9144" anchor="t">
            <a:noAutofit/>
          </a:bodyPr>
          <a:lstStyle/>
          <a:p>
            <a:pPr algn="l">
              <a:lnSpc>
                <a:spcPct val="105000"/>
              </a:lnSpc>
              <a:buNone/>
            </a:pPr>
            <a:r>
              <a:rPr lang="en-GB" sz="1700" b="1">
                <a:solidFill>
                  <a:srgbClr val="173F35"/>
                </a:solidFill>
                <a:latin typeface="Arial"/>
              </a:rPr>
              <a:t>Hazard reports go straight to human safety.</a:t>
            </a:r>
          </a:p>
          <a:p>
            <a:pPr algn="l">
              <a:lnSpc>
                <a:spcPct val="105000"/>
              </a:lnSpc>
              <a:buNone/>
            </a:pPr>
            <a:r>
              <a:rPr lang="en-GB" sz="1700" b="1">
                <a:solidFill>
                  <a:srgbClr val="173F35"/>
                </a:solidFill>
                <a:latin typeface="Arial"/>
              </a:rPr>
              <a:t>Neither telemetry nor AI may delay the response.</a:t>
            </a:r>
          </a:p>
        </p:txBody>
      </p:sp>
      <p:sp xmlns:p="http://schemas.openxmlformats.org/presentationml/2006/main" xmlns:a="http://schemas.openxmlformats.org/drawingml/2006/main">
        <p:nvSpPr>
          <p:cNvPr id="900023" name="Story-46-revision-source" descr="27 Oct source-only transport / 29 Oct synthesis | synthetic permissions are not real consent or calibration."/>
          <p:cNvSpPr txBox="1"/>
          <p:nvPr/>
        </p:nvSpPr>
        <p:spPr>
          <a:xfrm>
            <a:off x="548640" y="5815584"/>
            <a:ext cx="11091672" cy="237744"/>
          </a:xfrm>
          <a:prstGeom prst="rect">
            <a:avLst/>
          </a:prstGeom>
          <a:noFill/>
          <a:ln>
            <a:noFill/>
          </a:ln>
        </p:spPr>
        <p:txBody>
          <a:bodyPr wrap="square" lIns="18288" rIns="18288" tIns="9144" bIns="9144" anchor="t">
            <a:noAutofit/>
          </a:bodyPr>
          <a:lstStyle/>
          <a:p>
            <a:pPr algn="l">
              <a:lnSpc>
                <a:spcPct val="105000"/>
              </a:lnSpc>
              <a:buNone/>
            </a:pPr>
            <a:r>
              <a:rPr lang="en-GB" sz="1200" b="0">
                <a:solidFill>
                  <a:srgbClr val="50655E"/>
                </a:solidFill>
                <a:latin typeface="Arial"/>
              </a:rPr>
              <a:t>27 Oct source-only transport / 29 Oct synthesis | synthetic permissions are not real consent or calibration.</a:t>
            </a:r>
          </a:p>
        </p:txBody>
      </p:sp>
    </p:spTree>
    <p:extLst>
      <p:ext uri="{BB962C8B-B14F-4D97-AF65-F5344CB8AC3E}">
        <p14:creationId xmlns:p14="http://schemas.microsoft.com/office/powerpoint/2010/main" val="21118360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313" name="Eyebrow">
            <a:extLst>
              <a:ext uri="{FF2B5EF4-FFF2-40B4-BE49-F238E27FC236}">
                <a16:creationId xmlns:a16="http://schemas.microsoft.com/office/drawing/2014/main" id="{32C364CE-CB1C-F317-247C-445F674BFD2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B20 · CIO / CFO</a:t>
            </a:r>
          </a:p>
          <a:p>
            <a:pPr algn="l">
              <a:buNone/>
            </a:pPr>
            <a:r>
              <a:rPr lang="en-US" sz="100">
                <a:effectLst/>
              </a:rPr>
              <a:t> </a:t>
            </a:r>
            <a:endParaRPr lang="en-US"/>
          </a:p>
        </p:txBody>
      </p:sp>
      <p:sp>
        <p:nvSpPr>
          <p:cNvPr id="7410" name="Slide title">
            <a:extLst>
              <a:ext uri="{FF2B5EF4-FFF2-40B4-BE49-F238E27FC236}">
                <a16:creationId xmlns:a16="http://schemas.microsoft.com/office/drawing/2014/main" id="{AC0C2F18-BA09-3F34-49B7-3A60074FF705}"/>
              </a:ext>
            </a:extLst>
          </p:cNvPr>
          <p:cNvSpPr/>
          <p:nvPr/>
        </p:nvSpPr>
        <p:spPr>
          <a:xfrm>
            <a:off x="548640" y="804672"/>
            <a:ext cx="1109167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lnSpc>
                <a:spcPct val="105000"/>
              </a:lnSpc>
              <a:buNone/>
            </a:pPr>
            <a:r>
              <a:rPr lang="en-GB" sz="3000" b="1">
                <a:solidFill>
                  <a:srgbClr val="173F35"/>
                </a:solidFill>
                <a:latin typeface="Arial"/>
              </a:rPr>
              <a:t>Keep SQL for control. Evaluate Fabric for analytics.</a:t>
            </a:r>
          </a:p>
        </p:txBody>
      </p:sp>
      <p:sp>
        <p:nvSpPr>
          <p:cNvPr id="7508" name="Footer sources">
            <a:extLst>
              <a:ext uri="{FF2B5EF4-FFF2-40B4-BE49-F238E27FC236}">
                <a16:creationId xmlns:a16="http://schemas.microsoft.com/office/drawing/2014/main" id="{4C969E40-3B26-CD20-B344-4DFA1539D72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E03 · E06</a:t>
            </a:r>
          </a:p>
          <a:p>
            <a:pPr algn="l">
              <a:buNone/>
            </a:pPr>
            <a:r>
              <a:rPr lang="en-US" sz="100">
                <a:effectLst/>
              </a:rPr>
              <a:t> </a:t>
            </a:r>
            <a:endParaRPr lang="en-US"/>
          </a:p>
        </p:txBody>
      </p:sp>
      <p:sp>
        <p:nvSpPr>
          <p:cNvPr id="7607" name="Footer navigation">
            <a:hlinkClick r:id="rId3" action="ppaction://hlinksldjump"/>
            <a:extLst>
              <a:ext uri="{FF2B5EF4-FFF2-40B4-BE49-F238E27FC236}">
                <a16:creationId xmlns:a16="http://schemas.microsoft.com/office/drawing/2014/main" id="{00D26531-89CB-B78A-27ED-C3166058377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B20 · Index: slide 27</a:t>
            </a:r>
            <a:endParaRPr lang="en-US"/>
          </a:p>
        </p:txBody>
      </p:sp>
      <p:sp>
        <p:nvSpPr>
          <p:cNvPr id="7707" name="Return to interrupted calling slide">
            <a:hlinkClick r:id="rId3" action="ppaction://hlinksldjump"/>
            <a:extLst>
              <a:ext uri="{FF2B5EF4-FFF2-40B4-BE49-F238E27FC236}">
                <a16:creationId xmlns:a16="http://schemas.microsoft.com/office/drawing/2014/main" id="{881117F4-1472-3EF8-A036-2E4CE497547C}"/>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 name="Appendix topic destination">
            <a:hlinkClick r:id="rId4" action="ppaction://hlinksldjump"/>
            <a:extLst>
              <a:ext uri="{FF2B5EF4-FFF2-40B4-BE49-F238E27FC236}">
                <a16:creationId xmlns:a16="http://schemas.microsoft.com/office/drawing/2014/main" id="{586AC424-D87C-818F-FBDA-1EA47302F7F6}"/>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S14 / slide 15</a:t>
            </a:r>
            <a:endParaRPr lang="en-US"/>
          </a:p>
        </p:txBody>
      </p:sp>
      <p:sp xmlns:p="http://schemas.openxmlformats.org/presentationml/2006/main" xmlns:a="http://schemas.openxmlformats.org/drawingml/2006/main">
        <p:nvSpPr>
          <p:cNvPr id="900000" name="Story-47-retain-band" descr=""/>
          <p:cNvSpPr txBox="1"/>
          <p:nvPr/>
        </p:nvSpPr>
        <p:spPr>
          <a:xfrm>
            <a:off x="548640" y="1810512"/>
            <a:ext cx="11091672" cy="457200"/>
          </a:xfrm>
          <a:prstGeom prst="rect">
            <a:avLst/>
          </a:prstGeom>
          <a:solidFill>
            <a:srgbClr val="173F35"/>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01" name="Story-47-retain" descr="RETAIN: API + Azure SQL + Blob | transactions, ledger and accountable workflow"/>
          <p:cNvSpPr txBox="1"/>
          <p:nvPr/>
        </p:nvSpPr>
        <p:spPr>
          <a:xfrm>
            <a:off x="731520" y="1901952"/>
            <a:ext cx="10725912" cy="292608"/>
          </a:xfrm>
          <a:prstGeom prst="rect">
            <a:avLst/>
          </a:prstGeom>
          <a:noFill/>
          <a:ln>
            <a:noFill/>
          </a:ln>
        </p:spPr>
        <p:txBody>
          <a:bodyPr wrap="square" lIns="18288" rIns="18288" tIns="9144" bIns="9144" anchor="t">
            <a:noAutofit/>
          </a:bodyPr>
          <a:lstStyle/>
          <a:p>
            <a:pPr algn="l">
              <a:lnSpc>
                <a:spcPct val="105000"/>
              </a:lnSpc>
              <a:buNone/>
            </a:pPr>
            <a:r>
              <a:rPr lang="en-GB" sz="1700" b="1">
                <a:solidFill>
                  <a:srgbClr val="FAF9F6"/>
                </a:solidFill>
                <a:latin typeface="Arial"/>
              </a:rPr>
              <a:t>RETAIN: API + Azure SQL + Blob | transactions, ledger and accountable workflow</a:t>
            </a:r>
          </a:p>
        </p:txBody>
      </p:sp>
      <p:sp xmlns:p="http://schemas.openxmlformats.org/presentationml/2006/main" xmlns:a="http://schemas.openxmlformats.org/drawingml/2006/main">
        <p:nvSpPr>
          <p:cNvPr id="900002" name="Story-47-not-selected-title" descr="Alternatives and limits"/>
          <p:cNvSpPr txBox="1"/>
          <p:nvPr/>
        </p:nvSpPr>
        <p:spPr>
          <a:xfrm>
            <a:off x="548640" y="2596896"/>
            <a:ext cx="5212080" cy="365760"/>
          </a:xfrm>
          <a:prstGeom prst="rect">
            <a:avLst/>
          </a:prstGeom>
          <a:noFill/>
          <a:ln>
            <a:noFill/>
          </a:ln>
        </p:spPr>
        <p:txBody>
          <a:bodyPr wrap="square" lIns="18288" rIns="18288" tIns="9144" bIns="9144" anchor="t">
            <a:noAutofit/>
          </a:bodyPr>
          <a:lstStyle/>
          <a:p>
            <a:pPr algn="l">
              <a:lnSpc>
                <a:spcPct val="105000"/>
              </a:lnSpc>
              <a:buNone/>
            </a:pPr>
            <a:r>
              <a:rPr lang="en-GB" sz="2100" b="1">
                <a:solidFill>
                  <a:srgbClr val="173F35"/>
                </a:solidFill>
                <a:latin typeface="Arial"/>
              </a:rPr>
              <a:t>Alternatives and limits</a:t>
            </a:r>
          </a:p>
        </p:txBody>
      </p:sp>
      <p:sp xmlns:p="http://schemas.openxmlformats.org/presentationml/2006/main" xmlns:a="http://schemas.openxmlformats.org/drawingml/2006/main">
        <p:nvSpPr>
          <p:cNvPr id="900003" name="Story-47-not-selected-body" descr="Keep Excel / M365 as bounded inputs.&#10;No verified low-code or bought-product fit yet;&#10;compare integration and control costs."/>
          <p:cNvSpPr txBox="1"/>
          <p:nvPr/>
        </p:nvSpPr>
        <p:spPr>
          <a:xfrm>
            <a:off x="548640" y="3127248"/>
            <a:ext cx="5212080" cy="914400"/>
          </a:xfrm>
          <a:prstGeom prst="rect">
            <a:avLst/>
          </a:prstGeom>
          <a:noFill/>
          <a:ln>
            <a:noFill/>
          </a:ln>
        </p:spPr>
        <p:txBody>
          <a:bodyPr wrap="square" lIns="18288" rIns="18288" tIns="9144" bIns="9144" anchor="t">
            <a:noAutofit/>
          </a:bodyPr>
          <a:lstStyle/>
          <a:p>
            <a:pPr algn="l">
              <a:lnSpc>
                <a:spcPct val="105000"/>
              </a:lnSpc>
              <a:buNone/>
            </a:pPr>
            <a:r>
              <a:rPr lang="en-GB" sz="1700" b="0">
                <a:solidFill>
                  <a:srgbClr val="173F35"/>
                </a:solidFill>
                <a:latin typeface="Arial"/>
              </a:rPr>
              <a:t>Keep Excel / M365 as bounded inputs.</a:t>
            </a:r>
          </a:p>
          <a:p>
            <a:pPr algn="l">
              <a:lnSpc>
                <a:spcPct val="105000"/>
              </a:lnSpc>
              <a:buNone/>
            </a:pPr>
            <a:r>
              <a:rPr lang="en-GB" sz="1700" b="0">
                <a:solidFill>
                  <a:srgbClr val="173F35"/>
                </a:solidFill>
                <a:latin typeface="Arial"/>
              </a:rPr>
              <a:t>No verified low-code or bought-product fit yet;</a:t>
            </a:r>
          </a:p>
          <a:p>
            <a:pPr algn="l">
              <a:lnSpc>
                <a:spcPct val="105000"/>
              </a:lnSpc>
              <a:buNone/>
            </a:pPr>
            <a:r>
              <a:rPr lang="en-GB" sz="1700" b="0">
                <a:solidFill>
                  <a:srgbClr val="173F35"/>
                </a:solidFill>
                <a:latin typeface="Arial"/>
              </a:rPr>
              <a:t>compare integration and control costs.</a:t>
            </a:r>
          </a:p>
        </p:txBody>
      </p:sp>
      <p:sp xmlns:p="http://schemas.openxmlformats.org/presentationml/2006/main" xmlns:a="http://schemas.openxmlformats.org/drawingml/2006/main">
        <p:nvSpPr>
          <p:cNvPr id="900004" name="Story-47-sql-replacement-title" descr="No Fabric operational replacement"/>
          <p:cNvSpPr txBox="1"/>
          <p:nvPr/>
        </p:nvSpPr>
        <p:spPr>
          <a:xfrm>
            <a:off x="548640" y="4160520"/>
            <a:ext cx="5212080" cy="347472"/>
          </a:xfrm>
          <a:prstGeom prst="rect">
            <a:avLst/>
          </a:prstGeom>
          <a:noFill/>
          <a:ln>
            <a:noFill/>
          </a:ln>
        </p:spPr>
        <p:txBody>
          <a:bodyPr wrap="square" lIns="18288" rIns="18288" tIns="9144" bIns="9144" anchor="t">
            <a:noAutofit/>
          </a:bodyPr>
          <a:lstStyle/>
          <a:p>
            <a:pPr algn="l">
              <a:lnSpc>
                <a:spcPct val="105000"/>
              </a:lnSpc>
              <a:buNone/>
            </a:pPr>
            <a:r>
              <a:rPr lang="en-GB" sz="1900" b="1">
                <a:solidFill>
                  <a:srgbClr val="173F35"/>
                </a:solidFill>
                <a:latin typeface="Arial"/>
              </a:rPr>
              <a:t>No Fabric operational replacement</a:t>
            </a:r>
          </a:p>
        </p:txBody>
      </p:sp>
      <p:sp xmlns:p="http://schemas.openxmlformats.org/presentationml/2006/main" xmlns:a="http://schemas.openxmlformats.org/drawingml/2006/main">
        <p:nvSpPr>
          <p:cNvPr id="900005" name="Story-47-sql-replacement-body" descr="Fabric SQL lacks ledger creation.&#10;A warehouse is not the write workflow."/>
          <p:cNvSpPr txBox="1"/>
          <p:nvPr/>
        </p:nvSpPr>
        <p:spPr>
          <a:xfrm>
            <a:off x="548640" y="4599432"/>
            <a:ext cx="5212080" cy="594360"/>
          </a:xfrm>
          <a:prstGeom prst="rect">
            <a:avLst/>
          </a:prstGeom>
          <a:noFill/>
          <a:ln>
            <a:noFill/>
          </a:ln>
        </p:spPr>
        <p:txBody>
          <a:bodyPr wrap="square" lIns="18288" rIns="18288" tIns="9144" bIns="9144" anchor="t">
            <a:noAutofit/>
          </a:bodyPr>
          <a:lstStyle/>
          <a:p>
            <a:pPr algn="l">
              <a:lnSpc>
                <a:spcPct val="105000"/>
              </a:lnSpc>
              <a:buNone/>
            </a:pPr>
            <a:r>
              <a:rPr lang="en-GB" sz="1600" b="0">
                <a:solidFill>
                  <a:srgbClr val="173F35"/>
                </a:solidFill>
                <a:latin typeface="Arial"/>
              </a:rPr>
              <a:t>Fabric SQL lacks ledger creation.</a:t>
            </a:r>
          </a:p>
          <a:p>
            <a:pPr algn="l">
              <a:lnSpc>
                <a:spcPct val="105000"/>
              </a:lnSpc>
              <a:buNone/>
            </a:pPr>
            <a:r>
              <a:rPr lang="en-GB" sz="1600" b="0">
                <a:solidFill>
                  <a:srgbClr val="173F35"/>
                </a:solidFill>
                <a:latin typeface="Arial"/>
              </a:rPr>
              <a:t>A warehouse is not the write workflow.</a:t>
            </a:r>
          </a:p>
        </p:txBody>
      </p:sp>
      <p:sp xmlns:p="http://schemas.openxmlformats.org/presentationml/2006/main" xmlns:a="http://schemas.openxmlformats.org/drawingml/2006/main">
        <p:nvSpPr>
          <p:cNvPr id="900006" name="Story-47-fabric-title" descr="Future option: selective Fabric"/>
          <p:cNvSpPr txBox="1"/>
          <p:nvPr/>
        </p:nvSpPr>
        <p:spPr>
          <a:xfrm>
            <a:off x="6309360" y="2596896"/>
            <a:ext cx="5330952" cy="365760"/>
          </a:xfrm>
          <a:prstGeom prst="rect">
            <a:avLst/>
          </a:prstGeom>
          <a:noFill/>
          <a:ln>
            <a:noFill/>
          </a:ln>
        </p:spPr>
        <p:txBody>
          <a:bodyPr wrap="square" lIns="18288" rIns="18288" tIns="9144" bIns="9144" anchor="t">
            <a:noAutofit/>
          </a:bodyPr>
          <a:lstStyle/>
          <a:p>
            <a:pPr algn="l">
              <a:lnSpc>
                <a:spcPct val="105000"/>
              </a:lnSpc>
              <a:buNone/>
            </a:pPr>
            <a:r>
              <a:rPr lang="en-GB" sz="2100" b="1">
                <a:solidFill>
                  <a:srgbClr val="173F35"/>
                </a:solidFill>
                <a:latin typeface="Arial"/>
              </a:rPr>
              <a:t>Future option: selective Fabric</a:t>
            </a:r>
          </a:p>
        </p:txBody>
      </p:sp>
      <p:sp xmlns:p="http://schemas.openxmlformats.org/presentationml/2006/main" xmlns:a="http://schemas.openxmlformats.org/drawingml/2006/main">
        <p:nvSpPr>
          <p:cNvPr id="900007" name="Story-47-fabric-value" descr="Reusable cross-source history;&#10;shared measures and portfolio reports."/>
          <p:cNvSpPr txBox="1"/>
          <p:nvPr/>
        </p:nvSpPr>
        <p:spPr>
          <a:xfrm>
            <a:off x="6309360" y="3127248"/>
            <a:ext cx="5330952" cy="685800"/>
          </a:xfrm>
          <a:prstGeom prst="rect">
            <a:avLst/>
          </a:prstGeom>
          <a:noFill/>
          <a:ln>
            <a:noFill/>
          </a:ln>
        </p:spPr>
        <p:txBody>
          <a:bodyPr wrap="square" lIns="18288" rIns="18288" tIns="9144" bIns="9144" anchor="t">
            <a:noAutofit/>
          </a:bodyPr>
          <a:lstStyle/>
          <a:p>
            <a:pPr algn="l">
              <a:lnSpc>
                <a:spcPct val="105000"/>
              </a:lnSpc>
              <a:buNone/>
            </a:pPr>
            <a:r>
              <a:rPr lang="en-GB" sz="1800" b="0">
                <a:solidFill>
                  <a:srgbClr val="173F35"/>
                </a:solidFill>
                <a:latin typeface="Arial"/>
              </a:rPr>
              <a:t>Reusable cross-source history;</a:t>
            </a:r>
          </a:p>
          <a:p>
            <a:pPr algn="l">
              <a:lnSpc>
                <a:spcPct val="105000"/>
              </a:lnSpc>
              <a:buNone/>
            </a:pPr>
            <a:r>
              <a:rPr lang="en-GB" sz="1800" b="0">
                <a:solidFill>
                  <a:srgbClr val="173F35"/>
                </a:solidFill>
                <a:latin typeface="Arial"/>
              </a:rPr>
              <a:t>shared measures and portfolio reports.</a:t>
            </a:r>
          </a:p>
        </p:txBody>
      </p:sp>
      <p:sp xmlns:p="http://schemas.openxmlformats.org/presentationml/2006/main" xmlns:a="http://schemas.openxmlformats.org/drawingml/2006/main">
        <p:nvSpPr>
          <p:cNvPr id="900008" name="Story-47-curated-facts" descr="Curated facts"/>
          <p:cNvSpPr txBox="1"/>
          <p:nvPr/>
        </p:nvSpPr>
        <p:spPr>
          <a:xfrm>
            <a:off x="6309360" y="3822192"/>
            <a:ext cx="1645920" cy="420624"/>
          </a:xfrm>
          <a:prstGeom prst="chevron">
            <a:avLst>
              <a:gd name="adj" fmla="val 10000"/>
            </a:avLst>
          </a:prstGeom>
          <a:solidFill>
            <a:srgbClr val="E8F2FB"/>
          </a:solidFill>
          <a:ln>
            <a:noFill/>
          </a:ln>
        </p:spPr>
        <p:txBody>
          <a:bodyPr wrap="square" lIns="18288" rIns="18288" tIns="9144" bIns="9144" anchor="t">
            <a:noAutofit/>
          </a:bodyPr>
          <a:lstStyle/>
          <a:p>
            <a:pPr algn="l">
              <a:lnSpc>
                <a:spcPct val="105000"/>
              </a:lnSpc>
              <a:buNone/>
            </a:pPr>
            <a:r>
              <a:rPr lang="en-GB" sz="1400" b="1">
                <a:solidFill>
                  <a:srgbClr val="173F35"/>
                </a:solidFill>
                <a:latin typeface="Arial"/>
              </a:rPr>
              <a:t>Curated facts</a:t>
            </a:r>
          </a:p>
        </p:txBody>
      </p:sp>
      <p:sp xmlns:p="http://schemas.openxmlformats.org/presentationml/2006/main" xmlns:a="http://schemas.openxmlformats.org/drawingml/2006/main">
        <p:nvSpPr>
          <p:cNvPr id="900009" name="Story-47-analytical-copy" descr="Analytics"/>
          <p:cNvSpPr txBox="1"/>
          <p:nvPr/>
        </p:nvSpPr>
        <p:spPr>
          <a:xfrm>
            <a:off x="8138160" y="3822192"/>
            <a:ext cx="1645920" cy="420624"/>
          </a:xfrm>
          <a:prstGeom prst="chevron">
            <a:avLst>
              <a:gd name="adj" fmla="val 10000"/>
            </a:avLst>
          </a:prstGeom>
          <a:solidFill>
            <a:srgbClr val="E8F2FB"/>
          </a:solidFill>
          <a:ln>
            <a:noFill/>
          </a:ln>
        </p:spPr>
        <p:txBody>
          <a:bodyPr wrap="square" lIns="18288" rIns="18288" tIns="9144" bIns="9144" anchor="t">
            <a:noAutofit/>
          </a:bodyPr>
          <a:lstStyle/>
          <a:p>
            <a:pPr algn="l">
              <a:lnSpc>
                <a:spcPct val="105000"/>
              </a:lnSpc>
              <a:buNone/>
            </a:pPr>
            <a:r>
              <a:rPr lang="en-GB" sz="1400" b="1">
                <a:solidFill>
                  <a:srgbClr val="173F35"/>
                </a:solidFill>
                <a:latin typeface="Arial"/>
              </a:rPr>
              <a:t>Analytics</a:t>
            </a:r>
          </a:p>
        </p:txBody>
      </p:sp>
      <p:sp xmlns:p="http://schemas.openxmlformats.org/presentationml/2006/main" xmlns:a="http://schemas.openxmlformats.org/drawingml/2006/main">
        <p:nvSpPr>
          <p:cNvPr id="900010" name="Story-47-reports" descr="Staff reports"/>
          <p:cNvSpPr txBox="1"/>
          <p:nvPr/>
        </p:nvSpPr>
        <p:spPr>
          <a:xfrm>
            <a:off x="9966960" y="3822192"/>
            <a:ext cx="1645920" cy="420624"/>
          </a:xfrm>
          <a:prstGeom prst="chevron">
            <a:avLst>
              <a:gd name="adj" fmla="val 10000"/>
            </a:avLst>
          </a:prstGeom>
          <a:solidFill>
            <a:srgbClr val="E8F1ED"/>
          </a:solidFill>
          <a:ln>
            <a:noFill/>
          </a:ln>
        </p:spPr>
        <p:txBody>
          <a:bodyPr wrap="square" lIns="18288" rIns="18288" tIns="9144" bIns="9144" anchor="t">
            <a:noAutofit/>
          </a:bodyPr>
          <a:lstStyle/>
          <a:p>
            <a:pPr algn="l">
              <a:lnSpc>
                <a:spcPct val="105000"/>
              </a:lnSpc>
              <a:buNone/>
            </a:pPr>
            <a:r>
              <a:rPr lang="en-GB" sz="1400" b="1">
                <a:solidFill>
                  <a:srgbClr val="173F35"/>
                </a:solidFill>
                <a:latin typeface="Arial"/>
              </a:rPr>
              <a:t>Staff reports</a:t>
            </a:r>
          </a:p>
        </p:txBody>
      </p:sp>
      <p:sp xmlns:p="http://schemas.openxmlformats.org/presentationml/2006/main" xmlns:a="http://schemas.openxmlformats.org/drawingml/2006/main">
        <p:nvSpPr>
          <p:cNvPr id="900011" name="Story-47-fabric-gate" descr="Compare with SQL views + Power BI.&#10;Require better effort, freshness or total cost."/>
          <p:cNvSpPr txBox="1"/>
          <p:nvPr/>
        </p:nvSpPr>
        <p:spPr>
          <a:xfrm>
            <a:off x="6309360" y="4462272"/>
            <a:ext cx="5330952" cy="594360"/>
          </a:xfrm>
          <a:prstGeom prst="rect">
            <a:avLst/>
          </a:prstGeom>
          <a:noFill/>
          <a:ln>
            <a:noFill/>
          </a:ln>
        </p:spPr>
        <p:txBody>
          <a:bodyPr wrap="square" lIns="18288" rIns="18288" tIns="9144" bIns="9144" anchor="t">
            <a:noAutofit/>
          </a:bodyPr>
          <a:lstStyle/>
          <a:p>
            <a:pPr algn="l">
              <a:lnSpc>
                <a:spcPct val="105000"/>
              </a:lnSpc>
              <a:buNone/>
            </a:pPr>
            <a:r>
              <a:rPr lang="en-GB" sz="1600" b="0">
                <a:solidFill>
                  <a:srgbClr val="173F35"/>
                </a:solidFill>
                <a:latin typeface="Arial"/>
              </a:rPr>
              <a:t>Compare with SQL views + Power BI.</a:t>
            </a:r>
          </a:p>
          <a:p>
            <a:pPr algn="l">
              <a:lnSpc>
                <a:spcPct val="105000"/>
              </a:lnSpc>
              <a:buNone/>
            </a:pPr>
            <a:r>
              <a:rPr lang="en-GB" sz="1600" b="0">
                <a:solidFill>
                  <a:srgbClr val="173F35"/>
                </a:solidFill>
                <a:latin typeface="Arial"/>
              </a:rPr>
              <a:t>Require better effort, freshness or total cost.</a:t>
            </a:r>
          </a:p>
        </p:txBody>
      </p:sp>
      <p:sp xmlns:p="http://schemas.openxmlformats.org/presentationml/2006/main" xmlns:a="http://schemas.openxmlformats.org/drawingml/2006/main">
        <p:nvSpPr>
          <p:cNvPr id="900012" name="Story-47-authority-band" descr=""/>
          <p:cNvSpPr txBox="1"/>
          <p:nvPr/>
        </p:nvSpPr>
        <p:spPr>
          <a:xfrm>
            <a:off x="548640" y="5257800"/>
            <a:ext cx="11091672" cy="530352"/>
          </a:xfrm>
          <a:prstGeom prst="rect">
            <a:avLst/>
          </a:prstGeom>
          <a:solidFill>
            <a:srgbClr val="FFF1D6"/>
          </a:solidFill>
          <a:ln>
            <a:noFill/>
          </a:ln>
        </p:spPr>
        <p:txBody>
          <a:bodyPr wrap="square" lIns="18288" rIns="18288" tIns="9144" bIns="9144" anchor="t">
            <a:noAutofit/>
          </a:bodyPr>
          <a:lstStyle/>
          <a:p>
            <a:pPr algn="l">
              <a:lnSpc>
                <a:spcPct val="105000"/>
              </a:lnSpc>
              <a:buNone/>
            </a:pPr>
            <a:r>
              <a:rPr lang="en-GB" sz="1200" b="0">
                <a:solidFill>
                  <a:srgbClr val="173F35"/>
                </a:solidFill>
                <a:latin typeface="Arial"/>
              </a:rPr>
              <a:t/>
            </a:r>
          </a:p>
        </p:txBody>
      </p:sp>
      <p:sp xmlns:p="http://schemas.openxmlformats.org/presentationml/2006/main" xmlns:a="http://schemas.openxmlformats.org/drawingml/2006/main">
        <p:nvSpPr>
          <p:cNvPr id="900013" name="Story-47-authority" descr="No purchase or export approved. Access, history and total cost need separate review."/>
          <p:cNvSpPr txBox="1"/>
          <p:nvPr/>
        </p:nvSpPr>
        <p:spPr>
          <a:xfrm>
            <a:off x="731520" y="5358384"/>
            <a:ext cx="10725912" cy="329184"/>
          </a:xfrm>
          <a:prstGeom prst="rect">
            <a:avLst/>
          </a:prstGeom>
          <a:noFill/>
          <a:ln>
            <a:noFill/>
          </a:ln>
        </p:spPr>
        <p:txBody>
          <a:bodyPr wrap="square" lIns="18288" rIns="18288" tIns="9144" bIns="9144" anchor="t">
            <a:noAutofit/>
          </a:bodyPr>
          <a:lstStyle/>
          <a:p>
            <a:pPr algn="l">
              <a:lnSpc>
                <a:spcPct val="105000"/>
              </a:lnSpc>
              <a:buNone/>
            </a:pPr>
            <a:r>
              <a:rPr lang="en-GB" sz="1600" b="1">
                <a:solidFill>
                  <a:srgbClr val="173F35"/>
                </a:solidFill>
                <a:latin typeface="Arial"/>
              </a:rPr>
              <a:t>No purchase or export approved. Access, history and total cost need separate review.</a:t>
            </a:r>
          </a:p>
        </p:txBody>
      </p:sp>
      <p:sp xmlns:p="http://schemas.openxmlformats.org/presentationml/2006/main" xmlns:a="http://schemas.openxmlformats.org/drawingml/2006/main">
        <p:nvSpPr>
          <p:cNvPr id="900014" name="Story-47-revision-source" descr="Fabric fit assessment, 29 Oct 2026 | proposed platform advice, not a new ADR, price quote or measured benefit."/>
          <p:cNvSpPr txBox="1"/>
          <p:nvPr/>
        </p:nvSpPr>
        <p:spPr>
          <a:xfrm>
            <a:off x="548640" y="5852160"/>
            <a:ext cx="11091672" cy="219456"/>
          </a:xfrm>
          <a:prstGeom prst="rect">
            <a:avLst/>
          </a:prstGeom>
          <a:noFill/>
          <a:ln>
            <a:noFill/>
          </a:ln>
        </p:spPr>
        <p:txBody>
          <a:bodyPr wrap="square" lIns="18288" rIns="18288" tIns="9144" bIns="9144" anchor="t">
            <a:noAutofit/>
          </a:bodyPr>
          <a:lstStyle/>
          <a:p>
            <a:pPr algn="l">
              <a:lnSpc>
                <a:spcPct val="105000"/>
              </a:lnSpc>
              <a:buNone/>
            </a:pPr>
            <a:r>
              <a:rPr lang="en-GB" sz="1200" b="0">
                <a:solidFill>
                  <a:srgbClr val="50655E"/>
                </a:solidFill>
                <a:latin typeface="Arial"/>
              </a:rPr>
              <a:t>Fabric fit assessment, 29 Oct 2026 | proposed platform advice, not a new ADR, price quote or measured benefit.</a:t>
            </a:r>
          </a:p>
        </p:txBody>
      </p:sp>
    </p:spTree>
    <p:extLst>
      <p:ext uri="{BB962C8B-B14F-4D97-AF65-F5344CB8AC3E}">
        <p14:creationId xmlns:p14="http://schemas.microsoft.com/office/powerpoint/2010/main" val="1389944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808" name="Eyebrow">
            <a:extLst>
              <a:ext uri="{FF2B5EF4-FFF2-40B4-BE49-F238E27FC236}">
                <a16:creationId xmlns:a16="http://schemas.microsoft.com/office/drawing/2014/main" id="{F2295C21-B3D8-0879-667F-6C0CC1604716}"/>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B21 · CISO / CTO / RISK</a:t>
            </a:r>
          </a:p>
          <a:p>
            <a:pPr algn="l">
              <a:buNone/>
            </a:pPr>
            <a:r>
              <a:rPr lang="en-US" sz="100">
                <a:effectLst/>
              </a:rPr>
              <a:t> </a:t>
            </a:r>
            <a:endParaRPr lang="en-US"/>
          </a:p>
        </p:txBody>
      </p:sp>
      <p:sp>
        <p:nvSpPr>
          <p:cNvPr id="7910" name="Slide title">
            <a:extLst>
              <a:ext uri="{FF2B5EF4-FFF2-40B4-BE49-F238E27FC236}">
                <a16:creationId xmlns:a16="http://schemas.microsoft.com/office/drawing/2014/main" id="{1F709024-3333-1246-098D-DA8BFED2862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you prevent hallucinations and prompt injection?</a:t>
            </a:r>
          </a:p>
          <a:p>
            <a:pPr algn="l">
              <a:buNone/>
            </a:pPr>
            <a:r>
              <a:rPr lang="en-US" sz="100">
                <a:effectLst/>
              </a:rPr>
              <a:t> </a:t>
            </a:r>
            <a:endParaRPr lang="en-US"/>
          </a:p>
        </p:txBody>
      </p:sp>
      <p:sp>
        <p:nvSpPr>
          <p:cNvPr id="8013" name="Footer sources">
            <a:extLst>
              <a:ext uri="{FF2B5EF4-FFF2-40B4-BE49-F238E27FC236}">
                <a16:creationId xmlns:a16="http://schemas.microsoft.com/office/drawing/2014/main" id="{CAD0321A-B7B4-E090-85E0-C02B2D40E5B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E09 · E12 · E07</a:t>
            </a:r>
          </a:p>
          <a:p>
            <a:pPr algn="l">
              <a:buNone/>
            </a:pPr>
            <a:r>
              <a:rPr lang="en-US" sz="100">
                <a:effectLst/>
              </a:rPr>
              <a:t> </a:t>
            </a:r>
            <a:endParaRPr lang="en-US"/>
          </a:p>
        </p:txBody>
      </p:sp>
      <p:sp>
        <p:nvSpPr>
          <p:cNvPr id="8117" name="Footer navigation">
            <a:hlinkClick r:id="rId3" action="ppaction://hlinksldjump"/>
            <a:extLst>
              <a:ext uri="{FF2B5EF4-FFF2-40B4-BE49-F238E27FC236}">
                <a16:creationId xmlns:a16="http://schemas.microsoft.com/office/drawing/2014/main" id="{0BFBB1D0-BD60-8452-3F63-3F57C3947838}"/>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B21 · Index: slide 27</a:t>
            </a:r>
            <a:endParaRPr lang="en-US"/>
          </a:p>
        </p:txBody>
      </p:sp>
      <p:sp>
        <p:nvSpPr>
          <p:cNvPr id="8222" name="Return to interrupted calling slide">
            <a:hlinkClick r:id="rId3" action="ppaction://hlinksldjump"/>
            <a:extLst>
              <a:ext uri="{FF2B5EF4-FFF2-40B4-BE49-F238E27FC236}">
                <a16:creationId xmlns:a16="http://schemas.microsoft.com/office/drawing/2014/main" id="{27FCFD72-3A25-48B2-4F99-A8842F9F66B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229" name="Statement 1">
            <a:extLst>
              <a:ext uri="{FF2B5EF4-FFF2-40B4-BE49-F238E27FC236}">
                <a16:creationId xmlns:a16="http://schemas.microsoft.com/office/drawing/2014/main" id="{919889CC-97E7-648B-E08C-42223A133D5C}"/>
              </a:ext>
            </a:extLst>
          </p:cNvPr>
          <p:cNvSpPr/>
          <p:nvPr/>
        </p:nvSpPr>
        <p:spPr>
          <a:xfrm>
            <a:off x="548640" y="1508760"/>
            <a:ext cx="3187085"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Permitted task context and source/version binding</a:t>
            </a:r>
          </a:p>
          <a:p>
            <a:pPr algn="l">
              <a:buNone/>
            </a:pPr>
            <a:r>
              <a:rPr lang="en-US" sz="100">
                <a:effectLst/>
              </a:rPr>
              <a:t> </a:t>
            </a:r>
            <a:endParaRPr lang="en-US"/>
          </a:p>
        </p:txBody>
      </p:sp>
      <p:sp>
        <p:nvSpPr>
          <p:cNvPr id="18231" name="Statement 2">
            <a:extLst>
              <a:ext uri="{FF2B5EF4-FFF2-40B4-BE49-F238E27FC236}">
                <a16:creationId xmlns:a16="http://schemas.microsoft.com/office/drawing/2014/main" id="{9F45D86F-1B65-CA58-1644-CF45EADC99D2}"/>
              </a:ext>
            </a:extLst>
          </p:cNvPr>
          <p:cNvSpPr/>
          <p:nvPr/>
        </p:nvSpPr>
        <p:spPr>
          <a:xfrm>
            <a:off x="3964325" y="1508760"/>
            <a:ext cx="3453487"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Schema/citation checks plus independent semantic review</a:t>
            </a:r>
          </a:p>
          <a:p>
            <a:pPr algn="l">
              <a:buNone/>
            </a:pPr>
            <a:r>
              <a:rPr lang="en-US" sz="100">
                <a:effectLst/>
              </a:rPr>
              <a:t> </a:t>
            </a:r>
            <a:endParaRPr lang="en-US"/>
          </a:p>
        </p:txBody>
      </p:sp>
      <p:sp>
        <p:nvSpPr>
          <p:cNvPr id="18234" name="Statement 3">
            <a:extLst>
              <a:ext uri="{FF2B5EF4-FFF2-40B4-BE49-F238E27FC236}">
                <a16:creationId xmlns:a16="http://schemas.microsoft.com/office/drawing/2014/main" id="{9D12C0F8-7ADB-4C55-EFF1-93C163F9D0F7}"/>
              </a:ext>
            </a:extLst>
          </p:cNvPr>
          <p:cNvSpPr/>
          <p:nvPr/>
        </p:nvSpPr>
        <p:spPr>
          <a:xfrm>
            <a:off x="7646412" y="1508760"/>
            <a:ext cx="399694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Built to contain vulnerabilities and hallucinations, not to deny them</a:t>
            </a:r>
            <a:endParaRPr lang="en-US"/>
          </a:p>
        </p:txBody>
      </p:sp>
      <p:sp>
        <p:nvSpPr>
          <p:cNvPr id="18238" name="Card 1. Capture">
            <a:extLst>
              <a:ext uri="{FF2B5EF4-FFF2-40B4-BE49-F238E27FC236}">
                <a16:creationId xmlns:a16="http://schemas.microsoft.com/office/drawing/2014/main" id="{B78997C9-67C2-DDCA-B6B1-BE03BF1F78CC}"/>
              </a:ext>
            </a:extLst>
          </p:cNvPr>
          <p:cNvSpPr/>
          <p:nvPr/>
        </p:nvSpPr>
        <p:spPr>
          <a:xfrm>
            <a:off x="548640" y="2286000"/>
            <a:ext cx="2526792" cy="1508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43" name="1. Capture title">
            <a:extLst>
              <a:ext uri="{FF2B5EF4-FFF2-40B4-BE49-F238E27FC236}">
                <a16:creationId xmlns:a16="http://schemas.microsoft.com/office/drawing/2014/main" id="{8D1F69DA-C18D-B75E-2C1D-BEF8111398C1}"/>
              </a:ext>
            </a:extLst>
          </p:cNvPr>
          <p:cNvSpPr/>
          <p:nvPr/>
        </p:nvSpPr>
        <p:spPr>
          <a:xfrm>
            <a:off x="563880"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1. Capture</a:t>
            </a:r>
          </a:p>
          <a:p>
            <a:pPr algn="l">
              <a:buNone/>
            </a:pPr>
            <a:r>
              <a:rPr lang="en-US" sz="100">
                <a:effectLst/>
              </a:rPr>
              <a:t> </a:t>
            </a:r>
            <a:endParaRPr lang="en-US"/>
          </a:p>
        </p:txBody>
      </p:sp>
      <p:sp>
        <p:nvSpPr>
          <p:cNvPr id="18249" name="1. Capture body">
            <a:extLst>
              <a:ext uri="{FF2B5EF4-FFF2-40B4-BE49-F238E27FC236}">
                <a16:creationId xmlns:a16="http://schemas.microsoft.com/office/drawing/2014/main" id="{D1D7EDFF-F9BA-94F3-9945-EDA03F3337D0}"/>
              </a:ext>
            </a:extLst>
          </p:cNvPr>
          <p:cNvSpPr/>
          <p:nvPr/>
        </p:nvSpPr>
        <p:spPr>
          <a:xfrm>
            <a:off x="563880"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Role + case scope</a:t>
            </a:r>
          </a:p>
          <a:p>
            <a:pPr algn="l">
              <a:buNone/>
            </a:pPr>
            <a:r>
              <a:rPr lang="en-US" sz="1600">
                <a:solidFill>
                  <a:srgbClr val="173F35"/>
                </a:solidFill>
                <a:effectLst/>
                <a:latin typeface="Arial" panose="020B0604020202020204" pitchFamily="34" charset="0"/>
              </a:rPr>
              <a:t>Permitted evidence</a:t>
            </a:r>
          </a:p>
          <a:p>
            <a:pPr algn="l">
              <a:buNone/>
            </a:pPr>
            <a:r>
              <a:rPr lang="en-US" sz="1600">
                <a:solidFill>
                  <a:srgbClr val="173F35"/>
                </a:solidFill>
                <a:effectLst/>
                <a:latin typeface="Arial" panose="020B0604020202020204" pitchFamily="34" charset="0"/>
              </a:rPr>
              <a:t>Source/version IDs</a:t>
            </a:r>
            <a:endParaRPr lang="en-US"/>
          </a:p>
        </p:txBody>
      </p:sp>
      <p:sp>
        <p:nvSpPr>
          <p:cNvPr id="18256" name="Card 2. Call">
            <a:extLst>
              <a:ext uri="{FF2B5EF4-FFF2-40B4-BE49-F238E27FC236}">
                <a16:creationId xmlns:a16="http://schemas.microsoft.com/office/drawing/2014/main" id="{F197848C-E58A-F9AE-8080-E5A573B9A90B}"/>
              </a:ext>
            </a:extLst>
          </p:cNvPr>
          <p:cNvSpPr/>
          <p:nvPr/>
        </p:nvSpPr>
        <p:spPr>
          <a:xfrm>
            <a:off x="3404616" y="2286000"/>
            <a:ext cx="2526792" cy="15087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64" name="2. Call title">
            <a:extLst>
              <a:ext uri="{FF2B5EF4-FFF2-40B4-BE49-F238E27FC236}">
                <a16:creationId xmlns:a16="http://schemas.microsoft.com/office/drawing/2014/main" id="{793FBEEE-1FBB-AB00-F0BA-405C6B239BEA}"/>
              </a:ext>
            </a:extLst>
          </p:cNvPr>
          <p:cNvSpPr/>
          <p:nvPr/>
        </p:nvSpPr>
        <p:spPr>
          <a:xfrm>
            <a:off x="3419856"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2. Call</a:t>
            </a:r>
          </a:p>
          <a:p>
            <a:pPr algn="l">
              <a:buNone/>
            </a:pPr>
            <a:r>
              <a:rPr lang="en-US" sz="100">
                <a:effectLst/>
              </a:rPr>
              <a:t> </a:t>
            </a:r>
            <a:endParaRPr lang="en-US"/>
          </a:p>
        </p:txBody>
      </p:sp>
      <p:sp>
        <p:nvSpPr>
          <p:cNvPr id="18273" name="2. Call body">
            <a:extLst>
              <a:ext uri="{FF2B5EF4-FFF2-40B4-BE49-F238E27FC236}">
                <a16:creationId xmlns:a16="http://schemas.microsoft.com/office/drawing/2014/main" id="{038ED95E-0D97-A277-D70D-F14F78277742}"/>
              </a:ext>
            </a:extLst>
          </p:cNvPr>
          <p:cNvSpPr/>
          <p:nvPr/>
        </p:nvSpPr>
        <p:spPr>
          <a:xfrm>
            <a:off x="3419856"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Bounded task</a:t>
            </a:r>
          </a:p>
          <a:p>
            <a:pPr algn="l">
              <a:buNone/>
            </a:pPr>
            <a:r>
              <a:rPr lang="en-US" sz="1600">
                <a:solidFill>
                  <a:srgbClr val="173F35"/>
                </a:solidFill>
                <a:effectLst/>
                <a:latin typeface="Arial" panose="020B0604020202020204" pitchFamily="34" charset="0"/>
              </a:rPr>
              <a:t>Model + usage</a:t>
            </a:r>
          </a:p>
          <a:p>
            <a:pPr algn="l">
              <a:buNone/>
            </a:pPr>
            <a:r>
              <a:rPr lang="en-US" sz="1600">
                <a:solidFill>
                  <a:srgbClr val="173F35"/>
                </a:solidFill>
                <a:effectLst/>
                <a:latin typeface="Arial" panose="020B0604020202020204" pitchFamily="34" charset="0"/>
              </a:rPr>
              <a:t>No database lock</a:t>
            </a:r>
            <a:endParaRPr lang="en-US"/>
          </a:p>
        </p:txBody>
      </p:sp>
      <p:sp>
        <p:nvSpPr>
          <p:cNvPr id="18283" name="Card 3. Validate">
            <a:extLst>
              <a:ext uri="{FF2B5EF4-FFF2-40B4-BE49-F238E27FC236}">
                <a16:creationId xmlns:a16="http://schemas.microsoft.com/office/drawing/2014/main" id="{FC0BFCEE-C75C-88B7-3C48-6A2FCB0E6201}"/>
              </a:ext>
            </a:extLst>
          </p:cNvPr>
          <p:cNvSpPr/>
          <p:nvPr/>
        </p:nvSpPr>
        <p:spPr>
          <a:xfrm>
            <a:off x="6260592" y="2286000"/>
            <a:ext cx="2526792" cy="150876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94" name="3. Validate title">
            <a:extLst>
              <a:ext uri="{FF2B5EF4-FFF2-40B4-BE49-F238E27FC236}">
                <a16:creationId xmlns:a16="http://schemas.microsoft.com/office/drawing/2014/main" id="{EB1A3F21-CCF5-345A-76FB-1F6137404BAC}"/>
              </a:ext>
            </a:extLst>
          </p:cNvPr>
          <p:cNvSpPr/>
          <p:nvPr/>
        </p:nvSpPr>
        <p:spPr>
          <a:xfrm>
            <a:off x="6275832"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3. Validate</a:t>
            </a:r>
          </a:p>
          <a:p>
            <a:pPr algn="l">
              <a:buNone/>
            </a:pPr>
            <a:r>
              <a:rPr lang="en-US" sz="100">
                <a:effectLst/>
              </a:rPr>
              <a:t> </a:t>
            </a:r>
            <a:endParaRPr lang="en-US"/>
          </a:p>
        </p:txBody>
      </p:sp>
      <p:sp>
        <p:nvSpPr>
          <p:cNvPr id="18306" name="3. Validate body">
            <a:extLst>
              <a:ext uri="{FF2B5EF4-FFF2-40B4-BE49-F238E27FC236}">
                <a16:creationId xmlns:a16="http://schemas.microsoft.com/office/drawing/2014/main" id="{3869F366-F774-B35A-6E5B-E68C262EBD53}"/>
              </a:ext>
            </a:extLst>
          </p:cNvPr>
          <p:cNvSpPr/>
          <p:nvPr/>
        </p:nvSpPr>
        <p:spPr>
          <a:xfrm>
            <a:off x="6275832"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Schema + citations</a:t>
            </a:r>
          </a:p>
          <a:p>
            <a:pPr algn="l">
              <a:buNone/>
            </a:pPr>
            <a:r>
              <a:rPr lang="en-US" sz="1600">
                <a:solidFill>
                  <a:srgbClr val="173F35"/>
                </a:solidFill>
                <a:effectLst/>
                <a:latin typeface="Arial" panose="020B0604020202020204" pitchFamily="34" charset="0"/>
              </a:rPr>
              <a:t>Stale/error = stop</a:t>
            </a:r>
          </a:p>
          <a:p>
            <a:pPr algn="l">
              <a:buNone/>
            </a:pPr>
            <a:r>
              <a:rPr lang="en-US" sz="1600">
                <a:solidFill>
                  <a:srgbClr val="173F35"/>
                </a:solidFill>
                <a:effectLst/>
                <a:latin typeface="Arial" panose="020B0604020202020204" pitchFamily="34" charset="0"/>
              </a:rPr>
              <a:t>Store as unreviewed</a:t>
            </a:r>
            <a:endParaRPr lang="en-US"/>
          </a:p>
        </p:txBody>
      </p:sp>
      <p:sp>
        <p:nvSpPr>
          <p:cNvPr id="18319" name="Card 4. Review">
            <a:extLst>
              <a:ext uri="{FF2B5EF4-FFF2-40B4-BE49-F238E27FC236}">
                <a16:creationId xmlns:a16="http://schemas.microsoft.com/office/drawing/2014/main" id="{60B9D7E4-493F-D585-C03A-4BDD0785C546}"/>
              </a:ext>
            </a:extLst>
          </p:cNvPr>
          <p:cNvSpPr/>
          <p:nvPr/>
        </p:nvSpPr>
        <p:spPr>
          <a:xfrm>
            <a:off x="9116568" y="2286000"/>
            <a:ext cx="2526792" cy="1508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33" name="4. Review title">
            <a:extLst>
              <a:ext uri="{FF2B5EF4-FFF2-40B4-BE49-F238E27FC236}">
                <a16:creationId xmlns:a16="http://schemas.microsoft.com/office/drawing/2014/main" id="{E2AC2B6D-B668-75F3-E532-A5796CB7BED2}"/>
              </a:ext>
            </a:extLst>
          </p:cNvPr>
          <p:cNvSpPr/>
          <p:nvPr/>
        </p:nvSpPr>
        <p:spPr>
          <a:xfrm>
            <a:off x="9131808"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4. Review</a:t>
            </a:r>
          </a:p>
          <a:p>
            <a:pPr algn="l">
              <a:buNone/>
            </a:pPr>
            <a:r>
              <a:rPr lang="en-US" sz="100">
                <a:effectLst/>
              </a:rPr>
              <a:t> </a:t>
            </a:r>
            <a:endParaRPr lang="en-US"/>
          </a:p>
        </p:txBody>
      </p:sp>
      <p:sp>
        <p:nvSpPr>
          <p:cNvPr id="18348" name="4. Review body">
            <a:extLst>
              <a:ext uri="{FF2B5EF4-FFF2-40B4-BE49-F238E27FC236}">
                <a16:creationId xmlns:a16="http://schemas.microsoft.com/office/drawing/2014/main" id="{FE73680B-1447-590D-149D-A358C9A5E939}"/>
              </a:ext>
            </a:extLst>
          </p:cNvPr>
          <p:cNvSpPr/>
          <p:nvPr/>
        </p:nvSpPr>
        <p:spPr>
          <a:xfrm>
            <a:off x="9131808"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checks source</a:t>
            </a:r>
          </a:p>
          <a:p>
            <a:pPr algn="l">
              <a:buNone/>
            </a:pPr>
            <a:r>
              <a:rPr lang="en-US" sz="1600">
                <a:solidFill>
                  <a:srgbClr val="173F35"/>
                </a:solidFill>
                <a:effectLst/>
                <a:latin typeface="Arial" panose="020B0604020202020204" pitchFamily="34" charset="0"/>
              </a:rPr>
              <a:t>Current permissions</a:t>
            </a:r>
          </a:p>
          <a:p>
            <a:pPr algn="l">
              <a:buNone/>
            </a:pPr>
            <a:r>
              <a:rPr lang="en-US" sz="1600">
                <a:solidFill>
                  <a:srgbClr val="173F35"/>
                </a:solidFill>
                <a:effectLst/>
                <a:latin typeface="Arial" panose="020B0604020202020204" pitchFamily="34" charset="0"/>
              </a:rPr>
              <a:t>Separate domain action</a:t>
            </a:r>
            <a:endParaRPr lang="en-US"/>
          </a:p>
        </p:txBody>
      </p:sp>
      <p:sp>
        <p:nvSpPr>
          <p:cNvPr id="18364" name="Flow arrow 1">
            <a:extLst>
              <a:ext uri="{FF2B5EF4-FFF2-40B4-BE49-F238E27FC236}">
                <a16:creationId xmlns:a16="http://schemas.microsoft.com/office/drawing/2014/main" id="{DFE0A69B-68CA-FEAE-D0D6-0029B6FE34A3}"/>
              </a:ext>
            </a:extLst>
          </p:cNvPr>
          <p:cNvSpPr/>
          <p:nvPr/>
        </p:nvSpPr>
        <p:spPr>
          <a:xfrm>
            <a:off x="3102864"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81" name="Flow arrow 2">
            <a:extLst>
              <a:ext uri="{FF2B5EF4-FFF2-40B4-BE49-F238E27FC236}">
                <a16:creationId xmlns:a16="http://schemas.microsoft.com/office/drawing/2014/main" id="{1FB83918-5EA5-E03E-351F-431D122FA5A0}"/>
              </a:ext>
            </a:extLst>
          </p:cNvPr>
          <p:cNvSpPr/>
          <p:nvPr/>
        </p:nvSpPr>
        <p:spPr>
          <a:xfrm>
            <a:off x="5958840"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99" name="Flow arrow 3">
            <a:extLst>
              <a:ext uri="{FF2B5EF4-FFF2-40B4-BE49-F238E27FC236}">
                <a16:creationId xmlns:a16="http://schemas.microsoft.com/office/drawing/2014/main" id="{455FBE22-3FFE-B416-3BAD-027E8E7D3616}"/>
              </a:ext>
            </a:extLst>
          </p:cNvPr>
          <p:cNvSpPr/>
          <p:nvPr/>
        </p:nvSpPr>
        <p:spPr>
          <a:xfrm>
            <a:off x="8814816"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418" name="Callout label UNTRUSTED EVIDENCE">
            <a:extLst>
              <a:ext uri="{FF2B5EF4-FFF2-40B4-BE49-F238E27FC236}">
                <a16:creationId xmlns:a16="http://schemas.microsoft.com/office/drawing/2014/main" id="{735A36A2-D1B1-33D2-7A1F-ABB7D85915CE}"/>
              </a:ext>
            </a:extLst>
          </p:cNvPr>
          <p:cNvSpPr/>
          <p:nvPr/>
        </p:nvSpPr>
        <p:spPr>
          <a:xfrm>
            <a:off x="563880" y="3846920"/>
            <a:ext cx="53522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UNTRUSTED EVIDENCE</a:t>
            </a:r>
          </a:p>
          <a:p>
            <a:pPr algn="l">
              <a:buNone/>
            </a:pPr>
            <a:r>
              <a:rPr lang="en-US" sz="100">
                <a:effectLst/>
              </a:rPr>
              <a:t> </a:t>
            </a:r>
            <a:endParaRPr lang="en-US"/>
          </a:p>
        </p:txBody>
      </p:sp>
      <p:sp>
        <p:nvSpPr>
          <p:cNvPr id="18438" name="Callout UNTRUSTED EVIDENCE">
            <a:extLst>
              <a:ext uri="{FF2B5EF4-FFF2-40B4-BE49-F238E27FC236}">
                <a16:creationId xmlns:a16="http://schemas.microsoft.com/office/drawing/2014/main" id="{8A3293C4-DB54-6A98-D16C-291A02273B1D}"/>
              </a:ext>
            </a:extLst>
          </p:cNvPr>
          <p:cNvSpPr/>
          <p:nvPr/>
        </p:nvSpPr>
        <p:spPr>
          <a:xfrm>
            <a:off x="563880" y="412124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Documents are evidence, not instructions</a:t>
            </a:r>
          </a:p>
          <a:p>
            <a:pPr algn="l">
              <a:buNone/>
            </a:pPr>
            <a:r>
              <a:rPr lang="en-US" sz="100">
                <a:effectLst/>
              </a:rPr>
              <a:t> </a:t>
            </a:r>
            <a:endParaRPr lang="en-US"/>
          </a:p>
        </p:txBody>
      </p:sp>
      <p:sp>
        <p:nvSpPr>
          <p:cNvPr id="18459" name="Callout label REVIEW BOUNDARY">
            <a:extLst>
              <a:ext uri="{FF2B5EF4-FFF2-40B4-BE49-F238E27FC236}">
                <a16:creationId xmlns:a16="http://schemas.microsoft.com/office/drawing/2014/main" id="{C48918ED-1E50-6A73-AF2A-CD65A2FC6EB0}"/>
              </a:ext>
            </a:extLst>
          </p:cNvPr>
          <p:cNvSpPr/>
          <p:nvPr/>
        </p:nvSpPr>
        <p:spPr>
          <a:xfrm>
            <a:off x="6275832" y="3846920"/>
            <a:ext cx="53522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REVIEW BOUNDARY</a:t>
            </a:r>
          </a:p>
          <a:p>
            <a:pPr algn="l">
              <a:buNone/>
            </a:pPr>
            <a:r>
              <a:rPr lang="en-US" sz="100">
                <a:effectLst/>
              </a:rPr>
              <a:t> </a:t>
            </a:r>
            <a:endParaRPr lang="en-US"/>
          </a:p>
        </p:txBody>
      </p:sp>
      <p:sp>
        <p:nvSpPr>
          <p:cNvPr id="18481" name="Callout REVIEW BOUNDARY">
            <a:extLst>
              <a:ext uri="{FF2B5EF4-FFF2-40B4-BE49-F238E27FC236}">
                <a16:creationId xmlns:a16="http://schemas.microsoft.com/office/drawing/2014/main" id="{17E3BC92-80EB-8000-9AAC-110263319928}"/>
              </a:ext>
            </a:extLst>
          </p:cNvPr>
          <p:cNvSpPr/>
          <p:nvPr/>
        </p:nvSpPr>
        <p:spPr>
          <a:xfrm>
            <a:off x="6275832" y="412124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Citation presence is not semantic truth</a:t>
            </a:r>
          </a:p>
          <a:p>
            <a:pPr algn="l">
              <a:buNone/>
            </a:pPr>
            <a:r>
              <a:rPr lang="en-US" sz="100">
                <a:effectLst/>
              </a:rPr>
              <a:t> </a:t>
            </a:r>
            <a:endParaRPr lang="en-US"/>
          </a:p>
        </p:txBody>
      </p:sp>
      <p:sp>
        <p:nvSpPr>
          <p:cNvPr id="18504" name="Failure does not become approval">
            <a:extLst>
              <a:ext uri="{FF2B5EF4-FFF2-40B4-BE49-F238E27FC236}">
                <a16:creationId xmlns:a16="http://schemas.microsoft.com/office/drawing/2014/main" id="{C91AA784-ABE8-16A8-3D0A-D4D52CA346AF}"/>
              </a:ext>
            </a:extLst>
          </p:cNvPr>
          <p:cNvSpPr/>
          <p:nvPr/>
        </p:nvSpPr>
        <p:spPr>
          <a:xfrm>
            <a:off x="548640" y="4678680"/>
            <a:ext cx="11094720" cy="975360"/>
          </a:xfrm>
          <a:prstGeom prst="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28" name="Failure bar title">
            <a:extLst>
              <a:ext uri="{FF2B5EF4-FFF2-40B4-BE49-F238E27FC236}">
                <a16:creationId xmlns:a16="http://schemas.microsoft.com/office/drawing/2014/main" id="{F52A4F0E-A5F6-01D2-87B2-B2D7AEA540D4}"/>
              </a:ext>
            </a:extLst>
          </p:cNvPr>
          <p:cNvSpPr/>
          <p:nvPr/>
        </p:nvSpPr>
        <p:spPr>
          <a:xfrm>
            <a:off x="563880" y="4700360"/>
            <a:ext cx="1106424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Failure does not become approval</a:t>
            </a:r>
          </a:p>
          <a:p>
            <a:pPr algn="l">
              <a:buNone/>
            </a:pPr>
            <a:r>
              <a:rPr lang="en-US" sz="100">
                <a:effectLst/>
              </a:rPr>
              <a:t> </a:t>
            </a:r>
            <a:endParaRPr lang="en-US"/>
          </a:p>
        </p:txBody>
      </p:sp>
      <p:sp>
        <p:nvSpPr>
          <p:cNvPr id="18553" name="Failure bar body">
            <a:extLst>
              <a:ext uri="{FF2B5EF4-FFF2-40B4-BE49-F238E27FC236}">
                <a16:creationId xmlns:a16="http://schemas.microsoft.com/office/drawing/2014/main" id="{60229714-7A4E-E45B-AE7E-7DFEFC7F2808}"/>
              </a:ext>
            </a:extLst>
          </p:cNvPr>
          <p:cNvSpPr/>
          <p:nvPr/>
        </p:nvSpPr>
        <p:spPr>
          <a:xfrm>
            <a:off x="563880" y="5127080"/>
            <a:ext cx="11064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Unknown, stale, disabled, exhausted allowance or unavailable model → owned manual work; hazards bypass AI.</a:t>
            </a:r>
          </a:p>
          <a:p>
            <a:pPr algn="l">
              <a:buNone/>
            </a:pPr>
            <a:r>
              <a:rPr lang="en-US" sz="100">
                <a:effectLst/>
              </a:rPr>
              <a:t> </a:t>
            </a:r>
            <a:endParaRPr lang="en-US"/>
          </a:p>
        </p:txBody>
      </p:sp>
      <p:sp>
        <p:nvSpPr>
          <p:cNvPr id="18579" name="Legend">
            <a:extLst>
              <a:ext uri="{FF2B5EF4-FFF2-40B4-BE49-F238E27FC236}">
                <a16:creationId xmlns:a16="http://schemas.microsoft.com/office/drawing/2014/main" id="{1A1C1252-6424-D4D8-5448-91D6592D8E21}"/>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Filled arrow = guarded request/response step, not agent-to-agent talk</a:t>
            </a:r>
          </a:p>
          <a:p>
            <a:pPr algn="l">
              <a:buNone/>
            </a:pPr>
            <a:r>
              <a:rPr lang="en-US" sz="100">
                <a:effectLst/>
              </a:rPr>
              <a:t> </a:t>
            </a:r>
            <a:endParaRPr lang="en-US"/>
          </a:p>
        </p:txBody>
      </p:sp>
      <p:sp>
        <p:nvSpPr>
          <p:cNvPr id="18606" name="Diagram status pill">
            <a:extLst>
              <a:ext uri="{FF2B5EF4-FFF2-40B4-BE49-F238E27FC236}">
                <a16:creationId xmlns:a16="http://schemas.microsoft.com/office/drawing/2014/main" id="{8B3B57AD-D226-4A5E-5767-9286908ADA5E}"/>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sp>
        <p:nvSpPr>
          <p:cNvPr id="2" name="Appendix topic destination">
            <a:hlinkClick r:id="rId4" action="ppaction://hlinksldjump"/>
            <a:extLst>
              <a:ext uri="{FF2B5EF4-FFF2-40B4-BE49-F238E27FC236}">
                <a16:creationId xmlns:a16="http://schemas.microsoft.com/office/drawing/2014/main" id="{F79326B8-2B09-6BB1-FB86-19A1C4BD6637}"/>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441665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328" name="Eyebrow">
            <a:extLst>
              <a:ext uri="{FF2B5EF4-FFF2-40B4-BE49-F238E27FC236}">
                <a16:creationId xmlns:a16="http://schemas.microsoft.com/office/drawing/2014/main" id="{E787BC32-D63B-588F-9E5E-D5C6FC08CAC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B22 · DPO / CISO / CIO</a:t>
            </a:r>
          </a:p>
          <a:p>
            <a:pPr algn="l">
              <a:buNone/>
            </a:pPr>
            <a:r>
              <a:rPr lang="en-US" sz="100">
                <a:effectLst/>
              </a:rPr>
              <a:t> </a:t>
            </a:r>
            <a:endParaRPr lang="en-US"/>
          </a:p>
        </p:txBody>
      </p:sp>
      <p:sp>
        <p:nvSpPr>
          <p:cNvPr id="8435" name="Slide title">
            <a:extLst>
              <a:ext uri="{FF2B5EF4-FFF2-40B4-BE49-F238E27FC236}">
                <a16:creationId xmlns:a16="http://schemas.microsoft.com/office/drawing/2014/main" id="{002C70E5-A09E-BA14-2C0F-C3DFD44C94F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Can customer data leave the UK or train a provider's model?</a:t>
            </a:r>
          </a:p>
          <a:p>
            <a:pPr algn="l">
              <a:buNone/>
            </a:pPr>
            <a:r>
              <a:rPr lang="en-US" sz="100">
                <a:effectLst/>
              </a:rPr>
              <a:t> </a:t>
            </a:r>
            <a:endParaRPr lang="en-US"/>
          </a:p>
        </p:txBody>
      </p:sp>
      <p:sp>
        <p:nvSpPr>
          <p:cNvPr id="8543" name="Footer sources">
            <a:extLst>
              <a:ext uri="{FF2B5EF4-FFF2-40B4-BE49-F238E27FC236}">
                <a16:creationId xmlns:a16="http://schemas.microsoft.com/office/drawing/2014/main" id="{DA332C90-E6C0-79D0-0A0F-5E428654CBDC}"/>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E04 · E06 · E12 · E13</a:t>
            </a:r>
          </a:p>
          <a:p>
            <a:pPr algn="l">
              <a:buNone/>
            </a:pPr>
            <a:r>
              <a:rPr lang="en-US" sz="100">
                <a:effectLst/>
              </a:rPr>
              <a:t> </a:t>
            </a:r>
            <a:endParaRPr lang="en-US"/>
          </a:p>
        </p:txBody>
      </p:sp>
      <p:sp>
        <p:nvSpPr>
          <p:cNvPr id="8652" name="Footer navigation">
            <a:hlinkClick r:id="rId3" action="ppaction://hlinksldjump"/>
            <a:extLst>
              <a:ext uri="{FF2B5EF4-FFF2-40B4-BE49-F238E27FC236}">
                <a16:creationId xmlns:a16="http://schemas.microsoft.com/office/drawing/2014/main" id="{C300E65F-C14B-725D-0ECA-0229755E559B}"/>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B22 · Index: slide 27</a:t>
            </a:r>
            <a:endParaRPr lang="en-US"/>
          </a:p>
        </p:txBody>
      </p:sp>
      <p:sp>
        <p:nvSpPr>
          <p:cNvPr id="8762" name="Return to interrupted calling slide">
            <a:hlinkClick r:id="rId3" action="ppaction://hlinksldjump"/>
            <a:extLst>
              <a:ext uri="{FF2B5EF4-FFF2-40B4-BE49-F238E27FC236}">
                <a16:creationId xmlns:a16="http://schemas.microsoft.com/office/drawing/2014/main" id="{DA32A1F5-074C-B59E-7F11-231D61521CDF}"/>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607" name="Statement 1">
            <a:extLst>
              <a:ext uri="{FF2B5EF4-FFF2-40B4-BE49-F238E27FC236}">
                <a16:creationId xmlns:a16="http://schemas.microsoft.com/office/drawing/2014/main" id="{D2240779-CB1C-5197-3408-803C7D0D3016}"/>
              </a:ext>
            </a:extLst>
          </p:cNvPr>
          <p:cNvSpPr/>
          <p:nvPr/>
        </p:nvSpPr>
        <p:spPr>
          <a:xfrm>
            <a:off x="548640" y="1423760"/>
            <a:ext cx="110947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Processing geography is set by the deployment type</a:t>
            </a:r>
            <a:endParaRPr lang="en-US"/>
          </a:p>
        </p:txBody>
      </p:sp>
      <p:sp>
        <p:nvSpPr>
          <p:cNvPr id="18609" name="Statement 1 support">
            <a:extLst>
              <a:ext uri="{FF2B5EF4-FFF2-40B4-BE49-F238E27FC236}">
                <a16:creationId xmlns:a16="http://schemas.microsoft.com/office/drawing/2014/main" id="{10FE35C8-AE7B-D02F-F40C-949550B3AF78}"/>
              </a:ext>
            </a:extLst>
          </p:cNvPr>
          <p:cNvSpPr/>
          <p:nvPr/>
        </p:nvSpPr>
        <p:spPr>
          <a:xfrm>
            <a:off x="548640" y="182000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UK-only inference is a deployment choice (a regional deployment rather than GlobalStandard), confirmed at the security gate.</a:t>
            </a:r>
            <a:endParaRPr lang="en-US"/>
          </a:p>
        </p:txBody>
      </p:sp>
      <p:sp>
        <p:nvSpPr>
          <p:cNvPr id="18612" name="Processing decision checklist">
            <a:extLst>
              <a:ext uri="{FF2B5EF4-FFF2-40B4-BE49-F238E27FC236}">
                <a16:creationId xmlns:a16="http://schemas.microsoft.com/office/drawing/2014/main" id="{D7A64197-E3AD-790A-1147-FE69E38EAF46}"/>
              </a:ext>
            </a:extLst>
          </p:cNvPr>
          <p:cNvSpPr/>
          <p:nvPr/>
        </p:nvSpPr>
        <p:spPr>
          <a:xfrm>
            <a:off x="548640" y="2346960"/>
            <a:ext cx="11094720" cy="25450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16" name="Statement 2">
            <a:extLst>
              <a:ext uri="{FF2B5EF4-FFF2-40B4-BE49-F238E27FC236}">
                <a16:creationId xmlns:a16="http://schemas.microsoft.com/office/drawing/2014/main" id="{437FD39C-DC66-B3A5-1DBA-4F2F0576C4DD}"/>
              </a:ext>
            </a:extLst>
          </p:cNvPr>
          <p:cNvSpPr/>
          <p:nvPr/>
        </p:nvSpPr>
        <p:spPr>
          <a:xfrm>
            <a:off x="609600" y="2399120"/>
            <a:ext cx="64008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Verify exact model, deployment type and contract</a:t>
            </a:r>
          </a:p>
          <a:p>
            <a:pPr algn="l">
              <a:buNone/>
            </a:pPr>
            <a:r>
              <a:rPr lang="en-US" sz="100">
                <a:effectLst/>
              </a:rPr>
              <a:t> </a:t>
            </a:r>
            <a:endParaRPr lang="en-US"/>
          </a:p>
        </p:txBody>
      </p:sp>
      <p:sp>
        <p:nvSpPr>
          <p:cNvPr id="18621" name="Checklist timing">
            <a:extLst>
              <a:ext uri="{FF2B5EF4-FFF2-40B4-BE49-F238E27FC236}">
                <a16:creationId xmlns:a16="http://schemas.microsoft.com/office/drawing/2014/main" id="{6F35F57E-188A-8EB1-C8F3-70DC4B9253E0}"/>
              </a:ext>
            </a:extLst>
          </p:cNvPr>
          <p:cNvSpPr/>
          <p:nvPr/>
        </p:nvSpPr>
        <p:spPr>
          <a:xfrm>
            <a:off x="6096000" y="2444840"/>
            <a:ext cx="5486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a:solidFill>
                  <a:srgbClr val="50655E"/>
                </a:solidFill>
                <a:effectLst/>
                <a:latin typeface="Arial" panose="020B0604020202020204" pitchFamily="34" charset="0"/>
              </a:rPr>
              <a:t>before real data is processed</a:t>
            </a:r>
          </a:p>
          <a:p>
            <a:pPr algn="r">
              <a:buNone/>
            </a:pPr>
            <a:r>
              <a:rPr lang="en-US" sz="100">
                <a:effectLst/>
              </a:rPr>
              <a:t> </a:t>
            </a:r>
            <a:endParaRPr lang="en-US"/>
          </a:p>
        </p:txBody>
      </p:sp>
      <p:sp>
        <p:nvSpPr>
          <p:cNvPr id="18627" name="Verify pill 1">
            <a:extLst>
              <a:ext uri="{FF2B5EF4-FFF2-40B4-BE49-F238E27FC236}">
                <a16:creationId xmlns:a16="http://schemas.microsoft.com/office/drawing/2014/main" id="{4D260846-0DE3-A6B4-BCE6-8FE8558C6DBF}"/>
              </a:ext>
            </a:extLst>
          </p:cNvPr>
          <p:cNvSpPr/>
          <p:nvPr/>
        </p:nvSpPr>
        <p:spPr>
          <a:xfrm>
            <a:off x="701040" y="30403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34" name="Check item Provider">
            <a:extLst>
              <a:ext uri="{FF2B5EF4-FFF2-40B4-BE49-F238E27FC236}">
                <a16:creationId xmlns:a16="http://schemas.microsoft.com/office/drawing/2014/main" id="{ADEE509C-FA68-6BC0-47B5-2CA634AAB5BD}"/>
              </a:ext>
            </a:extLst>
          </p:cNvPr>
          <p:cNvSpPr/>
          <p:nvPr/>
        </p:nvSpPr>
        <p:spPr>
          <a:xfrm>
            <a:off x="1834896" y="29325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Provider</a:t>
            </a:r>
          </a:p>
          <a:p>
            <a:pPr algn="l">
              <a:buNone/>
            </a:pPr>
            <a:r>
              <a:rPr lang="en-US" sz="100">
                <a:effectLst/>
              </a:rPr>
              <a:t> </a:t>
            </a:r>
            <a:endParaRPr lang="en-US"/>
          </a:p>
        </p:txBody>
      </p:sp>
      <p:sp>
        <p:nvSpPr>
          <p:cNvPr id="18642" name="Verify pill 2">
            <a:extLst>
              <a:ext uri="{FF2B5EF4-FFF2-40B4-BE49-F238E27FC236}">
                <a16:creationId xmlns:a16="http://schemas.microsoft.com/office/drawing/2014/main" id="{1E06C3A9-2A0B-BEAC-C044-1DB90F782961}"/>
              </a:ext>
            </a:extLst>
          </p:cNvPr>
          <p:cNvSpPr/>
          <p:nvPr/>
        </p:nvSpPr>
        <p:spPr>
          <a:xfrm>
            <a:off x="701040" y="34975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51" name="Check item Model and version">
            <a:extLst>
              <a:ext uri="{FF2B5EF4-FFF2-40B4-BE49-F238E27FC236}">
                <a16:creationId xmlns:a16="http://schemas.microsoft.com/office/drawing/2014/main" id="{5C0D2CD5-EA9B-E315-96F8-653654B07192}"/>
              </a:ext>
            </a:extLst>
          </p:cNvPr>
          <p:cNvSpPr/>
          <p:nvPr/>
        </p:nvSpPr>
        <p:spPr>
          <a:xfrm>
            <a:off x="1834896" y="33897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Model and version</a:t>
            </a:r>
          </a:p>
          <a:p>
            <a:pPr algn="l">
              <a:buNone/>
            </a:pPr>
            <a:r>
              <a:rPr lang="en-US" sz="100">
                <a:effectLst/>
              </a:rPr>
              <a:t> </a:t>
            </a:r>
            <a:endParaRPr lang="en-US"/>
          </a:p>
        </p:txBody>
      </p:sp>
      <p:sp>
        <p:nvSpPr>
          <p:cNvPr id="18661" name="Verify pill 3">
            <a:extLst>
              <a:ext uri="{FF2B5EF4-FFF2-40B4-BE49-F238E27FC236}">
                <a16:creationId xmlns:a16="http://schemas.microsoft.com/office/drawing/2014/main" id="{A90E9910-F300-1B87-31DC-5B6C86ACB584}"/>
              </a:ext>
            </a:extLst>
          </p:cNvPr>
          <p:cNvSpPr/>
          <p:nvPr/>
        </p:nvSpPr>
        <p:spPr>
          <a:xfrm>
            <a:off x="701040" y="39547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72" name="Check item Deployment SKU">
            <a:extLst>
              <a:ext uri="{FF2B5EF4-FFF2-40B4-BE49-F238E27FC236}">
                <a16:creationId xmlns:a16="http://schemas.microsoft.com/office/drawing/2014/main" id="{699AE70E-9768-90D1-C064-A8DD76165EF3}"/>
              </a:ext>
            </a:extLst>
          </p:cNvPr>
          <p:cNvSpPr/>
          <p:nvPr/>
        </p:nvSpPr>
        <p:spPr>
          <a:xfrm>
            <a:off x="1834896" y="38469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Deployment SKU</a:t>
            </a:r>
          </a:p>
          <a:p>
            <a:pPr algn="l">
              <a:buNone/>
            </a:pPr>
            <a:r>
              <a:rPr lang="en-US" sz="100">
                <a:effectLst/>
              </a:rPr>
              <a:t> </a:t>
            </a:r>
            <a:endParaRPr lang="en-US"/>
          </a:p>
        </p:txBody>
      </p:sp>
      <p:sp>
        <p:nvSpPr>
          <p:cNvPr id="18684" name="Verify pill 4">
            <a:extLst>
              <a:ext uri="{FF2B5EF4-FFF2-40B4-BE49-F238E27FC236}">
                <a16:creationId xmlns:a16="http://schemas.microsoft.com/office/drawing/2014/main" id="{242AE9A8-384E-4715-3371-08F896A78CBA}"/>
              </a:ext>
            </a:extLst>
          </p:cNvPr>
          <p:cNvSpPr/>
          <p:nvPr/>
        </p:nvSpPr>
        <p:spPr>
          <a:xfrm>
            <a:off x="701040" y="44119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97" name="Check item Routing and geography">
            <a:extLst>
              <a:ext uri="{FF2B5EF4-FFF2-40B4-BE49-F238E27FC236}">
                <a16:creationId xmlns:a16="http://schemas.microsoft.com/office/drawing/2014/main" id="{107724DE-F577-C91F-97B5-F86B0EBEEB59}"/>
              </a:ext>
            </a:extLst>
          </p:cNvPr>
          <p:cNvSpPr/>
          <p:nvPr/>
        </p:nvSpPr>
        <p:spPr>
          <a:xfrm>
            <a:off x="1834896" y="43041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Routing and geography</a:t>
            </a:r>
          </a:p>
          <a:p>
            <a:pPr algn="l">
              <a:buNone/>
            </a:pPr>
            <a:r>
              <a:rPr lang="en-US" sz="100">
                <a:effectLst/>
              </a:rPr>
              <a:t> </a:t>
            </a:r>
            <a:endParaRPr lang="en-US"/>
          </a:p>
        </p:txBody>
      </p:sp>
      <p:sp>
        <p:nvSpPr>
          <p:cNvPr id="18711" name="Verify pill 5">
            <a:extLst>
              <a:ext uri="{FF2B5EF4-FFF2-40B4-BE49-F238E27FC236}">
                <a16:creationId xmlns:a16="http://schemas.microsoft.com/office/drawing/2014/main" id="{B8838342-1B81-1AF0-1222-1642A55A1581}"/>
              </a:ext>
            </a:extLst>
          </p:cNvPr>
          <p:cNvSpPr/>
          <p:nvPr/>
        </p:nvSpPr>
        <p:spPr>
          <a:xfrm>
            <a:off x="6172200" y="30403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26" name="Check item Retention">
            <a:extLst>
              <a:ext uri="{FF2B5EF4-FFF2-40B4-BE49-F238E27FC236}">
                <a16:creationId xmlns:a16="http://schemas.microsoft.com/office/drawing/2014/main" id="{383900EA-05BF-D19B-8C31-9C583420601F}"/>
              </a:ext>
            </a:extLst>
          </p:cNvPr>
          <p:cNvSpPr/>
          <p:nvPr/>
        </p:nvSpPr>
        <p:spPr>
          <a:xfrm>
            <a:off x="7306056" y="29325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Retention</a:t>
            </a:r>
          </a:p>
          <a:p>
            <a:pPr algn="l">
              <a:buNone/>
            </a:pPr>
            <a:r>
              <a:rPr lang="en-US" sz="100">
                <a:effectLst/>
              </a:rPr>
              <a:t> </a:t>
            </a:r>
            <a:endParaRPr lang="en-US"/>
          </a:p>
        </p:txBody>
      </p:sp>
      <p:sp>
        <p:nvSpPr>
          <p:cNvPr id="18742" name="Verify pill 6">
            <a:extLst>
              <a:ext uri="{FF2B5EF4-FFF2-40B4-BE49-F238E27FC236}">
                <a16:creationId xmlns:a16="http://schemas.microsoft.com/office/drawing/2014/main" id="{BBB01CD7-3E6A-93E8-38E7-B5C7EB794192}"/>
              </a:ext>
            </a:extLst>
          </p:cNvPr>
          <p:cNvSpPr/>
          <p:nvPr/>
        </p:nvSpPr>
        <p:spPr>
          <a:xfrm>
            <a:off x="6172200" y="34975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59" name="Check item Abuse monitoring">
            <a:extLst>
              <a:ext uri="{FF2B5EF4-FFF2-40B4-BE49-F238E27FC236}">
                <a16:creationId xmlns:a16="http://schemas.microsoft.com/office/drawing/2014/main" id="{10C4A10A-443F-A3ED-F5D4-E4EB635FDDC1}"/>
              </a:ext>
            </a:extLst>
          </p:cNvPr>
          <p:cNvSpPr/>
          <p:nvPr/>
        </p:nvSpPr>
        <p:spPr>
          <a:xfrm>
            <a:off x="7306056" y="33897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Abuse monitoring</a:t>
            </a:r>
          </a:p>
          <a:p>
            <a:pPr algn="l">
              <a:buNone/>
            </a:pPr>
            <a:r>
              <a:rPr lang="en-US" sz="100">
                <a:effectLst/>
              </a:rPr>
              <a:t> </a:t>
            </a:r>
            <a:endParaRPr lang="en-US"/>
          </a:p>
        </p:txBody>
      </p:sp>
      <p:sp>
        <p:nvSpPr>
          <p:cNvPr id="18777" name="Verify pill 7">
            <a:extLst>
              <a:ext uri="{FF2B5EF4-FFF2-40B4-BE49-F238E27FC236}">
                <a16:creationId xmlns:a16="http://schemas.microsoft.com/office/drawing/2014/main" id="{2503EE2B-7A2B-4F1E-E358-E760D290771C}"/>
              </a:ext>
            </a:extLst>
          </p:cNvPr>
          <p:cNvSpPr/>
          <p:nvPr/>
        </p:nvSpPr>
        <p:spPr>
          <a:xfrm>
            <a:off x="6172200" y="39547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96" name="Check item Subprocessors">
            <a:extLst>
              <a:ext uri="{FF2B5EF4-FFF2-40B4-BE49-F238E27FC236}">
                <a16:creationId xmlns:a16="http://schemas.microsoft.com/office/drawing/2014/main" id="{60BB404B-DF92-99B2-08E6-412D733E9576}"/>
              </a:ext>
            </a:extLst>
          </p:cNvPr>
          <p:cNvSpPr/>
          <p:nvPr/>
        </p:nvSpPr>
        <p:spPr>
          <a:xfrm>
            <a:off x="7306056" y="38469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Subprocessors</a:t>
            </a:r>
          </a:p>
          <a:p>
            <a:pPr algn="l">
              <a:buNone/>
            </a:pPr>
            <a:r>
              <a:rPr lang="en-US" sz="100">
                <a:effectLst/>
              </a:rPr>
              <a:t> </a:t>
            </a:r>
            <a:endParaRPr lang="en-US"/>
          </a:p>
        </p:txBody>
      </p:sp>
      <p:sp>
        <p:nvSpPr>
          <p:cNvPr id="18816" name="Verify pill 8">
            <a:extLst>
              <a:ext uri="{FF2B5EF4-FFF2-40B4-BE49-F238E27FC236}">
                <a16:creationId xmlns:a16="http://schemas.microsoft.com/office/drawing/2014/main" id="{39527830-0002-1A0D-EE48-1B0AD4EDA095}"/>
              </a:ext>
            </a:extLst>
          </p:cNvPr>
          <p:cNvSpPr/>
          <p:nvPr/>
        </p:nvSpPr>
        <p:spPr>
          <a:xfrm>
            <a:off x="6172200" y="44119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837" name="Check item Applicable agreement">
            <a:extLst>
              <a:ext uri="{FF2B5EF4-FFF2-40B4-BE49-F238E27FC236}">
                <a16:creationId xmlns:a16="http://schemas.microsoft.com/office/drawing/2014/main" id="{B3BC6471-93B2-CEB4-6445-19E8AAEBE579}"/>
              </a:ext>
            </a:extLst>
          </p:cNvPr>
          <p:cNvSpPr/>
          <p:nvPr/>
        </p:nvSpPr>
        <p:spPr>
          <a:xfrm>
            <a:off x="7306056" y="43041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Applicable agreement</a:t>
            </a:r>
          </a:p>
          <a:p>
            <a:pPr algn="l">
              <a:buNone/>
            </a:pPr>
            <a:r>
              <a:rPr lang="en-US" sz="100">
                <a:effectLst/>
              </a:rPr>
              <a:t> </a:t>
            </a:r>
            <a:endParaRPr lang="en-US"/>
          </a:p>
        </p:txBody>
      </p:sp>
      <p:sp>
        <p:nvSpPr>
          <p:cNvPr id="18859" name="Handoff contents band">
            <a:extLst>
              <a:ext uri="{FF2B5EF4-FFF2-40B4-BE49-F238E27FC236}">
                <a16:creationId xmlns:a16="http://schemas.microsoft.com/office/drawing/2014/main" id="{30CA1A04-608A-889A-255D-A05D810C7C1C}"/>
              </a:ext>
            </a:extLst>
          </p:cNvPr>
          <p:cNvSpPr/>
          <p:nvPr/>
        </p:nvSpPr>
        <p:spPr>
          <a:xfrm>
            <a:off x="548640" y="5029200"/>
            <a:ext cx="11094720" cy="9144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82" name="Statement 3">
            <a:extLst>
              <a:ext uri="{FF2B5EF4-FFF2-40B4-BE49-F238E27FC236}">
                <a16:creationId xmlns:a16="http://schemas.microsoft.com/office/drawing/2014/main" id="{D8C5A995-4601-4A27-33E2-1D5DEBC72DC0}"/>
              </a:ext>
            </a:extLst>
          </p:cNvPr>
          <p:cNvSpPr/>
          <p:nvPr/>
        </p:nvSpPr>
        <p:spPr>
          <a:xfrm>
            <a:off x="609600" y="5050880"/>
            <a:ext cx="1088136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No real resident data or private dataset in this handoff</a:t>
            </a:r>
          </a:p>
          <a:p>
            <a:pPr algn="l">
              <a:buNone/>
            </a:pPr>
            <a:r>
              <a:rPr lang="en-US" sz="100">
                <a:effectLst/>
              </a:rPr>
              <a:t> </a:t>
            </a:r>
            <a:endParaRPr lang="en-US"/>
          </a:p>
        </p:txBody>
      </p:sp>
      <p:sp>
        <p:nvSpPr>
          <p:cNvPr id="18906" name="Statement 3 support">
            <a:extLst>
              <a:ext uri="{FF2B5EF4-FFF2-40B4-BE49-F238E27FC236}">
                <a16:creationId xmlns:a16="http://schemas.microsoft.com/office/drawing/2014/main" id="{229762B6-7F1F-9F0D-ECD4-51C9AC531798}"/>
              </a:ext>
            </a:extLst>
          </p:cNvPr>
          <p:cNvSpPr/>
          <p:nvPr/>
        </p:nvSpPr>
        <p:spPr>
          <a:xfrm>
            <a:off x="609600" y="5447120"/>
            <a:ext cx="108813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The handoff contains only public synthetic illustrations and repository-authored summaries, not private datasets or credentials.</a:t>
            </a:r>
          </a:p>
          <a:p>
            <a:pPr algn="l">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E569D31E-4FB2-E40D-AC57-E5358301EA24}"/>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846757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873" name="Eyebrow">
            <a:extLst>
              <a:ext uri="{FF2B5EF4-FFF2-40B4-BE49-F238E27FC236}">
                <a16:creationId xmlns:a16="http://schemas.microsoft.com/office/drawing/2014/main" id="{E7EB7A38-D8CF-9F37-3841-47724666A8A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B23 · CEO / RESIDENT SERVICES / RISK</a:t>
            </a:r>
          </a:p>
          <a:p>
            <a:pPr algn="l">
              <a:buNone/>
            </a:pPr>
            <a:r>
              <a:rPr lang="en-US" sz="100">
                <a:effectLst/>
              </a:rPr>
              <a:t> </a:t>
            </a:r>
            <a:endParaRPr lang="en-US"/>
          </a:p>
        </p:txBody>
      </p:sp>
      <p:sp>
        <p:nvSpPr>
          <p:cNvPr id="8985" name="Slide title">
            <a:extLst>
              <a:ext uri="{FF2B5EF4-FFF2-40B4-BE49-F238E27FC236}">
                <a16:creationId xmlns:a16="http://schemas.microsoft.com/office/drawing/2014/main" id="{79A4892B-4431-1549-AFCC-9F94084830B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will you know this is fair and accessible?</a:t>
            </a:r>
          </a:p>
          <a:p>
            <a:pPr algn="l">
              <a:buNone/>
            </a:pPr>
            <a:r>
              <a:rPr lang="en-US" sz="100">
                <a:effectLst/>
              </a:rPr>
              <a:t> </a:t>
            </a:r>
            <a:endParaRPr lang="en-US"/>
          </a:p>
        </p:txBody>
      </p:sp>
      <p:sp>
        <p:nvSpPr>
          <p:cNvPr id="9098" name="Footer sources">
            <a:extLst>
              <a:ext uri="{FF2B5EF4-FFF2-40B4-BE49-F238E27FC236}">
                <a16:creationId xmlns:a16="http://schemas.microsoft.com/office/drawing/2014/main" id="{9C21EA6B-602A-4592-DBF8-A9F7CAC5F43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E15</a:t>
            </a:r>
          </a:p>
          <a:p>
            <a:pPr algn="l">
              <a:buNone/>
            </a:pPr>
            <a:r>
              <a:rPr lang="en-US" sz="100">
                <a:effectLst/>
              </a:rPr>
              <a:t> </a:t>
            </a:r>
            <a:endParaRPr lang="en-US"/>
          </a:p>
        </p:txBody>
      </p:sp>
      <p:sp>
        <p:nvSpPr>
          <p:cNvPr id="9212" name="Footer navigation">
            <a:hlinkClick r:id="rId3" action="ppaction://hlinksldjump"/>
            <a:extLst>
              <a:ext uri="{FF2B5EF4-FFF2-40B4-BE49-F238E27FC236}">
                <a16:creationId xmlns:a16="http://schemas.microsoft.com/office/drawing/2014/main" id="{9917A966-5C88-90A9-1991-61B8EFEC164D}"/>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B23 · Index: slide 27</a:t>
            </a:r>
            <a:endParaRPr lang="en-US"/>
          </a:p>
        </p:txBody>
      </p:sp>
      <p:sp>
        <p:nvSpPr>
          <p:cNvPr id="9327" name="Return to interrupted calling slide">
            <a:hlinkClick r:id="rId3" action="ppaction://hlinksldjump"/>
            <a:extLst>
              <a:ext uri="{FF2B5EF4-FFF2-40B4-BE49-F238E27FC236}">
                <a16:creationId xmlns:a16="http://schemas.microsoft.com/office/drawing/2014/main" id="{812A3985-76B1-E1C4-8EC8-B68E88D7FF65}"/>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060" name="Statement 1">
            <a:extLst>
              <a:ext uri="{FF2B5EF4-FFF2-40B4-BE49-F238E27FC236}">
                <a16:creationId xmlns:a16="http://schemas.microsoft.com/office/drawing/2014/main" id="{AA70C03B-104B-F9AB-51BA-244567993836}"/>
              </a:ext>
            </a:extLst>
          </p:cNvPr>
          <p:cNvSpPr/>
          <p:nvPr/>
        </p:nvSpPr>
        <p:spPr>
          <a:xfrm>
            <a:off x="548640" y="1508760"/>
            <a:ext cx="3602384"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No-digital route and understandable explanations</a:t>
            </a:r>
          </a:p>
          <a:p>
            <a:pPr algn="l">
              <a:buNone/>
            </a:pPr>
            <a:r>
              <a:rPr lang="en-US" sz="100">
                <a:effectLst/>
              </a:rPr>
              <a:t> </a:t>
            </a:r>
            <a:endParaRPr lang="en-US"/>
          </a:p>
        </p:txBody>
      </p:sp>
      <p:sp>
        <p:nvSpPr>
          <p:cNvPr id="19062" name="Statement 2">
            <a:extLst>
              <a:ext uri="{FF2B5EF4-FFF2-40B4-BE49-F238E27FC236}">
                <a16:creationId xmlns:a16="http://schemas.microsoft.com/office/drawing/2014/main" id="{221CFE4D-0569-6088-1AF2-C581E32097C5}"/>
              </a:ext>
            </a:extLst>
          </p:cNvPr>
          <p:cNvSpPr/>
          <p:nvPr/>
        </p:nvSpPr>
        <p:spPr>
          <a:xfrm>
            <a:off x="4425344" y="1508760"/>
            <a:ext cx="3224093"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Cohort errors, exclusions and unknowns are visible</a:t>
            </a:r>
          </a:p>
          <a:p>
            <a:pPr algn="l">
              <a:buNone/>
            </a:pPr>
            <a:r>
              <a:rPr lang="en-US" sz="100">
                <a:effectLst/>
              </a:rPr>
              <a:t> </a:t>
            </a:r>
            <a:endParaRPr lang="en-US"/>
          </a:p>
        </p:txBody>
      </p:sp>
      <p:sp>
        <p:nvSpPr>
          <p:cNvPr id="19065" name="Statement 3">
            <a:extLst>
              <a:ext uri="{FF2B5EF4-FFF2-40B4-BE49-F238E27FC236}">
                <a16:creationId xmlns:a16="http://schemas.microsoft.com/office/drawing/2014/main" id="{1771B771-3FB3-D387-47E7-9941F5E3C842}"/>
              </a:ext>
            </a:extLst>
          </p:cNvPr>
          <p:cNvSpPr/>
          <p:nvPr/>
        </p:nvSpPr>
        <p:spPr>
          <a:xfrm>
            <a:off x="7923757" y="1508760"/>
            <a:ext cx="3719601"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Engineering checks ≠ resident or WCAG acceptance</a:t>
            </a:r>
          </a:p>
          <a:p>
            <a:pPr algn="l">
              <a:buNone/>
            </a:pPr>
            <a:r>
              <a:rPr lang="en-US" sz="100">
                <a:effectLst/>
              </a:rPr>
              <a:t> </a:t>
            </a:r>
            <a:endParaRPr lang="en-US"/>
          </a:p>
        </p:txBody>
      </p:sp>
      <p:sp>
        <p:nvSpPr>
          <p:cNvPr id="19069" name="Column Task success">
            <a:extLst>
              <a:ext uri="{FF2B5EF4-FFF2-40B4-BE49-F238E27FC236}">
                <a16:creationId xmlns:a16="http://schemas.microsoft.com/office/drawing/2014/main" id="{C1BE1ABC-49CD-EEDF-7167-643FAB4D9463}"/>
              </a:ext>
            </a:extLst>
          </p:cNvPr>
          <p:cNvSpPr/>
          <p:nvPr/>
        </p:nvSpPr>
        <p:spPr>
          <a:xfrm>
            <a:off x="3383280" y="2246720"/>
            <a:ext cx="2692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Task success</a:t>
            </a:r>
          </a:p>
          <a:p>
            <a:pPr algn="l">
              <a:buNone/>
            </a:pPr>
            <a:r>
              <a:rPr lang="en-US" sz="100">
                <a:effectLst/>
              </a:rPr>
              <a:t> </a:t>
            </a:r>
            <a:endParaRPr lang="en-US"/>
          </a:p>
        </p:txBody>
      </p:sp>
      <p:sp>
        <p:nvSpPr>
          <p:cNvPr id="19074" name="Column Comprehension">
            <a:extLst>
              <a:ext uri="{FF2B5EF4-FFF2-40B4-BE49-F238E27FC236}">
                <a16:creationId xmlns:a16="http://schemas.microsoft.com/office/drawing/2014/main" id="{CBEC27CC-A042-7DF9-1C9A-32CFBC666AD7}"/>
              </a:ext>
            </a:extLst>
          </p:cNvPr>
          <p:cNvSpPr/>
          <p:nvPr/>
        </p:nvSpPr>
        <p:spPr>
          <a:xfrm>
            <a:off x="6167120" y="2246720"/>
            <a:ext cx="2692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Comprehension</a:t>
            </a:r>
          </a:p>
          <a:p>
            <a:pPr algn="l">
              <a:buNone/>
            </a:pPr>
            <a:r>
              <a:rPr lang="en-US" sz="100">
                <a:effectLst/>
              </a:rPr>
              <a:t> </a:t>
            </a:r>
            <a:endParaRPr lang="en-US"/>
          </a:p>
        </p:txBody>
      </p:sp>
      <p:sp>
        <p:nvSpPr>
          <p:cNvPr id="19080" name="Column Errors and exclusions by cohort">
            <a:extLst>
              <a:ext uri="{FF2B5EF4-FFF2-40B4-BE49-F238E27FC236}">
                <a16:creationId xmlns:a16="http://schemas.microsoft.com/office/drawing/2014/main" id="{8FCE9CF3-003F-AC23-5A73-844468C225BB}"/>
              </a:ext>
            </a:extLst>
          </p:cNvPr>
          <p:cNvSpPr/>
          <p:nvPr/>
        </p:nvSpPr>
        <p:spPr>
          <a:xfrm>
            <a:off x="8950960" y="2331720"/>
            <a:ext cx="2692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Errors and exclusions by cohort</a:t>
            </a:r>
          </a:p>
          <a:p>
            <a:pPr algn="l">
              <a:buNone/>
            </a:pPr>
            <a:r>
              <a:rPr lang="en-US" sz="100">
                <a:effectLst/>
              </a:rPr>
              <a:t> </a:t>
            </a:r>
            <a:endParaRPr lang="en-US"/>
          </a:p>
        </p:txBody>
      </p:sp>
      <p:sp>
        <p:nvSpPr>
          <p:cNvPr id="19087" name="Row Digital route">
            <a:extLst>
              <a:ext uri="{FF2B5EF4-FFF2-40B4-BE49-F238E27FC236}">
                <a16:creationId xmlns:a16="http://schemas.microsoft.com/office/drawing/2014/main" id="{F820601B-CAE0-729D-3A05-2566F2B0B43A}"/>
              </a:ext>
            </a:extLst>
          </p:cNvPr>
          <p:cNvSpPr/>
          <p:nvPr/>
        </p:nvSpPr>
        <p:spPr>
          <a:xfrm>
            <a:off x="548640" y="2956560"/>
            <a:ext cx="2743200" cy="594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Digital route</a:t>
            </a:r>
          </a:p>
          <a:p>
            <a:pPr algn="l">
              <a:buNone/>
            </a:pPr>
            <a:r>
              <a:rPr lang="en-US" sz="100">
                <a:effectLst/>
              </a:rPr>
              <a:t> </a:t>
            </a:r>
            <a:endParaRPr lang="en-US"/>
          </a:p>
        </p:txBody>
      </p:sp>
      <p:sp>
        <p:nvSpPr>
          <p:cNvPr id="19095" name="Cell Digital route / Task success">
            <a:extLst>
              <a:ext uri="{FF2B5EF4-FFF2-40B4-BE49-F238E27FC236}">
                <a16:creationId xmlns:a16="http://schemas.microsoft.com/office/drawing/2014/main" id="{C19DA5F2-5FCD-0F3A-0620-2D3FAF92A90F}"/>
              </a:ext>
            </a:extLst>
          </p:cNvPr>
          <p:cNvSpPr/>
          <p:nvPr/>
        </p:nvSpPr>
        <p:spPr>
          <a:xfrm>
            <a:off x="338328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04" name="Cell Digital route / Comprehension">
            <a:extLst>
              <a:ext uri="{FF2B5EF4-FFF2-40B4-BE49-F238E27FC236}">
                <a16:creationId xmlns:a16="http://schemas.microsoft.com/office/drawing/2014/main" id="{6B736E6C-626B-34AB-203F-C11A5ADB9B25}"/>
              </a:ext>
            </a:extLst>
          </p:cNvPr>
          <p:cNvSpPr/>
          <p:nvPr/>
        </p:nvSpPr>
        <p:spPr>
          <a:xfrm>
            <a:off x="616712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14" name="Cell Digital route / Errors and exclusions by cohort">
            <a:extLst>
              <a:ext uri="{FF2B5EF4-FFF2-40B4-BE49-F238E27FC236}">
                <a16:creationId xmlns:a16="http://schemas.microsoft.com/office/drawing/2014/main" id="{E8A92738-0F0F-F7E0-647C-2EF1A29D7842}"/>
              </a:ext>
            </a:extLst>
          </p:cNvPr>
          <p:cNvSpPr/>
          <p:nvPr/>
        </p:nvSpPr>
        <p:spPr>
          <a:xfrm>
            <a:off x="895096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25" name="Row No-digital route">
            <a:extLst>
              <a:ext uri="{FF2B5EF4-FFF2-40B4-BE49-F238E27FC236}">
                <a16:creationId xmlns:a16="http://schemas.microsoft.com/office/drawing/2014/main" id="{26EEC7DC-3B42-FA7A-B6B6-627A5F0ABE0E}"/>
              </a:ext>
            </a:extLst>
          </p:cNvPr>
          <p:cNvSpPr/>
          <p:nvPr/>
        </p:nvSpPr>
        <p:spPr>
          <a:xfrm>
            <a:off x="548640" y="3642360"/>
            <a:ext cx="2743200" cy="594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No-digital route</a:t>
            </a:r>
          </a:p>
          <a:p>
            <a:pPr algn="l">
              <a:buNone/>
            </a:pPr>
            <a:r>
              <a:rPr lang="en-US" sz="100">
                <a:effectLst/>
              </a:rPr>
              <a:t> </a:t>
            </a:r>
            <a:endParaRPr lang="en-US"/>
          </a:p>
        </p:txBody>
      </p:sp>
      <p:sp>
        <p:nvSpPr>
          <p:cNvPr id="19137" name="Cell No-digital route / Task success">
            <a:extLst>
              <a:ext uri="{FF2B5EF4-FFF2-40B4-BE49-F238E27FC236}">
                <a16:creationId xmlns:a16="http://schemas.microsoft.com/office/drawing/2014/main" id="{12FA20AE-9098-7529-8216-460215209768}"/>
              </a:ext>
            </a:extLst>
          </p:cNvPr>
          <p:cNvSpPr/>
          <p:nvPr/>
        </p:nvSpPr>
        <p:spPr>
          <a:xfrm>
            <a:off x="338328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50" name="Cell No-digital route / Comprehension">
            <a:extLst>
              <a:ext uri="{FF2B5EF4-FFF2-40B4-BE49-F238E27FC236}">
                <a16:creationId xmlns:a16="http://schemas.microsoft.com/office/drawing/2014/main" id="{0CAB42F5-C63A-30D1-121D-9370F24D9E45}"/>
              </a:ext>
            </a:extLst>
          </p:cNvPr>
          <p:cNvSpPr/>
          <p:nvPr/>
        </p:nvSpPr>
        <p:spPr>
          <a:xfrm>
            <a:off x="616712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64" name="Cell No-digital route / Errors and exclusions by cohort">
            <a:extLst>
              <a:ext uri="{FF2B5EF4-FFF2-40B4-BE49-F238E27FC236}">
                <a16:creationId xmlns:a16="http://schemas.microsoft.com/office/drawing/2014/main" id="{F8C1A587-FED3-D985-645C-69B48107A1E1}"/>
              </a:ext>
            </a:extLst>
          </p:cNvPr>
          <p:cNvSpPr/>
          <p:nvPr/>
        </p:nvSpPr>
        <p:spPr>
          <a:xfrm>
            <a:off x="895096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79" name="Cohort note">
            <a:extLst>
              <a:ext uri="{FF2B5EF4-FFF2-40B4-BE49-F238E27FC236}">
                <a16:creationId xmlns:a16="http://schemas.microsoft.com/office/drawing/2014/main" id="{8B21BA8C-D984-5E70-7AF4-E575ABDF2BD1}"/>
              </a:ext>
            </a:extLst>
          </p:cNvPr>
          <p:cNvSpPr/>
          <p:nvPr/>
        </p:nvSpPr>
        <p:spPr>
          <a:xfrm>
            <a:off x="548640" y="419744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Inspect errors and exclusions by agreed cohorts without exposing small groups</a:t>
            </a:r>
          </a:p>
          <a:p>
            <a:pPr algn="l">
              <a:buNone/>
            </a:pPr>
            <a:r>
              <a:rPr lang="en-US" sz="100">
                <a:effectLst/>
              </a:rPr>
              <a:t> </a:t>
            </a:r>
            <a:endParaRPr lang="en-US"/>
          </a:p>
        </p:txBody>
      </p:sp>
      <p:sp>
        <p:nvSpPr>
          <p:cNvPr id="19195" name="Guardrail band">
            <a:extLst>
              <a:ext uri="{FF2B5EF4-FFF2-40B4-BE49-F238E27FC236}">
                <a16:creationId xmlns:a16="http://schemas.microsoft.com/office/drawing/2014/main" id="{302DE0B0-50D2-EEBF-FD3F-1913F9EABC2F}"/>
              </a:ext>
            </a:extLst>
          </p:cNvPr>
          <p:cNvSpPr/>
          <p:nvPr/>
        </p:nvSpPr>
        <p:spPr>
          <a:xfrm>
            <a:off x="548640" y="4678680"/>
            <a:ext cx="11094720" cy="85344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12" name="Guardrail label">
            <a:extLst>
              <a:ext uri="{FF2B5EF4-FFF2-40B4-BE49-F238E27FC236}">
                <a16:creationId xmlns:a16="http://schemas.microsoft.com/office/drawing/2014/main" id="{CB32CA2D-9AA6-2389-90BA-F26E4F3C1F4D}"/>
              </a:ext>
            </a:extLst>
          </p:cNvPr>
          <p:cNvSpPr/>
          <p:nvPr/>
        </p:nvSpPr>
        <p:spPr>
          <a:xfrm>
            <a:off x="609600" y="4883240"/>
            <a:ext cx="14478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GUARDRAIL</a:t>
            </a:r>
          </a:p>
          <a:p>
            <a:pPr algn="l">
              <a:buNone/>
            </a:pPr>
            <a:r>
              <a:rPr lang="en-US" sz="100">
                <a:effectLst/>
              </a:rPr>
              <a:t> </a:t>
            </a:r>
            <a:endParaRPr lang="en-US"/>
          </a:p>
        </p:txBody>
      </p:sp>
      <p:sp>
        <p:nvSpPr>
          <p:cNvPr id="19230" name="Guardrail rule">
            <a:extLst>
              <a:ext uri="{FF2B5EF4-FFF2-40B4-BE49-F238E27FC236}">
                <a16:creationId xmlns:a16="http://schemas.microsoft.com/office/drawing/2014/main" id="{F6DE11DD-4CA1-367C-2116-FBE81B1C8CB2}"/>
              </a:ext>
            </a:extLst>
          </p:cNvPr>
          <p:cNvSpPr/>
          <p:nvPr/>
        </p:nvSpPr>
        <p:spPr>
          <a:xfrm>
            <a:off x="2103120" y="4785360"/>
            <a:ext cx="95250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An AI result that improves average speed while worsening a critical group outcome should not pass the gate.</a:t>
            </a:r>
          </a:p>
          <a:p>
            <a:pPr algn="l">
              <a:buNone/>
            </a:pPr>
            <a:r>
              <a:rPr lang="en-US" sz="100">
                <a:effectLst/>
              </a:rPr>
              <a:t> </a:t>
            </a:r>
            <a:endParaRPr lang="en-US"/>
          </a:p>
        </p:txBody>
      </p:sp>
      <p:sp>
        <p:nvSpPr>
          <p:cNvPr id="19249" name="Acceptance limit">
            <a:extLst>
              <a:ext uri="{FF2B5EF4-FFF2-40B4-BE49-F238E27FC236}">
                <a16:creationId xmlns:a16="http://schemas.microsoft.com/office/drawing/2014/main" id="{5D81B813-BC0D-2722-1CFF-2144D50DA2BF}"/>
              </a:ext>
            </a:extLst>
          </p:cNvPr>
          <p:cNvSpPr/>
          <p:nvPr/>
        </p:nvSpPr>
        <p:spPr>
          <a:xfrm>
            <a:off x="548640" y="553856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Conformance and fairness are assessed with real users and a full audit in the pilot.</a:t>
            </a:r>
            <a:endParaRPr lang="en-US"/>
          </a:p>
        </p:txBody>
      </p:sp>
      <p:sp>
        <p:nvSpPr>
          <p:cNvPr id="2" name="Appendix topic destination">
            <a:hlinkClick r:id="rId4" action="ppaction://hlinksldjump"/>
            <a:extLst>
              <a:ext uri="{FF2B5EF4-FFF2-40B4-BE49-F238E27FC236}">
                <a16:creationId xmlns:a16="http://schemas.microsoft.com/office/drawing/2014/main" id="{C230ACD7-38AF-9E55-6D32-D33D0833208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S12 / slide 13</a:t>
            </a:r>
            <a:endParaRPr lang="en-US"/>
          </a:p>
        </p:txBody>
      </p:sp>
    </p:spTree>
    <p:extLst>
      <p:ext uri="{BB962C8B-B14F-4D97-AF65-F5344CB8AC3E}">
        <p14:creationId xmlns:p14="http://schemas.microsoft.com/office/powerpoint/2010/main" val="34582648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9443" name="Eyebrow">
            <a:extLst>
              <a:ext uri="{FF2B5EF4-FFF2-40B4-BE49-F238E27FC236}">
                <a16:creationId xmlns:a16="http://schemas.microsoft.com/office/drawing/2014/main" id="{57E6C960-B771-8C4D-74D0-2E659972DD4A}"/>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B24 · RISK / LEGAL / CFO</a:t>
            </a:r>
          </a:p>
          <a:p>
            <a:pPr algn="l">
              <a:buNone/>
            </a:pPr>
            <a:r>
              <a:rPr lang="en-US" sz="100">
                <a:effectLst/>
              </a:rPr>
              <a:t> </a:t>
            </a:r>
            <a:endParaRPr lang="en-US"/>
          </a:p>
        </p:txBody>
      </p:sp>
      <p:sp>
        <p:nvSpPr>
          <p:cNvPr id="9560" name="Slide title">
            <a:extLst>
              <a:ext uri="{FF2B5EF4-FFF2-40B4-BE49-F238E27FC236}">
                <a16:creationId xmlns:a16="http://schemas.microsoft.com/office/drawing/2014/main" id="{F75CCEB3-F6F2-40E0-6F2D-D8431EBFFF1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will you keep policy, law and funding rules current?</a:t>
            </a:r>
          </a:p>
          <a:p>
            <a:pPr algn="l">
              <a:buNone/>
            </a:pPr>
            <a:r>
              <a:rPr lang="en-US" sz="100">
                <a:effectLst/>
              </a:rPr>
              <a:t> </a:t>
            </a:r>
            <a:endParaRPr lang="en-US"/>
          </a:p>
        </p:txBody>
      </p:sp>
      <p:sp>
        <p:nvSpPr>
          <p:cNvPr id="9678" name="Footer sources">
            <a:extLst>
              <a:ext uri="{FF2B5EF4-FFF2-40B4-BE49-F238E27FC236}">
                <a16:creationId xmlns:a16="http://schemas.microsoft.com/office/drawing/2014/main" id="{2696879A-4690-E2D0-AB32-C2F30C36C216}"/>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E18</a:t>
            </a:r>
          </a:p>
          <a:p>
            <a:pPr algn="l">
              <a:buNone/>
            </a:pPr>
            <a:r>
              <a:rPr lang="en-US" sz="100">
                <a:effectLst/>
              </a:rPr>
              <a:t> </a:t>
            </a:r>
            <a:endParaRPr lang="en-US"/>
          </a:p>
        </p:txBody>
      </p:sp>
      <p:sp>
        <p:nvSpPr>
          <p:cNvPr id="9797" name="Footer navigation">
            <a:hlinkClick r:id="rId3" action="ppaction://hlinksldjump"/>
            <a:extLst>
              <a:ext uri="{FF2B5EF4-FFF2-40B4-BE49-F238E27FC236}">
                <a16:creationId xmlns:a16="http://schemas.microsoft.com/office/drawing/2014/main" id="{6A145055-0724-4938-F063-A72CE7A0FCA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B24 · Index: slide 27</a:t>
            </a:r>
            <a:endParaRPr lang="en-US"/>
          </a:p>
        </p:txBody>
      </p:sp>
      <p:sp>
        <p:nvSpPr>
          <p:cNvPr id="9917" name="Return to interrupted calling slide">
            <a:hlinkClick r:id="rId3" action="ppaction://hlinksldjump"/>
            <a:extLst>
              <a:ext uri="{FF2B5EF4-FFF2-40B4-BE49-F238E27FC236}">
                <a16:creationId xmlns:a16="http://schemas.microsoft.com/office/drawing/2014/main" id="{2A774DE9-E1B2-DF83-BE18-96D3F56CBFA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250" name="Statement 2">
            <a:extLst>
              <a:ext uri="{FF2B5EF4-FFF2-40B4-BE49-F238E27FC236}">
                <a16:creationId xmlns:a16="http://schemas.microsoft.com/office/drawing/2014/main" id="{B47D42E4-3A0E-7716-DBEE-460D9194571C}"/>
              </a:ext>
            </a:extLst>
          </p:cNvPr>
          <p:cNvSpPr/>
          <p:nvPr/>
        </p:nvSpPr>
        <p:spPr>
          <a:xfrm>
            <a:off x="548640" y="1423760"/>
            <a:ext cx="630936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Detected change → reviewed rule change → tests</a:t>
            </a:r>
          </a:p>
          <a:p>
            <a:pPr algn="l">
              <a:buNone/>
            </a:pPr>
            <a:r>
              <a:rPr lang="en-US" sz="100">
                <a:effectLst/>
              </a:rPr>
              <a:t> </a:t>
            </a:r>
            <a:endParaRPr lang="en-US"/>
          </a:p>
        </p:txBody>
      </p:sp>
      <p:sp>
        <p:nvSpPr>
          <p:cNvPr id="19252" name="Status pill">
            <a:extLst>
              <a:ext uri="{FF2B5EF4-FFF2-40B4-BE49-F238E27FC236}">
                <a16:creationId xmlns:a16="http://schemas.microsoft.com/office/drawing/2014/main" id="{B6A47C35-1C74-D902-BC8F-091B0EC4453C}"/>
              </a:ext>
            </a:extLst>
          </p:cNvPr>
          <p:cNvSpPr/>
          <p:nvPr/>
        </p:nvSpPr>
        <p:spPr>
          <a:xfrm>
            <a:off x="6925056" y="1546860"/>
            <a:ext cx="47183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REPOSITORY CONVENTION · READY TO ACTIVATE</a:t>
            </a:r>
            <a:endParaRPr lang="en-US"/>
          </a:p>
        </p:txBody>
      </p:sp>
      <p:sp>
        <p:nvSpPr>
          <p:cNvPr id="19255" name="Stage Source">
            <a:extLst>
              <a:ext uri="{FF2B5EF4-FFF2-40B4-BE49-F238E27FC236}">
                <a16:creationId xmlns:a16="http://schemas.microsoft.com/office/drawing/2014/main" id="{630B08E8-6111-0F05-E2B9-DB66980DC1C2}"/>
              </a:ext>
            </a:extLst>
          </p:cNvPr>
          <p:cNvSpPr/>
          <p:nvPr/>
        </p:nvSpPr>
        <p:spPr>
          <a:xfrm>
            <a:off x="548640" y="2087880"/>
            <a:ext cx="2526792"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59" name="Stage Reviewed change item">
            <a:extLst>
              <a:ext uri="{FF2B5EF4-FFF2-40B4-BE49-F238E27FC236}">
                <a16:creationId xmlns:a16="http://schemas.microsoft.com/office/drawing/2014/main" id="{6B872645-6C91-72F8-B246-0D8DA409FC73}"/>
              </a:ext>
            </a:extLst>
          </p:cNvPr>
          <p:cNvSpPr/>
          <p:nvPr/>
        </p:nvSpPr>
        <p:spPr>
          <a:xfrm>
            <a:off x="3404616" y="2087880"/>
            <a:ext cx="2526792" cy="1950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64" name="Stage Approved control version">
            <a:extLst>
              <a:ext uri="{FF2B5EF4-FFF2-40B4-BE49-F238E27FC236}">
                <a16:creationId xmlns:a16="http://schemas.microsoft.com/office/drawing/2014/main" id="{135479F1-6B49-48C0-87A3-1F1668112559}"/>
              </a:ext>
            </a:extLst>
          </p:cNvPr>
          <p:cNvSpPr/>
          <p:nvPr/>
        </p:nvSpPr>
        <p:spPr>
          <a:xfrm>
            <a:off x="6260592" y="2087880"/>
            <a:ext cx="2526792" cy="195072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0" name="Stage Regression evidence">
            <a:extLst>
              <a:ext uri="{FF2B5EF4-FFF2-40B4-BE49-F238E27FC236}">
                <a16:creationId xmlns:a16="http://schemas.microsoft.com/office/drawing/2014/main" id="{2F09A3A1-8B67-75C4-14E2-D0D2B9EC39A8}"/>
              </a:ext>
            </a:extLst>
          </p:cNvPr>
          <p:cNvSpPr/>
          <p:nvPr/>
        </p:nvSpPr>
        <p:spPr>
          <a:xfrm>
            <a:off x="9116568" y="2087880"/>
            <a:ext cx="2526792"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7" name="Stage title Source">
            <a:extLst>
              <a:ext uri="{FF2B5EF4-FFF2-40B4-BE49-F238E27FC236}">
                <a16:creationId xmlns:a16="http://schemas.microsoft.com/office/drawing/2014/main" id="{57CD70D8-33BC-C0B5-E1CB-DEFE8D3FF371}"/>
              </a:ext>
            </a:extLst>
          </p:cNvPr>
          <p:cNvSpPr/>
          <p:nvPr/>
        </p:nvSpPr>
        <p:spPr>
          <a:xfrm>
            <a:off x="563880" y="2109560"/>
            <a:ext cx="24963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Source</a:t>
            </a:r>
          </a:p>
          <a:p>
            <a:pPr algn="l">
              <a:buNone/>
            </a:pPr>
            <a:r>
              <a:rPr lang="en-US" sz="100">
                <a:effectLst/>
              </a:rPr>
              <a:t> </a:t>
            </a:r>
            <a:endParaRPr lang="en-US"/>
          </a:p>
        </p:txBody>
      </p:sp>
      <p:sp>
        <p:nvSpPr>
          <p:cNvPr id="19285" name="Stage body Source">
            <a:extLst>
              <a:ext uri="{FF2B5EF4-FFF2-40B4-BE49-F238E27FC236}">
                <a16:creationId xmlns:a16="http://schemas.microsoft.com/office/drawing/2014/main" id="{55B42BCA-1C1C-6B77-BDCC-BD1FB9EFF795}"/>
              </a:ext>
            </a:extLst>
          </p:cNvPr>
          <p:cNvSpPr/>
          <p:nvPr/>
        </p:nvSpPr>
        <p:spPr>
          <a:xfrm>
            <a:off x="563880"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Dated sources with authority classification</a:t>
            </a:r>
          </a:p>
          <a:p>
            <a:pPr algn="l">
              <a:buNone/>
            </a:pPr>
            <a:r>
              <a:rPr lang="en-US" sz="100">
                <a:effectLst/>
              </a:rPr>
              <a:t> </a:t>
            </a:r>
            <a:endParaRPr lang="en-US"/>
          </a:p>
        </p:txBody>
      </p:sp>
      <p:sp>
        <p:nvSpPr>
          <p:cNvPr id="19294" name="Stage title Reviewed change item">
            <a:extLst>
              <a:ext uri="{FF2B5EF4-FFF2-40B4-BE49-F238E27FC236}">
                <a16:creationId xmlns:a16="http://schemas.microsoft.com/office/drawing/2014/main" id="{7215C505-7A96-7FD2-8514-3B9077C83C17}"/>
              </a:ext>
            </a:extLst>
          </p:cNvPr>
          <p:cNvSpPr/>
          <p:nvPr/>
        </p:nvSpPr>
        <p:spPr>
          <a:xfrm>
            <a:off x="3419856"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Reviewed change item</a:t>
            </a:r>
          </a:p>
          <a:p>
            <a:pPr algn="l">
              <a:buNone/>
            </a:pPr>
            <a:r>
              <a:rPr lang="en-US" sz="100">
                <a:effectLst/>
              </a:rPr>
              <a:t> </a:t>
            </a:r>
            <a:endParaRPr lang="en-US"/>
          </a:p>
        </p:txBody>
      </p:sp>
      <p:sp>
        <p:nvSpPr>
          <p:cNvPr id="19304" name="Stage body Reviewed change item">
            <a:extLst>
              <a:ext uri="{FF2B5EF4-FFF2-40B4-BE49-F238E27FC236}">
                <a16:creationId xmlns:a16="http://schemas.microsoft.com/office/drawing/2014/main" id="{B18E7AA6-5036-951E-FD08-26FCD908BB5E}"/>
              </a:ext>
            </a:extLst>
          </p:cNvPr>
          <p:cNvSpPr/>
          <p:nvPr/>
        </p:nvSpPr>
        <p:spPr>
          <a:xfrm>
            <a:off x="3419856"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Affected requirements, rules, journeys, tests</a:t>
            </a:r>
          </a:p>
          <a:p>
            <a:pPr algn="l">
              <a:buNone/>
            </a:pPr>
            <a:r>
              <a:rPr lang="en-US" sz="100">
                <a:effectLst/>
              </a:rPr>
              <a:t> </a:t>
            </a:r>
            <a:endParaRPr lang="en-US"/>
          </a:p>
        </p:txBody>
      </p:sp>
      <p:sp>
        <p:nvSpPr>
          <p:cNvPr id="19315" name="Owner pill 2">
            <a:extLst>
              <a:ext uri="{FF2B5EF4-FFF2-40B4-BE49-F238E27FC236}">
                <a16:creationId xmlns:a16="http://schemas.microsoft.com/office/drawing/2014/main" id="{8FEAEEDC-0146-9F71-64A1-5EB987644439}"/>
              </a:ext>
            </a:extLst>
          </p:cNvPr>
          <p:cNvSpPr/>
          <p:nvPr/>
        </p:nvSpPr>
        <p:spPr>
          <a:xfrm>
            <a:off x="3511296" y="3611880"/>
            <a:ext cx="1783080"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NAMED OWNER</a:t>
            </a:r>
          </a:p>
          <a:p>
            <a:pPr algn="ctr">
              <a:buNone/>
            </a:pPr>
            <a:r>
              <a:rPr lang="en-US" sz="100">
                <a:effectLst/>
              </a:rPr>
              <a:t> </a:t>
            </a:r>
            <a:endParaRPr lang="en-US"/>
          </a:p>
        </p:txBody>
      </p:sp>
      <p:sp>
        <p:nvSpPr>
          <p:cNvPr id="19327" name="Stage title Approved control version">
            <a:extLst>
              <a:ext uri="{FF2B5EF4-FFF2-40B4-BE49-F238E27FC236}">
                <a16:creationId xmlns:a16="http://schemas.microsoft.com/office/drawing/2014/main" id="{F28BEB39-6A77-23AB-1CE6-06CA454C9EE1}"/>
              </a:ext>
            </a:extLst>
          </p:cNvPr>
          <p:cNvSpPr/>
          <p:nvPr/>
        </p:nvSpPr>
        <p:spPr>
          <a:xfrm>
            <a:off x="6275832"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Approved control version</a:t>
            </a:r>
          </a:p>
          <a:p>
            <a:pPr algn="l">
              <a:buNone/>
            </a:pPr>
            <a:r>
              <a:rPr lang="en-US" sz="100">
                <a:effectLst/>
              </a:rPr>
              <a:t> </a:t>
            </a:r>
            <a:endParaRPr lang="en-US"/>
          </a:p>
        </p:txBody>
      </p:sp>
      <p:sp>
        <p:nvSpPr>
          <p:cNvPr id="19340" name="Stage body Approved control version">
            <a:extLst>
              <a:ext uri="{FF2B5EF4-FFF2-40B4-BE49-F238E27FC236}">
                <a16:creationId xmlns:a16="http://schemas.microsoft.com/office/drawing/2014/main" id="{981EA9FD-E926-C718-131F-8182815672E4}"/>
              </a:ext>
            </a:extLst>
          </p:cNvPr>
          <p:cNvSpPr/>
          <p:nvPr/>
        </p:nvSpPr>
        <p:spPr>
          <a:xfrm>
            <a:off x="6275832"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approval of a reviewed control update</a:t>
            </a:r>
          </a:p>
          <a:p>
            <a:pPr algn="l">
              <a:buNone/>
            </a:pPr>
            <a:r>
              <a:rPr lang="en-US" sz="100">
                <a:effectLst/>
              </a:rPr>
              <a:t> </a:t>
            </a:r>
            <a:endParaRPr lang="en-US"/>
          </a:p>
        </p:txBody>
      </p:sp>
      <p:sp>
        <p:nvSpPr>
          <p:cNvPr id="19354" name="Owner pill 3">
            <a:extLst>
              <a:ext uri="{FF2B5EF4-FFF2-40B4-BE49-F238E27FC236}">
                <a16:creationId xmlns:a16="http://schemas.microsoft.com/office/drawing/2014/main" id="{9C94702A-89A8-EBE4-4B3B-80F9BC5A963C}"/>
              </a:ext>
            </a:extLst>
          </p:cNvPr>
          <p:cNvSpPr/>
          <p:nvPr/>
        </p:nvSpPr>
        <p:spPr>
          <a:xfrm>
            <a:off x="6367272" y="3611880"/>
            <a:ext cx="1783080"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NAMED OWNER</a:t>
            </a:r>
          </a:p>
          <a:p>
            <a:pPr algn="ctr">
              <a:buNone/>
            </a:pPr>
            <a:r>
              <a:rPr lang="en-US" sz="100">
                <a:effectLst/>
              </a:rPr>
              <a:t> </a:t>
            </a:r>
            <a:endParaRPr lang="en-US"/>
          </a:p>
        </p:txBody>
      </p:sp>
      <p:sp>
        <p:nvSpPr>
          <p:cNvPr id="19369" name="Stage title Regression evidence">
            <a:extLst>
              <a:ext uri="{FF2B5EF4-FFF2-40B4-BE49-F238E27FC236}">
                <a16:creationId xmlns:a16="http://schemas.microsoft.com/office/drawing/2014/main" id="{8E0B1D59-0658-4B5A-0900-9EAFF14F93FD}"/>
              </a:ext>
            </a:extLst>
          </p:cNvPr>
          <p:cNvSpPr/>
          <p:nvPr/>
        </p:nvSpPr>
        <p:spPr>
          <a:xfrm>
            <a:off x="9131808"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Regression evidence</a:t>
            </a:r>
          </a:p>
          <a:p>
            <a:pPr algn="l">
              <a:buNone/>
            </a:pPr>
            <a:r>
              <a:rPr lang="en-US" sz="100">
                <a:effectLst/>
              </a:rPr>
              <a:t> </a:t>
            </a:r>
            <a:endParaRPr lang="en-US"/>
          </a:p>
        </p:txBody>
      </p:sp>
      <p:sp>
        <p:nvSpPr>
          <p:cNvPr id="19385" name="Stage body Regression evidence">
            <a:extLst>
              <a:ext uri="{FF2B5EF4-FFF2-40B4-BE49-F238E27FC236}">
                <a16:creationId xmlns:a16="http://schemas.microsoft.com/office/drawing/2014/main" id="{5DB94842-3743-003E-5B05-5C73BF7CAA0F}"/>
              </a:ext>
            </a:extLst>
          </p:cNvPr>
          <p:cNvSpPr/>
          <p:nvPr/>
        </p:nvSpPr>
        <p:spPr>
          <a:xfrm>
            <a:off x="9131808"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Tests and evidence before consequential use</a:t>
            </a:r>
          </a:p>
          <a:p>
            <a:pPr algn="l">
              <a:buNone/>
            </a:pPr>
            <a:r>
              <a:rPr lang="en-US" sz="100">
                <a:effectLst/>
              </a:rPr>
              <a:t> </a:t>
            </a:r>
            <a:endParaRPr lang="en-US"/>
          </a:p>
        </p:txBody>
      </p:sp>
      <p:sp>
        <p:nvSpPr>
          <p:cNvPr id="19402" name="Chain arrow 1">
            <a:extLst>
              <a:ext uri="{FF2B5EF4-FFF2-40B4-BE49-F238E27FC236}">
                <a16:creationId xmlns:a16="http://schemas.microsoft.com/office/drawing/2014/main" id="{B2816ACE-9323-3B30-3101-C7BDEC5D6C8D}"/>
              </a:ext>
            </a:extLst>
          </p:cNvPr>
          <p:cNvSpPr/>
          <p:nvPr/>
        </p:nvSpPr>
        <p:spPr>
          <a:xfrm>
            <a:off x="3102864"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20" name="Chain arrow 2">
            <a:extLst>
              <a:ext uri="{FF2B5EF4-FFF2-40B4-BE49-F238E27FC236}">
                <a16:creationId xmlns:a16="http://schemas.microsoft.com/office/drawing/2014/main" id="{ADA35AF3-AA79-C6DD-BFBC-2400066EAB91}"/>
              </a:ext>
            </a:extLst>
          </p:cNvPr>
          <p:cNvSpPr/>
          <p:nvPr/>
        </p:nvSpPr>
        <p:spPr>
          <a:xfrm>
            <a:off x="5958840"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39" name="Chain arrow 3">
            <a:extLst>
              <a:ext uri="{FF2B5EF4-FFF2-40B4-BE49-F238E27FC236}">
                <a16:creationId xmlns:a16="http://schemas.microsoft.com/office/drawing/2014/main" id="{38E902C3-63EC-ECB9-7FCE-EE47BC82D551}"/>
              </a:ext>
            </a:extLst>
          </p:cNvPr>
          <p:cNvSpPr/>
          <p:nvPr/>
        </p:nvSpPr>
        <p:spPr>
          <a:xfrm>
            <a:off x="8814816"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59" name="Model assistance">
            <a:extLst>
              <a:ext uri="{FF2B5EF4-FFF2-40B4-BE49-F238E27FC236}">
                <a16:creationId xmlns:a16="http://schemas.microsoft.com/office/drawing/2014/main" id="{2E9C077A-EA1F-BDFC-CDC9-B30EAA16499E}"/>
              </a:ext>
            </a:extLst>
          </p:cNvPr>
          <p:cNvSpPr/>
          <p:nvPr/>
        </p:nvSpPr>
        <p:spPr>
          <a:xfrm>
            <a:off x="548640" y="4404360"/>
            <a:ext cx="5382768" cy="975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80" name="Live controls guard">
            <a:extLst>
              <a:ext uri="{FF2B5EF4-FFF2-40B4-BE49-F238E27FC236}">
                <a16:creationId xmlns:a16="http://schemas.microsoft.com/office/drawing/2014/main" id="{40B4C6F2-1BDF-1E97-E669-A882ACF9FA54}"/>
              </a:ext>
            </a:extLst>
          </p:cNvPr>
          <p:cNvSpPr/>
          <p:nvPr/>
        </p:nvSpPr>
        <p:spPr>
          <a:xfrm>
            <a:off x="6260592" y="4404360"/>
            <a:ext cx="5382768" cy="97536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502" name="Model lane title">
            <a:extLst>
              <a:ext uri="{FF2B5EF4-FFF2-40B4-BE49-F238E27FC236}">
                <a16:creationId xmlns:a16="http://schemas.microsoft.com/office/drawing/2014/main" id="{F90A37CE-69D1-699A-5E95-64BD2492FF6B}"/>
              </a:ext>
            </a:extLst>
          </p:cNvPr>
          <p:cNvSpPr/>
          <p:nvPr/>
        </p:nvSpPr>
        <p:spPr>
          <a:xfrm>
            <a:off x="563880" y="4426040"/>
            <a:ext cx="5352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3F2A72"/>
                </a:solidFill>
                <a:effectLst/>
                <a:latin typeface="Arial" panose="020B0604020202020204" pitchFamily="34" charset="0"/>
              </a:rPr>
              <a:t>Models may retrieve, compare and flag</a:t>
            </a:r>
          </a:p>
          <a:p>
            <a:pPr algn="l">
              <a:buNone/>
            </a:pPr>
            <a:r>
              <a:rPr lang="en-US" sz="100">
                <a:effectLst/>
              </a:rPr>
              <a:t> </a:t>
            </a:r>
            <a:endParaRPr lang="en-US"/>
          </a:p>
        </p:txBody>
      </p:sp>
      <p:sp>
        <p:nvSpPr>
          <p:cNvPr id="19525" name="Model lane body">
            <a:extLst>
              <a:ext uri="{FF2B5EF4-FFF2-40B4-BE49-F238E27FC236}">
                <a16:creationId xmlns:a16="http://schemas.microsoft.com/office/drawing/2014/main" id="{CBA861EE-539C-673E-3D2D-AD13330E1A6D}"/>
              </a:ext>
            </a:extLst>
          </p:cNvPr>
          <p:cNvSpPr/>
          <p:nvPr/>
        </p:nvSpPr>
        <p:spPr>
          <a:xfrm>
            <a:off x="563880" y="485276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They must not decide that a legal duty is satisfied</a:t>
            </a:r>
          </a:p>
          <a:p>
            <a:pPr algn="l">
              <a:buNone/>
            </a:pPr>
            <a:r>
              <a:rPr lang="en-US" sz="100">
                <a:effectLst/>
              </a:rPr>
              <a:t> </a:t>
            </a:r>
            <a:endParaRPr lang="en-US"/>
          </a:p>
        </p:txBody>
      </p:sp>
      <p:sp>
        <p:nvSpPr>
          <p:cNvPr id="19549" name="Statement 3">
            <a:extLst>
              <a:ext uri="{FF2B5EF4-FFF2-40B4-BE49-F238E27FC236}">
                <a16:creationId xmlns:a16="http://schemas.microsoft.com/office/drawing/2014/main" id="{E05AAE92-A82E-A06B-0D11-A06454BEFC1B}"/>
              </a:ext>
            </a:extLst>
          </p:cNvPr>
          <p:cNvSpPr/>
          <p:nvPr/>
        </p:nvSpPr>
        <p:spPr>
          <a:xfrm>
            <a:off x="6275832" y="4426040"/>
            <a:ext cx="5352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No silent model update to live controls</a:t>
            </a:r>
          </a:p>
          <a:p>
            <a:pPr algn="l">
              <a:buNone/>
            </a:pPr>
            <a:r>
              <a:rPr lang="en-US" sz="100">
                <a:effectLst/>
              </a:rPr>
              <a:t> </a:t>
            </a:r>
            <a:endParaRPr lang="en-US"/>
          </a:p>
        </p:txBody>
      </p:sp>
      <p:sp>
        <p:nvSpPr>
          <p:cNvPr id="19574" name="Control lane body">
            <a:extLst>
              <a:ext uri="{FF2B5EF4-FFF2-40B4-BE49-F238E27FC236}">
                <a16:creationId xmlns:a16="http://schemas.microsoft.com/office/drawing/2014/main" id="{FCF83F5F-E564-9ABC-03CC-1A4A7E4701BB}"/>
              </a:ext>
            </a:extLst>
          </p:cNvPr>
          <p:cNvSpPr/>
          <p:nvPr/>
        </p:nvSpPr>
        <p:spPr>
          <a:xfrm>
            <a:off x="6275832" y="485276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Or silently activate a new rule</a:t>
            </a:r>
          </a:p>
          <a:p>
            <a:pPr algn="l">
              <a:buNone/>
            </a:pPr>
            <a:r>
              <a:rPr lang="en-US" sz="100">
                <a:effectLst/>
              </a:rPr>
              <a:t> </a:t>
            </a:r>
            <a:endParaRPr lang="en-US"/>
          </a:p>
        </p:txBody>
      </p:sp>
      <p:sp>
        <p:nvSpPr>
          <p:cNvPr id="19600" name="Model flag to review">
            <a:extLst>
              <a:ext uri="{FF2B5EF4-FFF2-40B4-BE49-F238E27FC236}">
                <a16:creationId xmlns:a16="http://schemas.microsoft.com/office/drawing/2014/main" id="{ADAE5B6F-8E3C-F3C3-09E9-6CCC5E130777}"/>
              </a:ext>
            </a:extLst>
          </p:cNvPr>
          <p:cNvSpPr/>
          <p:nvPr/>
        </p:nvSpPr>
        <p:spPr>
          <a:xfrm>
            <a:off x="4530852" y="4084320"/>
            <a:ext cx="274320" cy="274320"/>
          </a:xfrm>
          <a:prstGeom prst="up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627" name="Legal limit">
            <a:extLst>
              <a:ext uri="{FF2B5EF4-FFF2-40B4-BE49-F238E27FC236}">
                <a16:creationId xmlns:a16="http://schemas.microsoft.com/office/drawing/2014/main" id="{40AC01A9-A1FA-D7F0-295B-373CD7FF32E7}"/>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Dated official-source snapshots; currentness and named legal review required before consequential use.</a:t>
            </a:r>
            <a:endParaRPr lang="en-US"/>
          </a:p>
        </p:txBody>
      </p:sp>
      <p:sp>
        <p:nvSpPr>
          <p:cNvPr id="2" name="Appendix topic destination">
            <a:hlinkClick r:id="rId4" action="ppaction://hlinksldjump"/>
            <a:extLst>
              <a:ext uri="{FF2B5EF4-FFF2-40B4-BE49-F238E27FC236}">
                <a16:creationId xmlns:a16="http://schemas.microsoft.com/office/drawing/2014/main" id="{B414EDB9-6321-4432-B047-AAFC81C494CF}"/>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S03 / slide 3</a:t>
            </a:r>
            <a:endParaRPr lang="en-US"/>
          </a:p>
        </p:txBody>
      </p:sp>
    </p:spTree>
    <p:extLst>
      <p:ext uri="{BB962C8B-B14F-4D97-AF65-F5344CB8AC3E}">
        <p14:creationId xmlns:p14="http://schemas.microsoft.com/office/powerpoint/2010/main" val="3232808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038" name="Eyebrow">
            <a:extLst>
              <a:ext uri="{FF2B5EF4-FFF2-40B4-BE49-F238E27FC236}">
                <a16:creationId xmlns:a16="http://schemas.microsoft.com/office/drawing/2014/main" id="{B6268D19-01E3-5727-AC02-07EB9448F0C6}"/>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B25 · CFO / PANEL</a:t>
            </a:r>
          </a:p>
          <a:p>
            <a:pPr algn="l">
              <a:buNone/>
            </a:pPr>
            <a:r>
              <a:rPr lang="en-US" sz="100">
                <a:effectLst/>
              </a:rPr>
              <a:t> </a:t>
            </a:r>
            <a:endParaRPr lang="en-US"/>
          </a:p>
        </p:txBody>
      </p:sp>
      <p:sp>
        <p:nvSpPr>
          <p:cNvPr id="10160" name="Slide title">
            <a:extLst>
              <a:ext uri="{FF2B5EF4-FFF2-40B4-BE49-F238E27FC236}">
                <a16:creationId xmlns:a16="http://schemas.microsoft.com/office/drawing/2014/main" id="{C7904B45-85BE-1765-4FB0-B302A70836B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is your Tokenomics unit and can the AI bill run away?</a:t>
            </a:r>
          </a:p>
          <a:p>
            <a:pPr algn="l">
              <a:buNone/>
            </a:pPr>
            <a:r>
              <a:rPr lang="en-US" sz="100">
                <a:effectLst/>
              </a:rPr>
              <a:t> </a:t>
            </a:r>
            <a:endParaRPr lang="en-US"/>
          </a:p>
        </p:txBody>
      </p:sp>
      <p:sp>
        <p:nvSpPr>
          <p:cNvPr id="10283" name="Footer sources">
            <a:extLst>
              <a:ext uri="{FF2B5EF4-FFF2-40B4-BE49-F238E27FC236}">
                <a16:creationId xmlns:a16="http://schemas.microsoft.com/office/drawing/2014/main" id="{596BCD0D-86FB-F2DC-BDD5-84DDF837DBD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50655E"/>
                </a:solidFill>
                <a:effectLst/>
                <a:latin typeface="Arial" panose="020B0604020202020204" pitchFamily="34" charset="0"/>
              </a:rPr>
              <a:t>Sources E19 / E05 / E11 / E21. #435 not accepted; no saving, payback or full-project price established.</a:t>
            </a:r>
          </a:p>
        </p:txBody>
      </p:sp>
      <p:sp>
        <p:nvSpPr>
          <p:cNvPr id="10407" name="Footer navigation">
            <a:hlinkClick r:id="rId3" action="ppaction://hlinksldjump"/>
            <a:extLst>
              <a:ext uri="{FF2B5EF4-FFF2-40B4-BE49-F238E27FC236}">
                <a16:creationId xmlns:a16="http://schemas.microsoft.com/office/drawing/2014/main" id="{E3622834-BC61-11F8-F6FA-868C3444FA65}"/>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B25 · Index: slide 27</a:t>
            </a:r>
            <a:endParaRPr lang="en-US"/>
          </a:p>
        </p:txBody>
      </p:sp>
      <p:sp>
        <p:nvSpPr>
          <p:cNvPr id="10532" name="Return to interrupted calling slide">
            <a:hlinkClick r:id="rId3" action="ppaction://hlinksldjump"/>
            <a:extLst>
              <a:ext uri="{FF2B5EF4-FFF2-40B4-BE49-F238E27FC236}">
                <a16:creationId xmlns:a16="http://schemas.microsoft.com/office/drawing/2014/main" id="{13D3F6C5-AA68-0AF5-B799-336E4E077014}"/>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1688" name="Statement 1">
            <a:extLst>
              <a:ext uri="{FF2B5EF4-FFF2-40B4-BE49-F238E27FC236}">
                <a16:creationId xmlns:a16="http://schemas.microsoft.com/office/drawing/2014/main" id="{2C084A3A-9E43-4D98-ABC8-6552068750A7}"/>
              </a:ext>
            </a:extLst>
          </p:cNvPr>
          <p:cNvSpPr/>
          <p:nvPr/>
        </p:nvSpPr>
        <p:spPr>
          <a:xfrm>
            <a:off x="548640" y="1423760"/>
            <a:ext cx="1109472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Planning: USD 0.440576/home inference; accepted-outcome TCA unknown</a:t>
            </a:r>
          </a:p>
        </p:txBody>
      </p:sp>
      <p:sp>
        <p:nvSpPr>
          <p:cNvPr id="21690" name="Statement 2">
            <a:extLst>
              <a:ext uri="{FF2B5EF4-FFF2-40B4-BE49-F238E27FC236}">
                <a16:creationId xmlns:a16="http://schemas.microsoft.com/office/drawing/2014/main" id="{071A4D8B-EAE9-EEEB-33E3-FEAECC88DB08}"/>
              </a:ext>
            </a:extLst>
          </p:cNvPr>
          <p:cNvSpPr/>
          <p:nvPr/>
        </p:nvSpPr>
        <p:spPr>
          <a:xfrm>
            <a:off x="548640" y="1789520"/>
            <a:ext cx="1109472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Historical secondary price: 23 Oct 2026. Assumed workload, not current verified deployment price.</a:t>
            </a:r>
          </a:p>
        </p:txBody>
      </p:sp>
      <p:sp>
        <p:nvSpPr>
          <p:cNvPr id="21693" name="Card Observe">
            <a:extLst>
              <a:ext uri="{FF2B5EF4-FFF2-40B4-BE49-F238E27FC236}">
                <a16:creationId xmlns:a16="http://schemas.microsoft.com/office/drawing/2014/main" id="{5BA3F96C-159F-3170-3EC7-EA9AA2C39B4B}"/>
              </a:ext>
            </a:extLst>
          </p:cNvPr>
          <p:cNvSpPr/>
          <p:nvPr/>
        </p:nvSpPr>
        <p:spPr>
          <a:xfrm>
            <a:off x="548640" y="2331720"/>
            <a:ext cx="3467100" cy="1633728"/>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97" name="Card Account for total cost">
            <a:extLst>
              <a:ext uri="{FF2B5EF4-FFF2-40B4-BE49-F238E27FC236}">
                <a16:creationId xmlns:a16="http://schemas.microsoft.com/office/drawing/2014/main" id="{E7E6E06E-20CE-9BBE-043F-820B0114F85A}"/>
              </a:ext>
            </a:extLst>
          </p:cNvPr>
          <p:cNvSpPr/>
          <p:nvPr/>
        </p:nvSpPr>
        <p:spPr>
          <a:xfrm>
            <a:off x="4362450" y="2331720"/>
            <a:ext cx="3467100" cy="1633728"/>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02" name="Card Divide by accepted work">
            <a:extLst>
              <a:ext uri="{FF2B5EF4-FFF2-40B4-BE49-F238E27FC236}">
                <a16:creationId xmlns:a16="http://schemas.microsoft.com/office/drawing/2014/main" id="{00CA75E1-9763-3308-6D53-298FBEE48945}"/>
              </a:ext>
            </a:extLst>
          </p:cNvPr>
          <p:cNvSpPr/>
          <p:nvPr/>
        </p:nvSpPr>
        <p:spPr>
          <a:xfrm>
            <a:off x="8176260" y="2331720"/>
            <a:ext cx="3467100" cy="1633728"/>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08" name="Observe title">
            <a:extLst>
              <a:ext uri="{FF2B5EF4-FFF2-40B4-BE49-F238E27FC236}">
                <a16:creationId xmlns:a16="http://schemas.microsoft.com/office/drawing/2014/main" id="{BFB338B4-D6BD-DA58-4F4A-E82732F8A97E}"/>
              </a:ext>
            </a:extLst>
          </p:cNvPr>
          <p:cNvSpPr/>
          <p:nvPr/>
        </p:nvSpPr>
        <p:spPr>
          <a:xfrm>
            <a:off x="1085088" y="2347304"/>
            <a:ext cx="29154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Observe, then assume</a:t>
            </a:r>
          </a:p>
        </p:txBody>
      </p:sp>
      <p:sp>
        <p:nvSpPr>
          <p:cNvPr id="21723" name="Account for total cost title">
            <a:extLst>
              <a:ext uri="{FF2B5EF4-FFF2-40B4-BE49-F238E27FC236}">
                <a16:creationId xmlns:a16="http://schemas.microsoft.com/office/drawing/2014/main" id="{ECD119E8-5A74-6E8B-12F5-EDC769F94A0B}"/>
              </a:ext>
            </a:extLst>
          </p:cNvPr>
          <p:cNvSpPr/>
          <p:nvPr/>
        </p:nvSpPr>
        <p:spPr>
          <a:xfrm>
            <a:off x="4898898" y="2347304"/>
            <a:ext cx="29154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Price inference only</a:t>
            </a:r>
          </a:p>
        </p:txBody>
      </p:sp>
      <p:sp>
        <p:nvSpPr>
          <p:cNvPr id="21732" name="Account for total cost body">
            <a:extLst>
              <a:ext uri="{FF2B5EF4-FFF2-40B4-BE49-F238E27FC236}">
                <a16:creationId xmlns:a16="http://schemas.microsoft.com/office/drawing/2014/main" id="{F37C0465-9E33-3FE4-49E2-8C821852B5E9}"/>
              </a:ext>
            </a:extLst>
          </p:cNvPr>
          <p:cNvSpPr/>
          <p:nvPr/>
        </p:nvSpPr>
        <p:spPr>
          <a:xfrm>
            <a:off x="4377690" y="28224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275,360 / 1m x USD 1.60</a:t>
            </a:r>
          </a:p>
          <a:p>
            <a:pPr algn="l">
              <a:buNone/>
            </a:pPr>
            <a:r>
              <a:rPr lang="en-US" sz="1500">
                <a:solidFill>
                  <a:srgbClr val="173F35"/>
                </a:solidFill>
                <a:effectLst/>
                <a:latin typeface="Arial" panose="020B0604020202020204" pitchFamily="34" charset="0"/>
              </a:rPr>
              <a:t>= USD 0.440576/home</a:t>
            </a:r>
          </a:p>
          <a:p>
            <a:pPr algn="l">
              <a:buNone/>
            </a:pPr>
            <a:r>
              <a:rPr lang="en-US" sz="1500">
                <a:solidFill>
                  <a:srgbClr val="173F35"/>
                </a:solidFill>
                <a:effectLst/>
                <a:latin typeface="Arial" panose="020B0604020202020204" pitchFamily="34" charset="0"/>
              </a:rPr>
              <a:t>x 15,600 = USD 6,872.9856</a:t>
            </a:r>
            <a:endParaRPr lang="en-US"/>
          </a:p>
        </p:txBody>
      </p:sp>
      <p:sp>
        <p:nvSpPr>
          <p:cNvPr id="21742" name="Divide by accepted work title">
            <a:extLst>
              <a:ext uri="{FF2B5EF4-FFF2-40B4-BE49-F238E27FC236}">
                <a16:creationId xmlns:a16="http://schemas.microsoft.com/office/drawing/2014/main" id="{4E5A6B40-B424-C31D-31AE-0A4AE0A60E18}"/>
              </a:ext>
            </a:extLst>
          </p:cNvPr>
          <p:cNvSpPr/>
          <p:nvPr/>
        </p:nvSpPr>
        <p:spPr>
          <a:xfrm>
            <a:off x="8191500" y="2347304"/>
            <a:ext cx="34366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Measure accepted TCA</a:t>
            </a:r>
          </a:p>
        </p:txBody>
      </p:sp>
      <p:sp>
        <p:nvSpPr>
          <p:cNvPr id="21765" name="Method arrow">
            <a:extLst>
              <a:ext uri="{FF2B5EF4-FFF2-40B4-BE49-F238E27FC236}">
                <a16:creationId xmlns:a16="http://schemas.microsoft.com/office/drawing/2014/main" id="{9D8B1AAE-1C68-5AAB-DF30-4ED8579F866D}"/>
              </a:ext>
            </a:extLst>
          </p:cNvPr>
          <p:cNvSpPr/>
          <p:nvPr/>
        </p:nvSpPr>
        <p:spPr>
          <a:xfrm>
            <a:off x="4051935" y="3034284"/>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78" name="Method arrow">
            <a:extLst>
              <a:ext uri="{FF2B5EF4-FFF2-40B4-BE49-F238E27FC236}">
                <a16:creationId xmlns:a16="http://schemas.microsoft.com/office/drawing/2014/main" id="{BA5FA91B-407B-AD69-9EC1-B8E317F8215C}"/>
              </a:ext>
            </a:extLst>
          </p:cNvPr>
          <p:cNvSpPr/>
          <p:nvPr/>
        </p:nvSpPr>
        <p:spPr>
          <a:xfrm>
            <a:off x="7865745" y="3034284"/>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92" name="Statement 3">
            <a:extLst>
              <a:ext uri="{FF2B5EF4-FFF2-40B4-BE49-F238E27FC236}">
                <a16:creationId xmlns:a16="http://schemas.microsoft.com/office/drawing/2014/main" id="{F127769D-63BA-57B7-DFE3-C4CE0E4D7532}"/>
              </a:ext>
            </a:extLst>
          </p:cNvPr>
          <p:cNvSpPr/>
          <p:nvPr/>
        </p:nvSpPr>
        <p:spPr>
          <a:xfrm>
            <a:off x="548640" y="3971888"/>
            <a:ext cx="795832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173F35"/>
                </a:solidFill>
                <a:effectLst/>
                <a:latin typeface="Arial" panose="020B0604020202020204" pitchFamily="34" charset="0"/>
              </a:rPr>
              <a:t>Inference scenario is not total project cost or accepted value</a:t>
            </a:r>
            <a:endParaRPr lang="en-US"/>
          </a:p>
        </p:txBody>
      </p:sp>
      <p:sp>
        <p:nvSpPr>
          <p:cNvPr id="21807" name="Proposed pill">
            <a:extLst>
              <a:ext uri="{FF2B5EF4-FFF2-40B4-BE49-F238E27FC236}">
                <a16:creationId xmlns:a16="http://schemas.microsoft.com/office/drawing/2014/main" id="{46D834C5-63B4-1D2D-C25A-05DAC101E8AD}"/>
              </a:ext>
            </a:extLst>
          </p:cNvPr>
          <p:cNvSpPr/>
          <p:nvPr/>
        </p:nvSpPr>
        <p:spPr>
          <a:xfrm>
            <a:off x="8598408" y="4079748"/>
            <a:ext cx="304495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 MILESTONE</a:t>
            </a:r>
            <a:endParaRPr lang="en-US"/>
          </a:p>
        </p:txBody>
      </p:sp>
      <p:sp>
        <p:nvSpPr>
          <p:cNvPr id="21823" name="Card Existing bounded path">
            <a:extLst>
              <a:ext uri="{FF2B5EF4-FFF2-40B4-BE49-F238E27FC236}">
                <a16:creationId xmlns:a16="http://schemas.microsoft.com/office/drawing/2014/main" id="{08EC2677-6F36-F68D-1F7A-05381C125C1B}"/>
              </a:ext>
            </a:extLst>
          </p:cNvPr>
          <p:cNvSpPr/>
          <p:nvPr/>
        </p:nvSpPr>
        <p:spPr>
          <a:xfrm>
            <a:off x="548640" y="4498848"/>
            <a:ext cx="5366467" cy="12192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40" name="Card Proposed, not tested">
            <a:extLst>
              <a:ext uri="{FF2B5EF4-FFF2-40B4-BE49-F238E27FC236}">
                <a16:creationId xmlns:a16="http://schemas.microsoft.com/office/drawing/2014/main" id="{78A760AB-53DC-93EB-2162-0DEA02DCD8B8}"/>
              </a:ext>
            </a:extLst>
          </p:cNvPr>
          <p:cNvSpPr/>
          <p:nvPr/>
        </p:nvSpPr>
        <p:spPr>
          <a:xfrm>
            <a:off x="6156297" y="4498848"/>
            <a:ext cx="5487062" cy="1219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58" name="Existing bounded path title">
            <a:extLst>
              <a:ext uri="{FF2B5EF4-FFF2-40B4-BE49-F238E27FC236}">
                <a16:creationId xmlns:a16="http://schemas.microsoft.com/office/drawing/2014/main" id="{B309E6E4-A01A-A1B4-3CB1-3FCCCA011A5E}"/>
              </a:ext>
            </a:extLst>
          </p:cNvPr>
          <p:cNvSpPr/>
          <p:nvPr/>
        </p:nvSpPr>
        <p:spPr>
          <a:xfrm>
            <a:off x="563880" y="4520528"/>
            <a:ext cx="5335987"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Existing bounded path</a:t>
            </a:r>
          </a:p>
          <a:p>
            <a:pPr algn="l">
              <a:buNone/>
            </a:pPr>
            <a:r>
              <a:rPr lang="en-US" sz="100">
                <a:effectLst/>
              </a:rPr>
              <a:t> </a:t>
            </a:r>
            <a:endParaRPr lang="en-US"/>
          </a:p>
        </p:txBody>
      </p:sp>
      <p:sp>
        <p:nvSpPr>
          <p:cNvPr id="21877" name="Existing bounded path body">
            <a:extLst>
              <a:ext uri="{FF2B5EF4-FFF2-40B4-BE49-F238E27FC236}">
                <a16:creationId xmlns:a16="http://schemas.microsoft.com/office/drawing/2014/main" id="{C917BB38-A0F6-4171-C58E-D77181B70929}"/>
              </a:ext>
            </a:extLst>
          </p:cNvPr>
          <p:cNvSpPr/>
          <p:nvPr/>
        </p:nvSpPr>
        <p:spPr>
          <a:xfrm>
            <a:off x="563880" y="5032248"/>
            <a:ext cx="5335987"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Finite calls / tokens / expiry; partial metering</a:t>
            </a:r>
            <a:endParaRPr lang="en-US"/>
          </a:p>
          <a:p>
            <a:pPr algn="l">
              <a:buNone/>
            </a:pPr>
            <a:r>
              <a:rPr lang="en-US" sz="1500">
                <a:solidFill>
                  <a:srgbClr val="173F35"/>
                </a:solidFill>
                <a:effectLst/>
                <a:latin typeface="Arial" panose="020B0604020202020204" pitchFamily="34" charset="0"/>
              </a:rPr>
              <a:t>Not hard currency or request-depth limits.</a:t>
            </a:r>
            <a:endParaRPr lang="en-US"/>
          </a:p>
        </p:txBody>
      </p:sp>
      <p:sp>
        <p:nvSpPr>
          <p:cNvPr id="21897" name="Proposed, not tested title">
            <a:extLst>
              <a:ext uri="{FF2B5EF4-FFF2-40B4-BE49-F238E27FC236}">
                <a16:creationId xmlns:a16="http://schemas.microsoft.com/office/drawing/2014/main" id="{B95AFF75-D9A2-8336-A8E6-5C1EC4789406}"/>
              </a:ext>
            </a:extLst>
          </p:cNvPr>
          <p:cNvSpPr/>
          <p:nvPr/>
        </p:nvSpPr>
        <p:spPr>
          <a:xfrm>
            <a:off x="6171537" y="4520528"/>
            <a:ext cx="545658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173F35"/>
                </a:solidFill>
                <a:effectLst/>
                <a:latin typeface="Arial" panose="020B0604020202020204" pitchFamily="34" charset="0"/>
              </a:rPr>
              <a:t>Proposed: not run</a:t>
            </a:r>
            <a:endParaRPr lang="en-US"/>
          </a:p>
        </p:txBody>
      </p:sp>
      <p:sp>
        <p:nvSpPr>
          <p:cNvPr id="21918" name="Proposed, not tested body">
            <a:extLst>
              <a:ext uri="{FF2B5EF4-FFF2-40B4-BE49-F238E27FC236}">
                <a16:creationId xmlns:a16="http://schemas.microsoft.com/office/drawing/2014/main" id="{CF9E4629-9F42-F459-4AFE-A0EC1EF64776}"/>
              </a:ext>
            </a:extLst>
          </p:cNvPr>
          <p:cNvSpPr/>
          <p:nvPr/>
        </p:nvSpPr>
        <p:spPr>
          <a:xfrm>
            <a:off x="6171537" y="5032248"/>
            <a:ext cx="545658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Complete attribution; task/period money stops</a:t>
            </a:r>
          </a:p>
          <a:p>
            <a:pPr algn="l">
              <a:buNone/>
            </a:pPr>
            <a:r>
              <a:rPr lang="en-US" sz="1500">
                <a:solidFill>
                  <a:srgbClr val="173F35"/>
                </a:solidFill>
                <a:effectLst/>
                <a:latin typeface="Arial" panose="020B0604020202020204" pitchFamily="34" charset="0"/>
              </a:rPr>
              <a:t>Request/depth bounds; billing reconciliation.</a:t>
            </a:r>
            <a:endParaRPr lang="en-US"/>
          </a:p>
        </p:txBody>
      </p:sp>
      <p:sp>
        <p:nvSpPr>
          <p:cNvPr id="21940" name="Legend">
            <a:extLst>
              <a:ext uri="{FF2B5EF4-FFF2-40B4-BE49-F238E27FC236}">
                <a16:creationId xmlns:a16="http://schemas.microsoft.com/office/drawing/2014/main" id="{EF62D3F8-F42C-DD96-E5A3-817BA2B7FF50}"/>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Tokenomics framing: our working method, refined with Finance</a:t>
            </a:r>
            <a:endParaRPr lang="en-US"/>
          </a:p>
        </p:txBody>
      </p:sp>
      <p:sp>
        <p:nvSpPr>
          <p:cNvPr id="21963" name="Diagram status pill">
            <a:extLst>
              <a:ext uri="{FF2B5EF4-FFF2-40B4-BE49-F238E27FC236}">
                <a16:creationId xmlns:a16="http://schemas.microsoft.com/office/drawing/2014/main" id="{C1F4DAEF-5DAE-6F36-ACDB-B94C5FE37A14}"/>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RECOVERY: 24 OCT 2026</a:t>
            </a:r>
            <a:endParaRPr lang="en-US"/>
          </a:p>
        </p:txBody>
      </p:sp>
      <p:pic>
        <p:nvPicPr>
          <p:cNvPr id="21964" name="Azure OpenAI icon" descr="Azure OpenAI icon (official Azure icon)">
            <a:extLst>
              <a:ext uri="{FF2B5EF4-FFF2-40B4-BE49-F238E27FC236}">
                <a16:creationId xmlns:a16="http://schemas.microsoft.com/office/drawing/2014/main" id="{F9DF6736-E2FD-330B-77C9-BFBFD7F2788D}"/>
              </a:ext>
            </a:extLst>
          </p:cNvPr>
          <p:cNvPicPr>
            <a:picLocks noChangeAspect="1"/>
          </p:cNvPicPr>
          <p:nvPr/>
        </p:nvPicPr>
        <p:blipFill>
          <a:blip r:embed="rId4"/>
          <a:stretch>
            <a:fillRect/>
          </a:stretch>
        </p:blipFill>
        <p:spPr>
          <a:xfrm>
            <a:off x="655320" y="2438400"/>
            <a:ext cx="384048" cy="384048"/>
          </a:xfrm>
          <a:prstGeom prst="rect">
            <a:avLst/>
          </a:prstGeom>
        </p:spPr>
      </p:pic>
      <p:pic>
        <p:nvPicPr>
          <p:cNvPr id="21965" name="Microsoft Cost Management icon" descr="Microsoft Cost Management icon (official Azure icon)">
            <a:extLst>
              <a:ext uri="{FF2B5EF4-FFF2-40B4-BE49-F238E27FC236}">
                <a16:creationId xmlns:a16="http://schemas.microsoft.com/office/drawing/2014/main" id="{1C9E2FF5-BE95-E6B1-72F7-4B662F4746D0}"/>
              </a:ext>
            </a:extLst>
          </p:cNvPr>
          <p:cNvPicPr>
            <a:picLocks noChangeAspect="1"/>
          </p:cNvPicPr>
          <p:nvPr/>
        </p:nvPicPr>
        <p:blipFill>
          <a:blip r:embed="rId5"/>
          <a:stretch>
            <a:fillRect/>
          </a:stretch>
        </p:blipFill>
        <p:spPr>
          <a:xfrm>
            <a:off x="4469130" y="2438400"/>
            <a:ext cx="384048" cy="384048"/>
          </a:xfrm>
          <a:prstGeom prst="rect">
            <a:avLst/>
          </a:prstGeom>
        </p:spPr>
      </p:pic>
      <p:sp>
        <p:nvSpPr>
          <p:cNvPr id="59979" name="Observe body">
            <a:extLst>
              <a:ext uri="{FF2B5EF4-FFF2-40B4-BE49-F238E27FC236}">
                <a16:creationId xmlns:a16="http://schemas.microsoft.com/office/drawing/2014/main" id="{A528A0A1-153B-4704-9065-2DC470A405B7}"/>
              </a:ext>
            </a:extLst>
          </p:cNvPr>
          <p:cNvSpPr/>
          <p:nvPr/>
        </p:nvSpPr>
        <p:spPr>
          <a:xfrm>
            <a:off x="563880" y="2822448"/>
            <a:ext cx="343662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b="1">
                <a:solidFill>
                  <a:srgbClr val="3F2A72"/>
                </a:solidFill>
                <a:effectLst/>
                <a:latin typeface="Arial" panose="020B0604020202020204" pitchFamily="34" charset="0"/>
              </a:rPr>
              <a:t>6,884 / 5 = 1,376.8 tokens/run</a:t>
            </a:r>
          </a:p>
          <a:p>
            <a:pPr algn="l">
              <a:buNone/>
            </a:pPr>
            <a:r>
              <a:rPr lang="en-US" sz="1500" b="1">
                <a:solidFill>
                  <a:srgbClr val="3F2A72"/>
                </a:solidFill>
                <a:effectLst/>
                <a:latin typeface="Arial" panose="020B0604020202020204" pitchFamily="34" charset="0"/>
              </a:rPr>
              <a:t>x 10 = 13,768 tokens/task</a:t>
            </a:r>
          </a:p>
          <a:p>
            <a:pPr algn="l">
              <a:buNone/>
            </a:pPr>
            <a:r>
              <a:rPr lang="en-US" sz="1500" b="1">
                <a:solidFill>
                  <a:srgbClr val="3F2A72"/>
                </a:solidFill>
                <a:effectLst/>
                <a:latin typeface="Arial" panose="020B0604020202020204" pitchFamily="34" charset="0"/>
              </a:rPr>
              <a:t>x 20 = 275,360 tokens/home</a:t>
            </a:r>
            <a:endParaRPr lang="en-US"/>
          </a:p>
        </p:txBody>
      </p:sp>
      <p:sp>
        <p:nvSpPr>
          <p:cNvPr id="59997" name="Divide by accepted work body">
            <a:extLst>
              <a:ext uri="{FF2B5EF4-FFF2-40B4-BE49-F238E27FC236}">
                <a16:creationId xmlns:a16="http://schemas.microsoft.com/office/drawing/2014/main" id="{2F249FA7-FE93-7165-5D24-680363451B6B}"/>
              </a:ext>
            </a:extLst>
          </p:cNvPr>
          <p:cNvSpPr/>
          <p:nvPr/>
        </p:nvSpPr>
        <p:spPr>
          <a:xfrm>
            <a:off x="8191500" y="2822448"/>
            <a:ext cx="3436620" cy="1127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Hosting + review + assurance</a:t>
            </a:r>
          </a:p>
          <a:p>
            <a:pPr algn="l">
              <a:buNone/>
            </a:pPr>
            <a:r>
              <a:rPr lang="en-US" sz="1300">
                <a:solidFill>
                  <a:srgbClr val="173F35"/>
                </a:solidFill>
                <a:effectLst/>
                <a:latin typeface="Arial" panose="020B0604020202020204" pitchFamily="34" charset="0"/>
              </a:rPr>
              <a:t>Accepted above quality floor</a:t>
            </a:r>
          </a:p>
          <a:p>
            <a:pPr algn="l">
              <a:buNone/>
            </a:pPr>
            <a:r>
              <a:rPr lang="en-US" sz="1300">
                <a:solidFill>
                  <a:srgbClr val="173F35"/>
                </a:solidFill>
                <a:effectLst/>
                <a:latin typeface="Arial" panose="020B0604020202020204" pitchFamily="34" charset="0"/>
              </a:rPr>
              <a:t>TCA / accepted work: unknown</a:t>
            </a:r>
          </a:p>
          <a:p>
            <a:pPr algn="l">
              <a:buNone/>
            </a:pPr>
            <a:r>
              <a:rPr lang="en-US" sz="1200">
                <a:solidFill>
                  <a:srgbClr val="173F35"/>
                </a:solidFill>
                <a:effectLst/>
                <a:latin typeface="Arial" panose="020B0604020202020204" pitchFamily="34" charset="0"/>
              </a:rPr>
              <a:t>Double workload: USD 0.881152/home</a:t>
            </a:r>
            <a:endParaRPr lang="en-US"/>
          </a:p>
        </p:txBody>
      </p:sp>
      <p:sp>
        <p:nvSpPr>
          <p:cNvPr id="2" name="Appendix topic destination">
            <a:hlinkClick r:id="rId6" action="ppaction://hlinksldjump"/>
            <a:extLst>
              <a:ext uri="{FF2B5EF4-FFF2-40B4-BE49-F238E27FC236}">
                <a16:creationId xmlns:a16="http://schemas.microsoft.com/office/drawing/2014/main" id="{982E5941-A288-A454-DCE4-3D2CD122C82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3812960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658" name="Eyebrow">
            <a:extLst>
              <a:ext uri="{FF2B5EF4-FFF2-40B4-BE49-F238E27FC236}">
                <a16:creationId xmlns:a16="http://schemas.microsoft.com/office/drawing/2014/main" id="{7FC988B3-9D84-8A76-0808-7E2603F07AD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B26 · CIO / CTO / CFO</a:t>
            </a:r>
          </a:p>
          <a:p>
            <a:pPr algn="l">
              <a:buNone/>
            </a:pPr>
            <a:r>
              <a:rPr lang="en-US" sz="100">
                <a:effectLst/>
              </a:rPr>
              <a:t> </a:t>
            </a:r>
            <a:endParaRPr lang="en-US"/>
          </a:p>
        </p:txBody>
      </p:sp>
      <p:sp>
        <p:nvSpPr>
          <p:cNvPr id="10785" name="Slide title">
            <a:extLst>
              <a:ext uri="{FF2B5EF4-FFF2-40B4-BE49-F238E27FC236}">
                <a16:creationId xmlns:a16="http://schemas.microsoft.com/office/drawing/2014/main" id="{7B0CCD73-DF25-D558-3802-F25A1C296DDD}"/>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cache every answer and route</a:t>
            </a:r>
          </a:p>
          <a:p>
            <a:pPr algn="l">
              <a:buNone/>
            </a:pPr>
            <a:r>
              <a:rPr lang="en-US" sz="2800" b="1">
                <a:solidFill>
                  <a:srgbClr val="173F35"/>
                </a:solidFill>
                <a:effectLst/>
                <a:latin typeface="Arial" panose="020B0604020202020204" pitchFamily="34" charset="0"/>
              </a:rPr>
              <a:t>everything to the cheapest model?</a:t>
            </a:r>
            <a:endParaRPr lang="en-US"/>
          </a:p>
        </p:txBody>
      </p:sp>
      <p:sp>
        <p:nvSpPr>
          <p:cNvPr id="10913" name="Footer sources">
            <a:extLst>
              <a:ext uri="{FF2B5EF4-FFF2-40B4-BE49-F238E27FC236}">
                <a16:creationId xmlns:a16="http://schemas.microsoft.com/office/drawing/2014/main" id="{42D3E9F8-4F74-B634-37B6-C4CC5D9A332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E04 · E09</a:t>
            </a:r>
          </a:p>
          <a:p>
            <a:pPr algn="l">
              <a:buNone/>
            </a:pPr>
            <a:r>
              <a:rPr lang="en-US" sz="100">
                <a:effectLst/>
              </a:rPr>
              <a:t> </a:t>
            </a:r>
            <a:endParaRPr lang="en-US"/>
          </a:p>
        </p:txBody>
      </p:sp>
      <p:sp>
        <p:nvSpPr>
          <p:cNvPr id="11042" name="Footer navigation">
            <a:hlinkClick r:id="rId3" action="ppaction://hlinksldjump"/>
            <a:extLst>
              <a:ext uri="{FF2B5EF4-FFF2-40B4-BE49-F238E27FC236}">
                <a16:creationId xmlns:a16="http://schemas.microsoft.com/office/drawing/2014/main" id="{11DF9438-18C4-3F33-A335-44A683000E6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B26 · Index: slide 27</a:t>
            </a:r>
            <a:endParaRPr lang="en-US"/>
          </a:p>
        </p:txBody>
      </p:sp>
      <p:sp>
        <p:nvSpPr>
          <p:cNvPr id="11172" name="Return to interrupted calling slide">
            <a:hlinkClick r:id="rId3" action="ppaction://hlinksldjump"/>
            <a:extLst>
              <a:ext uri="{FF2B5EF4-FFF2-40B4-BE49-F238E27FC236}">
                <a16:creationId xmlns:a16="http://schemas.microsoft.com/office/drawing/2014/main" id="{AAC4D1CF-E4D0-C939-9546-3EEDE0E1503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906" name="Statement 3">
            <a:extLst>
              <a:ext uri="{FF2B5EF4-FFF2-40B4-BE49-F238E27FC236}">
                <a16:creationId xmlns:a16="http://schemas.microsoft.com/office/drawing/2014/main" id="{737D283F-43BA-DFD0-9343-9673E3D8B403}"/>
              </a:ext>
            </a:extLst>
          </p:cNvPr>
          <p:cNvSpPr/>
          <p:nvPr/>
        </p:nvSpPr>
        <p:spPr>
          <a:xfrm>
            <a:off x="548640" y="1926680"/>
            <a:ext cx="62179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Change one lever, compare, then keep or revert</a:t>
            </a:r>
          </a:p>
          <a:p>
            <a:pPr algn="l">
              <a:buNone/>
            </a:pPr>
            <a:r>
              <a:rPr lang="en-US" sz="100">
                <a:effectLst/>
              </a:rPr>
              <a:t> </a:t>
            </a:r>
            <a:endParaRPr lang="en-US"/>
          </a:p>
        </p:txBody>
      </p:sp>
      <p:sp>
        <p:nvSpPr>
          <p:cNvPr id="19908" name="Proposed pill">
            <a:extLst>
              <a:ext uri="{FF2B5EF4-FFF2-40B4-BE49-F238E27FC236}">
                <a16:creationId xmlns:a16="http://schemas.microsoft.com/office/drawing/2014/main" id="{AB6678F4-605A-6CAA-ED71-F42CE271DA30}"/>
              </a:ext>
            </a:extLst>
          </p:cNvPr>
          <p:cNvSpPr/>
          <p:nvPr/>
        </p:nvSpPr>
        <p:spPr>
          <a:xfrm>
            <a:off x="8068056" y="2049780"/>
            <a:ext cx="35753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OPTIMISATIONS · ON THE ROADMAP</a:t>
            </a:r>
            <a:endParaRPr lang="en-US"/>
          </a:p>
        </p:txBody>
      </p:sp>
      <p:sp>
        <p:nvSpPr>
          <p:cNvPr id="19911" name="Baseline card">
            <a:extLst>
              <a:ext uri="{FF2B5EF4-FFF2-40B4-BE49-F238E27FC236}">
                <a16:creationId xmlns:a16="http://schemas.microsoft.com/office/drawing/2014/main" id="{401BE445-BD78-2BE5-F862-6E851ABEEE9E}"/>
              </a:ext>
            </a:extLst>
          </p:cNvPr>
          <p:cNvSpPr/>
          <p:nvPr/>
        </p:nvSpPr>
        <p:spPr>
          <a:xfrm>
            <a:off x="548640" y="2590800"/>
            <a:ext cx="2286000" cy="19812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15" name="Lever card">
            <a:extLst>
              <a:ext uri="{FF2B5EF4-FFF2-40B4-BE49-F238E27FC236}">
                <a16:creationId xmlns:a16="http://schemas.microsoft.com/office/drawing/2014/main" id="{40CC12D3-BD9A-5515-84A7-AAFE8D5F982F}"/>
              </a:ext>
            </a:extLst>
          </p:cNvPr>
          <p:cNvSpPr/>
          <p:nvPr/>
        </p:nvSpPr>
        <p:spPr>
          <a:xfrm>
            <a:off x="3163824" y="2590800"/>
            <a:ext cx="2651760" cy="1981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20" name="Quality / latency / cost check card">
            <a:extLst>
              <a:ext uri="{FF2B5EF4-FFF2-40B4-BE49-F238E27FC236}">
                <a16:creationId xmlns:a16="http://schemas.microsoft.com/office/drawing/2014/main" id="{AD8FA30C-90A5-CD46-6ED9-EC8366041925}"/>
              </a:ext>
            </a:extLst>
          </p:cNvPr>
          <p:cNvSpPr/>
          <p:nvPr/>
        </p:nvSpPr>
        <p:spPr>
          <a:xfrm>
            <a:off x="6144768" y="2590800"/>
            <a:ext cx="2834640" cy="19812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26" name="Decision card">
            <a:extLst>
              <a:ext uri="{FF2B5EF4-FFF2-40B4-BE49-F238E27FC236}">
                <a16:creationId xmlns:a16="http://schemas.microsoft.com/office/drawing/2014/main" id="{042E9A77-6FDC-6A58-025D-EAE90FA4786B}"/>
              </a:ext>
            </a:extLst>
          </p:cNvPr>
          <p:cNvSpPr/>
          <p:nvPr/>
        </p:nvSpPr>
        <p:spPr>
          <a:xfrm>
            <a:off x="9308592" y="2590800"/>
            <a:ext cx="2334768" cy="1981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33" name="Baseline title">
            <a:extLst>
              <a:ext uri="{FF2B5EF4-FFF2-40B4-BE49-F238E27FC236}">
                <a16:creationId xmlns:a16="http://schemas.microsoft.com/office/drawing/2014/main" id="{C7932CAF-B9B5-A0D6-577E-1705B67600E1}"/>
              </a:ext>
            </a:extLst>
          </p:cNvPr>
          <p:cNvSpPr/>
          <p:nvPr/>
        </p:nvSpPr>
        <p:spPr>
          <a:xfrm>
            <a:off x="563880" y="2612480"/>
            <a:ext cx="2255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Baseline</a:t>
            </a:r>
          </a:p>
          <a:p>
            <a:pPr algn="l">
              <a:buNone/>
            </a:pPr>
            <a:r>
              <a:rPr lang="en-US" sz="100">
                <a:effectLst/>
              </a:rPr>
              <a:t> </a:t>
            </a:r>
            <a:endParaRPr lang="en-US"/>
          </a:p>
        </p:txBody>
      </p:sp>
      <p:sp>
        <p:nvSpPr>
          <p:cNvPr id="19941" name="One lever title">
            <a:extLst>
              <a:ext uri="{FF2B5EF4-FFF2-40B4-BE49-F238E27FC236}">
                <a16:creationId xmlns:a16="http://schemas.microsoft.com/office/drawing/2014/main" id="{137945B9-1CBB-3131-B82D-ACD68C6D5EAF}"/>
              </a:ext>
            </a:extLst>
          </p:cNvPr>
          <p:cNvSpPr/>
          <p:nvPr/>
        </p:nvSpPr>
        <p:spPr>
          <a:xfrm>
            <a:off x="3179064" y="2612480"/>
            <a:ext cx="26212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One lever</a:t>
            </a:r>
          </a:p>
          <a:p>
            <a:pPr algn="l">
              <a:buNone/>
            </a:pPr>
            <a:r>
              <a:rPr lang="en-US" sz="100">
                <a:effectLst/>
              </a:rPr>
              <a:t> </a:t>
            </a:r>
            <a:endParaRPr lang="en-US"/>
          </a:p>
        </p:txBody>
      </p:sp>
      <p:sp>
        <p:nvSpPr>
          <p:cNvPr id="19950" name="Quality / latency / cost check title">
            <a:extLst>
              <a:ext uri="{FF2B5EF4-FFF2-40B4-BE49-F238E27FC236}">
                <a16:creationId xmlns:a16="http://schemas.microsoft.com/office/drawing/2014/main" id="{D7B04290-3A75-F086-5136-262395D35BF6}"/>
              </a:ext>
            </a:extLst>
          </p:cNvPr>
          <p:cNvSpPr/>
          <p:nvPr/>
        </p:nvSpPr>
        <p:spPr>
          <a:xfrm>
            <a:off x="6160008" y="2697480"/>
            <a:ext cx="28041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Quality / latency / cost check</a:t>
            </a:r>
          </a:p>
          <a:p>
            <a:pPr algn="l">
              <a:buNone/>
            </a:pPr>
            <a:r>
              <a:rPr lang="en-US" sz="100">
                <a:effectLst/>
              </a:rPr>
              <a:t> </a:t>
            </a:r>
            <a:endParaRPr lang="en-US"/>
          </a:p>
        </p:txBody>
      </p:sp>
      <p:sp>
        <p:nvSpPr>
          <p:cNvPr id="19960" name="Retain or revert title">
            <a:extLst>
              <a:ext uri="{FF2B5EF4-FFF2-40B4-BE49-F238E27FC236}">
                <a16:creationId xmlns:a16="http://schemas.microsoft.com/office/drawing/2014/main" id="{B205AA78-2593-0428-5D1F-B519FD7D59F1}"/>
              </a:ext>
            </a:extLst>
          </p:cNvPr>
          <p:cNvSpPr/>
          <p:nvPr/>
        </p:nvSpPr>
        <p:spPr>
          <a:xfrm>
            <a:off x="9323832" y="2612480"/>
            <a:ext cx="2304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Retain or revert</a:t>
            </a:r>
          </a:p>
          <a:p>
            <a:pPr algn="l">
              <a:buNone/>
            </a:pPr>
            <a:r>
              <a:rPr lang="en-US" sz="100">
                <a:effectLst/>
              </a:rPr>
              <a:t> </a:t>
            </a:r>
            <a:endParaRPr lang="en-US"/>
          </a:p>
        </p:txBody>
      </p:sp>
      <p:sp>
        <p:nvSpPr>
          <p:cNvPr id="20095" name="Baseline body">
            <a:extLst>
              <a:ext uri="{FF2B5EF4-FFF2-40B4-BE49-F238E27FC236}">
                <a16:creationId xmlns:a16="http://schemas.microsoft.com/office/drawing/2014/main" id="{6351042F-5B5D-E1F2-17EA-7E328EBCC2E5}"/>
              </a:ext>
            </a:extLst>
          </p:cNvPr>
          <p:cNvSpPr/>
          <p:nvPr/>
        </p:nvSpPr>
        <p:spPr>
          <a:xfrm>
            <a:off x="563880" y="3054440"/>
            <a:ext cx="22555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Same held-out cases</a:t>
            </a:r>
          </a:p>
          <a:p>
            <a:pPr algn="l">
              <a:buNone/>
            </a:pPr>
            <a:r>
              <a:rPr lang="en-US" sz="100">
                <a:effectLst/>
              </a:rPr>
              <a:t> </a:t>
            </a:r>
            <a:endParaRPr lang="en-US"/>
          </a:p>
        </p:txBody>
      </p:sp>
      <p:sp>
        <p:nvSpPr>
          <p:cNvPr id="20115" name="Check body">
            <a:extLst>
              <a:ext uri="{FF2B5EF4-FFF2-40B4-BE49-F238E27FC236}">
                <a16:creationId xmlns:a16="http://schemas.microsoft.com/office/drawing/2014/main" id="{742D7933-4F37-D364-00B5-63F81C829A91}"/>
              </a:ext>
            </a:extLst>
          </p:cNvPr>
          <p:cNvSpPr/>
          <p:nvPr/>
        </p:nvSpPr>
        <p:spPr>
          <a:xfrm>
            <a:off x="6160008" y="3444240"/>
            <a:ext cx="280416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 cheap answer that misses a critical fact is not a cheaper accepted outcome.</a:t>
            </a:r>
          </a:p>
          <a:p>
            <a:pPr algn="l">
              <a:buNone/>
            </a:pPr>
            <a:r>
              <a:rPr lang="en-US" sz="100">
                <a:effectLst/>
              </a:rPr>
              <a:t> </a:t>
            </a:r>
            <a:endParaRPr lang="en-US"/>
          </a:p>
        </p:txBody>
      </p:sp>
      <p:sp>
        <p:nvSpPr>
          <p:cNvPr id="20136" name="Experiment arrow 1">
            <a:extLst>
              <a:ext uri="{FF2B5EF4-FFF2-40B4-BE49-F238E27FC236}">
                <a16:creationId xmlns:a16="http://schemas.microsoft.com/office/drawing/2014/main" id="{6AD0611D-0A83-8E32-7B77-0E6B0A073322}"/>
              </a:ext>
            </a:extLst>
          </p:cNvPr>
          <p:cNvSpPr/>
          <p:nvPr/>
        </p:nvSpPr>
        <p:spPr>
          <a:xfrm>
            <a:off x="2862072"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58" name="Experiment arrow 2">
            <a:extLst>
              <a:ext uri="{FF2B5EF4-FFF2-40B4-BE49-F238E27FC236}">
                <a16:creationId xmlns:a16="http://schemas.microsoft.com/office/drawing/2014/main" id="{80C0E363-C798-8FB1-664F-BC389313DB4F}"/>
              </a:ext>
            </a:extLst>
          </p:cNvPr>
          <p:cNvSpPr/>
          <p:nvPr/>
        </p:nvSpPr>
        <p:spPr>
          <a:xfrm>
            <a:off x="5843016"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81" name="Experiment arrow 3">
            <a:extLst>
              <a:ext uri="{FF2B5EF4-FFF2-40B4-BE49-F238E27FC236}">
                <a16:creationId xmlns:a16="http://schemas.microsoft.com/office/drawing/2014/main" id="{E592E333-13A3-85DD-E397-B66785D022D7}"/>
              </a:ext>
            </a:extLst>
          </p:cNvPr>
          <p:cNvSpPr/>
          <p:nvPr/>
        </p:nvSpPr>
        <p:spPr>
          <a:xfrm>
            <a:off x="9006840"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05" name="Condition card CACHE">
            <a:extLst>
              <a:ext uri="{FF2B5EF4-FFF2-40B4-BE49-F238E27FC236}">
                <a16:creationId xmlns:a16="http://schemas.microsoft.com/office/drawing/2014/main" id="{5644FE56-16F7-68C4-7E29-0F1C665CF782}"/>
              </a:ext>
            </a:extLst>
          </p:cNvPr>
          <p:cNvSpPr/>
          <p:nvPr/>
        </p:nvSpPr>
        <p:spPr>
          <a:xfrm>
            <a:off x="548640" y="4754880"/>
            <a:ext cx="5433060" cy="1127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30" name="Condition card ROUTING">
            <a:extLst>
              <a:ext uri="{FF2B5EF4-FFF2-40B4-BE49-F238E27FC236}">
                <a16:creationId xmlns:a16="http://schemas.microsoft.com/office/drawing/2014/main" id="{082AD5BE-F596-48DB-BBB7-91D13B649E89}"/>
              </a:ext>
            </a:extLst>
          </p:cNvPr>
          <p:cNvSpPr/>
          <p:nvPr/>
        </p:nvSpPr>
        <p:spPr>
          <a:xfrm>
            <a:off x="6210300" y="4754880"/>
            <a:ext cx="5433060" cy="1127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56" name="Condition label CACHE">
            <a:extLst>
              <a:ext uri="{FF2B5EF4-FFF2-40B4-BE49-F238E27FC236}">
                <a16:creationId xmlns:a16="http://schemas.microsoft.com/office/drawing/2014/main" id="{D3BB78A0-4FCD-1A66-913E-AFD62FFC6127}"/>
              </a:ext>
            </a:extLst>
          </p:cNvPr>
          <p:cNvSpPr/>
          <p:nvPr/>
        </p:nvSpPr>
        <p:spPr>
          <a:xfrm>
            <a:off x="563880" y="4776560"/>
            <a:ext cx="54025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CACHE</a:t>
            </a:r>
          </a:p>
          <a:p>
            <a:pPr algn="l">
              <a:buNone/>
            </a:pPr>
            <a:r>
              <a:rPr lang="en-US" sz="100">
                <a:effectLst/>
              </a:rPr>
              <a:t> </a:t>
            </a:r>
            <a:endParaRPr lang="en-US"/>
          </a:p>
        </p:txBody>
      </p:sp>
      <p:sp>
        <p:nvSpPr>
          <p:cNvPr id="20283" name="Condition CACHE">
            <a:extLst>
              <a:ext uri="{FF2B5EF4-FFF2-40B4-BE49-F238E27FC236}">
                <a16:creationId xmlns:a16="http://schemas.microsoft.com/office/drawing/2014/main" id="{D7E55E2B-B62B-4369-C44A-7E05F89EA07F}"/>
              </a:ext>
            </a:extLst>
          </p:cNvPr>
          <p:cNvSpPr/>
          <p:nvPr/>
        </p:nvSpPr>
        <p:spPr>
          <a:xfrm>
            <a:off x="563880" y="51358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Same permission, evidence version and task validity required</a:t>
            </a:r>
          </a:p>
          <a:p>
            <a:pPr algn="l">
              <a:buNone/>
            </a:pPr>
            <a:r>
              <a:rPr lang="en-US" sz="100">
                <a:effectLst/>
              </a:rPr>
              <a:t> </a:t>
            </a:r>
            <a:endParaRPr lang="en-US"/>
          </a:p>
        </p:txBody>
      </p:sp>
      <p:sp>
        <p:nvSpPr>
          <p:cNvPr id="20311" name="Condition label ROUTING">
            <a:extLst>
              <a:ext uri="{FF2B5EF4-FFF2-40B4-BE49-F238E27FC236}">
                <a16:creationId xmlns:a16="http://schemas.microsoft.com/office/drawing/2014/main" id="{F2122C8D-8F7D-5F80-8297-03DD408AC976}"/>
              </a:ext>
            </a:extLst>
          </p:cNvPr>
          <p:cNvSpPr/>
          <p:nvPr/>
        </p:nvSpPr>
        <p:spPr>
          <a:xfrm>
            <a:off x="6225540" y="4776560"/>
            <a:ext cx="54025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ROUTING</a:t>
            </a:r>
          </a:p>
          <a:p>
            <a:pPr algn="l">
              <a:buNone/>
            </a:pPr>
            <a:r>
              <a:rPr lang="en-US" sz="100">
                <a:effectLst/>
              </a:rPr>
              <a:t> </a:t>
            </a:r>
            <a:endParaRPr lang="en-US"/>
          </a:p>
        </p:txBody>
      </p:sp>
      <p:sp>
        <p:nvSpPr>
          <p:cNvPr id="20340" name="Condition ROUTING">
            <a:extLst>
              <a:ext uri="{FF2B5EF4-FFF2-40B4-BE49-F238E27FC236}">
                <a16:creationId xmlns:a16="http://schemas.microsoft.com/office/drawing/2014/main" id="{C32CDB31-B2F2-01A4-4722-4C48EEFB406F}"/>
              </a:ext>
            </a:extLst>
          </p:cNvPr>
          <p:cNvSpPr/>
          <p:nvPr/>
        </p:nvSpPr>
        <p:spPr>
          <a:xfrm>
            <a:off x="6225540" y="51358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Smallest model must clear held-out quality and latency thresholds</a:t>
            </a:r>
          </a:p>
          <a:p>
            <a:pPr algn="l">
              <a:buNone/>
            </a:pPr>
            <a:r>
              <a:rPr lang="en-US" sz="100">
                <a:effectLst/>
              </a:rPr>
              <a:t> </a:t>
            </a:r>
            <a:endParaRPr lang="en-US"/>
          </a:p>
        </p:txBody>
      </p:sp>
      <p:sp>
        <p:nvSpPr>
          <p:cNvPr id="21596" name="Lever chip Routing">
            <a:extLst>
              <a:ext uri="{FF2B5EF4-FFF2-40B4-BE49-F238E27FC236}">
                <a16:creationId xmlns:a16="http://schemas.microsoft.com/office/drawing/2014/main" id="{67206E21-A2CE-7A9B-6807-4364620A304C}"/>
              </a:ext>
            </a:extLst>
          </p:cNvPr>
          <p:cNvSpPr/>
          <p:nvPr/>
        </p:nvSpPr>
        <p:spPr>
          <a:xfrm>
            <a:off x="3270504" y="3178048"/>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98" name="Lever chip Context">
            <a:extLst>
              <a:ext uri="{FF2B5EF4-FFF2-40B4-BE49-F238E27FC236}">
                <a16:creationId xmlns:a16="http://schemas.microsoft.com/office/drawing/2014/main" id="{9CBB3B99-B2F5-6970-0B7F-9675441FBED3}"/>
              </a:ext>
            </a:extLst>
          </p:cNvPr>
          <p:cNvSpPr/>
          <p:nvPr/>
        </p:nvSpPr>
        <p:spPr>
          <a:xfrm>
            <a:off x="3270504" y="3642360"/>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01" name="Lever chip Cache">
            <a:extLst>
              <a:ext uri="{FF2B5EF4-FFF2-40B4-BE49-F238E27FC236}">
                <a16:creationId xmlns:a16="http://schemas.microsoft.com/office/drawing/2014/main" id="{8A794CB6-CE10-6984-1023-4B7B46CAF84C}"/>
              </a:ext>
            </a:extLst>
          </p:cNvPr>
          <p:cNvSpPr/>
          <p:nvPr/>
        </p:nvSpPr>
        <p:spPr>
          <a:xfrm>
            <a:off x="3270504" y="4145280"/>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05" name="Decision chip Retain">
            <a:extLst>
              <a:ext uri="{FF2B5EF4-FFF2-40B4-BE49-F238E27FC236}">
                <a16:creationId xmlns:a16="http://schemas.microsoft.com/office/drawing/2014/main" id="{FFC8B1E8-609C-6DD7-0428-B02C7F603C28}"/>
              </a:ext>
            </a:extLst>
          </p:cNvPr>
          <p:cNvSpPr/>
          <p:nvPr/>
        </p:nvSpPr>
        <p:spPr>
          <a:xfrm>
            <a:off x="9415272" y="3178048"/>
            <a:ext cx="2121408"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10" name="Decision chip Revert">
            <a:extLst>
              <a:ext uri="{FF2B5EF4-FFF2-40B4-BE49-F238E27FC236}">
                <a16:creationId xmlns:a16="http://schemas.microsoft.com/office/drawing/2014/main" id="{5432B98F-F52E-E92B-33B5-5758DE217566}"/>
              </a:ext>
            </a:extLst>
          </p:cNvPr>
          <p:cNvSpPr/>
          <p:nvPr/>
        </p:nvSpPr>
        <p:spPr>
          <a:xfrm>
            <a:off x="9415272" y="3642360"/>
            <a:ext cx="2121408"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16" name="Lever Routing">
            <a:extLst>
              <a:ext uri="{FF2B5EF4-FFF2-40B4-BE49-F238E27FC236}">
                <a16:creationId xmlns:a16="http://schemas.microsoft.com/office/drawing/2014/main" id="{3D768479-833A-B168-9F37-9368570EDD6E}"/>
              </a:ext>
            </a:extLst>
          </p:cNvPr>
          <p:cNvSpPr/>
          <p:nvPr/>
        </p:nvSpPr>
        <p:spPr>
          <a:xfrm>
            <a:off x="3270504" y="3085428"/>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Routing</a:t>
            </a:r>
          </a:p>
          <a:p>
            <a:pPr algn="ctr">
              <a:buNone/>
            </a:pPr>
            <a:r>
              <a:rPr lang="en-US" sz="100">
                <a:effectLst/>
              </a:rPr>
              <a:t> </a:t>
            </a:r>
            <a:endParaRPr lang="en-US"/>
          </a:p>
        </p:txBody>
      </p:sp>
      <p:sp>
        <p:nvSpPr>
          <p:cNvPr id="21623" name="Lever or 1">
            <a:extLst>
              <a:ext uri="{FF2B5EF4-FFF2-40B4-BE49-F238E27FC236}">
                <a16:creationId xmlns:a16="http://schemas.microsoft.com/office/drawing/2014/main" id="{2AA9606A-535D-AC6B-77C7-5AF177B761F5}"/>
              </a:ext>
            </a:extLst>
          </p:cNvPr>
          <p:cNvSpPr/>
          <p:nvPr/>
        </p:nvSpPr>
        <p:spPr>
          <a:xfrm>
            <a:off x="3270504" y="3348064"/>
            <a:ext cx="2438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31" name="Lever Context">
            <a:extLst>
              <a:ext uri="{FF2B5EF4-FFF2-40B4-BE49-F238E27FC236}">
                <a16:creationId xmlns:a16="http://schemas.microsoft.com/office/drawing/2014/main" id="{794C5A93-4D89-1E20-6126-337663E2E285}"/>
              </a:ext>
            </a:extLst>
          </p:cNvPr>
          <p:cNvSpPr/>
          <p:nvPr/>
        </p:nvSpPr>
        <p:spPr>
          <a:xfrm>
            <a:off x="3270504" y="3549740"/>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Context</a:t>
            </a:r>
          </a:p>
          <a:p>
            <a:pPr algn="ctr">
              <a:buNone/>
            </a:pPr>
            <a:r>
              <a:rPr lang="en-US" sz="100">
                <a:effectLst/>
              </a:rPr>
              <a:t> </a:t>
            </a:r>
            <a:endParaRPr lang="en-US"/>
          </a:p>
        </p:txBody>
      </p:sp>
      <p:sp>
        <p:nvSpPr>
          <p:cNvPr id="21640" name="Lever or 2">
            <a:extLst>
              <a:ext uri="{FF2B5EF4-FFF2-40B4-BE49-F238E27FC236}">
                <a16:creationId xmlns:a16="http://schemas.microsoft.com/office/drawing/2014/main" id="{1AE72652-1F8E-911C-0639-3159FAB7B114}"/>
              </a:ext>
            </a:extLst>
          </p:cNvPr>
          <p:cNvSpPr/>
          <p:nvPr/>
        </p:nvSpPr>
        <p:spPr>
          <a:xfrm>
            <a:off x="3270504" y="3831680"/>
            <a:ext cx="2438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50" name="Lever Cache">
            <a:extLst>
              <a:ext uri="{FF2B5EF4-FFF2-40B4-BE49-F238E27FC236}">
                <a16:creationId xmlns:a16="http://schemas.microsoft.com/office/drawing/2014/main" id="{3A535494-617A-319E-E870-50B4A11CDC05}"/>
              </a:ext>
            </a:extLst>
          </p:cNvPr>
          <p:cNvSpPr/>
          <p:nvPr/>
        </p:nvSpPr>
        <p:spPr>
          <a:xfrm>
            <a:off x="3270504" y="4052660"/>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Cache</a:t>
            </a:r>
          </a:p>
          <a:p>
            <a:pPr algn="ctr">
              <a:buNone/>
            </a:pPr>
            <a:r>
              <a:rPr lang="en-US" sz="100">
                <a:effectLst/>
              </a:rPr>
              <a:t> </a:t>
            </a:r>
            <a:endParaRPr lang="en-US"/>
          </a:p>
        </p:txBody>
      </p:sp>
      <p:sp>
        <p:nvSpPr>
          <p:cNvPr id="21661" name="Decision Retain">
            <a:extLst>
              <a:ext uri="{FF2B5EF4-FFF2-40B4-BE49-F238E27FC236}">
                <a16:creationId xmlns:a16="http://schemas.microsoft.com/office/drawing/2014/main" id="{E193068C-2C16-88C0-D55E-E009BC8A503A}"/>
              </a:ext>
            </a:extLst>
          </p:cNvPr>
          <p:cNvSpPr/>
          <p:nvPr/>
        </p:nvSpPr>
        <p:spPr>
          <a:xfrm>
            <a:off x="9415272" y="3085428"/>
            <a:ext cx="212140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Retain</a:t>
            </a:r>
          </a:p>
          <a:p>
            <a:pPr algn="ctr">
              <a:buNone/>
            </a:pPr>
            <a:r>
              <a:rPr lang="en-US" sz="100">
                <a:effectLst/>
              </a:rPr>
              <a:t> </a:t>
            </a:r>
            <a:endParaRPr lang="en-US"/>
          </a:p>
        </p:txBody>
      </p:sp>
      <p:sp>
        <p:nvSpPr>
          <p:cNvPr id="21673" name="Decision or 1">
            <a:extLst>
              <a:ext uri="{FF2B5EF4-FFF2-40B4-BE49-F238E27FC236}">
                <a16:creationId xmlns:a16="http://schemas.microsoft.com/office/drawing/2014/main" id="{E5DEC31E-055C-56D2-701C-AC3E36EB2ECE}"/>
              </a:ext>
            </a:extLst>
          </p:cNvPr>
          <p:cNvSpPr/>
          <p:nvPr/>
        </p:nvSpPr>
        <p:spPr>
          <a:xfrm>
            <a:off x="9415272" y="3348064"/>
            <a:ext cx="21214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86" name="Decision Revert">
            <a:extLst>
              <a:ext uri="{FF2B5EF4-FFF2-40B4-BE49-F238E27FC236}">
                <a16:creationId xmlns:a16="http://schemas.microsoft.com/office/drawing/2014/main" id="{719EBD6F-03D9-36EA-AD21-FBF1006ADCF9}"/>
              </a:ext>
            </a:extLst>
          </p:cNvPr>
          <p:cNvSpPr/>
          <p:nvPr/>
        </p:nvSpPr>
        <p:spPr>
          <a:xfrm>
            <a:off x="9415272" y="3549740"/>
            <a:ext cx="212140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Revert</a:t>
            </a:r>
          </a:p>
          <a:p>
            <a:pPr algn="ctr">
              <a:buNone/>
            </a:pPr>
            <a:r>
              <a:rPr lang="en-US" sz="100">
                <a:effectLst/>
              </a:rPr>
              <a:t> </a:t>
            </a:r>
            <a:endParaRPr lang="en-US"/>
          </a:p>
        </p:txBody>
      </p:sp>
      <p:sp>
        <p:nvSpPr>
          <p:cNvPr id="2" name="Appendix topic destination">
            <a:hlinkClick r:id="rId4" action="ppaction://hlinksldjump"/>
            <a:extLst>
              <a:ext uri="{FF2B5EF4-FFF2-40B4-BE49-F238E27FC236}">
                <a16:creationId xmlns:a16="http://schemas.microsoft.com/office/drawing/2014/main" id="{29714757-93EA-13C2-B366-92C70D61C7BD}"/>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18448805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303" name="Eyebrow">
            <a:extLst>
              <a:ext uri="{FF2B5EF4-FFF2-40B4-BE49-F238E27FC236}">
                <a16:creationId xmlns:a16="http://schemas.microsoft.com/office/drawing/2014/main" id="{7A24F95E-2F54-26F8-0A39-92FB857BDEB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B27 · CTO / CIO / PANEL</a:t>
            </a:r>
          </a:p>
          <a:p>
            <a:pPr algn="l">
              <a:buNone/>
            </a:pPr>
            <a:r>
              <a:rPr lang="en-US" sz="100">
                <a:effectLst/>
              </a:rPr>
              <a:t> </a:t>
            </a:r>
            <a:endParaRPr lang="en-US"/>
          </a:p>
        </p:txBody>
      </p:sp>
      <p:sp>
        <p:nvSpPr>
          <p:cNvPr id="11435" name="Slide title">
            <a:extLst>
              <a:ext uri="{FF2B5EF4-FFF2-40B4-BE49-F238E27FC236}">
                <a16:creationId xmlns:a16="http://schemas.microsoft.com/office/drawing/2014/main" id="{2F90C067-F3FC-A147-5FD5-E42C0CA2B4C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stops chat and agent sprawl multiplying hidden calls?</a:t>
            </a:r>
          </a:p>
          <a:p>
            <a:pPr algn="l">
              <a:buNone/>
            </a:pPr>
            <a:r>
              <a:rPr lang="en-US" sz="100">
                <a:effectLst/>
              </a:rPr>
              <a:t> </a:t>
            </a:r>
            <a:endParaRPr lang="en-US"/>
          </a:p>
        </p:txBody>
      </p:sp>
      <p:sp>
        <p:nvSpPr>
          <p:cNvPr id="11568" name="Footer sources">
            <a:extLst>
              <a:ext uri="{FF2B5EF4-FFF2-40B4-BE49-F238E27FC236}">
                <a16:creationId xmlns:a16="http://schemas.microsoft.com/office/drawing/2014/main" id="{A7FC2BCF-A670-FDB7-5C88-4AB0B5CC6EB4}"/>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E09</a:t>
            </a:r>
          </a:p>
          <a:p>
            <a:pPr algn="l">
              <a:buNone/>
            </a:pPr>
            <a:r>
              <a:rPr lang="en-US" sz="100">
                <a:effectLst/>
              </a:rPr>
              <a:t> </a:t>
            </a:r>
            <a:endParaRPr lang="en-US"/>
          </a:p>
        </p:txBody>
      </p:sp>
      <p:sp>
        <p:nvSpPr>
          <p:cNvPr id="11702" name="Footer navigation">
            <a:hlinkClick r:id="rId3" action="ppaction://hlinksldjump"/>
            <a:extLst>
              <a:ext uri="{FF2B5EF4-FFF2-40B4-BE49-F238E27FC236}">
                <a16:creationId xmlns:a16="http://schemas.microsoft.com/office/drawing/2014/main" id="{C12A29C5-2D61-6846-24C5-0B6B527B4C0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B27 · Index: slide 27</a:t>
            </a:r>
            <a:endParaRPr lang="en-US"/>
          </a:p>
        </p:txBody>
      </p:sp>
      <p:sp>
        <p:nvSpPr>
          <p:cNvPr id="11837" name="Return to interrupted calling slide">
            <a:hlinkClick r:id="rId3" action="ppaction://hlinksldjump"/>
            <a:extLst>
              <a:ext uri="{FF2B5EF4-FFF2-40B4-BE49-F238E27FC236}">
                <a16:creationId xmlns:a16="http://schemas.microsoft.com/office/drawing/2014/main" id="{441FCFF6-D1AB-978F-7CE4-21315F12D68C}"/>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0341" name="Proposed per-request bound">
            <a:extLst>
              <a:ext uri="{FF2B5EF4-FFF2-40B4-BE49-F238E27FC236}">
                <a16:creationId xmlns:a16="http://schemas.microsoft.com/office/drawing/2014/main" id="{77AE1311-2AEA-C294-8B5C-4A926A0CE8BD}"/>
              </a:ext>
            </a:extLst>
          </p:cNvPr>
          <p:cNvSpPr/>
          <p:nvPr/>
        </p:nvSpPr>
        <p:spPr>
          <a:xfrm>
            <a:off x="5029200" y="1600200"/>
            <a:ext cx="6614160" cy="2362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43" name="User request">
            <a:extLst>
              <a:ext uri="{FF2B5EF4-FFF2-40B4-BE49-F238E27FC236}">
                <a16:creationId xmlns:a16="http://schemas.microsoft.com/office/drawing/2014/main" id="{F4331911-EA6A-CD1D-6E00-BA277C1C93D8}"/>
              </a:ext>
            </a:extLst>
          </p:cNvPr>
          <p:cNvSpPr/>
          <p:nvPr/>
        </p:nvSpPr>
        <p:spPr>
          <a:xfrm>
            <a:off x="548640" y="2324100"/>
            <a:ext cx="1554480" cy="9144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46" name="User request title">
            <a:extLst>
              <a:ext uri="{FF2B5EF4-FFF2-40B4-BE49-F238E27FC236}">
                <a16:creationId xmlns:a16="http://schemas.microsoft.com/office/drawing/2014/main" id="{EFDAB923-EAD8-7F0B-49FE-05856FA77321}"/>
              </a:ext>
            </a:extLst>
          </p:cNvPr>
          <p:cNvSpPr/>
          <p:nvPr/>
        </p:nvSpPr>
        <p:spPr>
          <a:xfrm>
            <a:off x="563880" y="2430780"/>
            <a:ext cx="15240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One user request</a:t>
            </a:r>
          </a:p>
          <a:p>
            <a:pPr algn="l">
              <a:buNone/>
            </a:pPr>
            <a:r>
              <a:rPr lang="en-US" sz="100">
                <a:effectLst/>
              </a:rPr>
              <a:t> </a:t>
            </a:r>
            <a:endParaRPr lang="en-US"/>
          </a:p>
        </p:txBody>
      </p:sp>
      <p:sp>
        <p:nvSpPr>
          <p:cNvPr id="20350" name="State graph">
            <a:extLst>
              <a:ext uri="{FF2B5EF4-FFF2-40B4-BE49-F238E27FC236}">
                <a16:creationId xmlns:a16="http://schemas.microsoft.com/office/drawing/2014/main" id="{BB379BA4-C409-3193-19DD-47D4E1EB30AD}"/>
              </a:ext>
            </a:extLst>
          </p:cNvPr>
          <p:cNvSpPr/>
          <p:nvPr/>
        </p:nvSpPr>
        <p:spPr>
          <a:xfrm>
            <a:off x="2468880" y="2019300"/>
            <a:ext cx="2148840" cy="15240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55" name="Statement 1 (title)">
            <a:extLst>
              <a:ext uri="{FF2B5EF4-FFF2-40B4-BE49-F238E27FC236}">
                <a16:creationId xmlns:a16="http://schemas.microsoft.com/office/drawing/2014/main" id="{152E1502-A749-8B88-DC07-3C80BE3A749A}"/>
              </a:ext>
            </a:extLst>
          </p:cNvPr>
          <p:cNvSpPr/>
          <p:nvPr/>
        </p:nvSpPr>
        <p:spPr>
          <a:xfrm>
            <a:off x="2484120" y="2125980"/>
            <a:ext cx="21183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Deterministic state graph</a:t>
            </a:r>
          </a:p>
          <a:p>
            <a:pPr algn="l">
              <a:buNone/>
            </a:pPr>
            <a:r>
              <a:rPr lang="en-US" sz="100">
                <a:effectLst/>
              </a:rPr>
              <a:t> </a:t>
            </a:r>
            <a:endParaRPr lang="en-US"/>
          </a:p>
        </p:txBody>
      </p:sp>
      <p:sp>
        <p:nvSpPr>
          <p:cNvPr id="20361" name="Statement 1 (body)">
            <a:extLst>
              <a:ext uri="{FF2B5EF4-FFF2-40B4-BE49-F238E27FC236}">
                <a16:creationId xmlns:a16="http://schemas.microsoft.com/office/drawing/2014/main" id="{C817C2D5-FC6C-CCEE-128A-945BEAD93BB2}"/>
              </a:ext>
            </a:extLst>
          </p:cNvPr>
          <p:cNvSpPr/>
          <p:nvPr/>
        </p:nvSpPr>
        <p:spPr>
          <a:xfrm>
            <a:off x="2484120" y="2857500"/>
            <a:ext cx="2118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not an open-ended agent loop</a:t>
            </a:r>
          </a:p>
          <a:p>
            <a:pPr algn="l">
              <a:buNone/>
            </a:pPr>
            <a:r>
              <a:rPr lang="en-US" sz="100">
                <a:effectLst/>
              </a:rPr>
              <a:t> </a:t>
            </a:r>
            <a:endParaRPr lang="en-US"/>
          </a:p>
        </p:txBody>
      </p:sp>
      <p:sp>
        <p:nvSpPr>
          <p:cNvPr id="20368" name="Request to state graph">
            <a:extLst>
              <a:ext uri="{FF2B5EF4-FFF2-40B4-BE49-F238E27FC236}">
                <a16:creationId xmlns:a16="http://schemas.microsoft.com/office/drawing/2014/main" id="{FB8C4D8A-CFDC-4487-99EF-90795AE5985D}"/>
              </a:ext>
            </a:extLst>
          </p:cNvPr>
          <p:cNvSpPr/>
          <p:nvPr/>
        </p:nvSpPr>
        <p:spPr>
          <a:xfrm>
            <a:off x="2148840" y="26670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76" name="Call Chat and memory">
            <a:extLst>
              <a:ext uri="{FF2B5EF4-FFF2-40B4-BE49-F238E27FC236}">
                <a16:creationId xmlns:a16="http://schemas.microsoft.com/office/drawing/2014/main" id="{B5489DE1-7B21-D1C5-6827-C747B7270CE5}"/>
              </a:ext>
            </a:extLst>
          </p:cNvPr>
          <p:cNvSpPr/>
          <p:nvPr/>
        </p:nvSpPr>
        <p:spPr>
          <a:xfrm>
            <a:off x="5181600" y="170688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Chat and memory</a:t>
            </a:r>
          </a:p>
          <a:p>
            <a:pPr algn="ctr">
              <a:buNone/>
            </a:pPr>
            <a:r>
              <a:rPr lang="en-US" sz="100">
                <a:effectLst/>
              </a:rPr>
              <a:t> </a:t>
            </a:r>
            <a:endParaRPr lang="en-US"/>
          </a:p>
        </p:txBody>
      </p:sp>
      <p:sp>
        <p:nvSpPr>
          <p:cNvPr id="20385" name="Call Retries">
            <a:extLst>
              <a:ext uri="{FF2B5EF4-FFF2-40B4-BE49-F238E27FC236}">
                <a16:creationId xmlns:a16="http://schemas.microsoft.com/office/drawing/2014/main" id="{6D635E4C-1A69-E476-3FB6-563A4A692FF1}"/>
              </a:ext>
            </a:extLst>
          </p:cNvPr>
          <p:cNvSpPr/>
          <p:nvPr/>
        </p:nvSpPr>
        <p:spPr>
          <a:xfrm>
            <a:off x="5181600" y="248412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Retries</a:t>
            </a:r>
          </a:p>
          <a:p>
            <a:pPr algn="ctr">
              <a:buNone/>
            </a:pPr>
            <a:r>
              <a:rPr lang="en-US" sz="100">
                <a:effectLst/>
              </a:rPr>
              <a:t> </a:t>
            </a:r>
            <a:endParaRPr lang="en-US"/>
          </a:p>
        </p:txBody>
      </p:sp>
      <p:sp>
        <p:nvSpPr>
          <p:cNvPr id="20395" name="Call Additional model paths">
            <a:extLst>
              <a:ext uri="{FF2B5EF4-FFF2-40B4-BE49-F238E27FC236}">
                <a16:creationId xmlns:a16="http://schemas.microsoft.com/office/drawing/2014/main" id="{0189F84D-86F7-9116-9F00-634E87A02B97}"/>
              </a:ext>
            </a:extLst>
          </p:cNvPr>
          <p:cNvSpPr/>
          <p:nvPr/>
        </p:nvSpPr>
        <p:spPr>
          <a:xfrm>
            <a:off x="5181600" y="326136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Additional model paths</a:t>
            </a:r>
          </a:p>
          <a:p>
            <a:pPr algn="ctr">
              <a:buNone/>
            </a:pPr>
            <a:r>
              <a:rPr lang="en-US" sz="100">
                <a:effectLst/>
              </a:rPr>
              <a:t> </a:t>
            </a:r>
            <a:endParaRPr lang="en-US"/>
          </a:p>
        </p:txBody>
      </p:sp>
      <p:sp>
        <p:nvSpPr>
          <p:cNvPr id="20406" name="Fan-out stub">
            <a:extLst>
              <a:ext uri="{FF2B5EF4-FFF2-40B4-BE49-F238E27FC236}">
                <a16:creationId xmlns:a16="http://schemas.microsoft.com/office/drawing/2014/main" id="{542C5EEC-DF85-7E12-B21A-C7594ADA882B}"/>
              </a:ext>
            </a:extLst>
          </p:cNvPr>
          <p:cNvSpPr/>
          <p:nvPr/>
        </p:nvSpPr>
        <p:spPr>
          <a:xfrm>
            <a:off x="4617720" y="2771775"/>
            <a:ext cx="238125" cy="1905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18" name="Fan-out bus">
            <a:extLst>
              <a:ext uri="{FF2B5EF4-FFF2-40B4-BE49-F238E27FC236}">
                <a16:creationId xmlns:a16="http://schemas.microsoft.com/office/drawing/2014/main" id="{3BF7C216-2057-76C1-9EE5-CE6BC70BBF02}"/>
              </a:ext>
            </a:extLst>
          </p:cNvPr>
          <p:cNvSpPr/>
          <p:nvPr/>
        </p:nvSpPr>
        <p:spPr>
          <a:xfrm>
            <a:off x="4836795" y="2004060"/>
            <a:ext cx="19050" cy="155448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31" name="Call arrow 1">
            <a:extLst>
              <a:ext uri="{FF2B5EF4-FFF2-40B4-BE49-F238E27FC236}">
                <a16:creationId xmlns:a16="http://schemas.microsoft.com/office/drawing/2014/main" id="{05439939-6278-FFFB-66BA-F8484185EA15}"/>
              </a:ext>
            </a:extLst>
          </p:cNvPr>
          <p:cNvSpPr/>
          <p:nvPr/>
        </p:nvSpPr>
        <p:spPr>
          <a:xfrm>
            <a:off x="4846320" y="188976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45" name="Call arrow 2">
            <a:extLst>
              <a:ext uri="{FF2B5EF4-FFF2-40B4-BE49-F238E27FC236}">
                <a16:creationId xmlns:a16="http://schemas.microsoft.com/office/drawing/2014/main" id="{B08E89D1-92DE-9AA7-F006-5B0D5DC636AA}"/>
              </a:ext>
            </a:extLst>
          </p:cNvPr>
          <p:cNvSpPr/>
          <p:nvPr/>
        </p:nvSpPr>
        <p:spPr>
          <a:xfrm>
            <a:off x="4846320" y="266700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60" name="Call arrow 3">
            <a:extLst>
              <a:ext uri="{FF2B5EF4-FFF2-40B4-BE49-F238E27FC236}">
                <a16:creationId xmlns:a16="http://schemas.microsoft.com/office/drawing/2014/main" id="{5AE83717-F345-0F8B-4AF4-0362E7C07332}"/>
              </a:ext>
            </a:extLst>
          </p:cNvPr>
          <p:cNvSpPr/>
          <p:nvPr/>
        </p:nvSpPr>
        <p:spPr>
          <a:xfrm>
            <a:off x="4846320" y="344424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76" name="Statement 3">
            <a:extLst>
              <a:ext uri="{FF2B5EF4-FFF2-40B4-BE49-F238E27FC236}">
                <a16:creationId xmlns:a16="http://schemas.microsoft.com/office/drawing/2014/main" id="{3453274B-E1CC-98E2-F011-E40B86A3AE82}"/>
              </a:ext>
            </a:extLst>
          </p:cNvPr>
          <p:cNvSpPr/>
          <p:nvPr/>
        </p:nvSpPr>
        <p:spPr>
          <a:xfrm>
            <a:off x="7879080" y="1691640"/>
            <a:ext cx="361188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7A4B00"/>
                </a:solidFill>
                <a:effectLst/>
                <a:latin typeface="Arial" panose="020B0604020202020204" pitchFamily="34" charset="0"/>
              </a:rPr>
              <a:t>Per-request call and depth
limits are designed and
next to run</a:t>
            </a:r>
            <a:endParaRPr lang="en-US"/>
          </a:p>
        </p:txBody>
      </p:sp>
      <p:sp>
        <p:nvSpPr>
          <p:cNvPr id="20493" name="Bound pill">
            <a:extLst>
              <a:ext uri="{FF2B5EF4-FFF2-40B4-BE49-F238E27FC236}">
                <a16:creationId xmlns:a16="http://schemas.microsoft.com/office/drawing/2014/main" id="{3D8DA844-3DBE-ED5F-42DD-37640EAA59C2}"/>
              </a:ext>
            </a:extLst>
          </p:cNvPr>
          <p:cNvSpPr/>
          <p:nvPr/>
        </p:nvSpPr>
        <p:spPr>
          <a:xfrm>
            <a:off x="7970520" y="2697480"/>
            <a:ext cx="199339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a:t>
            </a:r>
            <a:endParaRPr lang="en-US"/>
          </a:p>
        </p:txBody>
      </p:sp>
      <p:sp>
        <p:nvSpPr>
          <p:cNvPr id="20511" name="AC-109 note">
            <a:extLst>
              <a:ext uri="{FF2B5EF4-FFF2-40B4-BE49-F238E27FC236}">
                <a16:creationId xmlns:a16="http://schemas.microsoft.com/office/drawing/2014/main" id="{349BC516-00F6-6B22-EE1D-92C023885882}"/>
              </a:ext>
            </a:extLst>
          </p:cNvPr>
          <p:cNvSpPr/>
          <p:nvPr/>
        </p:nvSpPr>
        <p:spPr>
          <a:xfrm>
            <a:off x="7879080" y="3108960"/>
            <a:ext cx="36118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AC-109 is the acceptance test that proves it in the pilot.</a:t>
            </a:r>
            <a:endParaRPr lang="en-US"/>
          </a:p>
        </p:txBody>
      </p:sp>
      <p:sp>
        <p:nvSpPr>
          <p:cNvPr id="20530" name="Existing authority">
            <a:extLst>
              <a:ext uri="{FF2B5EF4-FFF2-40B4-BE49-F238E27FC236}">
                <a16:creationId xmlns:a16="http://schemas.microsoft.com/office/drawing/2014/main" id="{A481AC72-B4FF-9E7E-A112-B1DDD27A13D5}"/>
              </a:ext>
            </a:extLst>
          </p:cNvPr>
          <p:cNvSpPr/>
          <p:nvPr/>
        </p:nvSpPr>
        <p:spPr>
          <a:xfrm>
            <a:off x="548640" y="4191000"/>
            <a:ext cx="5433060" cy="1463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50" name="Proposed controls card">
            <a:extLst>
              <a:ext uri="{FF2B5EF4-FFF2-40B4-BE49-F238E27FC236}">
                <a16:creationId xmlns:a16="http://schemas.microsoft.com/office/drawing/2014/main" id="{5704C8BA-721E-DE5E-72BB-7AED36F5EB0C}"/>
              </a:ext>
            </a:extLst>
          </p:cNvPr>
          <p:cNvSpPr/>
          <p:nvPr/>
        </p:nvSpPr>
        <p:spPr>
          <a:xfrm>
            <a:off x="6210300" y="4191000"/>
            <a:ext cx="5433060" cy="14630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71" name="Statement 2">
            <a:extLst>
              <a:ext uri="{FF2B5EF4-FFF2-40B4-BE49-F238E27FC236}">
                <a16:creationId xmlns:a16="http://schemas.microsoft.com/office/drawing/2014/main" id="{4F90F14E-83F3-4696-ADA9-52505F82354F}"/>
              </a:ext>
            </a:extLst>
          </p:cNvPr>
          <p:cNvSpPr/>
          <p:nvPr/>
        </p:nvSpPr>
        <p:spPr>
          <a:xfrm>
            <a:off x="563880" y="42976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Existing bounded authority expires and exhausts</a:t>
            </a:r>
          </a:p>
          <a:p>
            <a:pPr algn="l">
              <a:buNone/>
            </a:pPr>
            <a:r>
              <a:rPr lang="en-US" sz="100">
                <a:effectLst/>
              </a:rPr>
              <a:t> </a:t>
            </a:r>
            <a:endParaRPr lang="en-US"/>
          </a:p>
        </p:txBody>
      </p:sp>
      <p:sp>
        <p:nvSpPr>
          <p:cNvPr id="20616" name="Controls pill">
            <a:extLst>
              <a:ext uri="{FF2B5EF4-FFF2-40B4-BE49-F238E27FC236}">
                <a16:creationId xmlns:a16="http://schemas.microsoft.com/office/drawing/2014/main" id="{BF534471-1B70-EA3F-7541-9F227EF3F426}"/>
              </a:ext>
            </a:extLst>
          </p:cNvPr>
          <p:cNvSpPr/>
          <p:nvPr/>
        </p:nvSpPr>
        <p:spPr>
          <a:xfrm>
            <a:off x="6316980" y="4297680"/>
            <a:ext cx="199339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a:t>
            </a:r>
            <a:endParaRPr lang="en-US"/>
          </a:p>
        </p:txBody>
      </p:sp>
      <p:sp>
        <p:nvSpPr>
          <p:cNvPr id="20640" name="Proposed controls">
            <a:extLst>
              <a:ext uri="{FF2B5EF4-FFF2-40B4-BE49-F238E27FC236}">
                <a16:creationId xmlns:a16="http://schemas.microsoft.com/office/drawing/2014/main" id="{68435B59-7996-BC2D-1BD6-F9BF9317FCA9}"/>
              </a:ext>
            </a:extLst>
          </p:cNvPr>
          <p:cNvSpPr/>
          <p:nvPr/>
        </p:nvSpPr>
        <p:spPr>
          <a:xfrm>
            <a:off x="6225540" y="4709160"/>
            <a:ext cx="54025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Complete per-call metering, request attribution, task and period money budgets, and a workflow-only stop</a:t>
            </a:r>
          </a:p>
          <a:p>
            <a:pPr algn="l">
              <a:buNone/>
            </a:pPr>
            <a:r>
              <a:rPr lang="en-US" sz="100">
                <a:effectLst/>
              </a:rPr>
              <a:t> </a:t>
            </a:r>
            <a:endParaRPr lang="en-US"/>
          </a:p>
        </p:txBody>
      </p:sp>
      <p:sp>
        <p:nvSpPr>
          <p:cNvPr id="20665" name="Legend">
            <a:extLst>
              <a:ext uri="{FF2B5EF4-FFF2-40B4-BE49-F238E27FC236}">
                <a16:creationId xmlns:a16="http://schemas.microsoft.com/office/drawing/2014/main" id="{5EFAE9E9-2493-E122-D313-DA03A6656261}"/>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Amber box with outline = designed bound, next milestone · Purple = bounded model call · Green = existing workflow and authority</a:t>
            </a:r>
            <a:endParaRPr lang="en-US"/>
          </a:p>
        </p:txBody>
      </p:sp>
      <p:sp>
        <p:nvSpPr>
          <p:cNvPr id="21687" name="Existing detail">
            <a:extLst>
              <a:ext uri="{FF2B5EF4-FFF2-40B4-BE49-F238E27FC236}">
                <a16:creationId xmlns:a16="http://schemas.microsoft.com/office/drawing/2014/main" id="{11F9F6B1-929E-0AE5-6DA1-D5D5D9618710}"/>
              </a:ext>
            </a:extLst>
          </p:cNvPr>
          <p:cNvSpPr/>
          <p:nvPr/>
        </p:nvSpPr>
        <p:spPr>
          <a:xfrm>
            <a:off x="563880" y="4968240"/>
            <a:ext cx="54025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tokens and expiry per authority
Money caps come next</a:t>
            </a:r>
            <a:endParaRPr lang="en-US"/>
          </a:p>
        </p:txBody>
      </p:sp>
      <p:sp>
        <p:nvSpPr>
          <p:cNvPr id="2" name="Appendix topic destination">
            <a:hlinkClick r:id="rId4" action="ppaction://hlinksldjump"/>
            <a:extLst>
              <a:ext uri="{FF2B5EF4-FFF2-40B4-BE49-F238E27FC236}">
                <a16:creationId xmlns:a16="http://schemas.microsoft.com/office/drawing/2014/main" id="{CF29B61E-7CE2-FBA2-2B2D-A4430EE5D378}"/>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39329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106</TotalTime>
  <Words>35126</Words>
  <Application>Microsoft Office PowerPoint</Application>
  <PresentationFormat>Widescreen</PresentationFormat>
  <Paragraphs>2672</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Juan Manuel Servera Bondroit</cp:lastModifiedBy>
  <cp:revision>7</cp:revision>
  <dcterms:created xsi:type="dcterms:W3CDTF">2026-10-23T08:48:25Z</dcterms:created>
  <dcterms:modified xsi:type="dcterms:W3CDTF">2026-10-28T17:09:06Z</dcterms:modified>
  <cp:category/>
</cp:coreProperties>
</file>