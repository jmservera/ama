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6"/>
  </p:notesMasterIdLst>
  <p:sldIdLst>
    <p:sldId id="10492" r:id="rId2"/>
    <p:sldId id="10694" r:id="rId3"/>
    <p:sldId id="10897" r:id="rId4"/>
    <p:sldId id="11101" r:id="rId5"/>
    <p:sldId id="11306" r:id="rId6"/>
    <p:sldId id="11512" r:id="rId7"/>
    <p:sldId id="11719" r:id="rId8"/>
    <p:sldId id="11927" r:id="rId9"/>
    <p:sldId id="12136" r:id="rId10"/>
    <p:sldId id="12346" r:id="rId11"/>
    <p:sldId id="12557" r:id="rId12"/>
    <p:sldId id="12769" r:id="rId13"/>
    <p:sldId id="12982" r:id="rId14"/>
    <p:sldId id="13196" r:id="rId15"/>
    <p:sldId id="13411" r:id="rId16"/>
    <p:sldId id="13627" r:id="rId17"/>
    <p:sldId id="13844" r:id="rId18"/>
    <p:sldId id="14062" r:id="rId19"/>
    <p:sldId id="14281" r:id="rId20"/>
    <p:sldId id="14501" r:id="rId21"/>
    <p:sldId id="14722" r:id="rId22"/>
    <p:sldId id="14944" r:id="rId23"/>
    <p:sldId id="15167" r:id="rId24"/>
    <p:sldId id="15391" r:id="rId25"/>
    <p:sldId id="15616" r:id="rId26"/>
    <p:sldId id="15842" r:id="rId27"/>
    <p:sldId id="4027" r:id="rId28"/>
    <p:sldId id="4246" r:id="rId29"/>
    <p:sldId id="4466" r:id="rId30"/>
    <p:sldId id="4687" r:id="rId31"/>
    <p:sldId id="4909" r:id="rId32"/>
    <p:sldId id="5132" r:id="rId33"/>
    <p:sldId id="5356" r:id="rId34"/>
    <p:sldId id="5581" r:id="rId35"/>
    <p:sldId id="5807" r:id="rId36"/>
    <p:sldId id="6034" r:id="rId37"/>
    <p:sldId id="6262" r:id="rId38"/>
    <p:sldId id="6491" r:id="rId39"/>
    <p:sldId id="6721" r:id="rId40"/>
    <p:sldId id="6952" r:id="rId41"/>
    <p:sldId id="7184" r:id="rId42"/>
    <p:sldId id="7417" r:id="rId43"/>
    <p:sldId id="7651" r:id="rId44"/>
    <p:sldId id="7886" r:id="rId45"/>
    <p:sldId id="8122" r:id="rId46"/>
    <p:sldId id="8359" r:id="rId47"/>
    <p:sldId id="8597" r:id="rId48"/>
    <p:sldId id="8836" r:id="rId49"/>
    <p:sldId id="9076" r:id="rId50"/>
    <p:sldId id="9317" r:id="rId51"/>
    <p:sldId id="9559" r:id="rId52"/>
    <p:sldId id="9802" r:id="rId53"/>
    <p:sldId id="10046" r:id="rId54"/>
    <p:sldId id="10291" r:id="rId5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1 · The challenge" id="{F67F4141-F274-46F9-A019-4D82CD054829}">
          <p14:sldIdLst>
            <p14:sldId id="10492"/>
            <p14:sldId id="10694"/>
            <p14:sldId id="10897"/>
            <p14:sldId id="11101"/>
            <p14:sldId id="11306"/>
            <p14:sldId id="11512"/>
          </p14:sldIdLst>
        </p14:section>
        <p14:section name="2 · Discovery" id="{46B8DCB7-0FD9-40A9-AA17-C7C99AFA211E}">
          <p14:sldIdLst>
            <p14:sldId id="11719"/>
            <p14:sldId id="11927"/>
            <p14:sldId id="12136"/>
            <p14:sldId id="12346"/>
            <p14:sldId id="12557"/>
          </p14:sldIdLst>
        </p14:section>
        <p14:section name="3 · The product" id="{FD417F53-B7A7-412E-A0E0-5F6B42EE00E0}">
          <p14:sldIdLst>
            <p14:sldId id="12769"/>
            <p14:sldId id="12982"/>
            <p14:sldId id="13196"/>
            <p14:sldId id="13411"/>
            <p14:sldId id="13627"/>
          </p14:sldIdLst>
        </p14:section>
        <p14:section name="4 · Built to be trusted" id="{CEA25C7C-BFDE-4FC1-A8DC-BA16FE3407A7}">
          <p14:sldIdLst>
            <p14:sldId id="13844"/>
            <p14:sldId id="14062"/>
            <p14:sldId id="14281"/>
            <p14:sldId id="14501"/>
            <p14:sldId id="14722"/>
          </p14:sldIdLst>
        </p14:section>
        <p14:section name="5 · The plan" id="{06212E03-1F00-4DB8-B7B6-229DB49977A2}">
          <p14:sldIdLst>
            <p14:sldId id="14944"/>
            <p14:sldId id="15167"/>
            <p14:sldId id="15391"/>
            <p14:sldId id="15616"/>
            <p14:sldId id="15842"/>
          </p14:sldIdLst>
        </p14:section>
        <p14:section name="Appendix · questions and answers" id="{14A48CD0-EF74-4740-AA21-D2B36D1E320D}">
          <p14:sldIdLst>
            <p14:sldId id="4027"/>
            <p14:sldId id="4246"/>
            <p14:sldId id="4466"/>
            <p14:sldId id="4687"/>
            <p14:sldId id="4909"/>
            <p14:sldId id="5132"/>
            <p14:sldId id="5356"/>
            <p14:sldId id="5581"/>
            <p14:sldId id="5807"/>
            <p14:sldId id="6034"/>
            <p14:sldId id="6262"/>
            <p14:sldId id="6491"/>
            <p14:sldId id="6721"/>
            <p14:sldId id="6952"/>
            <p14:sldId id="7184"/>
            <p14:sldId id="7417"/>
            <p14:sldId id="7651"/>
            <p14:sldId id="7886"/>
            <p14:sldId id="8122"/>
            <p14:sldId id="8359"/>
            <p14:sldId id="8597"/>
            <p14:sldId id="8836"/>
            <p14:sldId id="9076"/>
            <p14:sldId id="9317"/>
            <p14:sldId id="9559"/>
            <p14:sldId id="9802"/>
            <p14:sldId id="10046"/>
            <p14:sldId id="10291"/>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E0402AF-1A04-4AD8-BFCB-786A163939CF}" v="4" dt="2026-10-23T08:50:37.383"/>
    <p1510:client id="{38CB355D-D7EB-414A-93F3-BD679034D68A}" v="6" dt="2026-10-23T10:23:26.822"/>
    <p1510:client id="{57FA6384-6D64-4017-8C8D-103F9B22F9B7}" v="62" dt="2026-10-23T13:09:16.546"/>
    <p1510:client id="{6E8403B9-C474-4B99-9353-4E0EB3CC5CF0}" v="37" dt="2026-10-23T10:01:21.428"/>
    <p1510:client id="{7C8CBF58-93CC-48F6-8D10-D971BE5D9D8A}" v="6" dt="2026-10-23T12:09:29.655"/>
    <p1510:client id="{81618E40-B03A-458A-B64D-91834375107D}" v="3" dt="2026-10-23T11:45:20.261"/>
    <p1510:client id="{893967E1-42B7-4834-B38B-621C2FDF2144}" v="12" dt="2026-10-23T10:10:10.283"/>
    <p1510:client id="{C1FEDA2A-2542-455C-98A6-9A4DB1C4364D}" v="9" dt="2026-10-23T09:15:14.195"/>
    <p1510:client id="{F214C2A1-A5A2-4CF4-98D2-8389168FE22F}" v="31" dt="2026-10-23T13:36:11.10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52" d="100"/>
          <a:sy n="152" d="100"/>
        </p:scale>
        <p:origin x="604" y="96"/>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viewProps" Target="viewProps.xml"/><Relationship Id="rId5" Type="http://schemas.openxmlformats.org/officeDocument/2006/relationships/slide" Target="slides/slide4.xml"/><Relationship Id="rId61" Type="http://schemas.microsoft.com/office/2016/11/relationships/changesInfo" Target="changesInfos/changesInfo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clId="Web-{C1FEDA2A-2542-455C-98A6-9A4DB1C4364D}"/>
    <pc:docChg chg="modSld">
      <pc:chgData name="" userId="" providerId="" clId="Web-{C1FEDA2A-2542-455C-98A6-9A4DB1C4364D}" dt="2026-10-23T09:15:14.195" v="15" actId="34807"/>
      <pc:docMkLst>
        <pc:docMk/>
      </pc:docMkLst>
      <pc:sldChg chg="addSp delSp modSp">
        <pc:chgData name="" userId="" providerId="" clId="Web-{C1FEDA2A-2542-455C-98A6-9A4DB1C4364D}" dt="2026-10-23T09:15:14.195" v="15" actId="34807"/>
        <pc:sldMkLst>
          <pc:docMk/>
          <pc:sldMk cId="2946708342" sldId="457"/>
        </pc:sldMkLst>
        <pc:spChg chg="add mod">
          <ac:chgData name="" userId="" providerId="" clId="Web-{C1FEDA2A-2542-455C-98A6-9A4DB1C4364D}" dt="2026-10-23T09:09:08.393" v="0" actId="34807"/>
          <ac:spMkLst>
            <pc:docMk/>
            <pc:sldMk cId="2946708342" sldId="457"/>
            <ac:spMk id="11838" creationId="{BF5EF0E9-F0D0-6398-D320-F1072BC5166F}"/>
          </ac:spMkLst>
        </pc:spChg>
        <pc:spChg chg="add del mod">
          <ac:chgData name="" userId="" providerId="" clId="Web-{C1FEDA2A-2542-455C-98A6-9A4DB1C4364D}" dt="2026-10-23T09:15:12.757" v="14" actId="34807"/>
          <ac:spMkLst>
            <pc:docMk/>
            <pc:sldMk cId="2946708342" sldId="457"/>
            <ac:spMk id="11840" creationId="{06507BCE-9E25-CBC9-B0FE-CE6085D9685C}"/>
          </ac:spMkLst>
        </pc:spChg>
        <pc:spChg chg="add mod">
          <ac:chgData name="" userId="" providerId="" clId="Web-{C1FEDA2A-2542-455C-98A6-9A4DB1C4364D}" dt="2026-10-23T09:09:08.393" v="0" actId="34807"/>
          <ac:spMkLst>
            <pc:docMk/>
            <pc:sldMk cId="2946708342" sldId="457"/>
            <ac:spMk id="11852" creationId="{14353E60-95E0-D2D9-52B4-B02364012F85}"/>
          </ac:spMkLst>
        </pc:spChg>
        <pc:spChg chg="add mod">
          <ac:chgData name="" userId="" providerId="" clId="Web-{C1FEDA2A-2542-455C-98A6-9A4DB1C4364D}" dt="2026-10-23T09:15:12.757" v="14" actId="34807"/>
          <ac:spMkLst>
            <pc:docMk/>
            <pc:sldMk cId="2946708342" sldId="457"/>
            <ac:spMk id="11858" creationId="{2171E829-8094-92DA-C863-1B15A1312A2C}"/>
          </ac:spMkLst>
        </pc:spChg>
        <pc:spChg chg="add del mod">
          <ac:chgData name="" userId="" providerId="" clId="Web-{C1FEDA2A-2542-455C-98A6-9A4DB1C4364D}" dt="2026-10-23T09:15:12.757" v="14" actId="34807"/>
          <ac:spMkLst>
            <pc:docMk/>
            <pc:sldMk cId="2946708342" sldId="457"/>
            <ac:spMk id="11873" creationId="{B88E8394-B2E5-253D-103A-5CBBE960B1C7}"/>
          </ac:spMkLst>
        </pc:spChg>
        <pc:spChg chg="add mod">
          <ac:chgData name="" userId="" providerId="" clId="Web-{C1FEDA2A-2542-455C-98A6-9A4DB1C4364D}" dt="2026-10-23T09:09:08.393" v="0" actId="34807"/>
          <ac:spMkLst>
            <pc:docMk/>
            <pc:sldMk cId="2946708342" sldId="457"/>
            <ac:spMk id="11892" creationId="{BA6A8286-DA5F-37DE-77B0-CAEA61A254E1}"/>
          </ac:spMkLst>
        </pc:spChg>
        <pc:spChg chg="add mod">
          <ac:chgData name="" userId="" providerId="" clId="Web-{C1FEDA2A-2542-455C-98A6-9A4DB1C4364D}" dt="2026-10-23T09:09:08.393" v="0" actId="34807"/>
          <ac:spMkLst>
            <pc:docMk/>
            <pc:sldMk cId="2946708342" sldId="457"/>
            <ac:spMk id="11928" creationId="{B3B1BAB7-657E-BAFB-74A0-36B5ABFE4A51}"/>
          </ac:spMkLst>
        </pc:spChg>
        <pc:spChg chg="mod">
          <ac:chgData name="" userId="" providerId="" clId="Web-{C1FEDA2A-2542-455C-98A6-9A4DB1C4364D}" dt="2026-10-23T09:15:12.757" v="14" actId="34807"/>
          <ac:spMkLst>
            <pc:docMk/>
            <pc:sldMk cId="2946708342" sldId="457"/>
            <ac:spMk id="11942" creationId="{11B3C6CB-46B1-23AF-84A4-3D5AE132BD75}"/>
          </ac:spMkLst>
        </pc:spChg>
        <pc:spChg chg="add mod">
          <ac:chgData name="" userId="" providerId="" clId="Web-{C1FEDA2A-2542-455C-98A6-9A4DB1C4364D}" dt="2026-10-23T09:09:08.393" v="0" actId="34807"/>
          <ac:spMkLst>
            <pc:docMk/>
            <pc:sldMk cId="2946708342" sldId="457"/>
            <ac:spMk id="11957" creationId="{7A5F685E-AE89-FD36-FD8B-2D155D4F5E73}"/>
          </ac:spMkLst>
        </pc:spChg>
        <pc:spChg chg="add del mod">
          <ac:chgData name="" userId="" providerId="" clId="Web-{C1FEDA2A-2542-455C-98A6-9A4DB1C4364D}" dt="2026-10-23T09:15:12.757" v="14" actId="34807"/>
          <ac:spMkLst>
            <pc:docMk/>
            <pc:sldMk cId="2946708342" sldId="457"/>
            <ac:spMk id="11973" creationId="{59EEB288-88EF-92B7-FF33-89FC4E936211}"/>
          </ac:spMkLst>
        </pc:spChg>
        <pc:spChg chg="add mod">
          <ac:chgData name="" userId="" providerId="" clId="Web-{C1FEDA2A-2542-455C-98A6-9A4DB1C4364D}" dt="2026-10-23T09:09:09.331" v="1" actId="34807"/>
          <ac:spMkLst>
            <pc:docMk/>
            <pc:sldMk cId="2946708342" sldId="457"/>
            <ac:spMk id="12008" creationId="{E5D54309-D5A6-ACF9-605C-873F7895E6F3}"/>
          </ac:spMkLst>
        </pc:spChg>
        <pc:spChg chg="add mod">
          <ac:chgData name="" userId="" providerId="" clId="Web-{C1FEDA2A-2542-455C-98A6-9A4DB1C4364D}" dt="2026-10-23T09:15:14.195" v="15" actId="34807"/>
          <ac:spMkLst>
            <pc:docMk/>
            <pc:sldMk cId="2946708342" sldId="457"/>
            <ac:spMk id="16191" creationId="{3692CF24-750A-9598-A198-833959EEF989}"/>
          </ac:spMkLst>
        </pc:spChg>
        <pc:spChg chg="add mod">
          <ac:chgData name="" userId="" providerId="" clId="Web-{C1FEDA2A-2542-455C-98A6-9A4DB1C4364D}" dt="2026-10-23T09:15:14.195" v="15" actId="34807"/>
          <ac:spMkLst>
            <pc:docMk/>
            <pc:sldMk cId="2946708342" sldId="457"/>
            <ac:spMk id="16193" creationId="{5EE29A9B-51B9-EB65-34DA-53963EC01F52}"/>
          </ac:spMkLst>
        </pc:spChg>
        <pc:spChg chg="add mod">
          <ac:chgData name="" userId="" providerId="" clId="Web-{C1FEDA2A-2542-455C-98A6-9A4DB1C4364D}" dt="2026-10-23T09:15:14.195" v="15" actId="34807"/>
          <ac:spMkLst>
            <pc:docMk/>
            <pc:sldMk cId="2946708342" sldId="457"/>
            <ac:spMk id="16196" creationId="{1A438682-60CC-AFD6-98B0-1E77B79BFC7F}"/>
          </ac:spMkLst>
        </pc:spChg>
      </pc:sldChg>
      <pc:sldChg chg="addSp delSp modSp">
        <pc:chgData name="" userId="" providerId="" clId="Web-{C1FEDA2A-2542-455C-98A6-9A4DB1C4364D}" dt="2026-10-23T09:15:14.195" v="15" actId="34807"/>
        <pc:sldMkLst>
          <pc:docMk/>
          <pc:sldMk cId="3281521090" sldId="659"/>
        </pc:sldMkLst>
        <pc:spChg chg="add mod">
          <ac:chgData name="" userId="" providerId="" clId="Web-{C1FEDA2A-2542-455C-98A6-9A4DB1C4364D}" dt="2026-10-23T09:09:08.393" v="0" actId="34807"/>
          <ac:spMkLst>
            <pc:docMk/>
            <pc:sldMk cId="3281521090" sldId="659"/>
            <ac:spMk id="12047" creationId="{D479BED8-121C-C846-6D8F-CE2402C1CBB5}"/>
          </ac:spMkLst>
        </pc:spChg>
        <pc:spChg chg="add mod">
          <ac:chgData name="" userId="" providerId="" clId="Web-{C1FEDA2A-2542-455C-98A6-9A4DB1C4364D}" dt="2026-10-23T09:09:08.393" v="0" actId="34807"/>
          <ac:spMkLst>
            <pc:docMk/>
            <pc:sldMk cId="3281521090" sldId="659"/>
            <ac:spMk id="12090" creationId="{28125420-1AC5-9DCC-0480-B78D7CBA1F38}"/>
          </ac:spMkLst>
        </pc:spChg>
        <pc:spChg chg="add mod">
          <ac:chgData name="" userId="" providerId="" clId="Web-{C1FEDA2A-2542-455C-98A6-9A4DB1C4364D}" dt="2026-10-23T09:09:08.393" v="0" actId="34807"/>
          <ac:spMkLst>
            <pc:docMk/>
            <pc:sldMk cId="3281521090" sldId="659"/>
            <ac:spMk id="12188" creationId="{54A2650D-0C9D-E32D-93CB-2571B2AFC4F2}"/>
          </ac:spMkLst>
        </pc:spChg>
        <pc:spChg chg="add mod">
          <ac:chgData name="" userId="" providerId="" clId="Web-{C1FEDA2A-2542-455C-98A6-9A4DB1C4364D}" dt="2026-10-23T09:09:08.393" v="0" actId="34807"/>
          <ac:spMkLst>
            <pc:docMk/>
            <pc:sldMk cId="3281521090" sldId="659"/>
            <ac:spMk id="12215" creationId="{BC7C98F2-F750-0049-A2DA-53BBC835C5E4}"/>
          </ac:spMkLst>
        </pc:spChg>
        <pc:spChg chg="add del mod">
          <ac:chgData name="" userId="" providerId="" clId="Web-{C1FEDA2A-2542-455C-98A6-9A4DB1C4364D}" dt="2026-10-23T09:15:12.757" v="14" actId="34807"/>
          <ac:spMkLst>
            <pc:docMk/>
            <pc:sldMk cId="3281521090" sldId="659"/>
            <ac:spMk id="12243" creationId="{CCA3C755-46B3-27C5-90F8-2C558B158BB2}"/>
          </ac:spMkLst>
        </pc:spChg>
        <pc:spChg chg="add del mod">
          <ac:chgData name="" userId="" providerId="" clId="Web-{C1FEDA2A-2542-455C-98A6-9A4DB1C4364D}" dt="2026-10-23T09:15:12.757" v="14" actId="34807"/>
          <ac:spMkLst>
            <pc:docMk/>
            <pc:sldMk cId="3281521090" sldId="659"/>
            <ac:spMk id="12272" creationId="{69F05D38-57C7-1C18-B9AA-B0C4B7B29BF4}"/>
          </ac:spMkLst>
        </pc:spChg>
        <pc:spChg chg="add del mod">
          <ac:chgData name="" userId="" providerId="" clId="Web-{C1FEDA2A-2542-455C-98A6-9A4DB1C4364D}" dt="2026-10-23T09:15:12.757" v="14" actId="34807"/>
          <ac:spMkLst>
            <pc:docMk/>
            <pc:sldMk cId="3281521090" sldId="659"/>
            <ac:spMk id="12302" creationId="{720812FB-3D85-A969-8402-03367B73F87C}"/>
          </ac:spMkLst>
        </pc:spChg>
        <pc:spChg chg="del mod">
          <ac:chgData name="" userId="" providerId="" clId="Web-{C1FEDA2A-2542-455C-98A6-9A4DB1C4364D}" dt="2026-10-23T09:15:12.757" v="14" actId="34807"/>
          <ac:spMkLst>
            <pc:docMk/>
            <pc:sldMk cId="3281521090" sldId="659"/>
            <ac:spMk id="12333" creationId="{A7917376-F0C8-EA46-3566-4F34E31CF289}"/>
          </ac:spMkLst>
        </pc:spChg>
        <pc:spChg chg="add del mod">
          <ac:chgData name="" userId="" providerId="" clId="Web-{C1FEDA2A-2542-455C-98A6-9A4DB1C4364D}" dt="2026-10-23T09:15:12.757" v="14" actId="34807"/>
          <ac:spMkLst>
            <pc:docMk/>
            <pc:sldMk cId="3281521090" sldId="659"/>
            <ac:spMk id="12365" creationId="{6C624AF8-377E-5A95-1767-2C3461ED9241}"/>
          </ac:spMkLst>
        </pc:spChg>
        <pc:spChg chg="add mod">
          <ac:chgData name="" userId="" providerId="" clId="Web-{C1FEDA2A-2542-455C-98A6-9A4DB1C4364D}" dt="2026-10-23T09:09:08.393" v="0" actId="34807"/>
          <ac:spMkLst>
            <pc:docMk/>
            <pc:sldMk cId="3281521090" sldId="659"/>
            <ac:spMk id="12617" creationId="{71CDBCAC-11B9-E830-0096-0476318325B2}"/>
          </ac:spMkLst>
        </pc:spChg>
        <pc:spChg chg="add mod">
          <ac:chgData name="" userId="" providerId="" clId="Web-{C1FEDA2A-2542-455C-98A6-9A4DB1C4364D}" dt="2026-10-23T09:09:08.393" v="0" actId="34807"/>
          <ac:spMkLst>
            <pc:docMk/>
            <pc:sldMk cId="3281521090" sldId="659"/>
            <ac:spMk id="12657" creationId="{D9CA449B-470E-7E6A-BD48-E461A2660563}"/>
          </ac:spMkLst>
        </pc:spChg>
        <pc:spChg chg="add mod">
          <ac:chgData name="" userId="" providerId="" clId="Web-{C1FEDA2A-2542-455C-98A6-9A4DB1C4364D}" dt="2026-10-23T09:15:14.195" v="15" actId="34807"/>
          <ac:spMkLst>
            <pc:docMk/>
            <pc:sldMk cId="3281521090" sldId="659"/>
            <ac:spMk id="16200" creationId="{F53C04ED-69DE-AB45-FFE1-9F4D900D272F}"/>
          </ac:spMkLst>
        </pc:spChg>
        <pc:spChg chg="add mod">
          <ac:chgData name="" userId="" providerId="" clId="Web-{C1FEDA2A-2542-455C-98A6-9A4DB1C4364D}" dt="2026-10-23T09:15:11.085" v="13" actId="34807"/>
          <ac:spMkLst>
            <pc:docMk/>
            <pc:sldMk cId="3281521090" sldId="659"/>
            <ac:spMk id="16205" creationId="{4BFA72C0-B0F9-72D0-0855-E1A84EBAD29D}"/>
          </ac:spMkLst>
        </pc:spChg>
        <pc:spChg chg="add mod">
          <ac:chgData name="" userId="" providerId="" clId="Web-{C1FEDA2A-2542-455C-98A6-9A4DB1C4364D}" dt="2026-10-23T09:15:11.085" v="13" actId="34807"/>
          <ac:spMkLst>
            <pc:docMk/>
            <pc:sldMk cId="3281521090" sldId="659"/>
            <ac:spMk id="16211" creationId="{3196A7AF-6B7F-E7F7-322E-E65C275EA654}"/>
          </ac:spMkLst>
        </pc:spChg>
        <pc:spChg chg="add mod">
          <ac:chgData name="" userId="" providerId="" clId="Web-{C1FEDA2A-2542-455C-98A6-9A4DB1C4364D}" dt="2026-10-23T09:15:14.195" v="15" actId="34807"/>
          <ac:spMkLst>
            <pc:docMk/>
            <pc:sldMk cId="3281521090" sldId="659"/>
            <ac:spMk id="16218" creationId="{8133D085-3473-E93E-8228-76BF7369781C}"/>
          </ac:spMkLst>
        </pc:spChg>
        <pc:spChg chg="add mod">
          <ac:chgData name="" userId="" providerId="" clId="Web-{C1FEDA2A-2542-455C-98A6-9A4DB1C4364D}" dt="2026-10-23T09:15:14.195" v="15" actId="34807"/>
          <ac:spMkLst>
            <pc:docMk/>
            <pc:sldMk cId="3281521090" sldId="659"/>
            <ac:spMk id="16226" creationId="{A10F22F2-FB7E-FB13-7A31-BA13A2C92E47}"/>
          </ac:spMkLst>
        </pc:spChg>
      </pc:sldChg>
      <pc:sldChg chg="addSp modSp">
        <pc:chgData name="" userId="" providerId="" clId="Web-{C1FEDA2A-2542-455C-98A6-9A4DB1C4364D}" dt="2026-10-23T09:09:17.957" v="4" actId="34807"/>
        <pc:sldMkLst>
          <pc:docMk/>
          <pc:sldMk cId="2238303342" sldId="862"/>
        </pc:sldMkLst>
        <pc:spChg chg="mod">
          <ac:chgData name="" userId="" providerId="" clId="Web-{C1FEDA2A-2542-455C-98A6-9A4DB1C4364D}" dt="2026-10-23T09:09:17.957" v="4" actId="34807"/>
          <ac:spMkLst>
            <pc:docMk/>
            <pc:sldMk cId="2238303342" sldId="862"/>
            <ac:spMk id="12660" creationId="{649FA15F-BDC1-E370-3E5C-E0CB235AA8C7}"/>
          </ac:spMkLst>
        </pc:spChg>
        <pc:spChg chg="add mod">
          <ac:chgData name="" userId="" providerId="" clId="Web-{C1FEDA2A-2542-455C-98A6-9A4DB1C4364D}" dt="2026-10-23T09:09:17.957" v="4" actId="34807"/>
          <ac:spMkLst>
            <pc:docMk/>
            <pc:sldMk cId="2238303342" sldId="862"/>
            <ac:spMk id="12667" creationId="{AAB518A8-0E64-B6B5-92CB-DF823CA585BD}"/>
          </ac:spMkLst>
        </pc:spChg>
        <pc:spChg chg="add mod">
          <ac:chgData name="" userId="" providerId="" clId="Web-{C1FEDA2A-2542-455C-98A6-9A4DB1C4364D}" dt="2026-10-23T09:09:16.348" v="2" actId="34807"/>
          <ac:spMkLst>
            <pc:docMk/>
            <pc:sldMk cId="2238303342" sldId="862"/>
            <ac:spMk id="12672" creationId="{877083D2-76E1-7E00-AE2B-43FB8B8A10B1}"/>
          </ac:spMkLst>
        </pc:spChg>
        <pc:spChg chg="add mod">
          <ac:chgData name="" userId="" providerId="" clId="Web-{C1FEDA2A-2542-455C-98A6-9A4DB1C4364D}" dt="2026-10-23T09:09:17.957" v="4" actId="34807"/>
          <ac:spMkLst>
            <pc:docMk/>
            <pc:sldMk cId="2238303342" sldId="862"/>
            <ac:spMk id="12685" creationId="{8B5B2F0A-6CD0-DA4F-C75A-4BF418F4602F}"/>
          </ac:spMkLst>
        </pc:spChg>
        <pc:spChg chg="add mod">
          <ac:chgData name="" userId="" providerId="" clId="Web-{C1FEDA2A-2542-455C-98A6-9A4DB1C4364D}" dt="2026-10-23T09:09:16.348" v="2" actId="34807"/>
          <ac:spMkLst>
            <pc:docMk/>
            <pc:sldMk cId="2238303342" sldId="862"/>
            <ac:spMk id="12693" creationId="{9FECB634-7263-F2A6-A2FE-90C0B53D7A04}"/>
          </ac:spMkLst>
        </pc:spChg>
        <pc:spChg chg="add mod">
          <ac:chgData name="" userId="" providerId="" clId="Web-{C1FEDA2A-2542-455C-98A6-9A4DB1C4364D}" dt="2026-10-23T09:09:16.348" v="2" actId="34807"/>
          <ac:spMkLst>
            <pc:docMk/>
            <pc:sldMk cId="2238303342" sldId="862"/>
            <ac:spMk id="12702" creationId="{B024ECC9-860D-9D16-9906-07E6AB814BDE}"/>
          </ac:spMkLst>
        </pc:spChg>
        <pc:spChg chg="add mod">
          <ac:chgData name="" userId="" providerId="" clId="Web-{C1FEDA2A-2542-455C-98A6-9A4DB1C4364D}" dt="2026-10-23T09:09:17.957" v="4" actId="34807"/>
          <ac:spMkLst>
            <pc:docMk/>
            <pc:sldMk cId="2238303342" sldId="862"/>
            <ac:spMk id="12712" creationId="{BB345F25-9845-D14F-75C6-FFDDAA4F4048}"/>
          </ac:spMkLst>
        </pc:spChg>
        <pc:spChg chg="add mod">
          <ac:chgData name="" userId="" providerId="" clId="Web-{C1FEDA2A-2542-455C-98A6-9A4DB1C4364D}" dt="2026-10-23T09:09:16.348" v="2" actId="34807"/>
          <ac:spMkLst>
            <pc:docMk/>
            <pc:sldMk cId="2238303342" sldId="862"/>
            <ac:spMk id="12723" creationId="{EE22D7CD-27A9-3942-CE67-3E658C886BD6}"/>
          </ac:spMkLst>
        </pc:spChg>
        <pc:spChg chg="add mod">
          <ac:chgData name="" userId="" providerId="" clId="Web-{C1FEDA2A-2542-455C-98A6-9A4DB1C4364D}" dt="2026-10-23T09:09:16.348" v="2" actId="34807"/>
          <ac:spMkLst>
            <pc:docMk/>
            <pc:sldMk cId="2238303342" sldId="862"/>
            <ac:spMk id="12735" creationId="{9AF46FBC-1DB3-D605-A777-09055FA0AE1B}"/>
          </ac:spMkLst>
        </pc:spChg>
        <pc:spChg chg="add mod">
          <ac:chgData name="" userId="" providerId="" clId="Web-{C1FEDA2A-2542-455C-98A6-9A4DB1C4364D}" dt="2026-10-23T09:09:17.957" v="4" actId="34807"/>
          <ac:spMkLst>
            <pc:docMk/>
            <pc:sldMk cId="2238303342" sldId="862"/>
            <ac:spMk id="12748" creationId="{C4CA3F9A-D476-1850-41AB-523ED9787A6E}"/>
          </ac:spMkLst>
        </pc:spChg>
        <pc:spChg chg="mod">
          <ac:chgData name="" userId="" providerId="" clId="Web-{C1FEDA2A-2542-455C-98A6-9A4DB1C4364D}" dt="2026-10-23T09:09:17.957" v="4" actId="34807"/>
          <ac:spMkLst>
            <pc:docMk/>
            <pc:sldMk cId="2238303342" sldId="862"/>
            <ac:spMk id="12762" creationId="{EDD600AE-C3E2-41F5-00CC-6EA06E039994}"/>
          </ac:spMkLst>
        </pc:spChg>
        <pc:spChg chg="add mod">
          <ac:chgData name="" userId="" providerId="" clId="Web-{C1FEDA2A-2542-455C-98A6-9A4DB1C4364D}" dt="2026-10-23T09:09:16.348" v="2" actId="34807"/>
          <ac:spMkLst>
            <pc:docMk/>
            <pc:sldMk cId="2238303342" sldId="862"/>
            <ac:spMk id="12793" creationId="{985A23A8-24BA-3BFC-D783-F54E7C0E9045}"/>
          </ac:spMkLst>
        </pc:spChg>
        <pc:spChg chg="mod">
          <ac:chgData name="" userId="" providerId="" clId="Web-{C1FEDA2A-2542-455C-98A6-9A4DB1C4364D}" dt="2026-10-23T09:09:17.957" v="4" actId="34807"/>
          <ac:spMkLst>
            <pc:docMk/>
            <pc:sldMk cId="2238303342" sldId="862"/>
            <ac:spMk id="12810" creationId="{B3DB8703-9D89-8AED-AB9C-E5578321E756}"/>
          </ac:spMkLst>
        </pc:spChg>
        <pc:picChg chg="add mod">
          <ac:chgData name="" userId="" providerId="" clId="Web-{C1FEDA2A-2542-455C-98A6-9A4DB1C4364D}" dt="2026-10-23T09:09:17.207" v="3" actId="34807"/>
          <ac:picMkLst>
            <pc:docMk/>
            <pc:sldMk cId="2238303342" sldId="862"/>
            <ac:picMk id="13154" creationId="{BB567753-7DAC-C06F-659A-459466BE105E}"/>
          </ac:picMkLst>
        </pc:picChg>
        <pc:picChg chg="add mod">
          <ac:chgData name="" userId="" providerId="" clId="Web-{C1FEDA2A-2542-455C-98A6-9A4DB1C4364D}" dt="2026-10-23T09:09:17.207" v="3" actId="34807"/>
          <ac:picMkLst>
            <pc:docMk/>
            <pc:sldMk cId="2238303342" sldId="862"/>
            <ac:picMk id="13155" creationId="{19B8610F-A307-84B8-11DB-0019141BCED9}"/>
          </ac:picMkLst>
        </pc:picChg>
        <pc:picChg chg="add mod">
          <ac:chgData name="" userId="" providerId="" clId="Web-{C1FEDA2A-2542-455C-98A6-9A4DB1C4364D}" dt="2026-10-23T09:09:17.207" v="3" actId="34807"/>
          <ac:picMkLst>
            <pc:docMk/>
            <pc:sldMk cId="2238303342" sldId="862"/>
            <ac:picMk id="13156" creationId="{E895C9A9-4C6D-8AA8-A645-E9849F451C35}"/>
          </ac:picMkLst>
        </pc:picChg>
      </pc:sldChg>
      <pc:sldChg chg="addSp modSp">
        <pc:chgData name="" userId="" providerId="" clId="Web-{C1FEDA2A-2542-455C-98A6-9A4DB1C4364D}" dt="2026-10-23T09:09:16.348" v="2" actId="34807"/>
        <pc:sldMkLst>
          <pc:docMk/>
          <pc:sldMk cId="313053978" sldId="1066"/>
        </pc:sldMkLst>
        <pc:spChg chg="add mod">
          <ac:chgData name="" userId="" providerId="" clId="Web-{C1FEDA2A-2542-455C-98A6-9A4DB1C4364D}" dt="2026-10-23T09:09:16.348" v="2" actId="34807"/>
          <ac:spMkLst>
            <pc:docMk/>
            <pc:sldMk cId="313053978" sldId="1066"/>
            <ac:spMk id="12847" creationId="{3A95E0C9-41D5-C4CF-14F8-CA713B006D2D}"/>
          </ac:spMkLst>
        </pc:spChg>
        <pc:spChg chg="add mod">
          <ac:chgData name="" userId="" providerId="" clId="Web-{C1FEDA2A-2542-455C-98A6-9A4DB1C4364D}" dt="2026-10-23T09:09:16.348" v="2" actId="34807"/>
          <ac:spMkLst>
            <pc:docMk/>
            <pc:sldMk cId="313053978" sldId="1066"/>
            <ac:spMk id="12867" creationId="{5F1F25AB-F290-D025-B2B5-9724A3F0C631}"/>
          </ac:spMkLst>
        </pc:spChg>
        <pc:spChg chg="add mod">
          <ac:chgData name="" userId="" providerId="" clId="Web-{C1FEDA2A-2542-455C-98A6-9A4DB1C4364D}" dt="2026-10-23T09:09:16.348" v="2" actId="34807"/>
          <ac:spMkLst>
            <pc:docMk/>
            <pc:sldMk cId="313053978" sldId="1066"/>
            <ac:spMk id="12888" creationId="{A286052C-DE51-CBC6-1D7F-1BAAE4B98656}"/>
          </ac:spMkLst>
        </pc:spChg>
        <pc:spChg chg="add mod">
          <ac:chgData name="" userId="" providerId="" clId="Web-{C1FEDA2A-2542-455C-98A6-9A4DB1C4364D}" dt="2026-10-23T09:09:16.348" v="2" actId="34807"/>
          <ac:spMkLst>
            <pc:docMk/>
            <pc:sldMk cId="313053978" sldId="1066"/>
            <ac:spMk id="12910" creationId="{D2882C00-6E6C-4B4E-CB66-5E028DFC3617}"/>
          </ac:spMkLst>
        </pc:spChg>
        <pc:spChg chg="add mod">
          <ac:chgData name="" userId="" providerId="" clId="Web-{C1FEDA2A-2542-455C-98A6-9A4DB1C4364D}" dt="2026-10-23T09:09:16.348" v="2" actId="34807"/>
          <ac:spMkLst>
            <pc:docMk/>
            <pc:sldMk cId="313053978" sldId="1066"/>
            <ac:spMk id="12957" creationId="{17E38A25-0375-547F-43A0-3D9933D491BF}"/>
          </ac:spMkLst>
        </pc:spChg>
        <pc:spChg chg="add mod">
          <ac:chgData name="" userId="" providerId="" clId="Web-{C1FEDA2A-2542-455C-98A6-9A4DB1C4364D}" dt="2026-10-23T09:09:16.348" v="2" actId="34807"/>
          <ac:spMkLst>
            <pc:docMk/>
            <pc:sldMk cId="313053978" sldId="1066"/>
            <ac:spMk id="12982" creationId="{25CEE30A-FB52-1B30-C693-E74D8AE4E869}"/>
          </ac:spMkLst>
        </pc:spChg>
        <pc:spChg chg="add mod">
          <ac:chgData name="" userId="" providerId="" clId="Web-{C1FEDA2A-2542-455C-98A6-9A4DB1C4364D}" dt="2026-10-23T09:09:16.348" v="2" actId="34807"/>
          <ac:spMkLst>
            <pc:docMk/>
            <pc:sldMk cId="313053978" sldId="1066"/>
            <ac:spMk id="13035" creationId="{246C053B-C856-3B39-785A-E506DDDFF9CD}"/>
          </ac:spMkLst>
        </pc:spChg>
        <pc:spChg chg="add mod">
          <ac:chgData name="" userId="" providerId="" clId="Web-{C1FEDA2A-2542-455C-98A6-9A4DB1C4364D}" dt="2026-10-23T09:09:16.348" v="2" actId="34807"/>
          <ac:spMkLst>
            <pc:docMk/>
            <pc:sldMk cId="313053978" sldId="1066"/>
            <ac:spMk id="13063" creationId="{186075F4-A1EB-4B95-DBFC-2AEAD5BB64FC}"/>
          </ac:spMkLst>
        </pc:spChg>
        <pc:spChg chg="add mod">
          <ac:chgData name="" userId="" providerId="" clId="Web-{C1FEDA2A-2542-455C-98A6-9A4DB1C4364D}" dt="2026-10-23T09:09:16.348" v="2" actId="34807"/>
          <ac:spMkLst>
            <pc:docMk/>
            <pc:sldMk cId="313053978" sldId="1066"/>
            <ac:spMk id="13092" creationId="{A73C03D4-1441-3DDD-62E5-72E414D7B479}"/>
          </ac:spMkLst>
        </pc:spChg>
        <pc:spChg chg="add mod">
          <ac:chgData name="" userId="" providerId="" clId="Web-{C1FEDA2A-2542-455C-98A6-9A4DB1C4364D}" dt="2026-10-23T09:09:16.348" v="2" actId="34807"/>
          <ac:spMkLst>
            <pc:docMk/>
            <pc:sldMk cId="313053978" sldId="1066"/>
            <ac:spMk id="13122" creationId="{B62C9A02-2862-356E-7D89-7607143780BF}"/>
          </ac:spMkLst>
        </pc:spChg>
      </pc:sldChg>
      <pc:sldChg chg="addSp modSp">
        <pc:chgData name="" userId="" providerId="" clId="Web-{C1FEDA2A-2542-455C-98A6-9A4DB1C4364D}" dt="2026-10-23T09:09:34.100" v="7" actId="34807"/>
        <pc:sldMkLst>
          <pc:docMk/>
          <pc:sldMk cId="2321964649" sldId="1271"/>
        </pc:sldMkLst>
        <pc:spChg chg="mod">
          <ac:chgData name="" userId="" providerId="" clId="Web-{C1FEDA2A-2542-455C-98A6-9A4DB1C4364D}" dt="2026-10-23T09:09:34.100" v="7" actId="34807"/>
          <ac:spMkLst>
            <pc:docMk/>
            <pc:sldMk cId="2321964649" sldId="1271"/>
            <ac:spMk id="13159" creationId="{E0FD43CB-B05F-9EE0-2887-E7AA7001FC3C}"/>
          </ac:spMkLst>
        </pc:spChg>
        <pc:spChg chg="mod">
          <ac:chgData name="" userId="" providerId="" clId="Web-{C1FEDA2A-2542-455C-98A6-9A4DB1C4364D}" dt="2026-10-23T09:09:34.100" v="7" actId="34807"/>
          <ac:spMkLst>
            <pc:docMk/>
            <pc:sldMk cId="2321964649" sldId="1271"/>
            <ac:spMk id="13166" creationId="{5A9AE973-55E7-4998-942B-CCE3A883068A}"/>
          </ac:spMkLst>
        </pc:spChg>
        <pc:spChg chg="add mod">
          <ac:chgData name="" userId="" providerId="" clId="Web-{C1FEDA2A-2542-455C-98A6-9A4DB1C4364D}" dt="2026-10-23T09:09:32.146" v="5" actId="34807"/>
          <ac:spMkLst>
            <pc:docMk/>
            <pc:sldMk cId="2321964649" sldId="1271"/>
            <ac:spMk id="13171" creationId="{EE82A0E3-E428-1D05-5AFC-CD3D25AA6336}"/>
          </ac:spMkLst>
        </pc:spChg>
        <pc:spChg chg="add mod">
          <ac:chgData name="" userId="" providerId="" clId="Web-{C1FEDA2A-2542-455C-98A6-9A4DB1C4364D}" dt="2026-10-23T09:09:32.146" v="5" actId="34807"/>
          <ac:spMkLst>
            <pc:docMk/>
            <pc:sldMk cId="2321964649" sldId="1271"/>
            <ac:spMk id="13177" creationId="{4B0E6737-317C-E9F2-6B39-E589AC5B4054}"/>
          </ac:spMkLst>
        </pc:spChg>
        <pc:spChg chg="add mod">
          <ac:chgData name="" userId="" providerId="" clId="Web-{C1FEDA2A-2542-455C-98A6-9A4DB1C4364D}" dt="2026-10-23T09:09:32.146" v="5" actId="34807"/>
          <ac:spMkLst>
            <pc:docMk/>
            <pc:sldMk cId="2321964649" sldId="1271"/>
            <ac:spMk id="13184" creationId="{8C77366E-FEC2-A7F4-292F-9C358ACA1BB8}"/>
          </ac:spMkLst>
        </pc:spChg>
        <pc:spChg chg="mod">
          <ac:chgData name="" userId="" providerId="" clId="Web-{C1FEDA2A-2542-455C-98A6-9A4DB1C4364D}" dt="2026-10-23T09:09:34.100" v="7" actId="34807"/>
          <ac:spMkLst>
            <pc:docMk/>
            <pc:sldMk cId="2321964649" sldId="1271"/>
            <ac:spMk id="13192" creationId="{B502C2E4-D8B2-6C32-1D3F-35C395D0E9E1}"/>
          </ac:spMkLst>
        </pc:spChg>
        <pc:spChg chg="add mod">
          <ac:chgData name="" userId="" providerId="" clId="Web-{C1FEDA2A-2542-455C-98A6-9A4DB1C4364D}" dt="2026-10-23T09:09:32.146" v="5" actId="34807"/>
          <ac:spMkLst>
            <pc:docMk/>
            <pc:sldMk cId="2321964649" sldId="1271"/>
            <ac:spMk id="13211" creationId="{FFF6178B-DEF0-FB73-7B80-B78E6AD08105}"/>
          </ac:spMkLst>
        </pc:spChg>
        <pc:spChg chg="add mod">
          <ac:chgData name="" userId="" providerId="" clId="Web-{C1FEDA2A-2542-455C-98A6-9A4DB1C4364D}" dt="2026-10-23T09:09:32.146" v="5" actId="34807"/>
          <ac:spMkLst>
            <pc:docMk/>
            <pc:sldMk cId="2321964649" sldId="1271"/>
            <ac:spMk id="13222" creationId="{45861160-CB23-B911-3F38-E9B553C74137}"/>
          </ac:spMkLst>
        </pc:spChg>
        <pc:spChg chg="add mod">
          <ac:chgData name="" userId="" providerId="" clId="Web-{C1FEDA2A-2542-455C-98A6-9A4DB1C4364D}" dt="2026-10-23T09:09:32.146" v="5" actId="34807"/>
          <ac:spMkLst>
            <pc:docMk/>
            <pc:sldMk cId="2321964649" sldId="1271"/>
            <ac:spMk id="13234" creationId="{877E4E1A-7DB7-2894-9B1F-CFF13CED87C3}"/>
          </ac:spMkLst>
        </pc:spChg>
        <pc:spChg chg="add mod">
          <ac:chgData name="" userId="" providerId="" clId="Web-{C1FEDA2A-2542-455C-98A6-9A4DB1C4364D}" dt="2026-10-23T09:09:34.100" v="7" actId="34807"/>
          <ac:spMkLst>
            <pc:docMk/>
            <pc:sldMk cId="2321964649" sldId="1271"/>
            <ac:spMk id="13247" creationId="{73C78614-6387-6BED-A5CC-216C3DFA902E}"/>
          </ac:spMkLst>
        </pc:spChg>
        <pc:spChg chg="add mod">
          <ac:chgData name="" userId="" providerId="" clId="Web-{C1FEDA2A-2542-455C-98A6-9A4DB1C4364D}" dt="2026-10-23T09:09:32.146" v="5" actId="34807"/>
          <ac:spMkLst>
            <pc:docMk/>
            <pc:sldMk cId="2321964649" sldId="1271"/>
            <ac:spMk id="13261" creationId="{B007A41B-E02B-4997-D7BD-2126DD7F78D5}"/>
          </ac:spMkLst>
        </pc:spChg>
        <pc:spChg chg="add mod">
          <ac:chgData name="" userId="" providerId="" clId="Web-{C1FEDA2A-2542-455C-98A6-9A4DB1C4364D}" dt="2026-10-23T09:09:32.146" v="5" actId="34807"/>
          <ac:spMkLst>
            <pc:docMk/>
            <pc:sldMk cId="2321964649" sldId="1271"/>
            <ac:spMk id="13276" creationId="{B118B919-FFE0-370A-2ADD-CDCC76AE093C}"/>
          </ac:spMkLst>
        </pc:spChg>
        <pc:spChg chg="add mod">
          <ac:chgData name="" userId="" providerId="" clId="Web-{C1FEDA2A-2542-455C-98A6-9A4DB1C4364D}" dt="2026-10-23T09:09:32.146" v="5" actId="34807"/>
          <ac:spMkLst>
            <pc:docMk/>
            <pc:sldMk cId="2321964649" sldId="1271"/>
            <ac:spMk id="13309" creationId="{9537631D-F8CD-BD3F-63ED-B23D139965AA}"/>
          </ac:spMkLst>
        </pc:spChg>
        <pc:spChg chg="mod">
          <ac:chgData name="" userId="" providerId="" clId="Web-{C1FEDA2A-2542-455C-98A6-9A4DB1C4364D}" dt="2026-10-23T09:09:34.100" v="7" actId="34807"/>
          <ac:spMkLst>
            <pc:docMk/>
            <pc:sldMk cId="2321964649" sldId="1271"/>
            <ac:spMk id="13387" creationId="{6F7AA114-1C29-659F-D548-5EDC3BD2A6F4}"/>
          </ac:spMkLst>
        </pc:spChg>
        <pc:spChg chg="mod">
          <ac:chgData name="" userId="" providerId="" clId="Web-{C1FEDA2A-2542-455C-98A6-9A4DB1C4364D}" dt="2026-10-23T09:09:34.100" v="7" actId="34807"/>
          <ac:spMkLst>
            <pc:docMk/>
            <pc:sldMk cId="2321964649" sldId="1271"/>
            <ac:spMk id="13409" creationId="{622911CD-2577-FB45-45D3-E0CD68D1E907}"/>
          </ac:spMkLst>
        </pc:spChg>
        <pc:picChg chg="add mod">
          <ac:chgData name="" userId="" providerId="" clId="Web-{C1FEDA2A-2542-455C-98A6-9A4DB1C4364D}" dt="2026-10-23T09:09:33.396" v="6" actId="34807"/>
          <ac:picMkLst>
            <pc:docMk/>
            <pc:sldMk cId="2321964649" sldId="1271"/>
            <ac:picMk id="14483" creationId="{90A8833C-40FD-585D-4BFB-58CADCCC6D0F}"/>
          </ac:picMkLst>
        </pc:picChg>
        <pc:picChg chg="add mod">
          <ac:chgData name="" userId="" providerId="" clId="Web-{C1FEDA2A-2542-455C-98A6-9A4DB1C4364D}" dt="2026-10-23T09:09:33.396" v="6" actId="34807"/>
          <ac:picMkLst>
            <pc:docMk/>
            <pc:sldMk cId="2321964649" sldId="1271"/>
            <ac:picMk id="14484" creationId="{06556C22-5EF7-8BC9-FAFC-49AEC3855DBD}"/>
          </ac:picMkLst>
        </pc:picChg>
      </pc:sldChg>
      <pc:sldChg chg="addSp delSp modSp">
        <pc:chgData name="" userId="" providerId="" clId="Web-{C1FEDA2A-2542-455C-98A6-9A4DB1C4364D}" dt="2026-10-23T09:15:14.195" v="15" actId="34807"/>
        <pc:sldMkLst>
          <pc:docMk/>
          <pc:sldMk cId="3867487394" sldId="1477"/>
        </pc:sldMkLst>
        <pc:spChg chg="add del mod">
          <ac:chgData name="" userId="" providerId="" clId="Web-{C1FEDA2A-2542-455C-98A6-9A4DB1C4364D}" dt="2026-10-23T09:15:12.757" v="14" actId="34807"/>
          <ac:spMkLst>
            <pc:docMk/>
            <pc:sldMk cId="3867487394" sldId="1477"/>
            <ac:spMk id="13481" creationId="{BD8ED953-6991-1D17-CF8D-A3BB2DF225C9}"/>
          </ac:spMkLst>
        </pc:spChg>
        <pc:spChg chg="add mod">
          <ac:chgData name="" userId="" providerId="" clId="Web-{C1FEDA2A-2542-455C-98A6-9A4DB1C4364D}" dt="2026-10-23T09:09:32.146" v="5" actId="34807"/>
          <ac:spMkLst>
            <pc:docMk/>
            <pc:sldMk cId="3867487394" sldId="1477"/>
            <ac:spMk id="13562" creationId="{18FD1CE6-5630-25E5-FC7E-4EF98726E0AD}"/>
          </ac:spMkLst>
        </pc:spChg>
        <pc:spChg chg="add mod">
          <ac:chgData name="" userId="" providerId="" clId="Web-{C1FEDA2A-2542-455C-98A6-9A4DB1C4364D}" dt="2026-10-23T09:09:32.146" v="5" actId="34807"/>
          <ac:spMkLst>
            <pc:docMk/>
            <pc:sldMk cId="3867487394" sldId="1477"/>
            <ac:spMk id="13591" creationId="{3C36F7F9-8B73-D984-283D-306222954A87}"/>
          </ac:spMkLst>
        </pc:spChg>
        <pc:spChg chg="add del mod">
          <ac:chgData name="" userId="" providerId="" clId="Web-{C1FEDA2A-2542-455C-98A6-9A4DB1C4364D}" dt="2026-10-23T09:15:12.757" v="14" actId="34807"/>
          <ac:spMkLst>
            <pc:docMk/>
            <pc:sldMk cId="3867487394" sldId="1477"/>
            <ac:spMk id="13652" creationId="{1CE5835A-FB57-9FE6-6EB4-9CB08EFDEC26}"/>
          </ac:spMkLst>
        </pc:spChg>
        <pc:spChg chg="add mod">
          <ac:chgData name="" userId="" providerId="" clId="Web-{C1FEDA2A-2542-455C-98A6-9A4DB1C4364D}" dt="2026-10-23T09:09:32.146" v="5" actId="34807"/>
          <ac:spMkLst>
            <pc:docMk/>
            <pc:sldMk cId="3867487394" sldId="1477"/>
            <ac:spMk id="13751" creationId="{62299FEB-4F0B-D11D-662B-55E0ED39AD91}"/>
          </ac:spMkLst>
        </pc:spChg>
        <pc:spChg chg="add mod">
          <ac:chgData name="" userId="" providerId="" clId="Web-{C1FEDA2A-2542-455C-98A6-9A4DB1C4364D}" dt="2026-10-23T09:09:32.146" v="5" actId="34807"/>
          <ac:spMkLst>
            <pc:docMk/>
            <pc:sldMk cId="3867487394" sldId="1477"/>
            <ac:spMk id="13786" creationId="{C4493F0C-812D-2F61-1515-472856A1972A}"/>
          </ac:spMkLst>
        </pc:spChg>
        <pc:spChg chg="del mod">
          <ac:chgData name="" userId="" providerId="" clId="Web-{C1FEDA2A-2542-455C-98A6-9A4DB1C4364D}" dt="2026-10-23T09:15:12.757" v="14" actId="34807"/>
          <ac:spMkLst>
            <pc:docMk/>
            <pc:sldMk cId="3867487394" sldId="1477"/>
            <ac:spMk id="13859" creationId="{4DEFE36D-E75B-CC8B-A0C1-E3EBFE40E1E2}"/>
          </ac:spMkLst>
        </pc:spChg>
        <pc:spChg chg="add mod">
          <ac:chgData name="" userId="" providerId="" clId="Web-{C1FEDA2A-2542-455C-98A6-9A4DB1C4364D}" dt="2026-10-23T09:09:32.146" v="5" actId="34807"/>
          <ac:spMkLst>
            <pc:docMk/>
            <pc:sldMk cId="3867487394" sldId="1477"/>
            <ac:spMk id="13897" creationId="{5847E1C9-EBEE-3E38-DA38-22E75E01B1BF}"/>
          </ac:spMkLst>
        </pc:spChg>
        <pc:spChg chg="mod">
          <ac:chgData name="" userId="" providerId="" clId="Web-{C1FEDA2A-2542-455C-98A6-9A4DB1C4364D}" dt="2026-10-23T09:09:34.100" v="7" actId="34807"/>
          <ac:spMkLst>
            <pc:docMk/>
            <pc:sldMk cId="3867487394" sldId="1477"/>
            <ac:spMk id="13936" creationId="{0E6C0703-7D69-9D15-9926-57A30D24A0F1}"/>
          </ac:spMkLst>
        </pc:spChg>
        <pc:spChg chg="add mod">
          <ac:chgData name="" userId="" providerId="" clId="Web-{C1FEDA2A-2542-455C-98A6-9A4DB1C4364D}" dt="2026-10-23T09:09:32.146" v="5" actId="34807"/>
          <ac:spMkLst>
            <pc:docMk/>
            <pc:sldMk cId="3867487394" sldId="1477"/>
            <ac:spMk id="14102" creationId="{0D205517-F53A-3C84-C757-4E8E3F0702A0}"/>
          </ac:spMkLst>
        </pc:spChg>
        <pc:spChg chg="add mod">
          <ac:chgData name="" userId="" providerId="" clId="Web-{C1FEDA2A-2542-455C-98A6-9A4DB1C4364D}" dt="2026-10-23T09:09:32.146" v="5" actId="34807"/>
          <ac:spMkLst>
            <pc:docMk/>
            <pc:sldMk cId="3867487394" sldId="1477"/>
            <ac:spMk id="14146" creationId="{842252C9-0AE5-64F0-E6A5-DB780AE7524E}"/>
          </ac:spMkLst>
        </pc:spChg>
        <pc:spChg chg="mod">
          <ac:chgData name="" userId="" providerId="" clId="Web-{C1FEDA2A-2542-455C-98A6-9A4DB1C4364D}" dt="2026-10-23T09:09:34.100" v="7" actId="34807"/>
          <ac:spMkLst>
            <pc:docMk/>
            <pc:sldMk cId="3867487394" sldId="1477"/>
            <ac:spMk id="14191" creationId="{FA196928-0CD0-C529-EDD4-9C48D3C1FECE}"/>
          </ac:spMkLst>
        </pc:spChg>
        <pc:spChg chg="add mod">
          <ac:chgData name="" userId="" providerId="" clId="Web-{C1FEDA2A-2542-455C-98A6-9A4DB1C4364D}" dt="2026-10-23T09:09:34.100" v="7" actId="34807"/>
          <ac:spMkLst>
            <pc:docMk/>
            <pc:sldMk cId="3867487394" sldId="1477"/>
            <ac:spMk id="14284" creationId="{60FB6894-D59D-7370-84AF-20D33B24D9CB}"/>
          </ac:spMkLst>
        </pc:spChg>
        <pc:spChg chg="mod">
          <ac:chgData name="" userId="" providerId="" clId="Web-{C1FEDA2A-2542-455C-98A6-9A4DB1C4364D}" dt="2026-10-23T09:09:34.100" v="7" actId="34807"/>
          <ac:spMkLst>
            <pc:docMk/>
            <pc:sldMk cId="3867487394" sldId="1477"/>
            <ac:spMk id="14381" creationId="{9C1B944E-8496-71CD-DD4D-68C48001B723}"/>
          </ac:spMkLst>
        </pc:spChg>
        <pc:spChg chg="add mod">
          <ac:chgData name="" userId="" providerId="" clId="Web-{C1FEDA2A-2542-455C-98A6-9A4DB1C4364D}" dt="2026-10-23T09:15:14.195" v="15" actId="34807"/>
          <ac:spMkLst>
            <pc:docMk/>
            <pc:sldMk cId="3867487394" sldId="1477"/>
            <ac:spMk id="16235" creationId="{F3DF733E-7E84-EC0C-937E-10A81DB051A3}"/>
          </ac:spMkLst>
        </pc:spChg>
        <pc:spChg chg="add mod">
          <ac:chgData name="" userId="" providerId="" clId="Web-{C1FEDA2A-2542-455C-98A6-9A4DB1C4364D}" dt="2026-10-23T09:15:14.195" v="15" actId="34807"/>
          <ac:spMkLst>
            <pc:docMk/>
            <pc:sldMk cId="3867487394" sldId="1477"/>
            <ac:spMk id="16245" creationId="{6B62B3DD-A8EB-4434-2129-B84063C3C17C}"/>
          </ac:spMkLst>
        </pc:spChg>
        <pc:spChg chg="add mod">
          <ac:chgData name="" userId="" providerId="" clId="Web-{C1FEDA2A-2542-455C-98A6-9A4DB1C4364D}" dt="2026-10-23T09:15:14.195" v="15" actId="34807"/>
          <ac:spMkLst>
            <pc:docMk/>
            <pc:sldMk cId="3867487394" sldId="1477"/>
            <ac:spMk id="16256" creationId="{D9E1BAB3-2445-154D-986C-99975091984A}"/>
          </ac:spMkLst>
        </pc:spChg>
      </pc:sldChg>
      <pc:sldChg chg="addSp modSp">
        <pc:chgData name="" userId="" providerId="" clId="Web-{C1FEDA2A-2542-455C-98A6-9A4DB1C4364D}" dt="2026-10-23T09:09:39.569" v="9" actId="34807"/>
        <pc:sldMkLst>
          <pc:docMk/>
          <pc:sldMk cId="3294990815" sldId="1684"/>
        </pc:sldMkLst>
        <pc:spChg chg="add mod">
          <ac:chgData name="" userId="" providerId="" clId="Web-{C1FEDA2A-2542-455C-98A6-9A4DB1C4364D}" dt="2026-10-23T09:09:38.678" v="8" actId="34807"/>
          <ac:spMkLst>
            <pc:docMk/>
            <pc:sldMk cId="3294990815" sldId="1684"/>
            <ac:spMk id="14487" creationId="{6E73DECB-4D14-F19A-027D-642DB7306341}"/>
          </ac:spMkLst>
        </pc:spChg>
        <pc:spChg chg="mod">
          <ac:chgData name="" userId="" providerId="" clId="Web-{C1FEDA2A-2542-455C-98A6-9A4DB1C4364D}" dt="2026-10-23T09:09:39.569" v="9" actId="34807"/>
          <ac:spMkLst>
            <pc:docMk/>
            <pc:sldMk cId="3294990815" sldId="1684"/>
            <ac:spMk id="14490" creationId="{A3B04004-DA2D-79BF-9F16-E467F2116276}"/>
          </ac:spMkLst>
        </pc:spChg>
        <pc:spChg chg="add mod">
          <ac:chgData name="" userId="" providerId="" clId="Web-{C1FEDA2A-2542-455C-98A6-9A4DB1C4364D}" dt="2026-10-23T09:09:38.678" v="8" actId="34807"/>
          <ac:spMkLst>
            <pc:docMk/>
            <pc:sldMk cId="3294990815" sldId="1684"/>
            <ac:spMk id="14494" creationId="{43CF9F5D-5DD1-5948-4978-00823A63E429}"/>
          </ac:spMkLst>
        </pc:spChg>
        <pc:spChg chg="mod">
          <ac:chgData name="" userId="" providerId="" clId="Web-{C1FEDA2A-2542-455C-98A6-9A4DB1C4364D}" dt="2026-10-23T09:09:39.569" v="9" actId="34807"/>
          <ac:spMkLst>
            <pc:docMk/>
            <pc:sldMk cId="3294990815" sldId="1684"/>
            <ac:spMk id="14499" creationId="{02687A0D-3166-5234-B31D-8DDA9B53F8DC}"/>
          </ac:spMkLst>
        </pc:spChg>
        <pc:spChg chg="add mod">
          <ac:chgData name="" userId="" providerId="" clId="Web-{C1FEDA2A-2542-455C-98A6-9A4DB1C4364D}" dt="2026-10-23T09:09:38.678" v="8" actId="34807"/>
          <ac:spMkLst>
            <pc:docMk/>
            <pc:sldMk cId="3294990815" sldId="1684"/>
            <ac:spMk id="14505" creationId="{2836BD41-47C7-EEB4-E7E5-DF92CD2422C6}"/>
          </ac:spMkLst>
        </pc:spChg>
        <pc:spChg chg="add mod">
          <ac:chgData name="" userId="" providerId="" clId="Web-{C1FEDA2A-2542-455C-98A6-9A4DB1C4364D}" dt="2026-10-23T09:09:39.569" v="9" actId="34807"/>
          <ac:spMkLst>
            <pc:docMk/>
            <pc:sldMk cId="3294990815" sldId="1684"/>
            <ac:spMk id="14512" creationId="{6ACFF3DD-DF15-CCEC-F5A9-CC7AB20051C7}"/>
          </ac:spMkLst>
        </pc:spChg>
        <pc:spChg chg="add mod">
          <ac:chgData name="" userId="" providerId="" clId="Web-{C1FEDA2A-2542-455C-98A6-9A4DB1C4364D}" dt="2026-10-23T09:09:38.678" v="8" actId="34807"/>
          <ac:spMkLst>
            <pc:docMk/>
            <pc:sldMk cId="3294990815" sldId="1684"/>
            <ac:spMk id="14520" creationId="{D00B7681-20EE-AB85-8C76-DE7E7B9EB8D4}"/>
          </ac:spMkLst>
        </pc:spChg>
        <pc:spChg chg="add mod">
          <ac:chgData name="" userId="" providerId="" clId="Web-{C1FEDA2A-2542-455C-98A6-9A4DB1C4364D}" dt="2026-10-23T09:09:39.569" v="9" actId="34807"/>
          <ac:spMkLst>
            <pc:docMk/>
            <pc:sldMk cId="3294990815" sldId="1684"/>
            <ac:spMk id="14529" creationId="{1C5B4EA2-53B1-54FA-2B89-344E5AE1AFFE}"/>
          </ac:spMkLst>
        </pc:spChg>
        <pc:spChg chg="add mod">
          <ac:chgData name="" userId="" providerId="" clId="Web-{C1FEDA2A-2542-455C-98A6-9A4DB1C4364D}" dt="2026-10-23T09:09:38.678" v="8" actId="34807"/>
          <ac:spMkLst>
            <pc:docMk/>
            <pc:sldMk cId="3294990815" sldId="1684"/>
            <ac:spMk id="14539" creationId="{2FDDD8FC-57D0-8791-AC73-0A84DD8EC82C}"/>
          </ac:spMkLst>
        </pc:spChg>
        <pc:spChg chg="add mod">
          <ac:chgData name="" userId="" providerId="" clId="Web-{C1FEDA2A-2542-455C-98A6-9A4DB1C4364D}" dt="2026-10-23T09:09:38.678" v="8" actId="34807"/>
          <ac:spMkLst>
            <pc:docMk/>
            <pc:sldMk cId="3294990815" sldId="1684"/>
            <ac:spMk id="14589" creationId="{0065B786-7BF8-63A0-33C1-2B7AFA91EEB3}"/>
          </ac:spMkLst>
        </pc:spChg>
        <pc:spChg chg="add mod">
          <ac:chgData name="" userId="" providerId="" clId="Web-{C1FEDA2A-2542-455C-98A6-9A4DB1C4364D}" dt="2026-10-23T09:09:38.678" v="8" actId="34807"/>
          <ac:spMkLst>
            <pc:docMk/>
            <pc:sldMk cId="3294990815" sldId="1684"/>
            <ac:spMk id="14604" creationId="{C59BE8FA-AF5C-EC9E-1752-404C4514E584}"/>
          </ac:spMkLst>
        </pc:spChg>
        <pc:spChg chg="add mod">
          <ac:chgData name="" userId="" providerId="" clId="Web-{C1FEDA2A-2542-455C-98A6-9A4DB1C4364D}" dt="2026-10-23T09:09:39.569" v="9" actId="34807"/>
          <ac:spMkLst>
            <pc:docMk/>
            <pc:sldMk cId="3294990815" sldId="1684"/>
            <ac:spMk id="14655" creationId="{0F052E78-800C-DA4F-50AD-8A22FFE8B7FA}"/>
          </ac:spMkLst>
        </pc:spChg>
      </pc:sldChg>
      <pc:sldChg chg="addSp modSp">
        <pc:chgData name="" userId="" providerId="" clId="Web-{C1FEDA2A-2542-455C-98A6-9A4DB1C4364D}" dt="2026-10-23T09:09:38.678" v="8" actId="34807"/>
        <pc:sldMkLst>
          <pc:docMk/>
          <pc:sldMk cId="2911958602" sldId="1892"/>
        </pc:sldMkLst>
        <pc:spChg chg="add mod">
          <ac:chgData name="" userId="" providerId="" clId="Web-{C1FEDA2A-2542-455C-98A6-9A4DB1C4364D}" dt="2026-10-23T09:09:38.678" v="8" actId="34807"/>
          <ac:spMkLst>
            <pc:docMk/>
            <pc:sldMk cId="2911958602" sldId="1892"/>
            <ac:spMk id="14715" creationId="{E521C4A9-AB89-28BA-6388-6EA1665C1B11}"/>
          </ac:spMkLst>
        </pc:spChg>
        <pc:spChg chg="add mod">
          <ac:chgData name="" userId="" providerId="" clId="Web-{C1FEDA2A-2542-455C-98A6-9A4DB1C4364D}" dt="2026-10-23T09:09:38.678" v="8" actId="34807"/>
          <ac:spMkLst>
            <pc:docMk/>
            <pc:sldMk cId="2911958602" sldId="1892"/>
            <ac:spMk id="14760" creationId="{CC37958B-BBF7-60F3-17D2-8A6595B0F020}"/>
          </ac:spMkLst>
        </pc:spChg>
        <pc:spChg chg="add mod">
          <ac:chgData name="" userId="" providerId="" clId="Web-{C1FEDA2A-2542-455C-98A6-9A4DB1C4364D}" dt="2026-10-23T09:09:38.678" v="8" actId="34807"/>
          <ac:spMkLst>
            <pc:docMk/>
            <pc:sldMk cId="2911958602" sldId="1892"/>
            <ac:spMk id="14835" creationId="{5757C276-28C1-DEE4-4D8D-8A47CBA7681B}"/>
          </ac:spMkLst>
        </pc:spChg>
        <pc:spChg chg="add mod">
          <ac:chgData name="" userId="" providerId="" clId="Web-{C1FEDA2A-2542-455C-98A6-9A4DB1C4364D}" dt="2026-10-23T09:09:38.678" v="8" actId="34807"/>
          <ac:spMkLst>
            <pc:docMk/>
            <pc:sldMk cId="2911958602" sldId="1892"/>
            <ac:spMk id="14862" creationId="{D0E01A0E-C727-B5BA-4DA0-360DB356AF94}"/>
          </ac:spMkLst>
        </pc:spChg>
        <pc:spChg chg="add mod">
          <ac:chgData name="" userId="" providerId="" clId="Web-{C1FEDA2A-2542-455C-98A6-9A4DB1C4364D}" dt="2026-10-23T09:09:38.678" v="8" actId="34807"/>
          <ac:spMkLst>
            <pc:docMk/>
            <pc:sldMk cId="2911958602" sldId="1892"/>
            <ac:spMk id="14919" creationId="{9E5F18D4-1824-4B0A-DDCF-424DC4A8DFDC}"/>
          </ac:spMkLst>
        </pc:spChg>
        <pc:spChg chg="add mod">
          <ac:chgData name="" userId="" providerId="" clId="Web-{C1FEDA2A-2542-455C-98A6-9A4DB1C4364D}" dt="2026-10-23T09:09:38.678" v="8" actId="34807"/>
          <ac:spMkLst>
            <pc:docMk/>
            <pc:sldMk cId="2911958602" sldId="1892"/>
            <ac:spMk id="14949" creationId="{A81676BB-BD05-FFE2-5421-65A9609EEED4}"/>
          </ac:spMkLst>
        </pc:spChg>
        <pc:spChg chg="add mod">
          <ac:chgData name="" userId="" providerId="" clId="Web-{C1FEDA2A-2542-455C-98A6-9A4DB1C4364D}" dt="2026-10-23T09:09:38.678" v="8" actId="34807"/>
          <ac:spMkLst>
            <pc:docMk/>
            <pc:sldMk cId="2911958602" sldId="1892"/>
            <ac:spMk id="14980" creationId="{0E6EAC82-413A-D2D4-9E63-3BD5483F206A}"/>
          </ac:spMkLst>
        </pc:spChg>
        <pc:spChg chg="add mod">
          <ac:chgData name="" userId="" providerId="" clId="Web-{C1FEDA2A-2542-455C-98A6-9A4DB1C4364D}" dt="2026-10-23T09:09:38.678" v="8" actId="34807"/>
          <ac:spMkLst>
            <pc:docMk/>
            <pc:sldMk cId="2911958602" sldId="1892"/>
            <ac:spMk id="15012" creationId="{BC54EC31-572F-DFDB-FAC8-30854686127E}"/>
          </ac:spMkLst>
        </pc:spChg>
        <pc:spChg chg="add mod">
          <ac:chgData name="" userId="" providerId="" clId="Web-{C1FEDA2A-2542-455C-98A6-9A4DB1C4364D}" dt="2026-10-23T09:09:38.678" v="8" actId="34807"/>
          <ac:spMkLst>
            <pc:docMk/>
            <pc:sldMk cId="2911958602" sldId="1892"/>
            <ac:spMk id="15079" creationId="{CAAA0A9E-1B86-77DE-3303-7C598F303D28}"/>
          </ac:spMkLst>
        </pc:spChg>
        <pc:spChg chg="add mod">
          <ac:chgData name="" userId="" providerId="" clId="Web-{C1FEDA2A-2542-455C-98A6-9A4DB1C4364D}" dt="2026-10-23T09:09:38.678" v="8" actId="34807"/>
          <ac:spMkLst>
            <pc:docMk/>
            <pc:sldMk cId="2911958602" sldId="1892"/>
            <ac:spMk id="15150" creationId="{CC04E062-3671-12DD-02C5-46C782B83C6B}"/>
          </ac:spMkLst>
        </pc:spChg>
      </pc:sldChg>
      <pc:sldChg chg="addSp delSp modSp">
        <pc:chgData name="" userId="" providerId="" clId="Web-{C1FEDA2A-2542-455C-98A6-9A4DB1C4364D}" dt="2026-10-23T09:15:12.757" v="14" actId="34807"/>
        <pc:sldMkLst>
          <pc:docMk/>
          <pc:sldMk cId="4267385204" sldId="2101"/>
        </pc:sldMkLst>
        <pc:spChg chg="add mod">
          <ac:chgData name="" userId="" providerId="" clId="Web-{C1FEDA2A-2542-455C-98A6-9A4DB1C4364D}" dt="2026-10-23T09:09:46.757" v="12" actId="34807"/>
          <ac:spMkLst>
            <pc:docMk/>
            <pc:sldMk cId="4267385204" sldId="2101"/>
            <ac:spMk id="15153" creationId="{09BF7F71-9C8B-C55D-E9F0-BCEE137BA7B0}"/>
          </ac:spMkLst>
        </pc:spChg>
        <pc:spChg chg="mod">
          <ac:chgData name="" userId="" providerId="" clId="Web-{C1FEDA2A-2542-455C-98A6-9A4DB1C4364D}" dt="2026-10-23T09:09:46.757" v="12" actId="34807"/>
          <ac:spMkLst>
            <pc:docMk/>
            <pc:sldMk cId="4267385204" sldId="2101"/>
            <ac:spMk id="15160" creationId="{2B778341-51F6-9EDF-45C7-CA88CB5161BF}"/>
          </ac:spMkLst>
        </pc:spChg>
        <pc:spChg chg="add mod">
          <ac:chgData name="" userId="" providerId="" clId="Web-{C1FEDA2A-2542-455C-98A6-9A4DB1C4364D}" dt="2026-10-23T09:09:44.866" v="10" actId="34807"/>
          <ac:spMkLst>
            <pc:docMk/>
            <pc:sldMk cId="4267385204" sldId="2101"/>
            <ac:spMk id="15165" creationId="{8B3AFBF0-8121-12BD-70F5-18ECB317B8D4}"/>
          </ac:spMkLst>
        </pc:spChg>
        <pc:spChg chg="add mod">
          <ac:chgData name="" userId="" providerId="" clId="Web-{C1FEDA2A-2542-455C-98A6-9A4DB1C4364D}" dt="2026-10-23T09:09:46.757" v="12" actId="34807"/>
          <ac:spMkLst>
            <pc:docMk/>
            <pc:sldMk cId="4267385204" sldId="2101"/>
            <ac:spMk id="15178" creationId="{8F6CD025-82B6-9701-BEA7-6357A5CE1570}"/>
          </ac:spMkLst>
        </pc:spChg>
        <pc:spChg chg="add mod">
          <ac:chgData name="" userId="" providerId="" clId="Web-{C1FEDA2A-2542-455C-98A6-9A4DB1C4364D}" dt="2026-10-23T09:09:44.866" v="10" actId="34807"/>
          <ac:spMkLst>
            <pc:docMk/>
            <pc:sldMk cId="4267385204" sldId="2101"/>
            <ac:spMk id="15195" creationId="{0DD7145C-EC88-5A22-08DA-587909FED004}"/>
          </ac:spMkLst>
        </pc:spChg>
        <pc:spChg chg="mod">
          <ac:chgData name="" userId="" providerId="" clId="Web-{C1FEDA2A-2542-455C-98A6-9A4DB1C4364D}" dt="2026-10-23T09:09:46.757" v="12" actId="34807"/>
          <ac:spMkLst>
            <pc:docMk/>
            <pc:sldMk cId="4267385204" sldId="2101"/>
            <ac:spMk id="15205" creationId="{A161F894-0413-EC2A-A7CB-4181F3EF1DC2}"/>
          </ac:spMkLst>
        </pc:spChg>
        <pc:spChg chg="add mod">
          <ac:chgData name="" userId="" providerId="" clId="Web-{C1FEDA2A-2542-455C-98A6-9A4DB1C4364D}" dt="2026-10-23T09:09:44.866" v="10" actId="34807"/>
          <ac:spMkLst>
            <pc:docMk/>
            <pc:sldMk cId="4267385204" sldId="2101"/>
            <ac:spMk id="15216" creationId="{276B5B02-75A0-3070-AAB6-26A00576D0D3}"/>
          </ac:spMkLst>
        </pc:spChg>
        <pc:spChg chg="mod">
          <ac:chgData name="" userId="" providerId="" clId="Web-{C1FEDA2A-2542-455C-98A6-9A4DB1C4364D}" dt="2026-10-23T09:09:46.757" v="12" actId="34807"/>
          <ac:spMkLst>
            <pc:docMk/>
            <pc:sldMk cId="4267385204" sldId="2101"/>
            <ac:spMk id="15241" creationId="{23FD92A1-E8C9-B3C7-AC24-B475891D2D20}"/>
          </ac:spMkLst>
        </pc:spChg>
        <pc:spChg chg="mod">
          <ac:chgData name="" userId="" providerId="" clId="Web-{C1FEDA2A-2542-455C-98A6-9A4DB1C4364D}" dt="2026-10-23T09:09:46.757" v="12" actId="34807"/>
          <ac:spMkLst>
            <pc:docMk/>
            <pc:sldMk cId="4267385204" sldId="2101"/>
            <ac:spMk id="15286" creationId="{A2CE2F1F-284A-91DB-1F5F-D07FBF15F038}"/>
          </ac:spMkLst>
        </pc:spChg>
        <pc:spChg chg="add mod">
          <ac:chgData name="" userId="" providerId="" clId="Web-{C1FEDA2A-2542-455C-98A6-9A4DB1C4364D}" dt="2026-10-23T09:09:44.866" v="10" actId="34807"/>
          <ac:spMkLst>
            <pc:docMk/>
            <pc:sldMk cId="4267385204" sldId="2101"/>
            <ac:spMk id="15303" creationId="{8018A735-EFFC-CD6D-8502-AEF220ACF5B5}"/>
          </ac:spMkLst>
        </pc:spChg>
        <pc:spChg chg="mod">
          <ac:chgData name="" userId="" providerId="" clId="Web-{C1FEDA2A-2542-455C-98A6-9A4DB1C4364D}" dt="2026-10-23T09:09:46.757" v="12" actId="34807"/>
          <ac:spMkLst>
            <pc:docMk/>
            <pc:sldMk cId="4267385204" sldId="2101"/>
            <ac:spMk id="15340" creationId="{0C779B60-75E1-9218-939D-AC3A4358D562}"/>
          </ac:spMkLst>
        </pc:spChg>
        <pc:spChg chg="add mod">
          <ac:chgData name="" userId="" providerId="" clId="Web-{C1FEDA2A-2542-455C-98A6-9A4DB1C4364D}" dt="2026-10-23T09:09:44.866" v="10" actId="34807"/>
          <ac:spMkLst>
            <pc:docMk/>
            <pc:sldMk cId="4267385204" sldId="2101"/>
            <ac:spMk id="15360" creationId="{BF558730-7532-81FA-0AFF-879574DEE568}"/>
          </ac:spMkLst>
        </pc:spChg>
        <pc:spChg chg="mod">
          <ac:chgData name="" userId="" providerId="" clId="Web-{C1FEDA2A-2542-455C-98A6-9A4DB1C4364D}" dt="2026-10-23T09:15:12.757" v="14" actId="34807"/>
          <ac:spMkLst>
            <pc:docMk/>
            <pc:sldMk cId="4267385204" sldId="2101"/>
            <ac:spMk id="15381" creationId="{100CC656-F0B2-429B-F8F2-0343F15C2180}"/>
          </ac:spMkLst>
        </pc:spChg>
        <pc:spChg chg="mod">
          <ac:chgData name="" userId="" providerId="" clId="Web-{C1FEDA2A-2542-455C-98A6-9A4DB1C4364D}" dt="2026-10-23T09:15:12.757" v="14" actId="34807"/>
          <ac:spMkLst>
            <pc:docMk/>
            <pc:sldMk cId="4267385204" sldId="2101"/>
            <ac:spMk id="15403" creationId="{2CBEA60F-D6D7-2F12-B64C-76C8676A0D3E}"/>
          </ac:spMkLst>
        </pc:spChg>
        <pc:spChg chg="add del mod">
          <ac:chgData name="" userId="" providerId="" clId="Web-{C1FEDA2A-2542-455C-98A6-9A4DB1C4364D}" dt="2026-10-23T09:15:12.757" v="14" actId="34807"/>
          <ac:spMkLst>
            <pc:docMk/>
            <pc:sldMk cId="4267385204" sldId="2101"/>
            <ac:spMk id="15426" creationId="{310E7238-75D9-6213-A3EA-7A3356D0BEB2}"/>
          </ac:spMkLst>
        </pc:spChg>
        <pc:spChg chg="add mod">
          <ac:chgData name="" userId="" providerId="" clId="Web-{C1FEDA2A-2542-455C-98A6-9A4DB1C4364D}" dt="2026-10-23T09:09:44.866" v="10" actId="34807"/>
          <ac:spMkLst>
            <pc:docMk/>
            <pc:sldMk cId="4267385204" sldId="2101"/>
            <ac:spMk id="15450" creationId="{B556BC70-DAAC-CF16-1D7D-74765FBF5E1B}"/>
          </ac:spMkLst>
        </pc:spChg>
        <pc:spChg chg="add mod">
          <ac:chgData name="" userId="" providerId="" clId="Web-{C1FEDA2A-2542-455C-98A6-9A4DB1C4364D}" dt="2026-10-23T09:09:46.757" v="12" actId="34807"/>
          <ac:spMkLst>
            <pc:docMk/>
            <pc:sldMk cId="4267385204" sldId="2101"/>
            <ac:spMk id="15501" creationId="{54370A02-EC03-AEE9-F6F5-B21A96AE93AC}"/>
          </ac:spMkLst>
        </pc:spChg>
        <pc:spChg chg="add mod">
          <ac:chgData name="" userId="" providerId="" clId="Web-{C1FEDA2A-2542-455C-98A6-9A4DB1C4364D}" dt="2026-10-23T09:15:11.085" v="13" actId="34807"/>
          <ac:spMkLst>
            <pc:docMk/>
            <pc:sldMk cId="4267385204" sldId="2101"/>
            <ac:spMk id="16268" creationId="{53B711C3-8D15-4FFA-5599-38228CE8646F}"/>
          </ac:spMkLst>
        </pc:spChg>
        <pc:picChg chg="add mod">
          <ac:chgData name="" userId="" providerId="" clId="Web-{C1FEDA2A-2542-455C-98A6-9A4DB1C4364D}" dt="2026-10-23T09:09:45.960" v="11" actId="34807"/>
          <ac:picMkLst>
            <pc:docMk/>
            <pc:sldMk cId="4267385204" sldId="2101"/>
            <ac:picMk id="16186" creationId="{5DDCB139-73A7-1A51-9FFC-84031CA86BDD}"/>
          </ac:picMkLst>
        </pc:picChg>
        <pc:picChg chg="add mod">
          <ac:chgData name="" userId="" providerId="" clId="Web-{C1FEDA2A-2542-455C-98A6-9A4DB1C4364D}" dt="2026-10-23T09:09:45.960" v="11" actId="34807"/>
          <ac:picMkLst>
            <pc:docMk/>
            <pc:sldMk cId="4267385204" sldId="2101"/>
            <ac:picMk id="16187" creationId="{E1D52172-CA0B-9524-23BB-BA3440C42096}"/>
          </ac:picMkLst>
        </pc:picChg>
        <pc:picChg chg="add mod">
          <ac:chgData name="" userId="" providerId="" clId="Web-{C1FEDA2A-2542-455C-98A6-9A4DB1C4364D}" dt="2026-10-23T09:09:45.960" v="11" actId="34807"/>
          <ac:picMkLst>
            <pc:docMk/>
            <pc:sldMk cId="4267385204" sldId="2101"/>
            <ac:picMk id="16188" creationId="{AFAF9E2D-03A0-8A32-CC2B-B238DE9E1F42}"/>
          </ac:picMkLst>
        </pc:picChg>
        <pc:picChg chg="add mod">
          <ac:chgData name="" userId="" providerId="" clId="Web-{C1FEDA2A-2542-455C-98A6-9A4DB1C4364D}" dt="2026-10-23T09:09:45.960" v="11" actId="34807"/>
          <ac:picMkLst>
            <pc:docMk/>
            <pc:sldMk cId="4267385204" sldId="2101"/>
            <ac:picMk id="16189" creationId="{DD589A65-BD65-589B-C200-AD9FE45066B3}"/>
          </ac:picMkLst>
        </pc:picChg>
        <pc:picChg chg="add mod">
          <ac:chgData name="" userId="" providerId="" clId="Web-{C1FEDA2A-2542-455C-98A6-9A4DB1C4364D}" dt="2026-10-23T09:09:45.960" v="11" actId="34807"/>
          <ac:picMkLst>
            <pc:docMk/>
            <pc:sldMk cId="4267385204" sldId="2101"/>
            <ac:picMk id="16190" creationId="{D7BF7040-60A8-EC5D-7A0B-FD45CBD90CEB}"/>
          </ac:picMkLst>
        </pc:picChg>
      </pc:sldChg>
      <pc:sldChg chg="addSp modSp">
        <pc:chgData name="" userId="" providerId="" clId="Web-{C1FEDA2A-2542-455C-98A6-9A4DB1C4364D}" dt="2026-10-23T09:09:46.757" v="12" actId="34807"/>
        <pc:sldMkLst>
          <pc:docMk/>
          <pc:sldMk cId="2712577974" sldId="2311"/>
        </pc:sldMkLst>
        <pc:spChg chg="mod">
          <ac:chgData name="" userId="" providerId="" clId="Web-{C1FEDA2A-2542-455C-98A6-9A4DB1C4364D}" dt="2026-10-23T09:09:46.757" v="12" actId="34807"/>
          <ac:spMkLst>
            <pc:docMk/>
            <pc:sldMk cId="2712577974" sldId="2311"/>
            <ac:spMk id="15528" creationId="{F3FD85F5-5C51-E5C8-441A-F151AECCEA88}"/>
          </ac:spMkLst>
        </pc:spChg>
        <pc:spChg chg="add mod">
          <ac:chgData name="" userId="" providerId="" clId="Web-{C1FEDA2A-2542-455C-98A6-9A4DB1C4364D}" dt="2026-10-23T09:09:44.866" v="10" actId="34807"/>
          <ac:spMkLst>
            <pc:docMk/>
            <pc:sldMk cId="2712577974" sldId="2311"/>
            <ac:spMk id="15585" creationId="{063C4226-BE0B-A3E1-6EBC-5AFF1CF9C02A}"/>
          </ac:spMkLst>
        </pc:spChg>
        <pc:spChg chg="add mod">
          <ac:chgData name="" userId="" providerId="" clId="Web-{C1FEDA2A-2542-455C-98A6-9A4DB1C4364D}" dt="2026-10-23T09:09:44.866" v="10" actId="34807"/>
          <ac:spMkLst>
            <pc:docMk/>
            <pc:sldMk cId="2712577974" sldId="2311"/>
            <ac:spMk id="15615" creationId="{2F21AEE5-731A-A019-3C3A-5DAF9DF61583}"/>
          </ac:spMkLst>
        </pc:spChg>
        <pc:spChg chg="add mod">
          <ac:chgData name="" userId="" providerId="" clId="Web-{C1FEDA2A-2542-455C-98A6-9A4DB1C4364D}" dt="2026-10-23T09:09:44.866" v="10" actId="34807"/>
          <ac:spMkLst>
            <pc:docMk/>
            <pc:sldMk cId="2712577974" sldId="2311"/>
            <ac:spMk id="15646" creationId="{0762A094-FF8E-3F13-E593-BB2FC93C6CC0}"/>
          </ac:spMkLst>
        </pc:spChg>
        <pc:spChg chg="mod">
          <ac:chgData name="" userId="" providerId="" clId="Web-{C1FEDA2A-2542-455C-98A6-9A4DB1C4364D}" dt="2026-10-23T09:09:46.757" v="12" actId="34807"/>
          <ac:spMkLst>
            <pc:docMk/>
            <pc:sldMk cId="2712577974" sldId="2311"/>
            <ac:spMk id="15678" creationId="{F75BAB1F-D23C-6F09-9C95-39DD6E1C05D6}"/>
          </ac:spMkLst>
        </pc:spChg>
        <pc:spChg chg="add mod">
          <ac:chgData name="" userId="" providerId="" clId="Web-{C1FEDA2A-2542-455C-98A6-9A4DB1C4364D}" dt="2026-10-23T09:09:44.866" v="10" actId="34807"/>
          <ac:spMkLst>
            <pc:docMk/>
            <pc:sldMk cId="2712577974" sldId="2311"/>
            <ac:spMk id="15745" creationId="{0A7CBFDB-ECB1-BF69-CAD9-6558E01250D8}"/>
          </ac:spMkLst>
        </pc:spChg>
        <pc:spChg chg="add mod">
          <ac:chgData name="" userId="" providerId="" clId="Web-{C1FEDA2A-2542-455C-98A6-9A4DB1C4364D}" dt="2026-10-23T09:09:44.866" v="10" actId="34807"/>
          <ac:spMkLst>
            <pc:docMk/>
            <pc:sldMk cId="2712577974" sldId="2311"/>
            <ac:spMk id="15780" creationId="{FA4D8C5C-16B3-DFDF-2AE6-DD3635D46926}"/>
          </ac:spMkLst>
        </pc:spChg>
        <pc:spChg chg="add mod">
          <ac:chgData name="" userId="" providerId="" clId="Web-{C1FEDA2A-2542-455C-98A6-9A4DB1C4364D}" dt="2026-10-23T09:09:46.757" v="12" actId="34807"/>
          <ac:spMkLst>
            <pc:docMk/>
            <pc:sldMk cId="2712577974" sldId="2311"/>
            <ac:spMk id="15853" creationId="{D91F1083-1F9C-38A5-22AE-B5B84D610D33}"/>
          </ac:spMkLst>
        </pc:spChg>
        <pc:spChg chg="add mod">
          <ac:chgData name="" userId="" providerId="" clId="Web-{C1FEDA2A-2542-455C-98A6-9A4DB1C4364D}" dt="2026-10-23T09:09:44.866" v="10" actId="34807"/>
          <ac:spMkLst>
            <pc:docMk/>
            <pc:sldMk cId="2712577974" sldId="2311"/>
            <ac:spMk id="15930" creationId="{FCE392EE-AFE8-C852-3A59-41F5FBDBB6ED}"/>
          </ac:spMkLst>
        </pc:spChg>
        <pc:spChg chg="mod">
          <ac:chgData name="" userId="" providerId="" clId="Web-{C1FEDA2A-2542-455C-98A6-9A4DB1C4364D}" dt="2026-10-23T09:09:46.757" v="12" actId="34807"/>
          <ac:spMkLst>
            <pc:docMk/>
            <pc:sldMk cId="2712577974" sldId="2311"/>
            <ac:spMk id="15970" creationId="{9174674F-349E-EE8A-71AD-50D912B2CD63}"/>
          </ac:spMkLst>
        </pc:spChg>
        <pc:spChg chg="add mod">
          <ac:chgData name="" userId="" providerId="" clId="Web-{C1FEDA2A-2542-455C-98A6-9A4DB1C4364D}" dt="2026-10-23T09:09:44.866" v="10" actId="34807"/>
          <ac:spMkLst>
            <pc:docMk/>
            <pc:sldMk cId="2712577974" sldId="2311"/>
            <ac:spMk id="16053" creationId="{BECA66F7-661A-0358-7F70-F96FCCD39572}"/>
          </ac:spMkLst>
        </pc:spChg>
        <pc:spChg chg="add mod">
          <ac:chgData name="" userId="" providerId="" clId="Web-{C1FEDA2A-2542-455C-98A6-9A4DB1C4364D}" dt="2026-10-23T09:09:44.866" v="10" actId="34807"/>
          <ac:spMkLst>
            <pc:docMk/>
            <pc:sldMk cId="2712577974" sldId="2311"/>
            <ac:spMk id="16140" creationId="{397CE1B2-F6D9-66DD-7972-52A72A8096D5}"/>
          </ac:spMkLst>
        </pc:spChg>
        <pc:spChg chg="add mod">
          <ac:chgData name="" userId="" providerId="" clId="Web-{C1FEDA2A-2542-455C-98A6-9A4DB1C4364D}" dt="2026-10-23T09:09:44.866" v="10" actId="34807"/>
          <ac:spMkLst>
            <pc:docMk/>
            <pc:sldMk cId="2712577974" sldId="2311"/>
            <ac:spMk id="16185" creationId="{15C39A96-BAEC-3DD8-E3AE-141DC606F111}"/>
          </ac:spMkLst>
        </pc:spChg>
      </pc:sldChg>
    </pc:docChg>
  </pc:docChgLst>
  <pc:docChgLst>
    <pc:chgData clId="Web-{38CB355D-D7EB-414A-93F3-BD679034D68A}"/>
    <pc:docChg chg="modSld">
      <pc:chgData name="" userId="" providerId="" clId="Web-{38CB355D-D7EB-414A-93F3-BD679034D68A}" dt="2026-10-23T10:23:26.822" v="5" actId="34807"/>
      <pc:docMkLst>
        <pc:docMk/>
      </pc:docMkLst>
      <pc:sldChg chg="modSp">
        <pc:chgData name="" userId="" providerId="" clId="Web-{38CB355D-D7EB-414A-93F3-BD679034D68A}" dt="2026-10-23T10:23:26.822" v="5" actId="34807"/>
        <pc:sldMkLst>
          <pc:docMk/>
          <pc:sldMk cId="1196239488" sldId="7417"/>
        </pc:sldMkLst>
        <pc:spChg chg="mod">
          <ac:chgData name="" userId="" providerId="" clId="Web-{38CB355D-D7EB-414A-93F3-BD679034D68A}" dt="2026-10-23T10:20:11.865" v="2" actId="34807"/>
          <ac:spMkLst>
            <pc:docMk/>
            <pc:sldMk cId="1196239488" sldId="7417"/>
            <ac:spMk id="26120" creationId="{24CAE48F-1AB9-528F-E1F8-EF0059A1982A}"/>
          </ac:spMkLst>
        </pc:spChg>
        <pc:spChg chg="mod">
          <ac:chgData name="" userId="" providerId="" clId="Web-{38CB355D-D7EB-414A-93F3-BD679034D68A}" dt="2026-10-23T10:23:26.822" v="5" actId="34807"/>
          <ac:spMkLst>
            <pc:docMk/>
            <pc:sldMk cId="1196239488" sldId="7417"/>
            <ac:spMk id="26137" creationId="{1EC3B07F-B9A2-2BB3-DCA5-5AE65F8F3704}"/>
          </ac:spMkLst>
        </pc:spChg>
      </pc:sldChg>
      <pc:sldChg chg="modSp">
        <pc:chgData name="" userId="" providerId="" clId="Web-{38CB355D-D7EB-414A-93F3-BD679034D68A}" dt="2026-10-23T10:23:26.822" v="5" actId="34807"/>
        <pc:sldMkLst>
          <pc:docMk/>
          <pc:sldMk cId="323294915" sldId="7886"/>
        </pc:sldMkLst>
        <pc:spChg chg="mod">
          <ac:chgData name="" userId="" providerId="" clId="Web-{38CB355D-D7EB-414A-93F3-BD679034D68A}" dt="2026-10-23T10:23:26.822" v="5" actId="34807"/>
          <ac:spMkLst>
            <pc:docMk/>
            <pc:sldMk cId="323294915" sldId="7886"/>
            <ac:spMk id="24816" creationId="{3424E8F1-A7A3-18B3-8C37-9CCB9E82C861}"/>
          </ac:spMkLst>
        </pc:spChg>
        <pc:spChg chg="mod">
          <ac:chgData name="" userId="" providerId="" clId="Web-{38CB355D-D7EB-414A-93F3-BD679034D68A}" dt="2026-10-23T10:23:26.822" v="5" actId="34807"/>
          <ac:spMkLst>
            <pc:docMk/>
            <pc:sldMk cId="323294915" sldId="7886"/>
            <ac:spMk id="24854" creationId="{C880399A-4E4E-5AAE-4F19-14D1CB468CCF}"/>
          </ac:spMkLst>
        </pc:spChg>
        <pc:spChg chg="mod">
          <ac:chgData name="" userId="" providerId="" clId="Web-{38CB355D-D7EB-414A-93F3-BD679034D68A}" dt="2026-10-23T10:23:26.822" v="5" actId="34807"/>
          <ac:spMkLst>
            <pc:docMk/>
            <pc:sldMk cId="323294915" sldId="7886"/>
            <ac:spMk id="24908" creationId="{59CA2ACC-383A-20B8-D648-6242B5203EB8}"/>
          </ac:spMkLst>
        </pc:spChg>
        <pc:spChg chg="mod">
          <ac:chgData name="" userId="" providerId="" clId="Web-{38CB355D-D7EB-414A-93F3-BD679034D68A}" dt="2026-10-23T10:23:26.822" v="5" actId="34807"/>
          <ac:spMkLst>
            <pc:docMk/>
            <pc:sldMk cId="323294915" sldId="7886"/>
            <ac:spMk id="24978" creationId="{12B692A6-1866-C593-601C-00C0676D9C4A}"/>
          </ac:spMkLst>
        </pc:spChg>
      </pc:sldChg>
      <pc:sldChg chg="modSp">
        <pc:chgData name="" userId="" providerId="" clId="Web-{38CB355D-D7EB-414A-93F3-BD679034D68A}" dt="2026-10-23T10:22:26.524" v="4" actId="34807"/>
        <pc:sldMkLst>
          <pc:docMk/>
          <pc:sldMk cId="1844880558" sldId="10046"/>
        </pc:sldMkLst>
        <pc:spChg chg="mod">
          <ac:chgData name="" userId="" providerId="" clId="Web-{38CB355D-D7EB-414A-93F3-BD679034D68A}" dt="2026-10-23T10:18:31.519" v="1" actId="34807"/>
          <ac:spMkLst>
            <pc:docMk/>
            <pc:sldMk cId="1844880558" sldId="10046"/>
            <ac:spMk id="21596" creationId="{67206E21-A2CE-7A9B-6807-4364620A304C}"/>
          </ac:spMkLst>
        </pc:spChg>
        <pc:spChg chg="mod">
          <ac:chgData name="" userId="" providerId="" clId="Web-{38CB355D-D7EB-414A-93F3-BD679034D68A}" dt="2026-10-23T10:18:31.519" v="1" actId="34807"/>
          <ac:spMkLst>
            <pc:docMk/>
            <pc:sldMk cId="1844880558" sldId="10046"/>
            <ac:spMk id="21605" creationId="{FFC8B1E8-609C-6DD7-0428-B02C7F603C28}"/>
          </ac:spMkLst>
        </pc:spChg>
        <pc:spChg chg="mod">
          <ac:chgData name="" userId="" providerId="" clId="Web-{38CB355D-D7EB-414A-93F3-BD679034D68A}" dt="2026-10-23T10:22:26.524" v="4" actId="34807"/>
          <ac:spMkLst>
            <pc:docMk/>
            <pc:sldMk cId="1844880558" sldId="10046"/>
            <ac:spMk id="21616" creationId="{3D768479-833A-B168-9F37-9368570EDD6E}"/>
          </ac:spMkLst>
        </pc:spChg>
        <pc:spChg chg="mod">
          <ac:chgData name="" userId="" providerId="" clId="Web-{38CB355D-D7EB-414A-93F3-BD679034D68A}" dt="2026-10-23T10:22:26.524" v="4" actId="34807"/>
          <ac:spMkLst>
            <pc:docMk/>
            <pc:sldMk cId="1844880558" sldId="10046"/>
            <ac:spMk id="21623" creationId="{2AA9606A-535D-AC6B-77C7-5AF177B761F5}"/>
          </ac:spMkLst>
        </pc:spChg>
        <pc:spChg chg="mod">
          <ac:chgData name="" userId="" providerId="" clId="Web-{38CB355D-D7EB-414A-93F3-BD679034D68A}" dt="2026-10-23T10:22:26.524" v="4" actId="34807"/>
          <ac:spMkLst>
            <pc:docMk/>
            <pc:sldMk cId="1844880558" sldId="10046"/>
            <ac:spMk id="21661" creationId="{E193068C-2C16-88C0-D55E-E009BC8A503A}"/>
          </ac:spMkLst>
        </pc:spChg>
        <pc:spChg chg="mod">
          <ac:chgData name="" userId="" providerId="" clId="Web-{38CB355D-D7EB-414A-93F3-BD679034D68A}" dt="2026-10-23T10:22:26.524" v="4" actId="34807"/>
          <ac:spMkLst>
            <pc:docMk/>
            <pc:sldMk cId="1844880558" sldId="10046"/>
            <ac:spMk id="21673" creationId="{E5DEC31E-055C-56D2-701C-AC3E36EB2ECE}"/>
          </ac:spMkLst>
        </pc:spChg>
      </pc:sldChg>
    </pc:docChg>
  </pc:docChgLst>
  <pc:docChgLst>
    <pc:chgData clId="Web-{7C8CBF58-93CC-48F6-8D10-D971BE5D9D8A}"/>
    <pc:docChg chg="modSld">
      <pc:chgData name="" userId="" providerId="" clId="Web-{7C8CBF58-93CC-48F6-8D10-D971BE5D9D8A}" dt="2026-10-23T12:09:29.655" v="13" actId="34807"/>
      <pc:docMkLst>
        <pc:docMk/>
      </pc:docMkLst>
      <pc:sldChg chg="modSp">
        <pc:chgData name="" userId="" providerId="" clId="Web-{7C8CBF58-93CC-48F6-8D10-D971BE5D9D8A}" dt="2026-10-23T12:09:29.655" v="13" actId="34807"/>
        <pc:sldMkLst>
          <pc:docMk/>
          <pc:sldMk cId="3933574674" sldId="4246"/>
        </pc:sldMkLst>
        <pc:spChg chg="mod">
          <ac:chgData name="" userId="" providerId="" clId="Web-{7C8CBF58-93CC-48F6-8D10-D971BE5D9D8A}" dt="2026-10-23T12:09:29.655" v="13" actId="34807"/>
          <ac:spMkLst>
            <pc:docMk/>
            <pc:sldMk cId="3933574674" sldId="4246"/>
            <ac:spMk id="2667" creationId="{ABDFCC38-6450-5C59-7B14-24AA480793E3}"/>
          </ac:spMkLst>
        </pc:spChg>
        <pc:spChg chg="mod">
          <ac:chgData name="" userId="" providerId="" clId="Web-{7C8CBF58-93CC-48F6-8D10-D971BE5D9D8A}" dt="2026-10-23T12:09:29.655" v="13" actId="34807"/>
          <ac:spMkLst>
            <pc:docMk/>
            <pc:sldMk cId="3933574674" sldId="4246"/>
            <ac:spMk id="2672" creationId="{D80FB324-E76C-D307-BC13-EC584ADAB0BE}"/>
          </ac:spMkLst>
        </pc:spChg>
      </pc:sldChg>
      <pc:sldChg chg="modSp">
        <pc:chgData name="" userId="" providerId="" clId="Web-{7C8CBF58-93CC-48F6-8D10-D971BE5D9D8A}" dt="2026-10-23T12:09:29.655" v="13" actId="34807"/>
        <pc:sldMkLst>
          <pc:docMk/>
          <pc:sldMk cId="2931206922" sldId="4466"/>
        </pc:sldMkLst>
        <pc:spChg chg="mod">
          <ac:chgData name="" userId="" providerId="" clId="Web-{7C8CBF58-93CC-48F6-8D10-D971BE5D9D8A}" dt="2026-10-23T12:09:29.655" v="13" actId="34807"/>
          <ac:spMkLst>
            <pc:docMk/>
            <pc:sldMk cId="2931206922" sldId="4466"/>
            <ac:spMk id="2702" creationId="{E3300248-F60E-28F4-CFC0-ABFC405A15D4}"/>
          </ac:spMkLst>
        </pc:spChg>
      </pc:sldChg>
      <pc:sldChg chg="addSp modSp modNotesTx">
        <pc:chgData name="" userId="" providerId="" clId="Web-{7C8CBF58-93CC-48F6-8D10-D971BE5D9D8A}" dt="2026-10-23T12:08:17.779" v="12" actId="34807"/>
        <pc:sldMkLst>
          <pc:docMk/>
          <pc:sldMk cId="37000430" sldId="10492"/>
        </pc:sldMkLst>
        <pc:spChg chg="add mod">
          <ac:chgData name="" userId="" providerId="" clId="Web-{7C8CBF58-93CC-48F6-8D10-D971BE5D9D8A}" dt="2026-10-23T12:05:37.400" v="1" actId="34807"/>
          <ac:spMkLst>
            <pc:docMk/>
            <pc:sldMk cId="37000430" sldId="10492"/>
            <ac:spMk id="26328" creationId="{2CD312DA-E631-B122-1DD9-6A0EBE27A3C3}"/>
          </ac:spMkLst>
        </pc:spChg>
        <pc:spChg chg="add mod">
          <ac:chgData name="" userId="" providerId="" clId="Web-{7C8CBF58-93CC-48F6-8D10-D971BE5D9D8A}" dt="2026-10-23T12:05:37.400" v="1" actId="34807"/>
          <ac:spMkLst>
            <pc:docMk/>
            <pc:sldMk cId="37000430" sldId="10492"/>
            <ac:spMk id="26330" creationId="{C9B5CD07-B4EA-EBA7-0DC5-86817FF6C91C}"/>
          </ac:spMkLst>
        </pc:spChg>
        <pc:spChg chg="add mod">
          <ac:chgData name="" userId="" providerId="" clId="Web-{7C8CBF58-93CC-48F6-8D10-D971BE5D9D8A}" dt="2026-10-23T12:05:37.400" v="1" actId="34807"/>
          <ac:spMkLst>
            <pc:docMk/>
            <pc:sldMk cId="37000430" sldId="10492"/>
            <ac:spMk id="26333" creationId="{0412B7D1-60EF-47E1-3006-625B1303CEE6}"/>
          </ac:spMkLst>
        </pc:spChg>
        <pc:spChg chg="add mod">
          <ac:chgData name="" userId="" providerId="" clId="Web-{7C8CBF58-93CC-48F6-8D10-D971BE5D9D8A}" dt="2026-10-23T12:05:37.400" v="1" actId="34807"/>
          <ac:spMkLst>
            <pc:docMk/>
            <pc:sldMk cId="37000430" sldId="10492"/>
            <ac:spMk id="26337" creationId="{18C9B547-0F21-C584-D246-D8189DACA38D}"/>
          </ac:spMkLst>
        </pc:spChg>
        <pc:spChg chg="add mod">
          <ac:chgData name="" userId="" providerId="" clId="Web-{7C8CBF58-93CC-48F6-8D10-D971BE5D9D8A}" dt="2026-10-23T12:05:37.400" v="1" actId="34807"/>
          <ac:spMkLst>
            <pc:docMk/>
            <pc:sldMk cId="37000430" sldId="10492"/>
            <ac:spMk id="26348" creationId="{2A76E144-1568-E292-97CC-88BA2C592C5A}"/>
          </ac:spMkLst>
        </pc:spChg>
        <pc:spChg chg="add mod">
          <ac:chgData name="" userId="" providerId="" clId="Web-{7C8CBF58-93CC-48F6-8D10-D971BE5D9D8A}" dt="2026-10-23T12:05:37.400" v="1" actId="34807"/>
          <ac:spMkLst>
            <pc:docMk/>
            <pc:sldMk cId="37000430" sldId="10492"/>
            <ac:spMk id="26355" creationId="{23671CC1-6AB4-6474-C595-9A73877F5809}"/>
          </ac:spMkLst>
        </pc:spChg>
        <pc:spChg chg="add mod">
          <ac:chgData name="" userId="" providerId="" clId="Web-{7C8CBF58-93CC-48F6-8D10-D971BE5D9D8A}" dt="2026-10-23T12:05:37.400" v="1" actId="34807"/>
          <ac:spMkLst>
            <pc:docMk/>
            <pc:sldMk cId="37000430" sldId="10492"/>
            <ac:spMk id="26363" creationId="{85AE8FDE-EB12-723D-28DE-21ACC111025C}"/>
          </ac:spMkLst>
        </pc:spChg>
        <pc:spChg chg="add mod">
          <ac:chgData name="" userId="" providerId="" clId="Web-{7C8CBF58-93CC-48F6-8D10-D971BE5D9D8A}" dt="2026-10-23T12:05:37.400" v="1" actId="34807"/>
          <ac:spMkLst>
            <pc:docMk/>
            <pc:sldMk cId="37000430" sldId="10492"/>
            <ac:spMk id="26372" creationId="{7600E3D7-42BA-0536-A7F1-4EABC476765C}"/>
          </ac:spMkLst>
        </pc:spChg>
        <pc:spChg chg="add mod">
          <ac:chgData name="" userId="" providerId="" clId="Web-{7C8CBF58-93CC-48F6-8D10-D971BE5D9D8A}" dt="2026-10-23T12:05:37.400" v="1" actId="34807"/>
          <ac:spMkLst>
            <pc:docMk/>
            <pc:sldMk cId="37000430" sldId="10492"/>
            <ac:spMk id="26393" creationId="{70171F36-82B9-28B0-9B86-92234384B1EA}"/>
          </ac:spMkLst>
        </pc:spChg>
        <pc:spChg chg="add mod">
          <ac:chgData name="" userId="" providerId="" clId="Web-{7C8CBF58-93CC-48F6-8D10-D971BE5D9D8A}" dt="2026-10-23T12:05:37.400" v="1" actId="34807"/>
          <ac:spMkLst>
            <pc:docMk/>
            <pc:sldMk cId="37000430" sldId="10492"/>
            <ac:spMk id="26405" creationId="{27F614B1-E5A0-EF31-9F30-8EF91B61C288}"/>
          </ac:spMkLst>
        </pc:spChg>
        <pc:spChg chg="add mod">
          <ac:chgData name="" userId="" providerId="" clId="Web-{7C8CBF58-93CC-48F6-8D10-D971BE5D9D8A}" dt="2026-10-23T12:07:41.919" v="4" actId="34807"/>
          <ac:spMkLst>
            <pc:docMk/>
            <pc:sldMk cId="37000430" sldId="10492"/>
            <ac:spMk id="28145" creationId="{4D0A1245-D332-A1F8-BD5F-6651D09991CA}"/>
          </ac:spMkLst>
        </pc:spChg>
        <pc:spChg chg="add mod">
          <ac:chgData name="" userId="" providerId="" clId="Web-{7C8CBF58-93CC-48F6-8D10-D971BE5D9D8A}" dt="2026-10-23T12:07:41.919" v="4" actId="34807"/>
          <ac:spMkLst>
            <pc:docMk/>
            <pc:sldMk cId="37000430" sldId="10492"/>
            <ac:spMk id="28147" creationId="{BB261724-A10C-89DE-23F0-F6D39DC89F8F}"/>
          </ac:spMkLst>
        </pc:spChg>
        <pc:spChg chg="add mod">
          <ac:chgData name="" userId="" providerId="" clId="Web-{7C8CBF58-93CC-48F6-8D10-D971BE5D9D8A}" dt="2026-10-23T12:07:41.919" v="4" actId="34807"/>
          <ac:spMkLst>
            <pc:docMk/>
            <pc:sldMk cId="37000430" sldId="10492"/>
            <ac:spMk id="28150" creationId="{4B7267B9-F59B-4FFF-4FA7-D48CE8C64591}"/>
          </ac:spMkLst>
        </pc:spChg>
        <pc:spChg chg="add mod">
          <ac:chgData name="" userId="" providerId="" clId="Web-{7C8CBF58-93CC-48F6-8D10-D971BE5D9D8A}" dt="2026-10-23T12:07:41.919" v="4" actId="34807"/>
          <ac:spMkLst>
            <pc:docMk/>
            <pc:sldMk cId="37000430" sldId="10492"/>
            <ac:spMk id="28154" creationId="{A9D76F4B-2356-C4EA-69D2-21D821E3DBC2}"/>
          </ac:spMkLst>
        </pc:spChg>
        <pc:spChg chg="add mod">
          <ac:chgData name="" userId="" providerId="" clId="Web-{7C8CBF58-93CC-48F6-8D10-D971BE5D9D8A}" dt="2026-10-23T12:07:41.919" v="4" actId="34807"/>
          <ac:spMkLst>
            <pc:docMk/>
            <pc:sldMk cId="37000430" sldId="10492"/>
            <ac:spMk id="28159" creationId="{63A9786A-2E2D-6308-FC31-FC7D76152591}"/>
          </ac:spMkLst>
        </pc:spChg>
        <pc:spChg chg="add mod">
          <ac:chgData name="" userId="" providerId="" clId="Web-{7C8CBF58-93CC-48F6-8D10-D971BE5D9D8A}" dt="2026-10-23T12:07:41.919" v="4" actId="34807"/>
          <ac:spMkLst>
            <pc:docMk/>
            <pc:sldMk cId="37000430" sldId="10492"/>
            <ac:spMk id="28165" creationId="{67E5CBB2-3D38-01CE-2D16-62FFCAF77AB0}"/>
          </ac:spMkLst>
        </pc:spChg>
        <pc:spChg chg="add mod">
          <ac:chgData name="" userId="" providerId="" clId="Web-{7C8CBF58-93CC-48F6-8D10-D971BE5D9D8A}" dt="2026-10-23T12:07:41.919" v="4" actId="34807"/>
          <ac:spMkLst>
            <pc:docMk/>
            <pc:sldMk cId="37000430" sldId="10492"/>
            <ac:spMk id="28172" creationId="{D1464F25-4BB7-B1F3-7A3B-8F6832F9155B}"/>
          </ac:spMkLst>
        </pc:spChg>
        <pc:picChg chg="add mod">
          <ac:chgData name="" userId="" providerId="" clId="Web-{7C8CBF58-93CC-48F6-8D10-D971BE5D9D8A}" dt="2026-10-23T12:05:26.369" v="0" actId="34807"/>
          <ac:picMkLst>
            <pc:docMk/>
            <pc:sldMk cId="37000430" sldId="10492"/>
            <ac:picMk id="26326" creationId="{D80FF530-FA60-ABE6-EC0F-31CBCB4C8753}"/>
          </ac:picMkLst>
        </pc:picChg>
      </pc:sldChg>
      <pc:sldChg chg="addSp modSp modNotesTx">
        <pc:chgData name="" userId="" providerId="" clId="Web-{7C8CBF58-93CC-48F6-8D10-D971BE5D9D8A}" dt="2026-10-23T12:08:17.779" v="12" actId="34807"/>
        <pc:sldMkLst>
          <pc:docMk/>
          <pc:sldMk cId="3436143259" sldId="10694"/>
        </pc:sldMkLst>
        <pc:spChg chg="add mod">
          <ac:chgData name="" userId="" providerId="" clId="Web-{7C8CBF58-93CC-48F6-8D10-D971BE5D9D8A}" dt="2026-10-23T12:07:44.997" v="6" actId="34807"/>
          <ac:spMkLst>
            <pc:docMk/>
            <pc:sldMk cId="3436143259" sldId="10694"/>
            <ac:spMk id="29551" creationId="{53DC2F68-50D8-EC15-F927-59A9D8037152}"/>
          </ac:spMkLst>
        </pc:spChg>
        <pc:spChg chg="add mod">
          <ac:chgData name="" userId="" providerId="" clId="Web-{7C8CBF58-93CC-48F6-8D10-D971BE5D9D8A}" dt="2026-10-23T12:07:44.997" v="6" actId="34807"/>
          <ac:spMkLst>
            <pc:docMk/>
            <pc:sldMk cId="3436143259" sldId="10694"/>
            <ac:spMk id="29556" creationId="{FF62757F-219B-B614-3C32-99B1D4A2FF5F}"/>
          </ac:spMkLst>
        </pc:spChg>
        <pc:spChg chg="add mod">
          <ac:chgData name="" userId="" providerId="" clId="Web-{7C8CBF58-93CC-48F6-8D10-D971BE5D9D8A}" dt="2026-10-23T12:07:44.997" v="6" actId="34807"/>
          <ac:spMkLst>
            <pc:docMk/>
            <pc:sldMk cId="3436143259" sldId="10694"/>
            <ac:spMk id="29560" creationId="{B65C9598-E019-A28E-C946-4B231667C2B1}"/>
          </ac:spMkLst>
        </pc:spChg>
        <pc:spChg chg="add mod">
          <ac:chgData name="" userId="" providerId="" clId="Web-{7C8CBF58-93CC-48F6-8D10-D971BE5D9D8A}" dt="2026-10-23T12:07:44.997" v="6" actId="34807"/>
          <ac:spMkLst>
            <pc:docMk/>
            <pc:sldMk cId="3436143259" sldId="10694"/>
            <ac:spMk id="29565" creationId="{235274F3-A666-7D28-9816-E9F9BD0BAFAB}"/>
          </ac:spMkLst>
        </pc:spChg>
        <pc:spChg chg="add mod">
          <ac:chgData name="" userId="" providerId="" clId="Web-{7C8CBF58-93CC-48F6-8D10-D971BE5D9D8A}" dt="2026-10-23T12:07:44.997" v="6" actId="34807"/>
          <ac:spMkLst>
            <pc:docMk/>
            <pc:sldMk cId="3436143259" sldId="10694"/>
            <ac:spMk id="29571" creationId="{EBE43A13-3E29-A2B5-EB39-FEA7D82348D1}"/>
          </ac:spMkLst>
        </pc:spChg>
        <pc:spChg chg="add mod">
          <ac:chgData name="" userId="" providerId="" clId="Web-{7C8CBF58-93CC-48F6-8D10-D971BE5D9D8A}" dt="2026-10-23T12:07:44.997" v="6" actId="34807"/>
          <ac:spMkLst>
            <pc:docMk/>
            <pc:sldMk cId="3436143259" sldId="10694"/>
            <ac:spMk id="29578" creationId="{2FCA5999-43CB-0C56-BC4B-62404D76CFFE}"/>
          </ac:spMkLst>
        </pc:spChg>
        <pc:spChg chg="add mod">
          <ac:chgData name="" userId="" providerId="" clId="Web-{7C8CBF58-93CC-48F6-8D10-D971BE5D9D8A}" dt="2026-10-23T12:07:44.997" v="6" actId="34807"/>
          <ac:spMkLst>
            <pc:docMk/>
            <pc:sldMk cId="3436143259" sldId="10694"/>
            <ac:spMk id="29586" creationId="{DD2BA971-F7DA-409E-48F7-D777739E1669}"/>
          </ac:spMkLst>
        </pc:spChg>
        <pc:spChg chg="add mod">
          <ac:chgData name="" userId="" providerId="" clId="Web-{7C8CBF58-93CC-48F6-8D10-D971BE5D9D8A}" dt="2026-10-23T12:07:44.997" v="6" actId="34807"/>
          <ac:spMkLst>
            <pc:docMk/>
            <pc:sldMk cId="3436143259" sldId="10694"/>
            <ac:spMk id="29605" creationId="{4D3C6450-FD89-7D97-A747-41C82A7067A3}"/>
          </ac:spMkLst>
        </pc:spChg>
        <pc:spChg chg="add mod">
          <ac:chgData name="" userId="" providerId="" clId="Web-{7C8CBF58-93CC-48F6-8D10-D971BE5D9D8A}" dt="2026-10-23T12:07:44.997" v="6" actId="34807"/>
          <ac:spMkLst>
            <pc:docMk/>
            <pc:sldMk cId="3436143259" sldId="10694"/>
            <ac:spMk id="29670" creationId="{7E10A2C5-995F-E5E4-F6FA-A582F4CE9D25}"/>
          </ac:spMkLst>
        </pc:spChg>
        <pc:spChg chg="add mod">
          <ac:chgData name="" userId="" providerId="" clId="Web-{7C8CBF58-93CC-48F6-8D10-D971BE5D9D8A}" dt="2026-10-23T12:07:44.997" v="6" actId="34807"/>
          <ac:spMkLst>
            <pc:docMk/>
            <pc:sldMk cId="3436143259" sldId="10694"/>
            <ac:spMk id="29686" creationId="{75D61055-A514-0E15-5253-92D8986584E3}"/>
          </ac:spMkLst>
        </pc:spChg>
        <pc:picChg chg="add mod">
          <ac:chgData name="" userId="" providerId="" clId="Web-{7C8CBF58-93CC-48F6-8D10-D971BE5D9D8A}" dt="2026-10-23T12:05:26.369" v="0" actId="34807"/>
          <ac:picMkLst>
            <pc:docMk/>
            <pc:sldMk cId="3436143259" sldId="10694"/>
            <ac:picMk id="26327" creationId="{B54030F6-72B5-D2BB-1DE6-1A8AF26BB569}"/>
          </ac:picMkLst>
        </pc:picChg>
        <pc:picChg chg="add mod">
          <ac:chgData name="" userId="" providerId="" clId="Web-{7C8CBF58-93CC-48F6-8D10-D971BE5D9D8A}" dt="2026-10-23T12:07:46.091" v="7" actId="34807"/>
          <ac:picMkLst>
            <pc:docMk/>
            <pc:sldMk cId="3436143259" sldId="10694"/>
            <ac:picMk id="29687" creationId="{D7AFADDD-7FF8-4D4C-CB96-8EB55D809CAC}"/>
          </ac:picMkLst>
        </pc:picChg>
        <pc:picChg chg="add mod">
          <ac:chgData name="" userId="" providerId="" clId="Web-{7C8CBF58-93CC-48F6-8D10-D971BE5D9D8A}" dt="2026-10-23T12:07:46.091" v="7" actId="34807"/>
          <ac:picMkLst>
            <pc:docMk/>
            <pc:sldMk cId="3436143259" sldId="10694"/>
            <ac:picMk id="29688" creationId="{2E103EAB-3D8D-0C1D-3320-BC01528276E2}"/>
          </ac:picMkLst>
        </pc:picChg>
        <pc:picChg chg="add mod">
          <ac:chgData name="" userId="" providerId="" clId="Web-{7C8CBF58-93CC-48F6-8D10-D971BE5D9D8A}" dt="2026-10-23T12:07:46.091" v="7" actId="34807"/>
          <ac:picMkLst>
            <pc:docMk/>
            <pc:sldMk cId="3436143259" sldId="10694"/>
            <ac:picMk id="29689" creationId="{A14F2957-BE03-FE1B-7C77-01F38B5028B7}"/>
          </ac:picMkLst>
        </pc:picChg>
        <pc:picChg chg="add mod">
          <ac:chgData name="" userId="" providerId="" clId="Web-{7C8CBF58-93CC-48F6-8D10-D971BE5D9D8A}" dt="2026-10-23T12:07:46.091" v="7" actId="34807"/>
          <ac:picMkLst>
            <pc:docMk/>
            <pc:sldMk cId="3436143259" sldId="10694"/>
            <ac:picMk id="29690" creationId="{97AF9D7C-E46B-EB7F-910A-15312838D8C6}"/>
          </ac:picMkLst>
        </pc:picChg>
      </pc:sldChg>
      <pc:sldChg chg="addSp modSp modNotesTx">
        <pc:chgData name="" userId="" providerId="" clId="Web-{7C8CBF58-93CC-48F6-8D10-D971BE5D9D8A}" dt="2026-10-23T12:08:17.779" v="12" actId="34807"/>
        <pc:sldMkLst>
          <pc:docMk/>
          <pc:sldMk cId="3193345629" sldId="10897"/>
        </pc:sldMkLst>
        <pc:spChg chg="add mod">
          <ac:chgData name="" userId="" providerId="" clId="Web-{7C8CBF58-93CC-48F6-8D10-D971BE5D9D8A}" dt="2026-10-23T12:07:49.731" v="10" actId="34807"/>
          <ac:spMkLst>
            <pc:docMk/>
            <pc:sldMk cId="3193345629" sldId="10897"/>
            <ac:spMk id="30439" creationId="{E5B29FB5-4527-1639-BBF9-AE2312C43699}"/>
          </ac:spMkLst>
        </pc:spChg>
        <pc:spChg chg="add mod">
          <ac:chgData name="" userId="" providerId="" clId="Web-{7C8CBF58-93CC-48F6-8D10-D971BE5D9D8A}" dt="2026-10-23T12:07:49.731" v="10" actId="34807"/>
          <ac:spMkLst>
            <pc:docMk/>
            <pc:sldMk cId="3193345629" sldId="10897"/>
            <ac:spMk id="30441" creationId="{051ACD18-D817-8EB2-49A8-A9C50CB96261}"/>
          </ac:spMkLst>
        </pc:spChg>
        <pc:spChg chg="add mod">
          <ac:chgData name="" userId="" providerId="" clId="Web-{7C8CBF58-93CC-48F6-8D10-D971BE5D9D8A}" dt="2026-10-23T12:07:49.731" v="10" actId="34807"/>
          <ac:spMkLst>
            <pc:docMk/>
            <pc:sldMk cId="3193345629" sldId="10897"/>
            <ac:spMk id="30448" creationId="{A609FA7D-B934-93D9-7E08-43B7FA8795B7}"/>
          </ac:spMkLst>
        </pc:spChg>
        <pc:spChg chg="add mod">
          <ac:chgData name="" userId="" providerId="" clId="Web-{7C8CBF58-93CC-48F6-8D10-D971BE5D9D8A}" dt="2026-10-23T12:07:49.731" v="10" actId="34807"/>
          <ac:spMkLst>
            <pc:docMk/>
            <pc:sldMk cId="3193345629" sldId="10897"/>
            <ac:spMk id="30474" creationId="{02B92FF5-B5D0-1ACD-074E-43337F723AF2}"/>
          </ac:spMkLst>
        </pc:spChg>
        <pc:spChg chg="add mod">
          <ac:chgData name="" userId="" providerId="" clId="Web-{7C8CBF58-93CC-48F6-8D10-D971BE5D9D8A}" dt="2026-10-23T12:07:49.731" v="10" actId="34807"/>
          <ac:spMkLst>
            <pc:docMk/>
            <pc:sldMk cId="3193345629" sldId="10897"/>
            <ac:spMk id="30543" creationId="{27029D47-36AE-494D-C4DB-F8A0E0402108}"/>
          </ac:spMkLst>
        </pc:spChg>
        <pc:spChg chg="add mod">
          <ac:chgData name="" userId="" providerId="" clId="Web-{7C8CBF58-93CC-48F6-8D10-D971BE5D9D8A}" dt="2026-10-23T12:07:49.731" v="10" actId="34807"/>
          <ac:spMkLst>
            <pc:docMk/>
            <pc:sldMk cId="3193345629" sldId="10897"/>
            <ac:spMk id="30558" creationId="{385F79D5-FAF7-CA37-3970-8707DBB9CF3D}"/>
          </ac:spMkLst>
        </pc:spChg>
        <pc:spChg chg="add mod">
          <ac:chgData name="" userId="" providerId="" clId="Web-{7C8CBF58-93CC-48F6-8D10-D971BE5D9D8A}" dt="2026-10-23T12:07:49.731" v="10" actId="34807"/>
          <ac:spMkLst>
            <pc:docMk/>
            <pc:sldMk cId="3193345629" sldId="10897"/>
            <ac:spMk id="30574" creationId="{EC070ECF-9C02-61EB-B7FD-6CFE1F2AA7E2}"/>
          </ac:spMkLst>
        </pc:spChg>
        <pc:spChg chg="add mod">
          <ac:chgData name="" userId="" providerId="" clId="Web-{7C8CBF58-93CC-48F6-8D10-D971BE5D9D8A}" dt="2026-10-23T12:07:49.731" v="10" actId="34807"/>
          <ac:spMkLst>
            <pc:docMk/>
            <pc:sldMk cId="3193345629" sldId="10897"/>
            <ac:spMk id="30691" creationId="{CF3087D8-B6F7-78B7-2A64-BFC17DA614F5}"/>
          </ac:spMkLst>
        </pc:spChg>
        <pc:spChg chg="add mod">
          <ac:chgData name="" userId="" providerId="" clId="Web-{7C8CBF58-93CC-48F6-8D10-D971BE5D9D8A}" dt="2026-10-23T12:07:49.731" v="10" actId="34807"/>
          <ac:spMkLst>
            <pc:docMk/>
            <pc:sldMk cId="3193345629" sldId="10897"/>
            <ac:spMk id="30738" creationId="{B67F8338-BE21-6A1F-237D-38191237BD3D}"/>
          </ac:spMkLst>
        </pc:spChg>
        <pc:spChg chg="add mod">
          <ac:chgData name="" userId="" providerId="" clId="Web-{7C8CBF58-93CC-48F6-8D10-D971BE5D9D8A}" dt="2026-10-23T12:07:49.731" v="10" actId="34807"/>
          <ac:spMkLst>
            <pc:docMk/>
            <pc:sldMk cId="3193345629" sldId="10897"/>
            <ac:spMk id="30763" creationId="{A3448B98-F37C-FA3F-0B8E-049FD65D1CD2}"/>
          </ac:spMkLst>
        </pc:spChg>
        <pc:picChg chg="add mod">
          <ac:chgData name="" userId="" providerId="" clId="Web-{7C8CBF58-93CC-48F6-8D10-D971BE5D9D8A}" dt="2026-10-23T12:07:50.841" v="11" actId="34807"/>
          <ac:picMkLst>
            <pc:docMk/>
            <pc:sldMk cId="3193345629" sldId="10897"/>
            <ac:picMk id="30764" creationId="{093DFE65-8B16-229B-AC12-E8F468BBD614}"/>
          </ac:picMkLst>
        </pc:picChg>
        <pc:picChg chg="add mod">
          <ac:chgData name="" userId="" providerId="" clId="Web-{7C8CBF58-93CC-48F6-8D10-D971BE5D9D8A}" dt="2026-10-23T12:07:50.841" v="11" actId="34807"/>
          <ac:picMkLst>
            <pc:docMk/>
            <pc:sldMk cId="3193345629" sldId="10897"/>
            <ac:picMk id="30765" creationId="{6CFEE0A4-6843-A4D1-4C09-A4DB4370046C}"/>
          </ac:picMkLst>
        </pc:picChg>
        <pc:picChg chg="add mod">
          <ac:chgData name="" userId="" providerId="" clId="Web-{7C8CBF58-93CC-48F6-8D10-D971BE5D9D8A}" dt="2026-10-23T12:07:50.841" v="11" actId="34807"/>
          <ac:picMkLst>
            <pc:docMk/>
            <pc:sldMk cId="3193345629" sldId="10897"/>
            <ac:picMk id="30766" creationId="{DEB77B7D-BDC4-F9CD-3F4E-A4EFF7603560}"/>
          </ac:picMkLst>
        </pc:picChg>
        <pc:picChg chg="add mod">
          <ac:chgData name="" userId="" providerId="" clId="Web-{7C8CBF58-93CC-48F6-8D10-D971BE5D9D8A}" dt="2026-10-23T12:07:50.841" v="11" actId="34807"/>
          <ac:picMkLst>
            <pc:docMk/>
            <pc:sldMk cId="3193345629" sldId="10897"/>
            <ac:picMk id="30767" creationId="{0D6113FA-93D5-E728-07C6-7940C9AE1ED2}"/>
          </ac:picMkLst>
        </pc:picChg>
        <pc:picChg chg="add mod">
          <ac:chgData name="" userId="" providerId="" clId="Web-{7C8CBF58-93CC-48F6-8D10-D971BE5D9D8A}" dt="2026-10-23T12:07:50.841" v="11" actId="34807"/>
          <ac:picMkLst>
            <pc:docMk/>
            <pc:sldMk cId="3193345629" sldId="10897"/>
            <ac:picMk id="30768" creationId="{90ABDFF2-77CB-AF41-5BA6-987F6E92EBC5}"/>
          </ac:picMkLst>
        </pc:picChg>
        <pc:picChg chg="add mod">
          <ac:chgData name="" userId="" providerId="" clId="Web-{7C8CBF58-93CC-48F6-8D10-D971BE5D9D8A}" dt="2026-10-23T12:07:50.841" v="11" actId="34807"/>
          <ac:picMkLst>
            <pc:docMk/>
            <pc:sldMk cId="3193345629" sldId="10897"/>
            <ac:picMk id="30769" creationId="{7C754C20-F751-9773-1D1B-D9B3C17B5134}"/>
          </ac:picMkLst>
        </pc:picChg>
      </pc:sldChg>
      <pc:sldChg chg="addSp modSp modNotesTx">
        <pc:chgData name="" userId="" providerId="" clId="Web-{7C8CBF58-93CC-48F6-8D10-D971BE5D9D8A}" dt="2026-10-23T12:08:17.779" v="12" actId="34807"/>
        <pc:sldMkLst>
          <pc:docMk/>
          <pc:sldMk cId="3209283780" sldId="11101"/>
        </pc:sldMkLst>
        <pc:spChg chg="add mod">
          <ac:chgData name="" userId="" providerId="" clId="Web-{7C8CBF58-93CC-48F6-8D10-D971BE5D9D8A}" dt="2026-10-23T12:07:47.388" v="8" actId="34807"/>
          <ac:spMkLst>
            <pc:docMk/>
            <pc:sldMk cId="3209283780" sldId="11101"/>
            <ac:spMk id="29696" creationId="{988566E5-3CA3-0B39-8592-A65037B6EE46}"/>
          </ac:spMkLst>
        </pc:spChg>
        <pc:spChg chg="add mod">
          <ac:chgData name="" userId="" providerId="" clId="Web-{7C8CBF58-93CC-48F6-8D10-D971BE5D9D8A}" dt="2026-10-23T12:07:47.388" v="8" actId="34807"/>
          <ac:spMkLst>
            <pc:docMk/>
            <pc:sldMk cId="3209283780" sldId="11101"/>
            <ac:spMk id="29705" creationId="{10F995CB-C166-6AC9-2C94-71A6D23E7896}"/>
          </ac:spMkLst>
        </pc:spChg>
        <pc:spChg chg="add mod">
          <ac:chgData name="" userId="" providerId="" clId="Web-{7C8CBF58-93CC-48F6-8D10-D971BE5D9D8A}" dt="2026-10-23T12:07:47.388" v="8" actId="34807"/>
          <ac:spMkLst>
            <pc:docMk/>
            <pc:sldMk cId="3209283780" sldId="11101"/>
            <ac:spMk id="29745" creationId="{C7889A9E-A11A-4617-C664-E997533DB990}"/>
          </ac:spMkLst>
        </pc:spChg>
        <pc:spChg chg="add mod">
          <ac:chgData name="" userId="" providerId="" clId="Web-{7C8CBF58-93CC-48F6-8D10-D971BE5D9D8A}" dt="2026-10-23T12:07:47.388" v="8" actId="34807"/>
          <ac:spMkLst>
            <pc:docMk/>
            <pc:sldMk cId="3209283780" sldId="11101"/>
            <ac:spMk id="29795" creationId="{8C6C1001-2458-5292-E080-1050FFE48D79}"/>
          </ac:spMkLst>
        </pc:spChg>
        <pc:spChg chg="add mod">
          <ac:chgData name="" userId="" providerId="" clId="Web-{7C8CBF58-93CC-48F6-8D10-D971BE5D9D8A}" dt="2026-10-23T12:07:47.388" v="8" actId="34807"/>
          <ac:spMkLst>
            <pc:docMk/>
            <pc:sldMk cId="3209283780" sldId="11101"/>
            <ac:spMk id="29900" creationId="{1EF2021A-BFF4-7817-C550-F13695911B89}"/>
          </ac:spMkLst>
        </pc:spChg>
        <pc:spChg chg="add mod">
          <ac:chgData name="" userId="" providerId="" clId="Web-{7C8CBF58-93CC-48F6-8D10-D971BE5D9D8A}" dt="2026-10-23T12:07:47.388" v="8" actId="34807"/>
          <ac:spMkLst>
            <pc:docMk/>
            <pc:sldMk cId="3209283780" sldId="11101"/>
            <ac:spMk id="29943" creationId="{A6566EF8-28B5-9C1D-5CE7-8264D9497125}"/>
          </ac:spMkLst>
        </pc:spChg>
        <pc:spChg chg="add mod">
          <ac:chgData name="" userId="" providerId="" clId="Web-{7C8CBF58-93CC-48F6-8D10-D971BE5D9D8A}" dt="2026-10-23T12:07:47.388" v="8" actId="34807"/>
          <ac:spMkLst>
            <pc:docMk/>
            <pc:sldMk cId="3209283780" sldId="11101"/>
            <ac:spMk id="30068" creationId="{8511488C-B45B-5756-F088-35812A92B20B}"/>
          </ac:spMkLst>
        </pc:spChg>
        <pc:spChg chg="add mod">
          <ac:chgData name="" userId="" providerId="" clId="Web-{7C8CBF58-93CC-48F6-8D10-D971BE5D9D8A}" dt="2026-10-23T12:07:47.388" v="8" actId="34807"/>
          <ac:spMkLst>
            <pc:docMk/>
            <pc:sldMk cId="3209283780" sldId="11101"/>
            <ac:spMk id="30186" creationId="{55F5E45F-B8E0-45AD-8296-00AAD49A24D2}"/>
          </ac:spMkLst>
        </pc:spChg>
        <pc:spChg chg="add mod">
          <ac:chgData name="" userId="" providerId="" clId="Web-{7C8CBF58-93CC-48F6-8D10-D971BE5D9D8A}" dt="2026-10-23T12:07:47.388" v="8" actId="34807"/>
          <ac:spMkLst>
            <pc:docMk/>
            <pc:sldMk cId="3209283780" sldId="11101"/>
            <ac:spMk id="30218" creationId="{A503B585-6179-F0F4-8883-17FD46CD707F}"/>
          </ac:spMkLst>
        </pc:spChg>
        <pc:spChg chg="add mod">
          <ac:chgData name="" userId="" providerId="" clId="Web-{7C8CBF58-93CC-48F6-8D10-D971BE5D9D8A}" dt="2026-10-23T12:07:47.388" v="8" actId="34807"/>
          <ac:spMkLst>
            <pc:docMk/>
            <pc:sldMk cId="3209283780" sldId="11101"/>
            <ac:spMk id="30251" creationId="{FC3A9AC5-5873-2560-60C4-91EDD59ACEC1}"/>
          </ac:spMkLst>
        </pc:spChg>
        <pc:picChg chg="add mod">
          <ac:chgData name="" userId="" providerId="" clId="Web-{7C8CBF58-93CC-48F6-8D10-D971BE5D9D8A}" dt="2026-10-23T12:07:48.450" v="9" actId="34807"/>
          <ac:picMkLst>
            <pc:docMk/>
            <pc:sldMk cId="3209283780" sldId="11101"/>
            <ac:picMk id="30432" creationId="{9FAA672E-2BF2-92AF-29D3-29A7D3ABE958}"/>
          </ac:picMkLst>
        </pc:picChg>
        <pc:picChg chg="add mod">
          <ac:chgData name="" userId="" providerId="" clId="Web-{7C8CBF58-93CC-48F6-8D10-D971BE5D9D8A}" dt="2026-10-23T12:07:48.450" v="9" actId="34807"/>
          <ac:picMkLst>
            <pc:docMk/>
            <pc:sldMk cId="3209283780" sldId="11101"/>
            <ac:picMk id="30433" creationId="{8D02E7D6-F0F3-01E5-8B81-D1716609A384}"/>
          </ac:picMkLst>
        </pc:picChg>
        <pc:picChg chg="add mod">
          <ac:chgData name="" userId="" providerId="" clId="Web-{7C8CBF58-93CC-48F6-8D10-D971BE5D9D8A}" dt="2026-10-23T12:07:48.450" v="9" actId="34807"/>
          <ac:picMkLst>
            <pc:docMk/>
            <pc:sldMk cId="3209283780" sldId="11101"/>
            <ac:picMk id="30434" creationId="{CD0D9C64-07E1-488E-1E53-5047D9834724}"/>
          </ac:picMkLst>
        </pc:picChg>
        <pc:picChg chg="add mod">
          <ac:chgData name="" userId="" providerId="" clId="Web-{7C8CBF58-93CC-48F6-8D10-D971BE5D9D8A}" dt="2026-10-23T12:07:48.450" v="9" actId="34807"/>
          <ac:picMkLst>
            <pc:docMk/>
            <pc:sldMk cId="3209283780" sldId="11101"/>
            <ac:picMk id="30435" creationId="{441FAE2D-9DEC-CEB3-7116-D318DE1A21FF}"/>
          </ac:picMkLst>
        </pc:picChg>
        <pc:picChg chg="add mod">
          <ac:chgData name="" userId="" providerId="" clId="Web-{7C8CBF58-93CC-48F6-8D10-D971BE5D9D8A}" dt="2026-10-23T12:07:48.450" v="9" actId="34807"/>
          <ac:picMkLst>
            <pc:docMk/>
            <pc:sldMk cId="3209283780" sldId="11101"/>
            <ac:picMk id="30436" creationId="{6170F896-A23F-1F4B-A663-11CB8FA399C2}"/>
          </ac:picMkLst>
        </pc:picChg>
        <pc:picChg chg="add mod">
          <ac:chgData name="" userId="" providerId="" clId="Web-{7C8CBF58-93CC-48F6-8D10-D971BE5D9D8A}" dt="2026-10-23T12:07:48.450" v="9" actId="34807"/>
          <ac:picMkLst>
            <pc:docMk/>
            <pc:sldMk cId="3209283780" sldId="11101"/>
            <ac:picMk id="30437" creationId="{53BFF59C-C8C9-6B52-B793-B92939D19814}"/>
          </ac:picMkLst>
        </pc:picChg>
        <pc:picChg chg="add mod">
          <ac:chgData name="" userId="" providerId="" clId="Web-{7C8CBF58-93CC-48F6-8D10-D971BE5D9D8A}" dt="2026-10-23T12:07:48.450" v="9" actId="34807"/>
          <ac:picMkLst>
            <pc:docMk/>
            <pc:sldMk cId="3209283780" sldId="11101"/>
            <ac:picMk id="30438" creationId="{294518CA-6C2D-498E-3E0A-2968BC0A73CE}"/>
          </ac:picMkLst>
        </pc:picChg>
      </pc:sldChg>
      <pc:sldChg chg="addSp modSp modNotesTx">
        <pc:chgData name="" userId="" providerId="" clId="Web-{7C8CBF58-93CC-48F6-8D10-D971BE5D9D8A}" dt="2026-10-23T12:08:17.779" v="12" actId="34807"/>
        <pc:sldMkLst>
          <pc:docMk/>
          <pc:sldMk cId="726773401" sldId="11306"/>
        </pc:sldMkLst>
        <pc:spChg chg="add mod">
          <ac:chgData name="" userId="" providerId="" clId="Web-{7C8CBF58-93CC-48F6-8D10-D971BE5D9D8A}" dt="2026-10-23T12:07:43.653" v="5" actId="34807"/>
          <ac:spMkLst>
            <pc:docMk/>
            <pc:sldMk cId="726773401" sldId="11306"/>
            <ac:spMk id="28193" creationId="{46640BFA-DE47-BB32-A397-17EF752BAFEC}"/>
          </ac:spMkLst>
        </pc:spChg>
        <pc:spChg chg="add mod">
          <ac:chgData name="" userId="" providerId="" clId="Web-{7C8CBF58-93CC-48F6-8D10-D971BE5D9D8A}" dt="2026-10-23T12:07:43.653" v="5" actId="34807"/>
          <ac:spMkLst>
            <pc:docMk/>
            <pc:sldMk cId="726773401" sldId="11306"/>
            <ac:spMk id="28250" creationId="{C95567D0-4F03-9487-502B-AF6108463085}"/>
          </ac:spMkLst>
        </pc:spChg>
        <pc:spChg chg="add mod">
          <ac:chgData name="" userId="" providerId="" clId="Web-{7C8CBF58-93CC-48F6-8D10-D971BE5D9D8A}" dt="2026-10-23T12:07:43.653" v="5" actId="34807"/>
          <ac:spMkLst>
            <pc:docMk/>
            <pc:sldMk cId="726773401" sldId="11306"/>
            <ac:spMk id="28263" creationId="{FD785EC6-0097-B623-B7DF-A6D93FFB04FE}"/>
          </ac:spMkLst>
        </pc:spChg>
        <pc:spChg chg="add mod">
          <ac:chgData name="" userId="" providerId="" clId="Web-{7C8CBF58-93CC-48F6-8D10-D971BE5D9D8A}" dt="2026-10-23T12:07:43.653" v="5" actId="34807"/>
          <ac:spMkLst>
            <pc:docMk/>
            <pc:sldMk cId="726773401" sldId="11306"/>
            <ac:spMk id="28343" creationId="{322D2F21-EAF2-180A-6941-39692ED3664C}"/>
          </ac:spMkLst>
        </pc:spChg>
        <pc:spChg chg="add mod">
          <ac:chgData name="" userId="" providerId="" clId="Web-{7C8CBF58-93CC-48F6-8D10-D971BE5D9D8A}" dt="2026-10-23T12:07:43.653" v="5" actId="34807"/>
          <ac:spMkLst>
            <pc:docMk/>
            <pc:sldMk cId="726773401" sldId="11306"/>
            <ac:spMk id="28403" creationId="{A47D69F7-6BD9-AF94-1C73-B95EA9DF2903}"/>
          </ac:spMkLst>
        </pc:spChg>
        <pc:spChg chg="add mod">
          <ac:chgData name="" userId="" providerId="" clId="Web-{7C8CBF58-93CC-48F6-8D10-D971BE5D9D8A}" dt="2026-10-23T12:07:43.653" v="5" actId="34807"/>
          <ac:spMkLst>
            <pc:docMk/>
            <pc:sldMk cId="726773401" sldId="11306"/>
            <ac:spMk id="28578" creationId="{6CDD6B0C-4AE1-1B7D-CFB0-A3DE0650E9B8}"/>
          </ac:spMkLst>
        </pc:spChg>
        <pc:spChg chg="add mod">
          <ac:chgData name="" userId="" providerId="" clId="Web-{7C8CBF58-93CC-48F6-8D10-D971BE5D9D8A}" dt="2026-10-23T12:07:43.653" v="5" actId="34807"/>
          <ac:spMkLst>
            <pc:docMk/>
            <pc:sldMk cId="726773401" sldId="11306"/>
            <ac:spMk id="28992" creationId="{2B97002D-74BF-FF25-B33D-D36E437EE1BD}"/>
          </ac:spMkLst>
        </pc:spChg>
        <pc:spChg chg="add mod">
          <ac:chgData name="" userId="" providerId="" clId="Web-{7C8CBF58-93CC-48F6-8D10-D971BE5D9D8A}" dt="2026-10-23T12:07:43.653" v="5" actId="34807"/>
          <ac:spMkLst>
            <pc:docMk/>
            <pc:sldMk cId="726773401" sldId="11306"/>
            <ac:spMk id="29207" creationId="{4B63950D-1257-63F4-D9FE-F1E5CC619F36}"/>
          </ac:spMkLst>
        </pc:spChg>
        <pc:spChg chg="add mod">
          <ac:chgData name="" userId="" providerId="" clId="Web-{7C8CBF58-93CC-48F6-8D10-D971BE5D9D8A}" dt="2026-10-23T12:07:43.653" v="5" actId="34807"/>
          <ac:spMkLst>
            <pc:docMk/>
            <pc:sldMk cId="726773401" sldId="11306"/>
            <ac:spMk id="29397" creationId="{F02F9596-14C7-71D1-69FB-161E58C80290}"/>
          </ac:spMkLst>
        </pc:spChg>
        <pc:spChg chg="add mod">
          <ac:chgData name="" userId="" providerId="" clId="Web-{7C8CBF58-93CC-48F6-8D10-D971BE5D9D8A}" dt="2026-10-23T12:07:43.653" v="5" actId="34807"/>
          <ac:spMkLst>
            <pc:docMk/>
            <pc:sldMk cId="726773401" sldId="11306"/>
            <ac:spMk id="29550" creationId="{74BA9896-7F6A-49D2-6915-B0574A5B5E3D}"/>
          </ac:spMkLst>
        </pc:spChg>
      </pc:sldChg>
      <pc:sldChg chg="addSp modSp modNotesTx">
        <pc:chgData name="" userId="" providerId="" clId="Web-{7C8CBF58-93CC-48F6-8D10-D971BE5D9D8A}" dt="2026-10-23T12:08:17.779" v="12" actId="34807"/>
        <pc:sldMkLst>
          <pc:docMk/>
          <pc:sldMk cId="2139460247" sldId="11512"/>
        </pc:sldMkLst>
        <pc:spChg chg="add mod">
          <ac:chgData name="" userId="" providerId="" clId="Web-{7C8CBF58-93CC-48F6-8D10-D971BE5D9D8A}" dt="2026-10-23T12:07:39.356" v="2" actId="34807"/>
          <ac:spMkLst>
            <pc:docMk/>
            <pc:sldMk cId="2139460247" sldId="11512"/>
            <ac:spMk id="26552" creationId="{93C611BE-587B-DC8D-922A-FBCB8E1334BB}"/>
          </ac:spMkLst>
        </pc:spChg>
        <pc:spChg chg="add mod">
          <ac:chgData name="" userId="" providerId="" clId="Web-{7C8CBF58-93CC-48F6-8D10-D971BE5D9D8A}" dt="2026-10-23T12:07:39.356" v="2" actId="34807"/>
          <ac:spMkLst>
            <pc:docMk/>
            <pc:sldMk cId="2139460247" sldId="11512"/>
            <ac:spMk id="26585" creationId="{1614845E-CE3E-5079-4344-2F4101F7AFB0}"/>
          </ac:spMkLst>
        </pc:spChg>
        <pc:spChg chg="add mod">
          <ac:chgData name="" userId="" providerId="" clId="Web-{7C8CBF58-93CC-48F6-8D10-D971BE5D9D8A}" dt="2026-10-23T12:07:39.356" v="2" actId="34807"/>
          <ac:spMkLst>
            <pc:docMk/>
            <pc:sldMk cId="2139460247" sldId="11512"/>
            <ac:spMk id="26838" creationId="{42178780-D3F6-2E08-01BF-09B26EC12FE6}"/>
          </ac:spMkLst>
        </pc:spChg>
        <pc:spChg chg="add mod">
          <ac:chgData name="" userId="" providerId="" clId="Web-{7C8CBF58-93CC-48F6-8D10-D971BE5D9D8A}" dt="2026-10-23T12:07:39.356" v="2" actId="34807"/>
          <ac:spMkLst>
            <pc:docMk/>
            <pc:sldMk cId="2139460247" sldId="11512"/>
            <ac:spMk id="27027" creationId="{3C355F20-0860-802A-3BDF-A1D77FE83B42}"/>
          </ac:spMkLst>
        </pc:spChg>
        <pc:spChg chg="add mod">
          <ac:chgData name="" userId="" providerId="" clId="Web-{7C8CBF58-93CC-48F6-8D10-D971BE5D9D8A}" dt="2026-10-23T12:07:39.356" v="2" actId="34807"/>
          <ac:spMkLst>
            <pc:docMk/>
            <pc:sldMk cId="2139460247" sldId="11512"/>
            <ac:spMk id="27135" creationId="{86B4BE70-0449-6F32-63A9-0FFBD2B3853B}"/>
          </ac:spMkLst>
        </pc:spChg>
        <pc:spChg chg="add mod">
          <ac:chgData name="" userId="" providerId="" clId="Web-{7C8CBF58-93CC-48F6-8D10-D971BE5D9D8A}" dt="2026-10-23T12:07:39.356" v="2" actId="34807"/>
          <ac:spMkLst>
            <pc:docMk/>
            <pc:sldMk cId="2139460247" sldId="11512"/>
            <ac:spMk id="27422" creationId="{E65AE2AC-DEA5-BC08-B4B0-595C762EF682}"/>
          </ac:spMkLst>
        </pc:spChg>
        <pc:spChg chg="add mod">
          <ac:chgData name="" userId="" providerId="" clId="Web-{7C8CBF58-93CC-48F6-8D10-D971BE5D9D8A}" dt="2026-10-23T12:07:39.356" v="2" actId="34807"/>
          <ac:spMkLst>
            <pc:docMk/>
            <pc:sldMk cId="2139460247" sldId="11512"/>
            <ac:spMk id="27467" creationId="{2D131DB0-4A14-FE10-D739-1A318698134A}"/>
          </ac:spMkLst>
        </pc:spChg>
        <pc:spChg chg="add mod">
          <ac:chgData name="" userId="" providerId="" clId="Web-{7C8CBF58-93CC-48F6-8D10-D971BE5D9D8A}" dt="2026-10-23T12:07:39.356" v="2" actId="34807"/>
          <ac:spMkLst>
            <pc:docMk/>
            <pc:sldMk cId="2139460247" sldId="11512"/>
            <ac:spMk id="27810" creationId="{0DAFAE35-AD87-222D-11A7-C35A5856352E}"/>
          </ac:spMkLst>
        </pc:spChg>
        <pc:spChg chg="add mod">
          <ac:chgData name="" userId="" providerId="" clId="Web-{7C8CBF58-93CC-48F6-8D10-D971BE5D9D8A}" dt="2026-10-23T12:07:39.356" v="2" actId="34807"/>
          <ac:spMkLst>
            <pc:docMk/>
            <pc:sldMk cId="2139460247" sldId="11512"/>
            <ac:spMk id="27863" creationId="{E1DCB621-1F82-FCC7-8107-5FA20A272388}"/>
          </ac:spMkLst>
        </pc:spChg>
        <pc:spChg chg="add mod">
          <ac:chgData name="" userId="" providerId="" clId="Web-{7C8CBF58-93CC-48F6-8D10-D971BE5D9D8A}" dt="2026-10-23T12:07:39.356" v="2" actId="34807"/>
          <ac:spMkLst>
            <pc:docMk/>
            <pc:sldMk cId="2139460247" sldId="11512"/>
            <ac:spMk id="27972" creationId="{28D69BB6-42ED-197C-58AC-A397578F13B3}"/>
          </ac:spMkLst>
        </pc:spChg>
        <pc:picChg chg="add mod">
          <ac:chgData name="" userId="" providerId="" clId="Web-{7C8CBF58-93CC-48F6-8D10-D971BE5D9D8A}" dt="2026-10-23T12:07:40.497" v="3" actId="34807"/>
          <ac:picMkLst>
            <pc:docMk/>
            <pc:sldMk cId="2139460247" sldId="11512"/>
            <ac:picMk id="28144" creationId="{63B9F110-3508-A04F-2708-4F5272C994E0}"/>
          </ac:picMkLst>
        </pc:picChg>
      </pc:sldChg>
    </pc:docChg>
  </pc:docChgLst>
  <pc:docChgLst>
    <pc:chgData clId="Web-{1E0402AF-1A04-4AD8-BFCB-786A163939CF}"/>
    <pc:docChg chg="mod addSld modSld modMainMaster addSection setSldSz">
      <pc:chgData name="" userId="" providerId="" clId="Web-{1E0402AF-1A04-4AD8-BFCB-786A163939CF}" dt="2026-10-23T08:51:09.870" v="8" actId="34807"/>
      <pc:docMkLst>
        <pc:docMk/>
      </pc:docMkLst>
      <pc:sldChg chg="addSp modSp mod setBg modNotesTx">
        <pc:chgData name="" userId="" providerId="" clId="Web-{1E0402AF-1A04-4AD8-BFCB-786A163939CF}" dt="2026-10-23T08:50:54.275" v="6" actId="34807"/>
        <pc:sldMkLst>
          <pc:docMk/>
          <pc:sldMk cId="0" sldId="256"/>
        </pc:sldMkLst>
        <pc:spChg chg="add mod">
          <ac:chgData name="" userId="" providerId="" clId="Web-{1E0402AF-1A04-4AD8-BFCB-786A163939CF}" dt="2026-10-23T08:50:21.476" v="1" actId="34807"/>
          <ac:spMkLst>
            <pc:docMk/>
            <pc:sldMk cId="0" sldId="256"/>
            <ac:spMk id="2" creationId="{09308852-7A9E-D596-3D08-255BE1FB28AC}"/>
          </ac:spMkLst>
        </pc:spChg>
        <pc:spChg chg="add mod">
          <ac:chgData name="" userId="" providerId="" clId="Web-{1E0402AF-1A04-4AD8-BFCB-786A163939CF}" dt="2026-10-23T08:50:21.476" v="1" actId="34807"/>
          <ac:spMkLst>
            <pc:docMk/>
            <pc:sldMk cId="0" sldId="256"/>
            <ac:spMk id="4" creationId="{56D32894-AF3E-710A-E8F4-D110646E1A91}"/>
          </ac:spMkLst>
        </pc:spChg>
        <pc:spChg chg="add mod">
          <ac:chgData name="" userId="" providerId="" clId="Web-{1E0402AF-1A04-4AD8-BFCB-786A163939CF}" dt="2026-10-23T08:50:21.476" v="1" actId="34807"/>
          <ac:spMkLst>
            <pc:docMk/>
            <pc:sldMk cId="0" sldId="256"/>
            <ac:spMk id="7" creationId="{E2B501C4-D0AB-37B3-ECF6-9532691B768A}"/>
          </ac:spMkLst>
        </pc:spChg>
        <pc:spChg chg="add mod">
          <ac:chgData name="" userId="" providerId="" clId="Web-{1E0402AF-1A04-4AD8-BFCB-786A163939CF}" dt="2026-10-23T08:50:21.476" v="1" actId="34807"/>
          <ac:spMkLst>
            <pc:docMk/>
            <pc:sldMk cId="0" sldId="256"/>
            <ac:spMk id="11" creationId="{F556F65E-DC15-C861-1F7E-1A03BC790BAD}"/>
          </ac:spMkLst>
        </pc:spChg>
        <pc:spChg chg="add mod">
          <ac:chgData name="" userId="" providerId="" clId="Web-{1E0402AF-1A04-4AD8-BFCB-786A163939CF}" dt="2026-10-23T08:50:21.476" v="1" actId="34807"/>
          <ac:spMkLst>
            <pc:docMk/>
            <pc:sldMk cId="0" sldId="256"/>
            <ac:spMk id="16" creationId="{90FE683B-3E7D-8272-1660-A6882496DF97}"/>
          </ac:spMkLst>
        </pc:spChg>
        <pc:spChg chg="add mod">
          <ac:chgData name="" userId="" providerId="" clId="Web-{1E0402AF-1A04-4AD8-BFCB-786A163939CF}" dt="2026-10-23T08:50:21.476" v="1" actId="34807"/>
          <ac:spMkLst>
            <pc:docMk/>
            <pc:sldMk cId="0" sldId="256"/>
            <ac:spMk id="22" creationId="{F8B0DA22-DBB0-FE76-48B5-95DAD8588B6D}"/>
          </ac:spMkLst>
        </pc:spChg>
        <pc:spChg chg="add mod">
          <ac:chgData name="" userId="" providerId="" clId="Web-{1E0402AF-1A04-4AD8-BFCB-786A163939CF}" dt="2026-10-23T08:50:21.476" v="1" actId="34807"/>
          <ac:spMkLst>
            <pc:docMk/>
            <pc:sldMk cId="0" sldId="256"/>
            <ac:spMk id="29" creationId="{43209086-C71E-2E08-F1D3-BD4598C395D7}"/>
          </ac:spMkLst>
        </pc:spChg>
      </pc:sldChg>
      <pc:sldChg chg="addSp modSp add mod setBg modNotesTx">
        <pc:chgData name="" userId="" providerId="" clId="Web-{1E0402AF-1A04-4AD8-BFCB-786A163939CF}" dt="2026-10-23T08:51:05.120" v="7" actId="34807"/>
        <pc:sldMkLst>
          <pc:docMk/>
          <pc:sldMk cId="2946708342" sldId="457"/>
        </pc:sldMkLst>
        <pc:spChg chg="add mod">
          <ac:chgData name="" userId="" providerId="" clId="Web-{1E0402AF-1A04-4AD8-BFCB-786A163939CF}" dt="2026-10-23T08:51:05.120" v="7" actId="34807"/>
          <ac:spMkLst>
            <pc:docMk/>
            <pc:sldMk cId="2946708342" sldId="457"/>
            <ac:spMk id="30" creationId="{6140D2B5-CEBA-52B1-B9C7-DEA7EC5B055F}"/>
          </ac:spMkLst>
        </pc:spChg>
        <pc:spChg chg="add mod">
          <ac:chgData name="" userId="" providerId="" clId="Web-{1E0402AF-1A04-4AD8-BFCB-786A163939CF}" dt="2026-10-23T08:51:05.120" v="7" actId="34807"/>
          <ac:spMkLst>
            <pc:docMk/>
            <pc:sldMk cId="2946708342" sldId="457"/>
            <ac:spMk id="32" creationId="{08E9FE46-7349-A6C5-B740-CA962C7A2CDB}"/>
          </ac:spMkLst>
        </pc:spChg>
        <pc:spChg chg="add mod">
          <ac:chgData name="" userId="" providerId="" clId="Web-{1E0402AF-1A04-4AD8-BFCB-786A163939CF}" dt="2026-10-23T08:51:05.120" v="7" actId="34807"/>
          <ac:spMkLst>
            <pc:docMk/>
            <pc:sldMk cId="2946708342" sldId="457"/>
            <ac:spMk id="35" creationId="{D6B7DBCF-813C-2601-426D-81BFE96C6AEE}"/>
          </ac:spMkLst>
        </pc:spChg>
        <pc:spChg chg="add mod">
          <ac:chgData name="" userId="" providerId="" clId="Web-{1E0402AF-1A04-4AD8-BFCB-786A163939CF}" dt="2026-10-23T08:51:05.120" v="7" actId="34807"/>
          <ac:spMkLst>
            <pc:docMk/>
            <pc:sldMk cId="2946708342" sldId="457"/>
            <ac:spMk id="39" creationId="{F12BF4C3-7995-E9F1-9DBB-ED1A98CBCC64}"/>
          </ac:spMkLst>
        </pc:spChg>
      </pc:sldChg>
      <pc:sldChg chg="addSp modSp add mod setBg modNotesTx">
        <pc:chgData name="" userId="" providerId="" clId="Web-{1E0402AF-1A04-4AD8-BFCB-786A163939CF}" dt="2026-10-23T08:51:05.120" v="7" actId="34807"/>
        <pc:sldMkLst>
          <pc:docMk/>
          <pc:sldMk cId="3281521090" sldId="659"/>
        </pc:sldMkLst>
        <pc:spChg chg="add mod">
          <ac:chgData name="" userId="" providerId="" clId="Web-{1E0402AF-1A04-4AD8-BFCB-786A163939CF}" dt="2026-10-23T08:51:05.120" v="7" actId="34807"/>
          <ac:spMkLst>
            <pc:docMk/>
            <pc:sldMk cId="3281521090" sldId="659"/>
            <ac:spMk id="44" creationId="{2DED096F-E3BC-877E-247B-7D53FF564C15}"/>
          </ac:spMkLst>
        </pc:spChg>
        <pc:spChg chg="add mod">
          <ac:chgData name="" userId="" providerId="" clId="Web-{1E0402AF-1A04-4AD8-BFCB-786A163939CF}" dt="2026-10-23T08:51:05.120" v="7" actId="34807"/>
          <ac:spMkLst>
            <pc:docMk/>
            <pc:sldMk cId="3281521090" sldId="659"/>
            <ac:spMk id="50" creationId="{BA0E4838-014B-3618-823B-F3C3B745D271}"/>
          </ac:spMkLst>
        </pc:spChg>
        <pc:spChg chg="add mod">
          <ac:chgData name="" userId="" providerId="" clId="Web-{1E0402AF-1A04-4AD8-BFCB-786A163939CF}" dt="2026-10-23T08:51:05.120" v="7" actId="34807"/>
          <ac:spMkLst>
            <pc:docMk/>
            <pc:sldMk cId="3281521090" sldId="659"/>
            <ac:spMk id="57" creationId="{F014E46A-4941-AA6D-8BBB-7182536AB7CF}"/>
          </ac:spMkLst>
        </pc:spChg>
        <pc:spChg chg="add mod">
          <ac:chgData name="" userId="" providerId="" clId="Web-{1E0402AF-1A04-4AD8-BFCB-786A163939CF}" dt="2026-10-23T08:51:05.120" v="7" actId="34807"/>
          <ac:spMkLst>
            <pc:docMk/>
            <pc:sldMk cId="3281521090" sldId="659"/>
            <ac:spMk id="65" creationId="{E06FAD45-CB10-5194-F9B3-805BD2EE82AB}"/>
          </ac:spMkLst>
        </pc:spChg>
      </pc:sldChg>
      <pc:sldChg chg="addSp modSp add mod setBg modNotesTx">
        <pc:chgData name="" userId="" providerId="" clId="Web-{1E0402AF-1A04-4AD8-BFCB-786A163939CF}" dt="2026-10-23T08:51:05.120" v="7" actId="34807"/>
        <pc:sldMkLst>
          <pc:docMk/>
          <pc:sldMk cId="2238303342" sldId="862"/>
        </pc:sldMkLst>
        <pc:spChg chg="add mod">
          <ac:chgData name="" userId="" providerId="" clId="Web-{1E0402AF-1A04-4AD8-BFCB-786A163939CF}" dt="2026-10-23T08:51:05.120" v="7" actId="34807"/>
          <ac:spMkLst>
            <pc:docMk/>
            <pc:sldMk cId="2238303342" sldId="862"/>
            <ac:spMk id="74" creationId="{3E57BD8F-059B-DD77-7363-BC4351652B9F}"/>
          </ac:spMkLst>
        </pc:spChg>
        <pc:spChg chg="add mod">
          <ac:chgData name="" userId="" providerId="" clId="Web-{1E0402AF-1A04-4AD8-BFCB-786A163939CF}" dt="2026-10-23T08:51:05.120" v="7" actId="34807"/>
          <ac:spMkLst>
            <pc:docMk/>
            <pc:sldMk cId="2238303342" sldId="862"/>
            <ac:spMk id="84" creationId="{0871BB80-9EDB-14DA-6E5B-6E55C4B85378}"/>
          </ac:spMkLst>
        </pc:spChg>
        <pc:spChg chg="add mod">
          <ac:chgData name="" userId="" providerId="" clId="Web-{1E0402AF-1A04-4AD8-BFCB-786A163939CF}" dt="2026-10-23T08:51:05.120" v="7" actId="34807"/>
          <ac:spMkLst>
            <pc:docMk/>
            <pc:sldMk cId="2238303342" sldId="862"/>
            <ac:spMk id="95" creationId="{C9713D0C-8CF5-58FD-96CC-520EDB105F45}"/>
          </ac:spMkLst>
        </pc:spChg>
        <pc:spChg chg="add mod">
          <ac:chgData name="" userId="" providerId="" clId="Web-{1E0402AF-1A04-4AD8-BFCB-786A163939CF}" dt="2026-10-23T08:51:05.120" v="7" actId="34807"/>
          <ac:spMkLst>
            <pc:docMk/>
            <pc:sldMk cId="2238303342" sldId="862"/>
            <ac:spMk id="107" creationId="{77D14A99-24C2-87D0-F4DA-C6C85C6CFDAA}"/>
          </ac:spMkLst>
        </pc:spChg>
      </pc:sldChg>
      <pc:sldChg chg="addSp modSp add mod setBg modNotesTx">
        <pc:chgData name="" userId="" providerId="" clId="Web-{1E0402AF-1A04-4AD8-BFCB-786A163939CF}" dt="2026-10-23T08:51:05.120" v="7" actId="34807"/>
        <pc:sldMkLst>
          <pc:docMk/>
          <pc:sldMk cId="313053978" sldId="1066"/>
        </pc:sldMkLst>
        <pc:spChg chg="add mod">
          <ac:chgData name="" userId="" providerId="" clId="Web-{1E0402AF-1A04-4AD8-BFCB-786A163939CF}" dt="2026-10-23T08:51:05.120" v="7" actId="34807"/>
          <ac:spMkLst>
            <pc:docMk/>
            <pc:sldMk cId="313053978" sldId="1066"/>
            <ac:spMk id="120" creationId="{9EF6594E-E45D-E45F-2619-95492AEA85ED}"/>
          </ac:spMkLst>
        </pc:spChg>
        <pc:spChg chg="add mod">
          <ac:chgData name="" userId="" providerId="" clId="Web-{1E0402AF-1A04-4AD8-BFCB-786A163939CF}" dt="2026-10-23T08:51:05.120" v="7" actId="34807"/>
          <ac:spMkLst>
            <pc:docMk/>
            <pc:sldMk cId="313053978" sldId="1066"/>
            <ac:spMk id="134" creationId="{21EB3C70-0BC6-A932-A228-40F9E42507DB}"/>
          </ac:spMkLst>
        </pc:spChg>
        <pc:spChg chg="add mod">
          <ac:chgData name="" userId="" providerId="" clId="Web-{1E0402AF-1A04-4AD8-BFCB-786A163939CF}" dt="2026-10-23T08:51:05.120" v="7" actId="34807"/>
          <ac:spMkLst>
            <pc:docMk/>
            <pc:sldMk cId="313053978" sldId="1066"/>
            <ac:spMk id="149" creationId="{322D059E-576E-9375-5CDA-4A223C35F78D}"/>
          </ac:spMkLst>
        </pc:spChg>
        <pc:spChg chg="add mod">
          <ac:chgData name="" userId="" providerId="" clId="Web-{1E0402AF-1A04-4AD8-BFCB-786A163939CF}" dt="2026-10-23T08:51:05.120" v="7" actId="34807"/>
          <ac:spMkLst>
            <pc:docMk/>
            <pc:sldMk cId="313053978" sldId="1066"/>
            <ac:spMk id="165" creationId="{303BD591-55BF-E575-8383-C56422E4BEE9}"/>
          </ac:spMkLst>
        </pc:spChg>
      </pc:sldChg>
      <pc:sldChg chg="addSp modSp add mod setBg modNotesTx">
        <pc:chgData name="" userId="" providerId="" clId="Web-{1E0402AF-1A04-4AD8-BFCB-786A163939CF}" dt="2026-10-23T08:51:05.120" v="7" actId="34807"/>
        <pc:sldMkLst>
          <pc:docMk/>
          <pc:sldMk cId="2321964649" sldId="1271"/>
        </pc:sldMkLst>
        <pc:spChg chg="add mod">
          <ac:chgData name="" userId="" providerId="" clId="Web-{1E0402AF-1A04-4AD8-BFCB-786A163939CF}" dt="2026-10-23T08:51:05.120" v="7" actId="34807"/>
          <ac:spMkLst>
            <pc:docMk/>
            <pc:sldMk cId="2321964649" sldId="1271"/>
            <ac:spMk id="182" creationId="{8713BFB6-959D-93AA-B23E-B048E2182E68}"/>
          </ac:spMkLst>
        </pc:spChg>
        <pc:spChg chg="add mod">
          <ac:chgData name="" userId="" providerId="" clId="Web-{1E0402AF-1A04-4AD8-BFCB-786A163939CF}" dt="2026-10-23T08:51:05.120" v="7" actId="34807"/>
          <ac:spMkLst>
            <pc:docMk/>
            <pc:sldMk cId="2321964649" sldId="1271"/>
            <ac:spMk id="200" creationId="{68A1A245-8EE4-022F-24AD-15DE360FAF5F}"/>
          </ac:spMkLst>
        </pc:spChg>
        <pc:spChg chg="add mod">
          <ac:chgData name="" userId="" providerId="" clId="Web-{1E0402AF-1A04-4AD8-BFCB-786A163939CF}" dt="2026-10-23T08:51:05.120" v="7" actId="34807"/>
          <ac:spMkLst>
            <pc:docMk/>
            <pc:sldMk cId="2321964649" sldId="1271"/>
            <ac:spMk id="219" creationId="{818D8A4E-FE43-D0D9-3946-67C3420B792F}"/>
          </ac:spMkLst>
        </pc:spChg>
        <pc:spChg chg="add mod">
          <ac:chgData name="" userId="" providerId="" clId="Web-{1E0402AF-1A04-4AD8-BFCB-786A163939CF}" dt="2026-10-23T08:51:05.120" v="7" actId="34807"/>
          <ac:spMkLst>
            <pc:docMk/>
            <pc:sldMk cId="2321964649" sldId="1271"/>
            <ac:spMk id="239" creationId="{7965950C-3999-3B0A-6713-F79FC6E334C8}"/>
          </ac:spMkLst>
        </pc:spChg>
      </pc:sldChg>
      <pc:sldChg chg="addSp modSp add mod setBg modNotesTx">
        <pc:chgData name="" userId="" providerId="" clId="Web-{1E0402AF-1A04-4AD8-BFCB-786A163939CF}" dt="2026-10-23T08:51:05.120" v="7" actId="34807"/>
        <pc:sldMkLst>
          <pc:docMk/>
          <pc:sldMk cId="3867487394" sldId="1477"/>
        </pc:sldMkLst>
        <pc:spChg chg="add mod">
          <ac:chgData name="" userId="" providerId="" clId="Web-{1E0402AF-1A04-4AD8-BFCB-786A163939CF}" dt="2026-10-23T08:51:05.120" v="7" actId="34807"/>
          <ac:spMkLst>
            <pc:docMk/>
            <pc:sldMk cId="3867487394" sldId="1477"/>
            <ac:spMk id="260" creationId="{CFD7AB09-FBB4-D303-5AD2-7865EAB1E416}"/>
          </ac:spMkLst>
        </pc:spChg>
        <pc:spChg chg="add mod">
          <ac:chgData name="" userId="" providerId="" clId="Web-{1E0402AF-1A04-4AD8-BFCB-786A163939CF}" dt="2026-10-23T08:51:05.120" v="7" actId="34807"/>
          <ac:spMkLst>
            <pc:docMk/>
            <pc:sldMk cId="3867487394" sldId="1477"/>
            <ac:spMk id="282" creationId="{33898BAA-D148-C2C8-D462-37CFFD701749}"/>
          </ac:spMkLst>
        </pc:spChg>
        <pc:spChg chg="add mod">
          <ac:chgData name="" userId="" providerId="" clId="Web-{1E0402AF-1A04-4AD8-BFCB-786A163939CF}" dt="2026-10-23T08:51:05.120" v="7" actId="34807"/>
          <ac:spMkLst>
            <pc:docMk/>
            <pc:sldMk cId="3867487394" sldId="1477"/>
            <ac:spMk id="305" creationId="{A1346B04-6CFA-3B62-D345-2DBF7D9CDC79}"/>
          </ac:spMkLst>
        </pc:spChg>
        <pc:spChg chg="add mod">
          <ac:chgData name="" userId="" providerId="" clId="Web-{1E0402AF-1A04-4AD8-BFCB-786A163939CF}" dt="2026-10-23T08:51:05.120" v="7" actId="34807"/>
          <ac:spMkLst>
            <pc:docMk/>
            <pc:sldMk cId="3867487394" sldId="1477"/>
            <ac:spMk id="329" creationId="{26E04314-9D71-1EF0-8EC9-9B4DF00A7D46}"/>
          </ac:spMkLst>
        </pc:spChg>
      </pc:sldChg>
      <pc:sldChg chg="addSp modSp add mod setBg modNotesTx">
        <pc:chgData name="" userId="" providerId="" clId="Web-{1E0402AF-1A04-4AD8-BFCB-786A163939CF}" dt="2026-10-23T08:51:05.120" v="7" actId="34807"/>
        <pc:sldMkLst>
          <pc:docMk/>
          <pc:sldMk cId="3294990815" sldId="1684"/>
        </pc:sldMkLst>
        <pc:spChg chg="add mod">
          <ac:chgData name="" userId="" providerId="" clId="Web-{1E0402AF-1A04-4AD8-BFCB-786A163939CF}" dt="2026-10-23T08:51:05.120" v="7" actId="34807"/>
          <ac:spMkLst>
            <pc:docMk/>
            <pc:sldMk cId="3294990815" sldId="1684"/>
            <ac:spMk id="354" creationId="{CD4BBDFE-94CC-046F-B970-B2CD054AE3AB}"/>
          </ac:spMkLst>
        </pc:spChg>
        <pc:spChg chg="add mod">
          <ac:chgData name="" userId="" providerId="" clId="Web-{1E0402AF-1A04-4AD8-BFCB-786A163939CF}" dt="2026-10-23T08:51:05.120" v="7" actId="34807"/>
          <ac:spMkLst>
            <pc:docMk/>
            <pc:sldMk cId="3294990815" sldId="1684"/>
            <ac:spMk id="380" creationId="{84D1A804-0189-5985-5786-DCDAB3DC737D}"/>
          </ac:spMkLst>
        </pc:spChg>
        <pc:spChg chg="add mod">
          <ac:chgData name="" userId="" providerId="" clId="Web-{1E0402AF-1A04-4AD8-BFCB-786A163939CF}" dt="2026-10-23T08:51:05.120" v="7" actId="34807"/>
          <ac:spMkLst>
            <pc:docMk/>
            <pc:sldMk cId="3294990815" sldId="1684"/>
            <ac:spMk id="407" creationId="{3C119F39-EE11-AC96-11CC-5F7E4834EE0D}"/>
          </ac:spMkLst>
        </pc:spChg>
        <pc:spChg chg="add mod">
          <ac:chgData name="" userId="" providerId="" clId="Web-{1E0402AF-1A04-4AD8-BFCB-786A163939CF}" dt="2026-10-23T08:51:05.120" v="7" actId="34807"/>
          <ac:spMkLst>
            <pc:docMk/>
            <pc:sldMk cId="3294990815" sldId="1684"/>
            <ac:spMk id="435" creationId="{B44827CD-29F7-EBE5-D74E-94E6998EA62F}"/>
          </ac:spMkLst>
        </pc:spChg>
      </pc:sldChg>
      <pc:sldChg chg="addSp modSp add mod setBg modNotesTx">
        <pc:chgData name="" userId="" providerId="" clId="Web-{1E0402AF-1A04-4AD8-BFCB-786A163939CF}" dt="2026-10-23T08:51:05.120" v="7" actId="34807"/>
        <pc:sldMkLst>
          <pc:docMk/>
          <pc:sldMk cId="2911958602" sldId="1892"/>
        </pc:sldMkLst>
        <pc:spChg chg="add mod">
          <ac:chgData name="" userId="" providerId="" clId="Web-{1E0402AF-1A04-4AD8-BFCB-786A163939CF}" dt="2026-10-23T08:51:05.120" v="7" actId="34807"/>
          <ac:spMkLst>
            <pc:docMk/>
            <pc:sldMk cId="2911958602" sldId="1892"/>
            <ac:spMk id="464" creationId="{E2189069-43B1-11E1-B3C2-FD36233134D2}"/>
          </ac:spMkLst>
        </pc:spChg>
        <pc:spChg chg="add mod">
          <ac:chgData name="" userId="" providerId="" clId="Web-{1E0402AF-1A04-4AD8-BFCB-786A163939CF}" dt="2026-10-23T08:51:05.120" v="7" actId="34807"/>
          <ac:spMkLst>
            <pc:docMk/>
            <pc:sldMk cId="2911958602" sldId="1892"/>
            <ac:spMk id="494" creationId="{5BE0AED3-29A4-725C-2E07-D806E26CE034}"/>
          </ac:spMkLst>
        </pc:spChg>
        <pc:spChg chg="add mod">
          <ac:chgData name="" userId="" providerId="" clId="Web-{1E0402AF-1A04-4AD8-BFCB-786A163939CF}" dt="2026-10-23T08:51:05.120" v="7" actId="34807"/>
          <ac:spMkLst>
            <pc:docMk/>
            <pc:sldMk cId="2911958602" sldId="1892"/>
            <ac:spMk id="525" creationId="{E462139A-7F17-2654-510A-3C12636ED170}"/>
          </ac:spMkLst>
        </pc:spChg>
        <pc:spChg chg="add mod">
          <ac:chgData name="" userId="" providerId="" clId="Web-{1E0402AF-1A04-4AD8-BFCB-786A163939CF}" dt="2026-10-23T08:51:05.120" v="7" actId="34807"/>
          <ac:spMkLst>
            <pc:docMk/>
            <pc:sldMk cId="2911958602" sldId="1892"/>
            <ac:spMk id="557" creationId="{DEF76F80-945F-8F91-92BA-FF7459F09C59}"/>
          </ac:spMkLst>
        </pc:spChg>
      </pc:sldChg>
      <pc:sldChg chg="addSp modSp add mod setBg modNotesTx">
        <pc:chgData name="" userId="" providerId="" clId="Web-{1E0402AF-1A04-4AD8-BFCB-786A163939CF}" dt="2026-10-23T08:51:05.120" v="7" actId="34807"/>
        <pc:sldMkLst>
          <pc:docMk/>
          <pc:sldMk cId="4267385204" sldId="2101"/>
        </pc:sldMkLst>
        <pc:spChg chg="add mod">
          <ac:chgData name="" userId="" providerId="" clId="Web-{1E0402AF-1A04-4AD8-BFCB-786A163939CF}" dt="2026-10-23T08:51:05.120" v="7" actId="34807"/>
          <ac:spMkLst>
            <pc:docMk/>
            <pc:sldMk cId="4267385204" sldId="2101"/>
            <ac:spMk id="590" creationId="{01F22D94-1F4C-5D7E-3A18-245331E5E05F}"/>
          </ac:spMkLst>
        </pc:spChg>
        <pc:spChg chg="add mod">
          <ac:chgData name="" userId="" providerId="" clId="Web-{1E0402AF-1A04-4AD8-BFCB-786A163939CF}" dt="2026-10-23T08:51:05.120" v="7" actId="34807"/>
          <ac:spMkLst>
            <pc:docMk/>
            <pc:sldMk cId="4267385204" sldId="2101"/>
            <ac:spMk id="624" creationId="{E2FF588E-1F11-5E92-C32E-A4D4903AC5FE}"/>
          </ac:spMkLst>
        </pc:spChg>
        <pc:spChg chg="add mod">
          <ac:chgData name="" userId="" providerId="" clId="Web-{1E0402AF-1A04-4AD8-BFCB-786A163939CF}" dt="2026-10-23T08:51:05.120" v="7" actId="34807"/>
          <ac:spMkLst>
            <pc:docMk/>
            <pc:sldMk cId="4267385204" sldId="2101"/>
            <ac:spMk id="659" creationId="{838BD430-920A-93B0-AEA4-E88AB849B496}"/>
          </ac:spMkLst>
        </pc:spChg>
        <pc:spChg chg="add mod">
          <ac:chgData name="" userId="" providerId="" clId="Web-{1E0402AF-1A04-4AD8-BFCB-786A163939CF}" dt="2026-10-23T08:51:05.120" v="7" actId="34807"/>
          <ac:spMkLst>
            <pc:docMk/>
            <pc:sldMk cId="4267385204" sldId="2101"/>
            <ac:spMk id="695" creationId="{686DA6BB-C2FC-373C-3DAE-83072AE994EE}"/>
          </ac:spMkLst>
        </pc:spChg>
      </pc:sldChg>
      <pc:sldChg chg="addSp modSp add mod setBg modNotesTx">
        <pc:chgData name="" userId="" providerId="" clId="Web-{1E0402AF-1A04-4AD8-BFCB-786A163939CF}" dt="2026-10-23T08:51:05.120" v="7" actId="34807"/>
        <pc:sldMkLst>
          <pc:docMk/>
          <pc:sldMk cId="2712577974" sldId="2311"/>
        </pc:sldMkLst>
        <pc:spChg chg="add mod">
          <ac:chgData name="" userId="" providerId="" clId="Web-{1E0402AF-1A04-4AD8-BFCB-786A163939CF}" dt="2026-10-23T08:51:05.120" v="7" actId="34807"/>
          <ac:spMkLst>
            <pc:docMk/>
            <pc:sldMk cId="2712577974" sldId="2311"/>
            <ac:spMk id="732" creationId="{02351CAB-6E55-8455-1693-CF3D471025C2}"/>
          </ac:spMkLst>
        </pc:spChg>
        <pc:spChg chg="add mod">
          <ac:chgData name="" userId="" providerId="" clId="Web-{1E0402AF-1A04-4AD8-BFCB-786A163939CF}" dt="2026-10-23T08:51:05.120" v="7" actId="34807"/>
          <ac:spMkLst>
            <pc:docMk/>
            <pc:sldMk cId="2712577974" sldId="2311"/>
            <ac:spMk id="770" creationId="{1332312A-7F62-312F-B3DF-96487BE5D793}"/>
          </ac:spMkLst>
        </pc:spChg>
        <pc:spChg chg="add mod">
          <ac:chgData name="" userId="" providerId="" clId="Web-{1E0402AF-1A04-4AD8-BFCB-786A163939CF}" dt="2026-10-23T08:51:05.120" v="7" actId="34807"/>
          <ac:spMkLst>
            <pc:docMk/>
            <pc:sldMk cId="2712577974" sldId="2311"/>
            <ac:spMk id="809" creationId="{07DB7EAE-8FC3-FA98-0CD7-BA81789EC927}"/>
          </ac:spMkLst>
        </pc:spChg>
        <pc:spChg chg="add mod">
          <ac:chgData name="" userId="" providerId="" clId="Web-{1E0402AF-1A04-4AD8-BFCB-786A163939CF}" dt="2026-10-23T08:51:05.120" v="7" actId="34807"/>
          <ac:spMkLst>
            <pc:docMk/>
            <pc:sldMk cId="2712577974" sldId="2311"/>
            <ac:spMk id="849" creationId="{479B4AFC-0BE9-209F-8B35-31D1FA3CB25C}"/>
          </ac:spMkLst>
        </pc:spChg>
      </pc:sldChg>
      <pc:sldChg chg="addSp modSp add mod setBg modNotesTx">
        <pc:chgData name="" userId="" providerId="" clId="Web-{1E0402AF-1A04-4AD8-BFCB-786A163939CF}" dt="2026-10-23T08:51:05.120" v="7" actId="34807"/>
        <pc:sldMkLst>
          <pc:docMk/>
          <pc:sldMk cId="75817233" sldId="2522"/>
        </pc:sldMkLst>
        <pc:spChg chg="add mod">
          <ac:chgData name="" userId="" providerId="" clId="Web-{1E0402AF-1A04-4AD8-BFCB-786A163939CF}" dt="2026-10-23T08:51:05.120" v="7" actId="34807"/>
          <ac:spMkLst>
            <pc:docMk/>
            <pc:sldMk cId="75817233" sldId="2522"/>
            <ac:spMk id="890" creationId="{F655F0A2-FF30-9ADE-3098-B963B79F528D}"/>
          </ac:spMkLst>
        </pc:spChg>
        <pc:spChg chg="add mod">
          <ac:chgData name="" userId="" providerId="" clId="Web-{1E0402AF-1A04-4AD8-BFCB-786A163939CF}" dt="2026-10-23T08:51:05.120" v="7" actId="34807"/>
          <ac:spMkLst>
            <pc:docMk/>
            <pc:sldMk cId="75817233" sldId="2522"/>
            <ac:spMk id="932" creationId="{57FE28B8-58FD-42C3-1EAE-061402A8C825}"/>
          </ac:spMkLst>
        </pc:spChg>
        <pc:spChg chg="add mod">
          <ac:chgData name="" userId="" providerId="" clId="Web-{1E0402AF-1A04-4AD8-BFCB-786A163939CF}" dt="2026-10-23T08:51:05.120" v="7" actId="34807"/>
          <ac:spMkLst>
            <pc:docMk/>
            <pc:sldMk cId="75817233" sldId="2522"/>
            <ac:spMk id="975" creationId="{7DEFEE2A-F9F8-AF3D-89D5-11EEB975C724}"/>
          </ac:spMkLst>
        </pc:spChg>
        <pc:spChg chg="add mod">
          <ac:chgData name="" userId="" providerId="" clId="Web-{1E0402AF-1A04-4AD8-BFCB-786A163939CF}" dt="2026-10-23T08:51:05.120" v="7" actId="34807"/>
          <ac:spMkLst>
            <pc:docMk/>
            <pc:sldMk cId="75817233" sldId="2522"/>
            <ac:spMk id="1019" creationId="{44291D0B-08FA-000D-57C9-B477BE664334}"/>
          </ac:spMkLst>
        </pc:spChg>
      </pc:sldChg>
      <pc:sldChg chg="addSp modSp add mod setBg modNotesTx">
        <pc:chgData name="" userId="" providerId="" clId="Web-{1E0402AF-1A04-4AD8-BFCB-786A163939CF}" dt="2026-10-23T08:51:05.120" v="7" actId="34807"/>
        <pc:sldMkLst>
          <pc:docMk/>
          <pc:sldMk cId="3364259121" sldId="2734"/>
        </pc:sldMkLst>
        <pc:spChg chg="add mod">
          <ac:chgData name="" userId="" providerId="" clId="Web-{1E0402AF-1A04-4AD8-BFCB-786A163939CF}" dt="2026-10-23T08:51:05.120" v="7" actId="34807"/>
          <ac:spMkLst>
            <pc:docMk/>
            <pc:sldMk cId="3364259121" sldId="2734"/>
            <ac:spMk id="1064" creationId="{F09EE37D-F29B-F5C3-3D87-A9F279E0EF9D}"/>
          </ac:spMkLst>
        </pc:spChg>
        <pc:spChg chg="add mod">
          <ac:chgData name="" userId="" providerId="" clId="Web-{1E0402AF-1A04-4AD8-BFCB-786A163939CF}" dt="2026-10-23T08:51:05.120" v="7" actId="34807"/>
          <ac:spMkLst>
            <pc:docMk/>
            <pc:sldMk cId="3364259121" sldId="2734"/>
            <ac:spMk id="1110" creationId="{28BD00A5-0763-7F91-BD32-88668ED4222E}"/>
          </ac:spMkLst>
        </pc:spChg>
        <pc:spChg chg="add mod">
          <ac:chgData name="" userId="" providerId="" clId="Web-{1E0402AF-1A04-4AD8-BFCB-786A163939CF}" dt="2026-10-23T08:51:05.120" v="7" actId="34807"/>
          <ac:spMkLst>
            <pc:docMk/>
            <pc:sldMk cId="3364259121" sldId="2734"/>
            <ac:spMk id="1157" creationId="{02B18D57-744E-99E8-1A85-B91DA7B46E3C}"/>
          </ac:spMkLst>
        </pc:spChg>
        <pc:spChg chg="add mod">
          <ac:chgData name="" userId="" providerId="" clId="Web-{1E0402AF-1A04-4AD8-BFCB-786A163939CF}" dt="2026-10-23T08:51:05.120" v="7" actId="34807"/>
          <ac:spMkLst>
            <pc:docMk/>
            <pc:sldMk cId="3364259121" sldId="2734"/>
            <ac:spMk id="1205" creationId="{078004F4-EBA2-32F4-2066-8801754C4909}"/>
          </ac:spMkLst>
        </pc:spChg>
      </pc:sldChg>
      <pc:sldChg chg="addSp modSp add mod setBg modNotesTx">
        <pc:chgData name="" userId="" providerId="" clId="Web-{1E0402AF-1A04-4AD8-BFCB-786A163939CF}" dt="2026-10-23T08:51:05.120" v="7" actId="34807"/>
        <pc:sldMkLst>
          <pc:docMk/>
          <pc:sldMk cId="2014497201" sldId="2947"/>
        </pc:sldMkLst>
        <pc:spChg chg="add mod">
          <ac:chgData name="" userId="" providerId="" clId="Web-{1E0402AF-1A04-4AD8-BFCB-786A163939CF}" dt="2026-10-23T08:51:05.120" v="7" actId="34807"/>
          <ac:spMkLst>
            <pc:docMk/>
            <pc:sldMk cId="2014497201" sldId="2947"/>
            <ac:spMk id="1254" creationId="{719A03FB-1C15-203F-0D08-B39B775AE2FD}"/>
          </ac:spMkLst>
        </pc:spChg>
        <pc:spChg chg="add mod">
          <ac:chgData name="" userId="" providerId="" clId="Web-{1E0402AF-1A04-4AD8-BFCB-786A163939CF}" dt="2026-10-23T08:51:05.120" v="7" actId="34807"/>
          <ac:spMkLst>
            <pc:docMk/>
            <pc:sldMk cId="2014497201" sldId="2947"/>
            <ac:spMk id="1304" creationId="{CE3496F5-7AE1-D4BA-CFB5-BC6DD65624D7}"/>
          </ac:spMkLst>
        </pc:spChg>
        <pc:spChg chg="add mod">
          <ac:chgData name="" userId="" providerId="" clId="Web-{1E0402AF-1A04-4AD8-BFCB-786A163939CF}" dt="2026-10-23T08:51:05.120" v="7" actId="34807"/>
          <ac:spMkLst>
            <pc:docMk/>
            <pc:sldMk cId="2014497201" sldId="2947"/>
            <ac:spMk id="1355" creationId="{36F6E76F-5104-5445-D4C3-C4367A1F37B7}"/>
          </ac:spMkLst>
        </pc:spChg>
        <pc:spChg chg="add mod">
          <ac:chgData name="" userId="" providerId="" clId="Web-{1E0402AF-1A04-4AD8-BFCB-786A163939CF}" dt="2026-10-23T08:51:05.120" v="7" actId="34807"/>
          <ac:spMkLst>
            <pc:docMk/>
            <pc:sldMk cId="2014497201" sldId="2947"/>
            <ac:spMk id="1407" creationId="{3BF0C49E-C1BF-839F-158D-D01A80E0755C}"/>
          </ac:spMkLst>
        </pc:spChg>
      </pc:sldChg>
      <pc:sldChg chg="addSp modSp add mod setBg modNotesTx">
        <pc:chgData name="" userId="" providerId="" clId="Web-{1E0402AF-1A04-4AD8-BFCB-786A163939CF}" dt="2026-10-23T08:51:05.120" v="7" actId="34807"/>
        <pc:sldMkLst>
          <pc:docMk/>
          <pc:sldMk cId="2602463977" sldId="3161"/>
        </pc:sldMkLst>
        <pc:spChg chg="add mod">
          <ac:chgData name="" userId="" providerId="" clId="Web-{1E0402AF-1A04-4AD8-BFCB-786A163939CF}" dt="2026-10-23T08:51:05.120" v="7" actId="34807"/>
          <ac:spMkLst>
            <pc:docMk/>
            <pc:sldMk cId="2602463977" sldId="3161"/>
            <ac:spMk id="1460" creationId="{092A66A1-40DA-FE3A-14FD-ECF91C73D676}"/>
          </ac:spMkLst>
        </pc:spChg>
        <pc:spChg chg="add mod">
          <ac:chgData name="" userId="" providerId="" clId="Web-{1E0402AF-1A04-4AD8-BFCB-786A163939CF}" dt="2026-10-23T08:51:05.120" v="7" actId="34807"/>
          <ac:spMkLst>
            <pc:docMk/>
            <pc:sldMk cId="2602463977" sldId="3161"/>
            <ac:spMk id="1514" creationId="{17ECEB61-871D-3817-CD3B-5218027FD103}"/>
          </ac:spMkLst>
        </pc:spChg>
        <pc:spChg chg="add mod">
          <ac:chgData name="" userId="" providerId="" clId="Web-{1E0402AF-1A04-4AD8-BFCB-786A163939CF}" dt="2026-10-23T08:51:05.120" v="7" actId="34807"/>
          <ac:spMkLst>
            <pc:docMk/>
            <pc:sldMk cId="2602463977" sldId="3161"/>
            <ac:spMk id="1569" creationId="{EC0DE831-7F39-F340-FEAA-88842B753337}"/>
          </ac:spMkLst>
        </pc:spChg>
        <pc:spChg chg="add mod">
          <ac:chgData name="" userId="" providerId="" clId="Web-{1E0402AF-1A04-4AD8-BFCB-786A163939CF}" dt="2026-10-23T08:51:05.120" v="7" actId="34807"/>
          <ac:spMkLst>
            <pc:docMk/>
            <pc:sldMk cId="2602463977" sldId="3161"/>
            <ac:spMk id="1625" creationId="{602973F2-4A55-7879-BC99-C00BC6C0177D}"/>
          </ac:spMkLst>
        </pc:spChg>
      </pc:sldChg>
      <pc:sldChg chg="addSp modSp add mod setBg modNotesTx">
        <pc:chgData name="" userId="" providerId="" clId="Web-{1E0402AF-1A04-4AD8-BFCB-786A163939CF}" dt="2026-10-23T08:51:05.120" v="7" actId="34807"/>
        <pc:sldMkLst>
          <pc:docMk/>
          <pc:sldMk cId="3469149878" sldId="3376"/>
        </pc:sldMkLst>
        <pc:spChg chg="add mod">
          <ac:chgData name="" userId="" providerId="" clId="Web-{1E0402AF-1A04-4AD8-BFCB-786A163939CF}" dt="2026-10-23T08:51:05.120" v="7" actId="34807"/>
          <ac:spMkLst>
            <pc:docMk/>
            <pc:sldMk cId="3469149878" sldId="3376"/>
            <ac:spMk id="1682" creationId="{4B791315-4FF1-4C51-F9FA-ED661065EEA7}"/>
          </ac:spMkLst>
        </pc:spChg>
        <pc:spChg chg="add mod">
          <ac:chgData name="" userId="" providerId="" clId="Web-{1E0402AF-1A04-4AD8-BFCB-786A163939CF}" dt="2026-10-23T08:51:05.120" v="7" actId="34807"/>
          <ac:spMkLst>
            <pc:docMk/>
            <pc:sldMk cId="3469149878" sldId="3376"/>
            <ac:spMk id="1740" creationId="{B77F84F7-D0E8-FBD9-928B-2E240B924692}"/>
          </ac:spMkLst>
        </pc:spChg>
        <pc:spChg chg="add mod">
          <ac:chgData name="" userId="" providerId="" clId="Web-{1E0402AF-1A04-4AD8-BFCB-786A163939CF}" dt="2026-10-23T08:51:05.120" v="7" actId="34807"/>
          <ac:spMkLst>
            <pc:docMk/>
            <pc:sldMk cId="3469149878" sldId="3376"/>
            <ac:spMk id="1799" creationId="{4ED6D3DD-B157-DC55-6040-2A9A6EB29938}"/>
          </ac:spMkLst>
        </pc:spChg>
        <pc:spChg chg="add mod">
          <ac:chgData name="" userId="" providerId="" clId="Web-{1E0402AF-1A04-4AD8-BFCB-786A163939CF}" dt="2026-10-23T08:51:05.120" v="7" actId="34807"/>
          <ac:spMkLst>
            <pc:docMk/>
            <pc:sldMk cId="3469149878" sldId="3376"/>
            <ac:spMk id="1859" creationId="{6D27F752-A956-DD67-DE30-0E8DC0B3BBC6}"/>
          </ac:spMkLst>
        </pc:spChg>
      </pc:sldChg>
      <pc:sldChg chg="addSp modSp add mod setBg modNotesTx">
        <pc:chgData name="" userId="" providerId="" clId="Web-{1E0402AF-1A04-4AD8-BFCB-786A163939CF}" dt="2026-10-23T08:51:05.120" v="7" actId="34807"/>
        <pc:sldMkLst>
          <pc:docMk/>
          <pc:sldMk cId="414339401" sldId="3592"/>
        </pc:sldMkLst>
        <pc:spChg chg="add mod">
          <ac:chgData name="" userId="" providerId="" clId="Web-{1E0402AF-1A04-4AD8-BFCB-786A163939CF}" dt="2026-10-23T08:51:05.120" v="7" actId="34807"/>
          <ac:spMkLst>
            <pc:docMk/>
            <pc:sldMk cId="414339401" sldId="3592"/>
            <ac:spMk id="1920" creationId="{51F437D1-A5C9-313F-0DAE-C93379CAA978}"/>
          </ac:spMkLst>
        </pc:spChg>
        <pc:spChg chg="add mod">
          <ac:chgData name="" userId="" providerId="" clId="Web-{1E0402AF-1A04-4AD8-BFCB-786A163939CF}" dt="2026-10-23T08:51:05.120" v="7" actId="34807"/>
          <ac:spMkLst>
            <pc:docMk/>
            <pc:sldMk cId="414339401" sldId="3592"/>
            <ac:spMk id="1982" creationId="{1DFD761F-5FB6-482C-C95D-D7DFBEE8E177}"/>
          </ac:spMkLst>
        </pc:spChg>
        <pc:spChg chg="add mod">
          <ac:chgData name="" userId="" providerId="" clId="Web-{1E0402AF-1A04-4AD8-BFCB-786A163939CF}" dt="2026-10-23T08:51:05.120" v="7" actId="34807"/>
          <ac:spMkLst>
            <pc:docMk/>
            <pc:sldMk cId="414339401" sldId="3592"/>
            <ac:spMk id="2045" creationId="{A086E242-B254-4447-91B0-037DAC43B419}"/>
          </ac:spMkLst>
        </pc:spChg>
        <pc:spChg chg="add mod">
          <ac:chgData name="" userId="" providerId="" clId="Web-{1E0402AF-1A04-4AD8-BFCB-786A163939CF}" dt="2026-10-23T08:51:05.120" v="7" actId="34807"/>
          <ac:spMkLst>
            <pc:docMk/>
            <pc:sldMk cId="414339401" sldId="3592"/>
            <ac:spMk id="2109" creationId="{AE7C7F34-CA1E-BD93-E10C-7F2DCBF9B821}"/>
          </ac:spMkLst>
        </pc:spChg>
      </pc:sldChg>
      <pc:sldChg chg="addSp modSp add mod setBg modNotesTx">
        <pc:chgData name="" userId="" providerId="" clId="Web-{1E0402AF-1A04-4AD8-BFCB-786A163939CF}" dt="2026-10-23T08:51:05.120" v="7" actId="34807"/>
        <pc:sldMkLst>
          <pc:docMk/>
          <pc:sldMk cId="1244041262" sldId="3809"/>
        </pc:sldMkLst>
        <pc:spChg chg="add mod">
          <ac:chgData name="" userId="" providerId="" clId="Web-{1E0402AF-1A04-4AD8-BFCB-786A163939CF}" dt="2026-10-23T08:51:05.120" v="7" actId="34807"/>
          <ac:spMkLst>
            <pc:docMk/>
            <pc:sldMk cId="1244041262" sldId="3809"/>
            <ac:spMk id="2174" creationId="{0B1B71A4-0794-8C45-B0B8-252AF7150B68}"/>
          </ac:spMkLst>
        </pc:spChg>
        <pc:spChg chg="add mod">
          <ac:chgData name="" userId="" providerId="" clId="Web-{1E0402AF-1A04-4AD8-BFCB-786A163939CF}" dt="2026-10-23T08:51:05.120" v="7" actId="34807"/>
          <ac:spMkLst>
            <pc:docMk/>
            <pc:sldMk cId="1244041262" sldId="3809"/>
            <ac:spMk id="2240" creationId="{A111D12A-5159-D012-1376-C6735F7A4AEF}"/>
          </ac:spMkLst>
        </pc:spChg>
        <pc:spChg chg="add mod">
          <ac:chgData name="" userId="" providerId="" clId="Web-{1E0402AF-1A04-4AD8-BFCB-786A163939CF}" dt="2026-10-23T08:51:05.120" v="7" actId="34807"/>
          <ac:spMkLst>
            <pc:docMk/>
            <pc:sldMk cId="1244041262" sldId="3809"/>
            <ac:spMk id="2307" creationId="{A11DFF2E-304E-8FBD-9E56-8ABF33EB8D6A}"/>
          </ac:spMkLst>
        </pc:spChg>
        <pc:spChg chg="add mod">
          <ac:chgData name="" userId="" providerId="" clId="Web-{1E0402AF-1A04-4AD8-BFCB-786A163939CF}" dt="2026-10-23T08:51:05.120" v="7" actId="34807"/>
          <ac:spMkLst>
            <pc:docMk/>
            <pc:sldMk cId="1244041262" sldId="3809"/>
            <ac:spMk id="2375" creationId="{F1CD79E1-B699-A3AE-3DE3-DA2CB88FDF07}"/>
          </ac:spMkLst>
        </pc:spChg>
      </pc:sldChg>
      <pc:sldChg chg="addSp modSp add mod setBg modNotesTx">
        <pc:chgData name="" userId="" providerId="" clId="Web-{1E0402AF-1A04-4AD8-BFCB-786A163939CF}" dt="2026-10-23T08:51:05.120" v="7" actId="34807"/>
        <pc:sldMkLst>
          <pc:docMk/>
          <pc:sldMk cId="3761642860" sldId="4027"/>
        </pc:sldMkLst>
        <pc:spChg chg="add mod">
          <ac:chgData name="" userId="" providerId="" clId="Web-{1E0402AF-1A04-4AD8-BFCB-786A163939CF}" dt="2026-10-23T08:51:05.120" v="7" actId="34807"/>
          <ac:spMkLst>
            <pc:docMk/>
            <pc:sldMk cId="3761642860" sldId="4027"/>
            <ac:spMk id="2444" creationId="{06E62B1A-030D-48D8-060F-5FE951649DDA}"/>
          </ac:spMkLst>
        </pc:spChg>
        <pc:spChg chg="add mod">
          <ac:chgData name="" userId="" providerId="" clId="Web-{1E0402AF-1A04-4AD8-BFCB-786A163939CF}" dt="2026-10-23T08:51:05.120" v="7" actId="34807"/>
          <ac:spMkLst>
            <pc:docMk/>
            <pc:sldMk cId="3761642860" sldId="4027"/>
            <ac:spMk id="2514" creationId="{3100A2B4-F24E-E41B-1EDE-E30C1A17B9A7}"/>
          </ac:spMkLst>
        </pc:spChg>
        <pc:spChg chg="add mod">
          <ac:chgData name="" userId="" providerId="" clId="Web-{1E0402AF-1A04-4AD8-BFCB-786A163939CF}" dt="2026-10-23T08:51:05.120" v="7" actId="34807"/>
          <ac:spMkLst>
            <pc:docMk/>
            <pc:sldMk cId="3761642860" sldId="4027"/>
            <ac:spMk id="2585" creationId="{6CFCCF07-2669-E9BA-04D9-43F49C1F03A9}"/>
          </ac:spMkLst>
        </pc:spChg>
        <pc:spChg chg="add mod">
          <ac:chgData name="" userId="" providerId="" clId="Web-{1E0402AF-1A04-4AD8-BFCB-786A163939CF}" dt="2026-10-23T08:51:05.120" v="7" actId="34807"/>
          <ac:spMkLst>
            <pc:docMk/>
            <pc:sldMk cId="3761642860" sldId="4027"/>
            <ac:spMk id="2657" creationId="{C7ED9F8D-AEB8-9C4D-9737-2385C56C9E92}"/>
          </ac:spMkLst>
        </pc:spChg>
      </pc:sldChg>
      <pc:sldChg chg="addSp modSp add mod setBg modNotesTx">
        <pc:chgData name="" userId="" providerId="" clId="Web-{1E0402AF-1A04-4AD8-BFCB-786A163939CF}" dt="2026-10-23T08:51:09.870" v="8" actId="34807"/>
        <pc:sldMkLst>
          <pc:docMk/>
          <pc:sldMk cId="3933574674" sldId="4246"/>
        </pc:sldMkLst>
        <pc:spChg chg="add mod">
          <ac:chgData name="" userId="" providerId="" clId="Web-{1E0402AF-1A04-4AD8-BFCB-786A163939CF}" dt="2026-10-23T08:51:09.870" v="8" actId="34807"/>
          <ac:spMkLst>
            <pc:docMk/>
            <pc:sldMk cId="3933574674" sldId="4246"/>
            <ac:spMk id="2658" creationId="{455462CC-5953-606B-96CE-07E232DE4958}"/>
          </ac:spMkLst>
        </pc:spChg>
        <pc:spChg chg="add mod">
          <ac:chgData name="" userId="" providerId="" clId="Web-{1E0402AF-1A04-4AD8-BFCB-786A163939CF}" dt="2026-10-23T08:51:09.870" v="8" actId="34807"/>
          <ac:spMkLst>
            <pc:docMk/>
            <pc:sldMk cId="3933574674" sldId="4246"/>
            <ac:spMk id="2660" creationId="{C8F00832-1214-0BD0-B3FA-7D370D1FB7FF}"/>
          </ac:spMkLst>
        </pc:spChg>
        <pc:spChg chg="add mod">
          <ac:chgData name="" userId="" providerId="" clId="Web-{1E0402AF-1A04-4AD8-BFCB-786A163939CF}" dt="2026-10-23T08:51:09.870" v="8" actId="34807"/>
          <ac:spMkLst>
            <pc:docMk/>
            <pc:sldMk cId="3933574674" sldId="4246"/>
            <ac:spMk id="2663" creationId="{6DFFADE5-4C80-B4C8-016F-AF3835CEB62B}"/>
          </ac:spMkLst>
        </pc:spChg>
        <pc:spChg chg="add mod">
          <ac:chgData name="" userId="" providerId="" clId="Web-{1E0402AF-1A04-4AD8-BFCB-786A163939CF}" dt="2026-10-23T08:51:09.870" v="8" actId="34807"/>
          <ac:spMkLst>
            <pc:docMk/>
            <pc:sldMk cId="3933574674" sldId="4246"/>
            <ac:spMk id="2667" creationId="{ABDFCC38-6450-5C59-7B14-24AA480793E3}"/>
          </ac:spMkLst>
        </pc:spChg>
        <pc:spChg chg="add mod">
          <ac:chgData name="" userId="" providerId="" clId="Web-{1E0402AF-1A04-4AD8-BFCB-786A163939CF}" dt="2026-10-23T08:51:09.870" v="8" actId="34807"/>
          <ac:spMkLst>
            <pc:docMk/>
            <pc:sldMk cId="3933574674" sldId="4246"/>
            <ac:spMk id="2672" creationId="{D80FB324-E76C-D307-BC13-EC584ADAB0BE}"/>
          </ac:spMkLst>
        </pc:spChg>
      </pc:sldChg>
      <pc:sldChg chg="addSp modSp add mod setBg modNotesTx">
        <pc:chgData name="" userId="" providerId="" clId="Web-{1E0402AF-1A04-4AD8-BFCB-786A163939CF}" dt="2026-10-23T08:51:09.870" v="8" actId="34807"/>
        <pc:sldMkLst>
          <pc:docMk/>
          <pc:sldMk cId="2931206922" sldId="4466"/>
        </pc:sldMkLst>
        <pc:spChg chg="add mod">
          <ac:chgData name="" userId="" providerId="" clId="Web-{1E0402AF-1A04-4AD8-BFCB-786A163939CF}" dt="2026-10-23T08:51:09.870" v="8" actId="34807"/>
          <ac:spMkLst>
            <pc:docMk/>
            <pc:sldMk cId="2931206922" sldId="4466"/>
            <ac:spMk id="2678" creationId="{171936A9-2875-C03B-416D-3D073D33F51D}"/>
          </ac:spMkLst>
        </pc:spChg>
        <pc:spChg chg="add mod">
          <ac:chgData name="" userId="" providerId="" clId="Web-{1E0402AF-1A04-4AD8-BFCB-786A163939CF}" dt="2026-10-23T08:51:09.870" v="8" actId="34807"/>
          <ac:spMkLst>
            <pc:docMk/>
            <pc:sldMk cId="2931206922" sldId="4466"/>
            <ac:spMk id="2685" creationId="{D915CBDB-F814-2760-EF2E-422BEFD53976}"/>
          </ac:spMkLst>
        </pc:spChg>
        <pc:spChg chg="add mod">
          <ac:chgData name="" userId="" providerId="" clId="Web-{1E0402AF-1A04-4AD8-BFCB-786A163939CF}" dt="2026-10-23T08:51:09.870" v="8" actId="34807"/>
          <ac:spMkLst>
            <pc:docMk/>
            <pc:sldMk cId="2931206922" sldId="4466"/>
            <ac:spMk id="2693" creationId="{29EAD449-86C4-856F-5449-62B5E4B9E5A9}"/>
          </ac:spMkLst>
        </pc:spChg>
        <pc:spChg chg="add mod">
          <ac:chgData name="" userId="" providerId="" clId="Web-{1E0402AF-1A04-4AD8-BFCB-786A163939CF}" dt="2026-10-23T08:51:09.870" v="8" actId="34807"/>
          <ac:spMkLst>
            <pc:docMk/>
            <pc:sldMk cId="2931206922" sldId="4466"/>
            <ac:spMk id="2702" creationId="{E3300248-F60E-28F4-CFC0-ABFC405A15D4}"/>
          </ac:spMkLst>
        </pc:spChg>
        <pc:spChg chg="add mod">
          <ac:chgData name="" userId="" providerId="" clId="Web-{1E0402AF-1A04-4AD8-BFCB-786A163939CF}" dt="2026-10-23T08:51:09.870" v="8" actId="34807"/>
          <ac:spMkLst>
            <pc:docMk/>
            <pc:sldMk cId="2931206922" sldId="4466"/>
            <ac:spMk id="2712" creationId="{3BB8E06B-831B-F939-254A-D497FFDD80F9}"/>
          </ac:spMkLst>
        </pc:spChg>
      </pc:sldChg>
      <pc:sldChg chg="addSp modSp add mod setBg modNotesTx">
        <pc:chgData name="" userId="" providerId="" clId="Web-{1E0402AF-1A04-4AD8-BFCB-786A163939CF}" dt="2026-10-23T08:51:09.870" v="8" actId="34807"/>
        <pc:sldMkLst>
          <pc:docMk/>
          <pc:sldMk cId="444193156" sldId="4687"/>
        </pc:sldMkLst>
        <pc:spChg chg="add mod">
          <ac:chgData name="" userId="" providerId="" clId="Web-{1E0402AF-1A04-4AD8-BFCB-786A163939CF}" dt="2026-10-23T08:51:09.870" v="8" actId="34807"/>
          <ac:spMkLst>
            <pc:docMk/>
            <pc:sldMk cId="444193156" sldId="4687"/>
            <ac:spMk id="2723" creationId="{CF4D44DD-F31E-ECB2-8389-B7952698001F}"/>
          </ac:spMkLst>
        </pc:spChg>
        <pc:spChg chg="add mod">
          <ac:chgData name="" userId="" providerId="" clId="Web-{1E0402AF-1A04-4AD8-BFCB-786A163939CF}" dt="2026-10-23T08:51:09.870" v="8" actId="34807"/>
          <ac:spMkLst>
            <pc:docMk/>
            <pc:sldMk cId="444193156" sldId="4687"/>
            <ac:spMk id="2735" creationId="{2554F20A-DAF4-BF70-F790-F511405215E0}"/>
          </ac:spMkLst>
        </pc:spChg>
        <pc:spChg chg="add mod">
          <ac:chgData name="" userId="" providerId="" clId="Web-{1E0402AF-1A04-4AD8-BFCB-786A163939CF}" dt="2026-10-23T08:51:09.870" v="8" actId="34807"/>
          <ac:spMkLst>
            <pc:docMk/>
            <pc:sldMk cId="444193156" sldId="4687"/>
            <ac:spMk id="2748" creationId="{A40C1070-7A67-AB3F-1BF5-3296DCE650EA}"/>
          </ac:spMkLst>
        </pc:spChg>
        <pc:spChg chg="add mod">
          <ac:chgData name="" userId="" providerId="" clId="Web-{1E0402AF-1A04-4AD8-BFCB-786A163939CF}" dt="2026-10-23T08:51:09.870" v="8" actId="34807"/>
          <ac:spMkLst>
            <pc:docMk/>
            <pc:sldMk cId="444193156" sldId="4687"/>
            <ac:spMk id="2762" creationId="{6602EBA9-C8A8-5C38-0299-A698F125B55A}"/>
          </ac:spMkLst>
        </pc:spChg>
        <pc:spChg chg="add mod">
          <ac:chgData name="" userId="" providerId="" clId="Web-{1E0402AF-1A04-4AD8-BFCB-786A163939CF}" dt="2026-10-23T08:51:09.870" v="8" actId="34807"/>
          <ac:spMkLst>
            <pc:docMk/>
            <pc:sldMk cId="444193156" sldId="4687"/>
            <ac:spMk id="2777" creationId="{323180EB-56D0-1D00-A1B7-C54F40138E11}"/>
          </ac:spMkLst>
        </pc:spChg>
      </pc:sldChg>
      <pc:sldChg chg="addSp modSp add mod setBg modNotesTx">
        <pc:chgData name="" userId="" providerId="" clId="Web-{1E0402AF-1A04-4AD8-BFCB-786A163939CF}" dt="2026-10-23T08:51:09.870" v="8" actId="34807"/>
        <pc:sldMkLst>
          <pc:docMk/>
          <pc:sldMk cId="18801219" sldId="4909"/>
        </pc:sldMkLst>
        <pc:spChg chg="add mod">
          <ac:chgData name="" userId="" providerId="" clId="Web-{1E0402AF-1A04-4AD8-BFCB-786A163939CF}" dt="2026-10-23T08:51:09.870" v="8" actId="34807"/>
          <ac:spMkLst>
            <pc:docMk/>
            <pc:sldMk cId="18801219" sldId="4909"/>
            <ac:spMk id="2793" creationId="{3EE5871E-E86E-2514-9A27-B4206B43CBB7}"/>
          </ac:spMkLst>
        </pc:spChg>
        <pc:spChg chg="add mod">
          <ac:chgData name="" userId="" providerId="" clId="Web-{1E0402AF-1A04-4AD8-BFCB-786A163939CF}" dt="2026-10-23T08:51:09.870" v="8" actId="34807"/>
          <ac:spMkLst>
            <pc:docMk/>
            <pc:sldMk cId="18801219" sldId="4909"/>
            <ac:spMk id="2810" creationId="{A03BDB0B-7E88-D114-9CCB-27F1DA3A9FD5}"/>
          </ac:spMkLst>
        </pc:spChg>
        <pc:spChg chg="add mod">
          <ac:chgData name="" userId="" providerId="" clId="Web-{1E0402AF-1A04-4AD8-BFCB-786A163939CF}" dt="2026-10-23T08:51:09.870" v="8" actId="34807"/>
          <ac:spMkLst>
            <pc:docMk/>
            <pc:sldMk cId="18801219" sldId="4909"/>
            <ac:spMk id="2828" creationId="{21BE6FE1-226B-2F7F-32C3-D981D7638133}"/>
          </ac:spMkLst>
        </pc:spChg>
        <pc:spChg chg="add mod">
          <ac:chgData name="" userId="" providerId="" clId="Web-{1E0402AF-1A04-4AD8-BFCB-786A163939CF}" dt="2026-10-23T08:51:09.870" v="8" actId="34807"/>
          <ac:spMkLst>
            <pc:docMk/>
            <pc:sldMk cId="18801219" sldId="4909"/>
            <ac:spMk id="2847" creationId="{E2449906-97CD-85CE-FFA7-DAE977159027}"/>
          </ac:spMkLst>
        </pc:spChg>
        <pc:spChg chg="add mod">
          <ac:chgData name="" userId="" providerId="" clId="Web-{1E0402AF-1A04-4AD8-BFCB-786A163939CF}" dt="2026-10-23T08:51:09.870" v="8" actId="34807"/>
          <ac:spMkLst>
            <pc:docMk/>
            <pc:sldMk cId="18801219" sldId="4909"/>
            <ac:spMk id="2867" creationId="{FC84DB96-8530-D091-9807-DD97D06DD870}"/>
          </ac:spMkLst>
        </pc:spChg>
      </pc:sldChg>
      <pc:sldChg chg="addSp modSp add mod setBg modNotesTx">
        <pc:chgData name="" userId="" providerId="" clId="Web-{1E0402AF-1A04-4AD8-BFCB-786A163939CF}" dt="2026-10-23T08:51:09.870" v="8" actId="34807"/>
        <pc:sldMkLst>
          <pc:docMk/>
          <pc:sldMk cId="1994120710" sldId="5132"/>
        </pc:sldMkLst>
        <pc:spChg chg="add mod">
          <ac:chgData name="" userId="" providerId="" clId="Web-{1E0402AF-1A04-4AD8-BFCB-786A163939CF}" dt="2026-10-23T08:51:09.870" v="8" actId="34807"/>
          <ac:spMkLst>
            <pc:docMk/>
            <pc:sldMk cId="1994120710" sldId="5132"/>
            <ac:spMk id="2888" creationId="{8864ABE3-15AF-C6A3-4FB8-C6559B23D02A}"/>
          </ac:spMkLst>
        </pc:spChg>
        <pc:spChg chg="add mod">
          <ac:chgData name="" userId="" providerId="" clId="Web-{1E0402AF-1A04-4AD8-BFCB-786A163939CF}" dt="2026-10-23T08:51:09.870" v="8" actId="34807"/>
          <ac:spMkLst>
            <pc:docMk/>
            <pc:sldMk cId="1994120710" sldId="5132"/>
            <ac:spMk id="2910" creationId="{EC8C67C3-DDEC-80A4-63D2-C06E555CFDB6}"/>
          </ac:spMkLst>
        </pc:spChg>
        <pc:spChg chg="add mod">
          <ac:chgData name="" userId="" providerId="" clId="Web-{1E0402AF-1A04-4AD8-BFCB-786A163939CF}" dt="2026-10-23T08:51:09.870" v="8" actId="34807"/>
          <ac:spMkLst>
            <pc:docMk/>
            <pc:sldMk cId="1994120710" sldId="5132"/>
            <ac:spMk id="2933" creationId="{39F1A90A-5D1F-D3E4-468E-F8D43BA25B8D}"/>
          </ac:spMkLst>
        </pc:spChg>
        <pc:spChg chg="add mod">
          <ac:chgData name="" userId="" providerId="" clId="Web-{1E0402AF-1A04-4AD8-BFCB-786A163939CF}" dt="2026-10-23T08:51:09.870" v="8" actId="34807"/>
          <ac:spMkLst>
            <pc:docMk/>
            <pc:sldMk cId="1994120710" sldId="5132"/>
            <ac:spMk id="2957" creationId="{681E4DD6-28C5-1F91-754C-B4F4B26595B6}"/>
          </ac:spMkLst>
        </pc:spChg>
        <pc:spChg chg="add mod">
          <ac:chgData name="" userId="" providerId="" clId="Web-{1E0402AF-1A04-4AD8-BFCB-786A163939CF}" dt="2026-10-23T08:51:09.870" v="8" actId="34807"/>
          <ac:spMkLst>
            <pc:docMk/>
            <pc:sldMk cId="1994120710" sldId="5132"/>
            <ac:spMk id="2982" creationId="{EA6164CF-B22D-C5C5-C29C-A599213D85C7}"/>
          </ac:spMkLst>
        </pc:spChg>
      </pc:sldChg>
      <pc:sldChg chg="addSp modSp add mod setBg modNotesTx">
        <pc:chgData name="" userId="" providerId="" clId="Web-{1E0402AF-1A04-4AD8-BFCB-786A163939CF}" dt="2026-10-23T08:51:09.870" v="8" actId="34807"/>
        <pc:sldMkLst>
          <pc:docMk/>
          <pc:sldMk cId="2759033825" sldId="5356"/>
        </pc:sldMkLst>
        <pc:spChg chg="add mod">
          <ac:chgData name="" userId="" providerId="" clId="Web-{1E0402AF-1A04-4AD8-BFCB-786A163939CF}" dt="2026-10-23T08:51:09.870" v="8" actId="34807"/>
          <ac:spMkLst>
            <pc:docMk/>
            <pc:sldMk cId="2759033825" sldId="5356"/>
            <ac:spMk id="3008" creationId="{26BE1923-2555-F666-49C4-72ACF4FFE6C9}"/>
          </ac:spMkLst>
        </pc:spChg>
        <pc:spChg chg="add mod">
          <ac:chgData name="" userId="" providerId="" clId="Web-{1E0402AF-1A04-4AD8-BFCB-786A163939CF}" dt="2026-10-23T08:51:09.870" v="8" actId="34807"/>
          <ac:spMkLst>
            <pc:docMk/>
            <pc:sldMk cId="2759033825" sldId="5356"/>
            <ac:spMk id="3035" creationId="{DB693A50-4B4D-E778-24D9-3AFF94B0ECBE}"/>
          </ac:spMkLst>
        </pc:spChg>
        <pc:spChg chg="add mod">
          <ac:chgData name="" userId="" providerId="" clId="Web-{1E0402AF-1A04-4AD8-BFCB-786A163939CF}" dt="2026-10-23T08:51:09.870" v="8" actId="34807"/>
          <ac:spMkLst>
            <pc:docMk/>
            <pc:sldMk cId="2759033825" sldId="5356"/>
            <ac:spMk id="3063" creationId="{FD997C3B-3A4C-796E-2E40-FFCC3EA63FC3}"/>
          </ac:spMkLst>
        </pc:spChg>
        <pc:spChg chg="add mod">
          <ac:chgData name="" userId="" providerId="" clId="Web-{1E0402AF-1A04-4AD8-BFCB-786A163939CF}" dt="2026-10-23T08:51:09.870" v="8" actId="34807"/>
          <ac:spMkLst>
            <pc:docMk/>
            <pc:sldMk cId="2759033825" sldId="5356"/>
            <ac:spMk id="3092" creationId="{9B550FD5-E5C3-F23D-4B81-93BCD94D54D2}"/>
          </ac:spMkLst>
        </pc:spChg>
        <pc:spChg chg="add mod">
          <ac:chgData name="" userId="" providerId="" clId="Web-{1E0402AF-1A04-4AD8-BFCB-786A163939CF}" dt="2026-10-23T08:51:09.870" v="8" actId="34807"/>
          <ac:spMkLst>
            <pc:docMk/>
            <pc:sldMk cId="2759033825" sldId="5356"/>
            <ac:spMk id="3122" creationId="{123D2F73-977B-A837-442F-C0F37A1E03E8}"/>
          </ac:spMkLst>
        </pc:spChg>
      </pc:sldChg>
      <pc:sldChg chg="addSp modSp add mod setBg modNotesTx">
        <pc:chgData name="" userId="" providerId="" clId="Web-{1E0402AF-1A04-4AD8-BFCB-786A163939CF}" dt="2026-10-23T08:51:09.870" v="8" actId="34807"/>
        <pc:sldMkLst>
          <pc:docMk/>
          <pc:sldMk cId="3209468076" sldId="5581"/>
        </pc:sldMkLst>
        <pc:spChg chg="add mod">
          <ac:chgData name="" userId="" providerId="" clId="Web-{1E0402AF-1A04-4AD8-BFCB-786A163939CF}" dt="2026-10-23T08:51:09.870" v="8" actId="34807"/>
          <ac:spMkLst>
            <pc:docMk/>
            <pc:sldMk cId="3209468076" sldId="5581"/>
            <ac:spMk id="3153" creationId="{FCECEA3F-1245-E208-659E-30692D5A9E95}"/>
          </ac:spMkLst>
        </pc:spChg>
        <pc:spChg chg="add mod">
          <ac:chgData name="" userId="" providerId="" clId="Web-{1E0402AF-1A04-4AD8-BFCB-786A163939CF}" dt="2026-10-23T08:51:09.870" v="8" actId="34807"/>
          <ac:spMkLst>
            <pc:docMk/>
            <pc:sldMk cId="3209468076" sldId="5581"/>
            <ac:spMk id="3185" creationId="{64DBF1EE-9CD4-7CE0-C79C-748411186854}"/>
          </ac:spMkLst>
        </pc:spChg>
        <pc:spChg chg="add mod">
          <ac:chgData name="" userId="" providerId="" clId="Web-{1E0402AF-1A04-4AD8-BFCB-786A163939CF}" dt="2026-10-23T08:51:09.870" v="8" actId="34807"/>
          <ac:spMkLst>
            <pc:docMk/>
            <pc:sldMk cId="3209468076" sldId="5581"/>
            <ac:spMk id="3218" creationId="{91185B86-28F9-E398-6878-199452705DF9}"/>
          </ac:spMkLst>
        </pc:spChg>
        <pc:spChg chg="add mod">
          <ac:chgData name="" userId="" providerId="" clId="Web-{1E0402AF-1A04-4AD8-BFCB-786A163939CF}" dt="2026-10-23T08:51:09.870" v="8" actId="34807"/>
          <ac:spMkLst>
            <pc:docMk/>
            <pc:sldMk cId="3209468076" sldId="5581"/>
            <ac:spMk id="3252" creationId="{3A4A5A7B-1FF5-ECE5-FB6B-5D4D2FD6904C}"/>
          </ac:spMkLst>
        </pc:spChg>
        <pc:spChg chg="add mod">
          <ac:chgData name="" userId="" providerId="" clId="Web-{1E0402AF-1A04-4AD8-BFCB-786A163939CF}" dt="2026-10-23T08:51:09.870" v="8" actId="34807"/>
          <ac:spMkLst>
            <pc:docMk/>
            <pc:sldMk cId="3209468076" sldId="5581"/>
            <ac:spMk id="3287" creationId="{907E20DA-C02B-43C7-E513-36701A8A67EA}"/>
          </ac:spMkLst>
        </pc:spChg>
      </pc:sldChg>
      <pc:sldChg chg="addSp modSp add mod setBg modNotesTx">
        <pc:chgData name="" userId="" providerId="" clId="Web-{1E0402AF-1A04-4AD8-BFCB-786A163939CF}" dt="2026-10-23T08:51:09.870" v="8" actId="34807"/>
        <pc:sldMkLst>
          <pc:docMk/>
          <pc:sldMk cId="2251772608" sldId="5807"/>
        </pc:sldMkLst>
        <pc:spChg chg="add mod">
          <ac:chgData name="" userId="" providerId="" clId="Web-{1E0402AF-1A04-4AD8-BFCB-786A163939CF}" dt="2026-10-23T08:51:09.870" v="8" actId="34807"/>
          <ac:spMkLst>
            <pc:docMk/>
            <pc:sldMk cId="2251772608" sldId="5807"/>
            <ac:spMk id="3323" creationId="{845667AA-22E4-5F73-DA06-AA2D579285D4}"/>
          </ac:spMkLst>
        </pc:spChg>
        <pc:spChg chg="add mod">
          <ac:chgData name="" userId="" providerId="" clId="Web-{1E0402AF-1A04-4AD8-BFCB-786A163939CF}" dt="2026-10-23T08:51:09.870" v="8" actId="34807"/>
          <ac:spMkLst>
            <pc:docMk/>
            <pc:sldMk cId="2251772608" sldId="5807"/>
            <ac:spMk id="3360" creationId="{DB27391A-12EE-AB75-F36D-18AF1448DE0E}"/>
          </ac:spMkLst>
        </pc:spChg>
        <pc:spChg chg="add mod">
          <ac:chgData name="" userId="" providerId="" clId="Web-{1E0402AF-1A04-4AD8-BFCB-786A163939CF}" dt="2026-10-23T08:51:09.870" v="8" actId="34807"/>
          <ac:spMkLst>
            <pc:docMk/>
            <pc:sldMk cId="2251772608" sldId="5807"/>
            <ac:spMk id="3398" creationId="{329B4C55-D8E8-4F3C-C387-585CEB7946FF}"/>
          </ac:spMkLst>
        </pc:spChg>
        <pc:spChg chg="add mod">
          <ac:chgData name="" userId="" providerId="" clId="Web-{1E0402AF-1A04-4AD8-BFCB-786A163939CF}" dt="2026-10-23T08:51:09.870" v="8" actId="34807"/>
          <ac:spMkLst>
            <pc:docMk/>
            <pc:sldMk cId="2251772608" sldId="5807"/>
            <ac:spMk id="3437" creationId="{451069EF-6C78-7AA6-7E85-C09B2CF5A451}"/>
          </ac:spMkLst>
        </pc:spChg>
        <pc:spChg chg="add mod">
          <ac:chgData name="" userId="" providerId="" clId="Web-{1E0402AF-1A04-4AD8-BFCB-786A163939CF}" dt="2026-10-23T08:51:09.870" v="8" actId="34807"/>
          <ac:spMkLst>
            <pc:docMk/>
            <pc:sldMk cId="2251772608" sldId="5807"/>
            <ac:spMk id="3477" creationId="{1739A02F-36DB-A324-F4EA-387E562B1B54}"/>
          </ac:spMkLst>
        </pc:spChg>
      </pc:sldChg>
      <pc:sldChg chg="addSp modSp add mod setBg modNotesTx">
        <pc:chgData name="" userId="" providerId="" clId="Web-{1E0402AF-1A04-4AD8-BFCB-786A163939CF}" dt="2026-10-23T08:51:09.870" v="8" actId="34807"/>
        <pc:sldMkLst>
          <pc:docMk/>
          <pc:sldMk cId="49037429" sldId="6034"/>
        </pc:sldMkLst>
        <pc:spChg chg="add mod">
          <ac:chgData name="" userId="" providerId="" clId="Web-{1E0402AF-1A04-4AD8-BFCB-786A163939CF}" dt="2026-10-23T08:51:09.870" v="8" actId="34807"/>
          <ac:spMkLst>
            <pc:docMk/>
            <pc:sldMk cId="49037429" sldId="6034"/>
            <ac:spMk id="3518" creationId="{D2AAF7BB-B3AC-162F-E42A-36CC3E8BBD24}"/>
          </ac:spMkLst>
        </pc:spChg>
        <pc:spChg chg="add mod">
          <ac:chgData name="" userId="" providerId="" clId="Web-{1E0402AF-1A04-4AD8-BFCB-786A163939CF}" dt="2026-10-23T08:51:09.870" v="8" actId="34807"/>
          <ac:spMkLst>
            <pc:docMk/>
            <pc:sldMk cId="49037429" sldId="6034"/>
            <ac:spMk id="3560" creationId="{AF434E18-16B7-8959-8F18-410F8A460BE6}"/>
          </ac:spMkLst>
        </pc:spChg>
        <pc:spChg chg="add mod">
          <ac:chgData name="" userId="" providerId="" clId="Web-{1E0402AF-1A04-4AD8-BFCB-786A163939CF}" dt="2026-10-23T08:51:09.870" v="8" actId="34807"/>
          <ac:spMkLst>
            <pc:docMk/>
            <pc:sldMk cId="49037429" sldId="6034"/>
            <ac:spMk id="3603" creationId="{B06BBC86-51CF-879A-F4B9-57ED83A92CA7}"/>
          </ac:spMkLst>
        </pc:spChg>
        <pc:spChg chg="add mod">
          <ac:chgData name="" userId="" providerId="" clId="Web-{1E0402AF-1A04-4AD8-BFCB-786A163939CF}" dt="2026-10-23T08:51:09.870" v="8" actId="34807"/>
          <ac:spMkLst>
            <pc:docMk/>
            <pc:sldMk cId="49037429" sldId="6034"/>
            <ac:spMk id="3647" creationId="{4F7B8D4A-D5D8-6380-DC14-A77BA759B4C9}"/>
          </ac:spMkLst>
        </pc:spChg>
        <pc:spChg chg="add mod">
          <ac:chgData name="" userId="" providerId="" clId="Web-{1E0402AF-1A04-4AD8-BFCB-786A163939CF}" dt="2026-10-23T08:51:09.870" v="8" actId="34807"/>
          <ac:spMkLst>
            <pc:docMk/>
            <pc:sldMk cId="49037429" sldId="6034"/>
            <ac:spMk id="3692" creationId="{156D4A59-99D2-28CD-165B-D722B3C19FEA}"/>
          </ac:spMkLst>
        </pc:spChg>
      </pc:sldChg>
      <pc:sldChg chg="addSp modSp add mod setBg modNotesTx">
        <pc:chgData name="" userId="" providerId="" clId="Web-{1E0402AF-1A04-4AD8-BFCB-786A163939CF}" dt="2026-10-23T08:51:09.870" v="8" actId="34807"/>
        <pc:sldMkLst>
          <pc:docMk/>
          <pc:sldMk cId="831072114" sldId="6262"/>
        </pc:sldMkLst>
        <pc:spChg chg="add mod">
          <ac:chgData name="" userId="" providerId="" clId="Web-{1E0402AF-1A04-4AD8-BFCB-786A163939CF}" dt="2026-10-23T08:51:09.870" v="8" actId="34807"/>
          <ac:spMkLst>
            <pc:docMk/>
            <pc:sldMk cId="831072114" sldId="6262"/>
            <ac:spMk id="3738" creationId="{46609EC9-1FC2-84E7-1A7E-457ED3E5382C}"/>
          </ac:spMkLst>
        </pc:spChg>
        <pc:spChg chg="add mod">
          <ac:chgData name="" userId="" providerId="" clId="Web-{1E0402AF-1A04-4AD8-BFCB-786A163939CF}" dt="2026-10-23T08:51:09.870" v="8" actId="34807"/>
          <ac:spMkLst>
            <pc:docMk/>
            <pc:sldMk cId="831072114" sldId="6262"/>
            <ac:spMk id="3785" creationId="{D3456049-E277-7203-A637-200959DCE1BD}"/>
          </ac:spMkLst>
        </pc:spChg>
        <pc:spChg chg="add mod">
          <ac:chgData name="" userId="" providerId="" clId="Web-{1E0402AF-1A04-4AD8-BFCB-786A163939CF}" dt="2026-10-23T08:51:09.870" v="8" actId="34807"/>
          <ac:spMkLst>
            <pc:docMk/>
            <pc:sldMk cId="831072114" sldId="6262"/>
            <ac:spMk id="3833" creationId="{45367D92-BA50-17CC-3AA3-9E572F967F82}"/>
          </ac:spMkLst>
        </pc:spChg>
        <pc:spChg chg="add mod">
          <ac:chgData name="" userId="" providerId="" clId="Web-{1E0402AF-1A04-4AD8-BFCB-786A163939CF}" dt="2026-10-23T08:51:09.870" v="8" actId="34807"/>
          <ac:spMkLst>
            <pc:docMk/>
            <pc:sldMk cId="831072114" sldId="6262"/>
            <ac:spMk id="3882" creationId="{F8DEA46F-18DE-E7A5-A1EF-EE09CFD31C51}"/>
          </ac:spMkLst>
        </pc:spChg>
        <pc:spChg chg="add mod">
          <ac:chgData name="" userId="" providerId="" clId="Web-{1E0402AF-1A04-4AD8-BFCB-786A163939CF}" dt="2026-10-23T08:51:09.870" v="8" actId="34807"/>
          <ac:spMkLst>
            <pc:docMk/>
            <pc:sldMk cId="831072114" sldId="6262"/>
            <ac:spMk id="3932" creationId="{08DE5AEC-1D27-C3A4-C022-EFEAB0E8885D}"/>
          </ac:spMkLst>
        </pc:spChg>
      </pc:sldChg>
      <pc:sldChg chg="addSp modSp add mod setBg modNotesTx">
        <pc:chgData name="" userId="" providerId="" clId="Web-{1E0402AF-1A04-4AD8-BFCB-786A163939CF}" dt="2026-10-23T08:51:09.870" v="8" actId="34807"/>
        <pc:sldMkLst>
          <pc:docMk/>
          <pc:sldMk cId="811820232" sldId="6491"/>
        </pc:sldMkLst>
        <pc:spChg chg="add mod">
          <ac:chgData name="" userId="" providerId="" clId="Web-{1E0402AF-1A04-4AD8-BFCB-786A163939CF}" dt="2026-10-23T08:51:09.870" v="8" actId="34807"/>
          <ac:spMkLst>
            <pc:docMk/>
            <pc:sldMk cId="811820232" sldId="6491"/>
            <ac:spMk id="3983" creationId="{2241F93E-15A8-CFEF-1B79-DCC0A37FB77E}"/>
          </ac:spMkLst>
        </pc:spChg>
        <pc:spChg chg="add mod">
          <ac:chgData name="" userId="" providerId="" clId="Web-{1E0402AF-1A04-4AD8-BFCB-786A163939CF}" dt="2026-10-23T08:51:09.870" v="8" actId="34807"/>
          <ac:spMkLst>
            <pc:docMk/>
            <pc:sldMk cId="811820232" sldId="6491"/>
            <ac:spMk id="4035" creationId="{F921C139-2818-DC7A-9BEB-36C2EB08481D}"/>
          </ac:spMkLst>
        </pc:spChg>
        <pc:spChg chg="add mod">
          <ac:chgData name="" userId="" providerId="" clId="Web-{1E0402AF-1A04-4AD8-BFCB-786A163939CF}" dt="2026-10-23T08:51:09.870" v="8" actId="34807"/>
          <ac:spMkLst>
            <pc:docMk/>
            <pc:sldMk cId="811820232" sldId="6491"/>
            <ac:spMk id="4088" creationId="{9109AE60-2A59-155C-8A21-217B5966543A}"/>
          </ac:spMkLst>
        </pc:spChg>
        <pc:spChg chg="add mod">
          <ac:chgData name="" userId="" providerId="" clId="Web-{1E0402AF-1A04-4AD8-BFCB-786A163939CF}" dt="2026-10-23T08:51:09.870" v="8" actId="34807"/>
          <ac:spMkLst>
            <pc:docMk/>
            <pc:sldMk cId="811820232" sldId="6491"/>
            <ac:spMk id="4142" creationId="{116F36E7-1EC0-B131-E00C-1567951778AC}"/>
          </ac:spMkLst>
        </pc:spChg>
        <pc:spChg chg="add mod">
          <ac:chgData name="" userId="" providerId="" clId="Web-{1E0402AF-1A04-4AD8-BFCB-786A163939CF}" dt="2026-10-23T08:51:09.870" v="8" actId="34807"/>
          <ac:spMkLst>
            <pc:docMk/>
            <pc:sldMk cId="811820232" sldId="6491"/>
            <ac:spMk id="4197" creationId="{05FC7B71-5B7F-414E-9AC2-7F3CBE6E6907}"/>
          </ac:spMkLst>
        </pc:spChg>
      </pc:sldChg>
      <pc:sldChg chg="addSp modSp add mod setBg modNotesTx">
        <pc:chgData name="" userId="" providerId="" clId="Web-{1E0402AF-1A04-4AD8-BFCB-786A163939CF}" dt="2026-10-23T08:51:09.870" v="8" actId="34807"/>
        <pc:sldMkLst>
          <pc:docMk/>
          <pc:sldMk cId="1237582900" sldId="6721"/>
        </pc:sldMkLst>
        <pc:spChg chg="add mod">
          <ac:chgData name="" userId="" providerId="" clId="Web-{1E0402AF-1A04-4AD8-BFCB-786A163939CF}" dt="2026-10-23T08:51:09.870" v="8" actId="34807"/>
          <ac:spMkLst>
            <pc:docMk/>
            <pc:sldMk cId="1237582900" sldId="6721"/>
            <ac:spMk id="4253" creationId="{EF6C7859-BF91-9C9A-1779-CE72FE202E93}"/>
          </ac:spMkLst>
        </pc:spChg>
        <pc:spChg chg="add mod">
          <ac:chgData name="" userId="" providerId="" clId="Web-{1E0402AF-1A04-4AD8-BFCB-786A163939CF}" dt="2026-10-23T08:51:09.870" v="8" actId="34807"/>
          <ac:spMkLst>
            <pc:docMk/>
            <pc:sldMk cId="1237582900" sldId="6721"/>
            <ac:spMk id="4310" creationId="{6E98BA1A-8FF4-A150-0130-1D2C99A51624}"/>
          </ac:spMkLst>
        </pc:spChg>
        <pc:spChg chg="add mod">
          <ac:chgData name="" userId="" providerId="" clId="Web-{1E0402AF-1A04-4AD8-BFCB-786A163939CF}" dt="2026-10-23T08:51:09.870" v="8" actId="34807"/>
          <ac:spMkLst>
            <pc:docMk/>
            <pc:sldMk cId="1237582900" sldId="6721"/>
            <ac:spMk id="4368" creationId="{390EEA40-C0E1-3EB3-7519-F6512A7D6287}"/>
          </ac:spMkLst>
        </pc:spChg>
        <pc:spChg chg="add mod">
          <ac:chgData name="" userId="" providerId="" clId="Web-{1E0402AF-1A04-4AD8-BFCB-786A163939CF}" dt="2026-10-23T08:51:09.870" v="8" actId="34807"/>
          <ac:spMkLst>
            <pc:docMk/>
            <pc:sldMk cId="1237582900" sldId="6721"/>
            <ac:spMk id="4427" creationId="{D3D159A6-5120-B803-54EC-4564A238A8D4}"/>
          </ac:spMkLst>
        </pc:spChg>
        <pc:spChg chg="add mod">
          <ac:chgData name="" userId="" providerId="" clId="Web-{1E0402AF-1A04-4AD8-BFCB-786A163939CF}" dt="2026-10-23T08:51:09.870" v="8" actId="34807"/>
          <ac:spMkLst>
            <pc:docMk/>
            <pc:sldMk cId="1237582900" sldId="6721"/>
            <ac:spMk id="4487" creationId="{4F6A5625-77E3-F720-05DA-E217D97EFAB7}"/>
          </ac:spMkLst>
        </pc:spChg>
      </pc:sldChg>
      <pc:sldChg chg="addSp modSp add mod setBg modNotesTx">
        <pc:chgData name="" userId="" providerId="" clId="Web-{1E0402AF-1A04-4AD8-BFCB-786A163939CF}" dt="2026-10-23T08:51:09.870" v="8" actId="34807"/>
        <pc:sldMkLst>
          <pc:docMk/>
          <pc:sldMk cId="3413220349" sldId="6952"/>
        </pc:sldMkLst>
        <pc:spChg chg="add mod">
          <ac:chgData name="" userId="" providerId="" clId="Web-{1E0402AF-1A04-4AD8-BFCB-786A163939CF}" dt="2026-10-23T08:51:09.870" v="8" actId="34807"/>
          <ac:spMkLst>
            <pc:docMk/>
            <pc:sldMk cId="3413220349" sldId="6952"/>
            <ac:spMk id="4548" creationId="{1C1351E0-1768-E38C-1EED-2518B055CD83}"/>
          </ac:spMkLst>
        </pc:spChg>
        <pc:spChg chg="add mod">
          <ac:chgData name="" userId="" providerId="" clId="Web-{1E0402AF-1A04-4AD8-BFCB-786A163939CF}" dt="2026-10-23T08:51:09.870" v="8" actId="34807"/>
          <ac:spMkLst>
            <pc:docMk/>
            <pc:sldMk cId="3413220349" sldId="6952"/>
            <ac:spMk id="4610" creationId="{13C20043-16A9-169E-3FD6-7D4A0D64345F}"/>
          </ac:spMkLst>
        </pc:spChg>
        <pc:spChg chg="add mod">
          <ac:chgData name="" userId="" providerId="" clId="Web-{1E0402AF-1A04-4AD8-BFCB-786A163939CF}" dt="2026-10-23T08:51:09.870" v="8" actId="34807"/>
          <ac:spMkLst>
            <pc:docMk/>
            <pc:sldMk cId="3413220349" sldId="6952"/>
            <ac:spMk id="4673" creationId="{F40E214E-C1B7-751B-033E-C6C98549E821}"/>
          </ac:spMkLst>
        </pc:spChg>
        <pc:spChg chg="add mod">
          <ac:chgData name="" userId="" providerId="" clId="Web-{1E0402AF-1A04-4AD8-BFCB-786A163939CF}" dt="2026-10-23T08:51:09.870" v="8" actId="34807"/>
          <ac:spMkLst>
            <pc:docMk/>
            <pc:sldMk cId="3413220349" sldId="6952"/>
            <ac:spMk id="4737" creationId="{84CE1A36-2658-39DF-D368-9D934B684812}"/>
          </ac:spMkLst>
        </pc:spChg>
        <pc:spChg chg="add mod">
          <ac:chgData name="" userId="" providerId="" clId="Web-{1E0402AF-1A04-4AD8-BFCB-786A163939CF}" dt="2026-10-23T08:51:09.870" v="8" actId="34807"/>
          <ac:spMkLst>
            <pc:docMk/>
            <pc:sldMk cId="3413220349" sldId="6952"/>
            <ac:spMk id="4802" creationId="{C21CAE6A-545D-B77B-CA2C-EB6E948B3529}"/>
          </ac:spMkLst>
        </pc:spChg>
      </pc:sldChg>
      <pc:sldChg chg="addSp modSp add mod setBg modNotesTx">
        <pc:chgData name="" userId="" providerId="" clId="Web-{1E0402AF-1A04-4AD8-BFCB-786A163939CF}" dt="2026-10-23T08:51:09.870" v="8" actId="34807"/>
        <pc:sldMkLst>
          <pc:docMk/>
          <pc:sldMk cId="1068147822" sldId="7184"/>
        </pc:sldMkLst>
        <pc:spChg chg="add mod">
          <ac:chgData name="" userId="" providerId="" clId="Web-{1E0402AF-1A04-4AD8-BFCB-786A163939CF}" dt="2026-10-23T08:51:09.870" v="8" actId="34807"/>
          <ac:spMkLst>
            <pc:docMk/>
            <pc:sldMk cId="1068147822" sldId="7184"/>
            <ac:spMk id="4868" creationId="{B1704545-1F34-0EED-6586-180400FA6545}"/>
          </ac:spMkLst>
        </pc:spChg>
        <pc:spChg chg="add mod">
          <ac:chgData name="" userId="" providerId="" clId="Web-{1E0402AF-1A04-4AD8-BFCB-786A163939CF}" dt="2026-10-23T08:51:09.870" v="8" actId="34807"/>
          <ac:spMkLst>
            <pc:docMk/>
            <pc:sldMk cId="1068147822" sldId="7184"/>
            <ac:spMk id="4935" creationId="{7296AEAB-9EA2-AAAF-F6A8-3E033D0821D2}"/>
          </ac:spMkLst>
        </pc:spChg>
        <pc:spChg chg="add mod">
          <ac:chgData name="" userId="" providerId="" clId="Web-{1E0402AF-1A04-4AD8-BFCB-786A163939CF}" dt="2026-10-23T08:51:09.870" v="8" actId="34807"/>
          <ac:spMkLst>
            <pc:docMk/>
            <pc:sldMk cId="1068147822" sldId="7184"/>
            <ac:spMk id="5003" creationId="{C3FB2C7A-A46F-2D54-A3E9-A78374B36E9C}"/>
          </ac:spMkLst>
        </pc:spChg>
        <pc:spChg chg="add mod">
          <ac:chgData name="" userId="" providerId="" clId="Web-{1E0402AF-1A04-4AD8-BFCB-786A163939CF}" dt="2026-10-23T08:51:09.870" v="8" actId="34807"/>
          <ac:spMkLst>
            <pc:docMk/>
            <pc:sldMk cId="1068147822" sldId="7184"/>
            <ac:spMk id="5072" creationId="{4BFFE689-05E4-8AD5-E78D-A12070A9BEA0}"/>
          </ac:spMkLst>
        </pc:spChg>
        <pc:spChg chg="add mod">
          <ac:chgData name="" userId="" providerId="" clId="Web-{1E0402AF-1A04-4AD8-BFCB-786A163939CF}" dt="2026-10-23T08:51:09.870" v="8" actId="34807"/>
          <ac:spMkLst>
            <pc:docMk/>
            <pc:sldMk cId="1068147822" sldId="7184"/>
            <ac:spMk id="5142" creationId="{6B97E9DA-8948-F52F-97F2-2F429F541F0F}"/>
          </ac:spMkLst>
        </pc:spChg>
      </pc:sldChg>
      <pc:sldChg chg="addSp modSp add mod setBg modNotesTx">
        <pc:chgData name="" userId="" providerId="" clId="Web-{1E0402AF-1A04-4AD8-BFCB-786A163939CF}" dt="2026-10-23T08:51:09.870" v="8" actId="34807"/>
        <pc:sldMkLst>
          <pc:docMk/>
          <pc:sldMk cId="1196239488" sldId="7417"/>
        </pc:sldMkLst>
        <pc:spChg chg="add mod">
          <ac:chgData name="" userId="" providerId="" clId="Web-{1E0402AF-1A04-4AD8-BFCB-786A163939CF}" dt="2026-10-23T08:51:09.870" v="8" actId="34807"/>
          <ac:spMkLst>
            <pc:docMk/>
            <pc:sldMk cId="1196239488" sldId="7417"/>
            <ac:spMk id="5213" creationId="{6DFFF085-16C8-D846-7784-E23C89CA4385}"/>
          </ac:spMkLst>
        </pc:spChg>
        <pc:spChg chg="add mod">
          <ac:chgData name="" userId="" providerId="" clId="Web-{1E0402AF-1A04-4AD8-BFCB-786A163939CF}" dt="2026-10-23T08:51:09.870" v="8" actId="34807"/>
          <ac:spMkLst>
            <pc:docMk/>
            <pc:sldMk cId="1196239488" sldId="7417"/>
            <ac:spMk id="5285" creationId="{CD5723BB-9538-74F2-756A-C8C840905233}"/>
          </ac:spMkLst>
        </pc:spChg>
        <pc:spChg chg="add mod">
          <ac:chgData name="" userId="" providerId="" clId="Web-{1E0402AF-1A04-4AD8-BFCB-786A163939CF}" dt="2026-10-23T08:51:09.870" v="8" actId="34807"/>
          <ac:spMkLst>
            <pc:docMk/>
            <pc:sldMk cId="1196239488" sldId="7417"/>
            <ac:spMk id="5358" creationId="{A1E1AD73-11C4-C8F1-BA4C-421BC38C64A0}"/>
          </ac:spMkLst>
        </pc:spChg>
        <pc:spChg chg="add mod">
          <ac:chgData name="" userId="" providerId="" clId="Web-{1E0402AF-1A04-4AD8-BFCB-786A163939CF}" dt="2026-10-23T08:51:09.870" v="8" actId="34807"/>
          <ac:spMkLst>
            <pc:docMk/>
            <pc:sldMk cId="1196239488" sldId="7417"/>
            <ac:spMk id="5432" creationId="{FFD4D1E3-B889-A833-8B21-8B5A489E57A8}"/>
          </ac:spMkLst>
        </pc:spChg>
        <pc:spChg chg="add mod">
          <ac:chgData name="" userId="" providerId="" clId="Web-{1E0402AF-1A04-4AD8-BFCB-786A163939CF}" dt="2026-10-23T08:51:09.870" v="8" actId="34807"/>
          <ac:spMkLst>
            <pc:docMk/>
            <pc:sldMk cId="1196239488" sldId="7417"/>
            <ac:spMk id="5507" creationId="{65586DFF-8C5F-5953-1466-0A9246B1F626}"/>
          </ac:spMkLst>
        </pc:spChg>
      </pc:sldChg>
      <pc:sldChg chg="addSp modSp add mod setBg modNotesTx">
        <pc:chgData name="" userId="" providerId="" clId="Web-{1E0402AF-1A04-4AD8-BFCB-786A163939CF}" dt="2026-10-23T08:51:09.870" v="8" actId="34807"/>
        <pc:sldMkLst>
          <pc:docMk/>
          <pc:sldMk cId="2289242127" sldId="7651"/>
        </pc:sldMkLst>
        <pc:spChg chg="add mod">
          <ac:chgData name="" userId="" providerId="" clId="Web-{1E0402AF-1A04-4AD8-BFCB-786A163939CF}" dt="2026-10-23T08:51:09.870" v="8" actId="34807"/>
          <ac:spMkLst>
            <pc:docMk/>
            <pc:sldMk cId="2289242127" sldId="7651"/>
            <ac:spMk id="5583" creationId="{F0A6DE0D-C658-EE37-0BC1-33DB6043AD61}"/>
          </ac:spMkLst>
        </pc:spChg>
        <pc:spChg chg="add mod">
          <ac:chgData name="" userId="" providerId="" clId="Web-{1E0402AF-1A04-4AD8-BFCB-786A163939CF}" dt="2026-10-23T08:51:09.870" v="8" actId="34807"/>
          <ac:spMkLst>
            <pc:docMk/>
            <pc:sldMk cId="2289242127" sldId="7651"/>
            <ac:spMk id="5660" creationId="{5CB7FB11-92A5-226E-D167-74986ACDEC62}"/>
          </ac:spMkLst>
        </pc:spChg>
        <pc:spChg chg="add mod">
          <ac:chgData name="" userId="" providerId="" clId="Web-{1E0402AF-1A04-4AD8-BFCB-786A163939CF}" dt="2026-10-23T08:51:09.870" v="8" actId="34807"/>
          <ac:spMkLst>
            <pc:docMk/>
            <pc:sldMk cId="2289242127" sldId="7651"/>
            <ac:spMk id="5738" creationId="{3B846072-4A41-8910-9942-C1C38274986F}"/>
          </ac:spMkLst>
        </pc:spChg>
        <pc:spChg chg="add mod">
          <ac:chgData name="" userId="" providerId="" clId="Web-{1E0402AF-1A04-4AD8-BFCB-786A163939CF}" dt="2026-10-23T08:51:09.870" v="8" actId="34807"/>
          <ac:spMkLst>
            <pc:docMk/>
            <pc:sldMk cId="2289242127" sldId="7651"/>
            <ac:spMk id="5817" creationId="{2AABD992-9061-A81E-1698-EF12FCD8432E}"/>
          </ac:spMkLst>
        </pc:spChg>
        <pc:spChg chg="add mod">
          <ac:chgData name="" userId="" providerId="" clId="Web-{1E0402AF-1A04-4AD8-BFCB-786A163939CF}" dt="2026-10-23T08:51:09.870" v="8" actId="34807"/>
          <ac:spMkLst>
            <pc:docMk/>
            <pc:sldMk cId="2289242127" sldId="7651"/>
            <ac:spMk id="5897" creationId="{860C7FFF-91A4-9275-EE74-B0404A968B88}"/>
          </ac:spMkLst>
        </pc:spChg>
      </pc:sldChg>
      <pc:sldChg chg="addSp modSp add mod setBg modNotesTx">
        <pc:chgData name="" userId="" providerId="" clId="Web-{1E0402AF-1A04-4AD8-BFCB-786A163939CF}" dt="2026-10-23T08:51:09.870" v="8" actId="34807"/>
        <pc:sldMkLst>
          <pc:docMk/>
          <pc:sldMk cId="323294915" sldId="7886"/>
        </pc:sldMkLst>
        <pc:spChg chg="add mod">
          <ac:chgData name="" userId="" providerId="" clId="Web-{1E0402AF-1A04-4AD8-BFCB-786A163939CF}" dt="2026-10-23T08:51:09.870" v="8" actId="34807"/>
          <ac:spMkLst>
            <pc:docMk/>
            <pc:sldMk cId="323294915" sldId="7886"/>
            <ac:spMk id="5978" creationId="{E60CC179-82B1-F34F-E811-64D9645E3C24}"/>
          </ac:spMkLst>
        </pc:spChg>
        <pc:spChg chg="add mod">
          <ac:chgData name="" userId="" providerId="" clId="Web-{1E0402AF-1A04-4AD8-BFCB-786A163939CF}" dt="2026-10-23T08:51:09.870" v="8" actId="34807"/>
          <ac:spMkLst>
            <pc:docMk/>
            <pc:sldMk cId="323294915" sldId="7886"/>
            <ac:spMk id="6060" creationId="{DB42EF90-5BE4-5B33-2C08-E8A55839670A}"/>
          </ac:spMkLst>
        </pc:spChg>
        <pc:spChg chg="add mod">
          <ac:chgData name="" userId="" providerId="" clId="Web-{1E0402AF-1A04-4AD8-BFCB-786A163939CF}" dt="2026-10-23T08:51:09.870" v="8" actId="34807"/>
          <ac:spMkLst>
            <pc:docMk/>
            <pc:sldMk cId="323294915" sldId="7886"/>
            <ac:spMk id="6143" creationId="{C14BB521-63E4-D031-1028-10CF3F72E819}"/>
          </ac:spMkLst>
        </pc:spChg>
        <pc:spChg chg="add mod">
          <ac:chgData name="" userId="" providerId="" clId="Web-{1E0402AF-1A04-4AD8-BFCB-786A163939CF}" dt="2026-10-23T08:51:09.870" v="8" actId="34807"/>
          <ac:spMkLst>
            <pc:docMk/>
            <pc:sldMk cId="323294915" sldId="7886"/>
            <ac:spMk id="6227" creationId="{2D13FC0A-FACE-F7D2-1CB0-D3482495D84E}"/>
          </ac:spMkLst>
        </pc:spChg>
        <pc:spChg chg="add mod">
          <ac:chgData name="" userId="" providerId="" clId="Web-{1E0402AF-1A04-4AD8-BFCB-786A163939CF}" dt="2026-10-23T08:51:09.870" v="8" actId="34807"/>
          <ac:spMkLst>
            <pc:docMk/>
            <pc:sldMk cId="323294915" sldId="7886"/>
            <ac:spMk id="6312" creationId="{D1B4D03A-7867-5E10-6B51-05F9FF12D1FA}"/>
          </ac:spMkLst>
        </pc:spChg>
      </pc:sldChg>
      <pc:sldChg chg="addSp modSp add mod setBg modNotesTx">
        <pc:chgData name="" userId="" providerId="" clId="Web-{1E0402AF-1A04-4AD8-BFCB-786A163939CF}" dt="2026-10-23T08:51:09.870" v="8" actId="34807"/>
        <pc:sldMkLst>
          <pc:docMk/>
          <pc:sldMk cId="1785931516" sldId="8122"/>
        </pc:sldMkLst>
        <pc:spChg chg="add mod">
          <ac:chgData name="" userId="" providerId="" clId="Web-{1E0402AF-1A04-4AD8-BFCB-786A163939CF}" dt="2026-10-23T08:51:09.870" v="8" actId="34807"/>
          <ac:spMkLst>
            <pc:docMk/>
            <pc:sldMk cId="1785931516" sldId="8122"/>
            <ac:spMk id="6398" creationId="{F3C77B1B-FE63-DD5E-804F-B30260DDA65B}"/>
          </ac:spMkLst>
        </pc:spChg>
        <pc:spChg chg="add mod">
          <ac:chgData name="" userId="" providerId="" clId="Web-{1E0402AF-1A04-4AD8-BFCB-786A163939CF}" dt="2026-10-23T08:51:09.870" v="8" actId="34807"/>
          <ac:spMkLst>
            <pc:docMk/>
            <pc:sldMk cId="1785931516" sldId="8122"/>
            <ac:spMk id="6485" creationId="{EAA443A2-96F3-4C7B-8CBD-708E75E19E0D}"/>
          </ac:spMkLst>
        </pc:spChg>
        <pc:spChg chg="add mod">
          <ac:chgData name="" userId="" providerId="" clId="Web-{1E0402AF-1A04-4AD8-BFCB-786A163939CF}" dt="2026-10-23T08:51:09.870" v="8" actId="34807"/>
          <ac:spMkLst>
            <pc:docMk/>
            <pc:sldMk cId="1785931516" sldId="8122"/>
            <ac:spMk id="6573" creationId="{9FF838CD-4222-374D-0E42-2DE648124B05}"/>
          </ac:spMkLst>
        </pc:spChg>
        <pc:spChg chg="add mod">
          <ac:chgData name="" userId="" providerId="" clId="Web-{1E0402AF-1A04-4AD8-BFCB-786A163939CF}" dt="2026-10-23T08:51:09.870" v="8" actId="34807"/>
          <ac:spMkLst>
            <pc:docMk/>
            <pc:sldMk cId="1785931516" sldId="8122"/>
            <ac:spMk id="6662" creationId="{E45CC79F-0C35-81A5-380F-8859352951AA}"/>
          </ac:spMkLst>
        </pc:spChg>
        <pc:spChg chg="add mod">
          <ac:chgData name="" userId="" providerId="" clId="Web-{1E0402AF-1A04-4AD8-BFCB-786A163939CF}" dt="2026-10-23T08:51:09.870" v="8" actId="34807"/>
          <ac:spMkLst>
            <pc:docMk/>
            <pc:sldMk cId="1785931516" sldId="8122"/>
            <ac:spMk id="6752" creationId="{5CA2E0AF-3EF2-FCCA-6631-4D1D1D374C8B}"/>
          </ac:spMkLst>
        </pc:spChg>
      </pc:sldChg>
      <pc:sldChg chg="addSp modSp add mod setBg modNotesTx">
        <pc:chgData name="" userId="" providerId="" clId="Web-{1E0402AF-1A04-4AD8-BFCB-786A163939CF}" dt="2026-10-23T08:51:09.870" v="8" actId="34807"/>
        <pc:sldMkLst>
          <pc:docMk/>
          <pc:sldMk cId="2111836025" sldId="8359"/>
        </pc:sldMkLst>
        <pc:spChg chg="add mod">
          <ac:chgData name="" userId="" providerId="" clId="Web-{1E0402AF-1A04-4AD8-BFCB-786A163939CF}" dt="2026-10-23T08:51:09.870" v="8" actId="34807"/>
          <ac:spMkLst>
            <pc:docMk/>
            <pc:sldMk cId="2111836025" sldId="8359"/>
            <ac:spMk id="6843" creationId="{58F82D67-43CE-1617-0664-1058E9A5D205}"/>
          </ac:spMkLst>
        </pc:spChg>
        <pc:spChg chg="add mod">
          <ac:chgData name="" userId="" providerId="" clId="Web-{1E0402AF-1A04-4AD8-BFCB-786A163939CF}" dt="2026-10-23T08:51:09.870" v="8" actId="34807"/>
          <ac:spMkLst>
            <pc:docMk/>
            <pc:sldMk cId="2111836025" sldId="8359"/>
            <ac:spMk id="6935" creationId="{C5529DB1-24CC-074A-D9FB-4DD4084DFFA1}"/>
          </ac:spMkLst>
        </pc:spChg>
        <pc:spChg chg="add mod">
          <ac:chgData name="" userId="" providerId="" clId="Web-{1E0402AF-1A04-4AD8-BFCB-786A163939CF}" dt="2026-10-23T08:51:09.870" v="8" actId="34807"/>
          <ac:spMkLst>
            <pc:docMk/>
            <pc:sldMk cId="2111836025" sldId="8359"/>
            <ac:spMk id="7028" creationId="{76234D01-2FE2-CE4D-57BE-08255EB5E941}"/>
          </ac:spMkLst>
        </pc:spChg>
        <pc:spChg chg="add mod">
          <ac:chgData name="" userId="" providerId="" clId="Web-{1E0402AF-1A04-4AD8-BFCB-786A163939CF}" dt="2026-10-23T08:51:09.870" v="8" actId="34807"/>
          <ac:spMkLst>
            <pc:docMk/>
            <pc:sldMk cId="2111836025" sldId="8359"/>
            <ac:spMk id="7122" creationId="{EA1BCC6C-65CA-F6E5-07DE-B4673F5EFED3}"/>
          </ac:spMkLst>
        </pc:spChg>
        <pc:spChg chg="add mod">
          <ac:chgData name="" userId="" providerId="" clId="Web-{1E0402AF-1A04-4AD8-BFCB-786A163939CF}" dt="2026-10-23T08:51:09.870" v="8" actId="34807"/>
          <ac:spMkLst>
            <pc:docMk/>
            <pc:sldMk cId="2111836025" sldId="8359"/>
            <ac:spMk id="7217" creationId="{D91CC9EF-F956-89DB-A325-EAE1384CD2D6}"/>
          </ac:spMkLst>
        </pc:spChg>
      </pc:sldChg>
      <pc:sldChg chg="addSp modSp add mod setBg modNotesTx">
        <pc:chgData name="" userId="" providerId="" clId="Web-{1E0402AF-1A04-4AD8-BFCB-786A163939CF}" dt="2026-10-23T08:51:09.870" v="8" actId="34807"/>
        <pc:sldMkLst>
          <pc:docMk/>
          <pc:sldMk cId="1389944548" sldId="8597"/>
        </pc:sldMkLst>
        <pc:spChg chg="add mod">
          <ac:chgData name="" userId="" providerId="" clId="Web-{1E0402AF-1A04-4AD8-BFCB-786A163939CF}" dt="2026-10-23T08:51:09.870" v="8" actId="34807"/>
          <ac:spMkLst>
            <pc:docMk/>
            <pc:sldMk cId="1389944548" sldId="8597"/>
            <ac:spMk id="7313" creationId="{32C364CE-CB1C-F317-247C-445F674BFD29}"/>
          </ac:spMkLst>
        </pc:spChg>
        <pc:spChg chg="add mod">
          <ac:chgData name="" userId="" providerId="" clId="Web-{1E0402AF-1A04-4AD8-BFCB-786A163939CF}" dt="2026-10-23T08:51:09.870" v="8" actId="34807"/>
          <ac:spMkLst>
            <pc:docMk/>
            <pc:sldMk cId="1389944548" sldId="8597"/>
            <ac:spMk id="7410" creationId="{AC0C2F18-BA09-3F34-49B7-3A60074FF705}"/>
          </ac:spMkLst>
        </pc:spChg>
        <pc:spChg chg="add mod">
          <ac:chgData name="" userId="" providerId="" clId="Web-{1E0402AF-1A04-4AD8-BFCB-786A163939CF}" dt="2026-10-23T08:51:09.870" v="8" actId="34807"/>
          <ac:spMkLst>
            <pc:docMk/>
            <pc:sldMk cId="1389944548" sldId="8597"/>
            <ac:spMk id="7508" creationId="{4C969E40-3B26-CD20-B344-4DFA1539D723}"/>
          </ac:spMkLst>
        </pc:spChg>
        <pc:spChg chg="add mod">
          <ac:chgData name="" userId="" providerId="" clId="Web-{1E0402AF-1A04-4AD8-BFCB-786A163939CF}" dt="2026-10-23T08:51:09.870" v="8" actId="34807"/>
          <ac:spMkLst>
            <pc:docMk/>
            <pc:sldMk cId="1389944548" sldId="8597"/>
            <ac:spMk id="7607" creationId="{00D26531-89CB-B78A-27ED-C3166058377E}"/>
          </ac:spMkLst>
        </pc:spChg>
        <pc:spChg chg="add mod">
          <ac:chgData name="" userId="" providerId="" clId="Web-{1E0402AF-1A04-4AD8-BFCB-786A163939CF}" dt="2026-10-23T08:51:09.870" v="8" actId="34807"/>
          <ac:spMkLst>
            <pc:docMk/>
            <pc:sldMk cId="1389944548" sldId="8597"/>
            <ac:spMk id="7707" creationId="{881117F4-1472-3EF8-A036-2E4CE497547C}"/>
          </ac:spMkLst>
        </pc:spChg>
      </pc:sldChg>
      <pc:sldChg chg="addSp modSp add mod setBg modNotesTx">
        <pc:chgData name="" userId="" providerId="" clId="Web-{1E0402AF-1A04-4AD8-BFCB-786A163939CF}" dt="2026-10-23T08:51:09.870" v="8" actId="34807"/>
        <pc:sldMkLst>
          <pc:docMk/>
          <pc:sldMk cId="441665647" sldId="8836"/>
        </pc:sldMkLst>
        <pc:spChg chg="add mod">
          <ac:chgData name="" userId="" providerId="" clId="Web-{1E0402AF-1A04-4AD8-BFCB-786A163939CF}" dt="2026-10-23T08:51:09.870" v="8" actId="34807"/>
          <ac:spMkLst>
            <pc:docMk/>
            <pc:sldMk cId="441665647" sldId="8836"/>
            <ac:spMk id="7808" creationId="{F2295C21-B3D8-0879-667F-6C0CC1604716}"/>
          </ac:spMkLst>
        </pc:spChg>
        <pc:spChg chg="add mod">
          <ac:chgData name="" userId="" providerId="" clId="Web-{1E0402AF-1A04-4AD8-BFCB-786A163939CF}" dt="2026-10-23T08:51:09.870" v="8" actId="34807"/>
          <ac:spMkLst>
            <pc:docMk/>
            <pc:sldMk cId="441665647" sldId="8836"/>
            <ac:spMk id="7910" creationId="{1F709024-3333-1246-098D-DA8BFED28623}"/>
          </ac:spMkLst>
        </pc:spChg>
        <pc:spChg chg="add mod">
          <ac:chgData name="" userId="" providerId="" clId="Web-{1E0402AF-1A04-4AD8-BFCB-786A163939CF}" dt="2026-10-23T08:51:09.870" v="8" actId="34807"/>
          <ac:spMkLst>
            <pc:docMk/>
            <pc:sldMk cId="441665647" sldId="8836"/>
            <ac:spMk id="8013" creationId="{CAD0321A-B7B4-E090-85E0-C02B2D40E5BF}"/>
          </ac:spMkLst>
        </pc:spChg>
        <pc:spChg chg="add mod">
          <ac:chgData name="" userId="" providerId="" clId="Web-{1E0402AF-1A04-4AD8-BFCB-786A163939CF}" dt="2026-10-23T08:51:09.870" v="8" actId="34807"/>
          <ac:spMkLst>
            <pc:docMk/>
            <pc:sldMk cId="441665647" sldId="8836"/>
            <ac:spMk id="8117" creationId="{0BFBB1D0-BD60-8452-3F63-3F57C3947838}"/>
          </ac:spMkLst>
        </pc:spChg>
        <pc:spChg chg="add mod">
          <ac:chgData name="" userId="" providerId="" clId="Web-{1E0402AF-1A04-4AD8-BFCB-786A163939CF}" dt="2026-10-23T08:51:09.870" v="8" actId="34807"/>
          <ac:spMkLst>
            <pc:docMk/>
            <pc:sldMk cId="441665647" sldId="8836"/>
            <ac:spMk id="8222" creationId="{27FCFD72-3A25-48B2-4F99-A8842F9F66B6}"/>
          </ac:spMkLst>
        </pc:spChg>
      </pc:sldChg>
      <pc:sldChg chg="addSp modSp add mod setBg modNotesTx">
        <pc:chgData name="" userId="" providerId="" clId="Web-{1E0402AF-1A04-4AD8-BFCB-786A163939CF}" dt="2026-10-23T08:51:09.870" v="8" actId="34807"/>
        <pc:sldMkLst>
          <pc:docMk/>
          <pc:sldMk cId="846757930" sldId="9076"/>
        </pc:sldMkLst>
        <pc:spChg chg="add mod">
          <ac:chgData name="" userId="" providerId="" clId="Web-{1E0402AF-1A04-4AD8-BFCB-786A163939CF}" dt="2026-10-23T08:51:09.870" v="8" actId="34807"/>
          <ac:spMkLst>
            <pc:docMk/>
            <pc:sldMk cId="846757930" sldId="9076"/>
            <ac:spMk id="8328" creationId="{E787BC32-D63B-588F-9E5E-D5C6FC08CACC}"/>
          </ac:spMkLst>
        </pc:spChg>
        <pc:spChg chg="add mod">
          <ac:chgData name="" userId="" providerId="" clId="Web-{1E0402AF-1A04-4AD8-BFCB-786A163939CF}" dt="2026-10-23T08:51:09.870" v="8" actId="34807"/>
          <ac:spMkLst>
            <pc:docMk/>
            <pc:sldMk cId="846757930" sldId="9076"/>
            <ac:spMk id="8435" creationId="{002C70E5-A09E-BA14-2C0F-C3DFD44C94F3}"/>
          </ac:spMkLst>
        </pc:spChg>
        <pc:spChg chg="add mod">
          <ac:chgData name="" userId="" providerId="" clId="Web-{1E0402AF-1A04-4AD8-BFCB-786A163939CF}" dt="2026-10-23T08:51:09.870" v="8" actId="34807"/>
          <ac:spMkLst>
            <pc:docMk/>
            <pc:sldMk cId="846757930" sldId="9076"/>
            <ac:spMk id="8543" creationId="{DA332C90-E6C0-79D0-0A0F-5E428654CBDC}"/>
          </ac:spMkLst>
        </pc:spChg>
        <pc:spChg chg="add mod">
          <ac:chgData name="" userId="" providerId="" clId="Web-{1E0402AF-1A04-4AD8-BFCB-786A163939CF}" dt="2026-10-23T08:51:09.870" v="8" actId="34807"/>
          <ac:spMkLst>
            <pc:docMk/>
            <pc:sldMk cId="846757930" sldId="9076"/>
            <ac:spMk id="8652" creationId="{C300E65F-C14B-725D-0ECA-0229755E559B}"/>
          </ac:spMkLst>
        </pc:spChg>
        <pc:spChg chg="add mod">
          <ac:chgData name="" userId="" providerId="" clId="Web-{1E0402AF-1A04-4AD8-BFCB-786A163939CF}" dt="2026-10-23T08:51:09.870" v="8" actId="34807"/>
          <ac:spMkLst>
            <pc:docMk/>
            <pc:sldMk cId="846757930" sldId="9076"/>
            <ac:spMk id="8762" creationId="{DA32A1F5-074C-B59E-7F11-231D61521CDF}"/>
          </ac:spMkLst>
        </pc:spChg>
      </pc:sldChg>
      <pc:sldChg chg="addSp modSp add mod setBg modNotesTx">
        <pc:chgData name="" userId="" providerId="" clId="Web-{1E0402AF-1A04-4AD8-BFCB-786A163939CF}" dt="2026-10-23T08:51:09.870" v="8" actId="34807"/>
        <pc:sldMkLst>
          <pc:docMk/>
          <pc:sldMk cId="3458264873" sldId="9317"/>
        </pc:sldMkLst>
        <pc:spChg chg="add mod">
          <ac:chgData name="" userId="" providerId="" clId="Web-{1E0402AF-1A04-4AD8-BFCB-786A163939CF}" dt="2026-10-23T08:51:09.870" v="8" actId="34807"/>
          <ac:spMkLst>
            <pc:docMk/>
            <pc:sldMk cId="3458264873" sldId="9317"/>
            <ac:spMk id="8873" creationId="{E7EB7A38-D8CF-9F37-3841-47724666A8A9}"/>
          </ac:spMkLst>
        </pc:spChg>
        <pc:spChg chg="add mod">
          <ac:chgData name="" userId="" providerId="" clId="Web-{1E0402AF-1A04-4AD8-BFCB-786A163939CF}" dt="2026-10-23T08:51:09.870" v="8" actId="34807"/>
          <ac:spMkLst>
            <pc:docMk/>
            <pc:sldMk cId="3458264873" sldId="9317"/>
            <ac:spMk id="8985" creationId="{79A4892B-4431-1549-AFCC-9F94084830BF}"/>
          </ac:spMkLst>
        </pc:spChg>
        <pc:spChg chg="add mod">
          <ac:chgData name="" userId="" providerId="" clId="Web-{1E0402AF-1A04-4AD8-BFCB-786A163939CF}" dt="2026-10-23T08:51:09.870" v="8" actId="34807"/>
          <ac:spMkLst>
            <pc:docMk/>
            <pc:sldMk cId="3458264873" sldId="9317"/>
            <ac:spMk id="9098" creationId="{9C21EA6B-602A-4592-DBF8-A9F7CAC5F431}"/>
          </ac:spMkLst>
        </pc:spChg>
        <pc:spChg chg="add mod">
          <ac:chgData name="" userId="" providerId="" clId="Web-{1E0402AF-1A04-4AD8-BFCB-786A163939CF}" dt="2026-10-23T08:51:09.870" v="8" actId="34807"/>
          <ac:spMkLst>
            <pc:docMk/>
            <pc:sldMk cId="3458264873" sldId="9317"/>
            <ac:spMk id="9212" creationId="{9917A966-5C88-90A9-1991-61B8EFEC164D}"/>
          </ac:spMkLst>
        </pc:spChg>
        <pc:spChg chg="add mod">
          <ac:chgData name="" userId="" providerId="" clId="Web-{1E0402AF-1A04-4AD8-BFCB-786A163939CF}" dt="2026-10-23T08:51:09.870" v="8" actId="34807"/>
          <ac:spMkLst>
            <pc:docMk/>
            <pc:sldMk cId="3458264873" sldId="9317"/>
            <ac:spMk id="9327" creationId="{812A3985-76B1-E1C4-8EC8-B68E88D7FF65}"/>
          </ac:spMkLst>
        </pc:spChg>
      </pc:sldChg>
      <pc:sldChg chg="addSp modSp add mod setBg modNotesTx">
        <pc:chgData name="" userId="" providerId="" clId="Web-{1E0402AF-1A04-4AD8-BFCB-786A163939CF}" dt="2026-10-23T08:51:09.870" v="8" actId="34807"/>
        <pc:sldMkLst>
          <pc:docMk/>
          <pc:sldMk cId="3232808632" sldId="9559"/>
        </pc:sldMkLst>
        <pc:spChg chg="add mod">
          <ac:chgData name="" userId="" providerId="" clId="Web-{1E0402AF-1A04-4AD8-BFCB-786A163939CF}" dt="2026-10-23T08:51:09.870" v="8" actId="34807"/>
          <ac:spMkLst>
            <pc:docMk/>
            <pc:sldMk cId="3232808632" sldId="9559"/>
            <ac:spMk id="9443" creationId="{57E6C960-B771-8C4D-74D0-2E659972DD4A}"/>
          </ac:spMkLst>
        </pc:spChg>
        <pc:spChg chg="add mod">
          <ac:chgData name="" userId="" providerId="" clId="Web-{1E0402AF-1A04-4AD8-BFCB-786A163939CF}" dt="2026-10-23T08:51:09.870" v="8" actId="34807"/>
          <ac:spMkLst>
            <pc:docMk/>
            <pc:sldMk cId="3232808632" sldId="9559"/>
            <ac:spMk id="9560" creationId="{F75CCEB3-F6F2-40E0-6F2D-D8431EBFFF17}"/>
          </ac:spMkLst>
        </pc:spChg>
        <pc:spChg chg="add mod">
          <ac:chgData name="" userId="" providerId="" clId="Web-{1E0402AF-1A04-4AD8-BFCB-786A163939CF}" dt="2026-10-23T08:51:09.870" v="8" actId="34807"/>
          <ac:spMkLst>
            <pc:docMk/>
            <pc:sldMk cId="3232808632" sldId="9559"/>
            <ac:spMk id="9678" creationId="{2696879A-4690-E2D0-AB32-C2F30C36C216}"/>
          </ac:spMkLst>
        </pc:spChg>
        <pc:spChg chg="add mod">
          <ac:chgData name="" userId="" providerId="" clId="Web-{1E0402AF-1A04-4AD8-BFCB-786A163939CF}" dt="2026-10-23T08:51:09.870" v="8" actId="34807"/>
          <ac:spMkLst>
            <pc:docMk/>
            <pc:sldMk cId="3232808632" sldId="9559"/>
            <ac:spMk id="9797" creationId="{6A145055-0724-4938-F063-A72CE7A0FCAC}"/>
          </ac:spMkLst>
        </pc:spChg>
        <pc:spChg chg="add mod">
          <ac:chgData name="" userId="" providerId="" clId="Web-{1E0402AF-1A04-4AD8-BFCB-786A163939CF}" dt="2026-10-23T08:51:09.870" v="8" actId="34807"/>
          <ac:spMkLst>
            <pc:docMk/>
            <pc:sldMk cId="3232808632" sldId="9559"/>
            <ac:spMk id="9917" creationId="{2A774DE9-E1B2-DF83-BE18-96D3F56CBFA9}"/>
          </ac:spMkLst>
        </pc:spChg>
      </pc:sldChg>
      <pc:sldChg chg="addSp modSp add mod setBg modNotesTx">
        <pc:chgData name="" userId="" providerId="" clId="Web-{1E0402AF-1A04-4AD8-BFCB-786A163939CF}" dt="2026-10-23T08:51:09.870" v="8" actId="34807"/>
        <pc:sldMkLst>
          <pc:docMk/>
          <pc:sldMk cId="3812960141" sldId="9802"/>
        </pc:sldMkLst>
        <pc:spChg chg="add mod">
          <ac:chgData name="" userId="" providerId="" clId="Web-{1E0402AF-1A04-4AD8-BFCB-786A163939CF}" dt="2026-10-23T08:51:09.870" v="8" actId="34807"/>
          <ac:spMkLst>
            <pc:docMk/>
            <pc:sldMk cId="3812960141" sldId="9802"/>
            <ac:spMk id="10038" creationId="{B6268D19-01E3-5727-AC02-07EB9448F0C6}"/>
          </ac:spMkLst>
        </pc:spChg>
        <pc:spChg chg="add mod">
          <ac:chgData name="" userId="" providerId="" clId="Web-{1E0402AF-1A04-4AD8-BFCB-786A163939CF}" dt="2026-10-23T08:51:09.870" v="8" actId="34807"/>
          <ac:spMkLst>
            <pc:docMk/>
            <pc:sldMk cId="3812960141" sldId="9802"/>
            <ac:spMk id="10160" creationId="{C7904B45-85BE-1765-4FB0-B302A70836B3}"/>
          </ac:spMkLst>
        </pc:spChg>
        <pc:spChg chg="add mod">
          <ac:chgData name="" userId="" providerId="" clId="Web-{1E0402AF-1A04-4AD8-BFCB-786A163939CF}" dt="2026-10-23T08:51:09.870" v="8" actId="34807"/>
          <ac:spMkLst>
            <pc:docMk/>
            <pc:sldMk cId="3812960141" sldId="9802"/>
            <ac:spMk id="10283" creationId="{596BCD0D-86FB-F2DC-BDD5-84DDF837DBD3}"/>
          </ac:spMkLst>
        </pc:spChg>
        <pc:spChg chg="add mod">
          <ac:chgData name="" userId="" providerId="" clId="Web-{1E0402AF-1A04-4AD8-BFCB-786A163939CF}" dt="2026-10-23T08:51:09.870" v="8" actId="34807"/>
          <ac:spMkLst>
            <pc:docMk/>
            <pc:sldMk cId="3812960141" sldId="9802"/>
            <ac:spMk id="10407" creationId="{E3622834-BC61-11F8-F6FA-868C3444FA65}"/>
          </ac:spMkLst>
        </pc:spChg>
        <pc:spChg chg="add mod">
          <ac:chgData name="" userId="" providerId="" clId="Web-{1E0402AF-1A04-4AD8-BFCB-786A163939CF}" dt="2026-10-23T08:51:09.870" v="8" actId="34807"/>
          <ac:spMkLst>
            <pc:docMk/>
            <pc:sldMk cId="3812960141" sldId="9802"/>
            <ac:spMk id="10532" creationId="{13D3F6C5-AA68-0AF5-B799-336E4E077014}"/>
          </ac:spMkLst>
        </pc:spChg>
      </pc:sldChg>
      <pc:sldChg chg="addSp modSp add mod setBg modNotesTx">
        <pc:chgData name="" userId="" providerId="" clId="Web-{1E0402AF-1A04-4AD8-BFCB-786A163939CF}" dt="2026-10-23T08:51:09.870" v="8" actId="34807"/>
        <pc:sldMkLst>
          <pc:docMk/>
          <pc:sldMk cId="1844880558" sldId="10046"/>
        </pc:sldMkLst>
        <pc:spChg chg="add mod">
          <ac:chgData name="" userId="" providerId="" clId="Web-{1E0402AF-1A04-4AD8-BFCB-786A163939CF}" dt="2026-10-23T08:51:09.870" v="8" actId="34807"/>
          <ac:spMkLst>
            <pc:docMk/>
            <pc:sldMk cId="1844880558" sldId="10046"/>
            <ac:spMk id="10658" creationId="{7FC988B3-9D84-8A76-0808-7E2603F07AD9}"/>
          </ac:spMkLst>
        </pc:spChg>
        <pc:spChg chg="add mod">
          <ac:chgData name="" userId="" providerId="" clId="Web-{1E0402AF-1A04-4AD8-BFCB-786A163939CF}" dt="2026-10-23T08:51:09.870" v="8" actId="34807"/>
          <ac:spMkLst>
            <pc:docMk/>
            <pc:sldMk cId="1844880558" sldId="10046"/>
            <ac:spMk id="10785" creationId="{7B0CCD73-DF25-D558-3802-F25A1C296DDD}"/>
          </ac:spMkLst>
        </pc:spChg>
        <pc:spChg chg="add mod">
          <ac:chgData name="" userId="" providerId="" clId="Web-{1E0402AF-1A04-4AD8-BFCB-786A163939CF}" dt="2026-10-23T08:51:09.870" v="8" actId="34807"/>
          <ac:spMkLst>
            <pc:docMk/>
            <pc:sldMk cId="1844880558" sldId="10046"/>
            <ac:spMk id="10913" creationId="{42D3E9F8-4F74-B634-37B6-C4CC5D9A3325}"/>
          </ac:spMkLst>
        </pc:spChg>
        <pc:spChg chg="add mod">
          <ac:chgData name="" userId="" providerId="" clId="Web-{1E0402AF-1A04-4AD8-BFCB-786A163939CF}" dt="2026-10-23T08:51:09.870" v="8" actId="34807"/>
          <ac:spMkLst>
            <pc:docMk/>
            <pc:sldMk cId="1844880558" sldId="10046"/>
            <ac:spMk id="11042" creationId="{11DF9438-18C4-3F33-A335-44A683000E62}"/>
          </ac:spMkLst>
        </pc:spChg>
        <pc:spChg chg="add mod">
          <ac:chgData name="" userId="" providerId="" clId="Web-{1E0402AF-1A04-4AD8-BFCB-786A163939CF}" dt="2026-10-23T08:51:09.870" v="8" actId="34807"/>
          <ac:spMkLst>
            <pc:docMk/>
            <pc:sldMk cId="1844880558" sldId="10046"/>
            <ac:spMk id="11172" creationId="{AAC4D1CF-E4D0-C939-9546-3EEDE0E1503A}"/>
          </ac:spMkLst>
        </pc:spChg>
      </pc:sldChg>
      <pc:sldChg chg="addSp modSp add mod setBg modNotesTx">
        <pc:chgData name="" userId="" providerId="" clId="Web-{1E0402AF-1A04-4AD8-BFCB-786A163939CF}" dt="2026-10-23T08:51:09.870" v="8" actId="34807"/>
        <pc:sldMkLst>
          <pc:docMk/>
          <pc:sldMk cId="393294588" sldId="10291"/>
        </pc:sldMkLst>
        <pc:spChg chg="add mod">
          <ac:chgData name="" userId="" providerId="" clId="Web-{1E0402AF-1A04-4AD8-BFCB-786A163939CF}" dt="2026-10-23T08:51:09.870" v="8" actId="34807"/>
          <ac:spMkLst>
            <pc:docMk/>
            <pc:sldMk cId="393294588" sldId="10291"/>
            <ac:spMk id="11303" creationId="{7A24F95E-2F54-26F8-0A39-92FB857BDEBC}"/>
          </ac:spMkLst>
        </pc:spChg>
        <pc:spChg chg="add mod">
          <ac:chgData name="" userId="" providerId="" clId="Web-{1E0402AF-1A04-4AD8-BFCB-786A163939CF}" dt="2026-10-23T08:51:09.870" v="8" actId="34807"/>
          <ac:spMkLst>
            <pc:docMk/>
            <pc:sldMk cId="393294588" sldId="10291"/>
            <ac:spMk id="11435" creationId="{2F90C067-F3FC-A147-5FD5-E42C0CA2B4CA}"/>
          </ac:spMkLst>
        </pc:spChg>
        <pc:spChg chg="add mod">
          <ac:chgData name="" userId="" providerId="" clId="Web-{1E0402AF-1A04-4AD8-BFCB-786A163939CF}" dt="2026-10-23T08:51:09.870" v="8" actId="34807"/>
          <ac:spMkLst>
            <pc:docMk/>
            <pc:sldMk cId="393294588" sldId="10291"/>
            <ac:spMk id="11568" creationId="{A7FC2BCF-A670-FDB7-5C88-4AB0B5CC6EB4}"/>
          </ac:spMkLst>
        </pc:spChg>
        <pc:spChg chg="add mod">
          <ac:chgData name="" userId="" providerId="" clId="Web-{1E0402AF-1A04-4AD8-BFCB-786A163939CF}" dt="2026-10-23T08:51:09.870" v="8" actId="34807"/>
          <ac:spMkLst>
            <pc:docMk/>
            <pc:sldMk cId="393294588" sldId="10291"/>
            <ac:spMk id="11702" creationId="{C12A29C5-2D61-6846-24C5-0B6B527B4C03}"/>
          </ac:spMkLst>
        </pc:spChg>
        <pc:spChg chg="add mod">
          <ac:chgData name="" userId="" providerId="" clId="Web-{1E0402AF-1A04-4AD8-BFCB-786A163939CF}" dt="2026-10-23T08:51:09.870" v="8" actId="34807"/>
          <ac:spMkLst>
            <pc:docMk/>
            <pc:sldMk cId="393294588" sldId="10291"/>
            <ac:spMk id="11837" creationId="{441FCFF6-D1AB-978F-7CE4-21315F12D68C}"/>
          </ac:spMkLst>
        </pc:spChg>
      </pc:sldChg>
      <pc:sldMasterChg chg="modSp modSldLayout">
        <pc:chgData name="" userId="" providerId="" clId="Web-{1E0402AF-1A04-4AD8-BFCB-786A163939CF}" dt="2026-10-23T08:48:34.860" v="0" actId="34807"/>
        <pc:sldMasterMkLst>
          <pc:docMk/>
          <pc:sldMasterMk cId="2209977519" sldId="2147483648"/>
        </pc:sldMasterMkLst>
        <pc:spChg chg="mod">
          <ac:chgData name="" userId="" providerId="" clId="Web-{1E0402AF-1A04-4AD8-BFCB-786A163939CF}" dt="2026-10-23T08:48:34.860" v="0" actId="34807"/>
          <ac:spMkLst>
            <pc:docMk/>
            <pc:sldMasterMk cId="2209977519" sldId="2147483648"/>
            <ac:spMk id="2" creationId="{00000000-0000-0000-0000-000000000000}"/>
          </ac:spMkLst>
        </pc:spChg>
        <pc:spChg chg="mod">
          <ac:chgData name="" userId="" providerId="" clId="Web-{1E0402AF-1A04-4AD8-BFCB-786A163939CF}" dt="2026-10-23T08:48:34.860" v="0" actId="34807"/>
          <ac:spMkLst>
            <pc:docMk/>
            <pc:sldMasterMk cId="2209977519" sldId="2147483648"/>
            <ac:spMk id="3" creationId="{00000000-0000-0000-0000-000000000000}"/>
          </ac:spMkLst>
        </pc:spChg>
        <pc:spChg chg="mod">
          <ac:chgData name="" userId="" providerId="" clId="Web-{1E0402AF-1A04-4AD8-BFCB-786A163939CF}" dt="2026-10-23T08:48:34.860" v="0" actId="34807"/>
          <ac:spMkLst>
            <pc:docMk/>
            <pc:sldMasterMk cId="2209977519" sldId="2147483648"/>
            <ac:spMk id="4" creationId="{00000000-0000-0000-0000-000000000000}"/>
          </ac:spMkLst>
        </pc:spChg>
        <pc:spChg chg="mod">
          <ac:chgData name="" userId="" providerId="" clId="Web-{1E0402AF-1A04-4AD8-BFCB-786A163939CF}" dt="2026-10-23T08:48:34.860" v="0" actId="34807"/>
          <ac:spMkLst>
            <pc:docMk/>
            <pc:sldMasterMk cId="2209977519" sldId="2147483648"/>
            <ac:spMk id="5" creationId="{00000000-0000-0000-0000-000000000000}"/>
          </ac:spMkLst>
        </pc:spChg>
        <pc:spChg chg="mod">
          <ac:chgData name="" userId="" providerId="" clId="Web-{1E0402AF-1A04-4AD8-BFCB-786A163939CF}" dt="2026-10-23T08:48:34.860" v="0" actId="34807"/>
          <ac:spMkLst>
            <pc:docMk/>
            <pc:sldMasterMk cId="2209977519" sldId="2147483648"/>
            <ac:spMk id="6" creationId="{00000000-0000-0000-0000-000000000000}"/>
          </ac:spMkLst>
        </pc:spChg>
        <pc:sldLayoutChg chg="modSp">
          <pc:chgData name="" userId="" providerId="" clId="Web-{1E0402AF-1A04-4AD8-BFCB-786A163939CF}" dt="2026-10-23T08:48:34.860" v="0" actId="34807"/>
          <pc:sldLayoutMkLst>
            <pc:docMk/>
            <pc:sldMasterMk cId="2209977519" sldId="2147483648"/>
            <pc:sldLayoutMk cId="3168075583" sldId="2147483649"/>
          </pc:sldLayoutMkLst>
          <pc:spChg chg="mod">
            <ac:chgData name="" userId="" providerId="" clId="Web-{1E0402AF-1A04-4AD8-BFCB-786A163939CF}" dt="2026-10-23T08:48:34.860" v="0" actId="34807"/>
            <ac:spMkLst>
              <pc:docMk/>
              <pc:sldMasterMk cId="2209977519" sldId="2147483648"/>
              <pc:sldLayoutMk cId="3168075583" sldId="2147483649"/>
              <ac:spMk id="2" creationId="{00000000-0000-0000-0000-000000000000}"/>
            </ac:spMkLst>
          </pc:spChg>
          <pc:spChg chg="mod">
            <ac:chgData name="" userId="" providerId="" clId="Web-{1E0402AF-1A04-4AD8-BFCB-786A163939CF}" dt="2026-10-23T08:48:34.860" v="0" actId="34807"/>
            <ac:spMkLst>
              <pc:docMk/>
              <pc:sldMasterMk cId="2209977519" sldId="2147483648"/>
              <pc:sldLayoutMk cId="3168075583" sldId="2147483649"/>
              <ac:spMk id="3" creationId="{00000000-0000-0000-0000-000000000000}"/>
            </ac:spMkLst>
          </pc:spChg>
        </pc:sldLayoutChg>
        <pc:sldLayoutChg chg="modSp">
          <pc:chgData name="" userId="" providerId="" clId="Web-{1E0402AF-1A04-4AD8-BFCB-786A163939CF}" dt="2026-10-23T08:48:34.860" v="0" actId="34807"/>
          <pc:sldLayoutMkLst>
            <pc:docMk/>
            <pc:sldMasterMk cId="2209977519" sldId="2147483648"/>
            <pc:sldLayoutMk cId="960648375" sldId="2147483651"/>
          </pc:sldLayoutMkLst>
          <pc:spChg chg="mod">
            <ac:chgData name="" userId="" providerId="" clId="Web-{1E0402AF-1A04-4AD8-BFCB-786A163939CF}" dt="2026-10-23T08:48:34.860" v="0" actId="34807"/>
            <ac:spMkLst>
              <pc:docMk/>
              <pc:sldMasterMk cId="2209977519" sldId="2147483648"/>
              <pc:sldLayoutMk cId="960648375" sldId="2147483651"/>
              <ac:spMk id="2" creationId="{00000000-0000-0000-0000-000000000000}"/>
            </ac:spMkLst>
          </pc:spChg>
          <pc:spChg chg="mod">
            <ac:chgData name="" userId="" providerId="" clId="Web-{1E0402AF-1A04-4AD8-BFCB-786A163939CF}" dt="2026-10-23T08:48:34.860" v="0" actId="34807"/>
            <ac:spMkLst>
              <pc:docMk/>
              <pc:sldMasterMk cId="2209977519" sldId="2147483648"/>
              <pc:sldLayoutMk cId="960648375" sldId="2147483651"/>
              <ac:spMk id="3" creationId="{00000000-0000-0000-0000-000000000000}"/>
            </ac:spMkLst>
          </pc:spChg>
        </pc:sldLayoutChg>
        <pc:sldLayoutChg chg="modSp">
          <pc:chgData name="" userId="" providerId="" clId="Web-{1E0402AF-1A04-4AD8-BFCB-786A163939CF}" dt="2026-10-23T08:48:34.860" v="0" actId="34807"/>
          <pc:sldLayoutMkLst>
            <pc:docMk/>
            <pc:sldMasterMk cId="2209977519" sldId="2147483648"/>
            <pc:sldLayoutMk cId="2782244947" sldId="2147483652"/>
          </pc:sldLayoutMkLst>
          <pc:spChg chg="mod">
            <ac:chgData name="" userId="" providerId="" clId="Web-{1E0402AF-1A04-4AD8-BFCB-786A163939CF}" dt="2026-10-23T08:48:34.860" v="0" actId="34807"/>
            <ac:spMkLst>
              <pc:docMk/>
              <pc:sldMasterMk cId="2209977519" sldId="2147483648"/>
              <pc:sldLayoutMk cId="2782244947" sldId="2147483652"/>
              <ac:spMk id="3" creationId="{00000000-0000-0000-0000-000000000000}"/>
            </ac:spMkLst>
          </pc:spChg>
          <pc:spChg chg="mod">
            <ac:chgData name="" userId="" providerId="" clId="Web-{1E0402AF-1A04-4AD8-BFCB-786A163939CF}" dt="2026-10-23T08:48:34.860" v="0" actId="34807"/>
            <ac:spMkLst>
              <pc:docMk/>
              <pc:sldMasterMk cId="2209977519" sldId="2147483648"/>
              <pc:sldLayoutMk cId="2782244947" sldId="2147483652"/>
              <ac:spMk id="4" creationId="{00000000-0000-0000-0000-000000000000}"/>
            </ac:spMkLst>
          </pc:spChg>
        </pc:sldLayoutChg>
        <pc:sldLayoutChg chg="modSp">
          <pc:chgData name="" userId="" providerId="" clId="Web-{1E0402AF-1A04-4AD8-BFCB-786A163939CF}" dt="2026-10-23T08:48:34.860" v="0" actId="34807"/>
          <pc:sldLayoutMkLst>
            <pc:docMk/>
            <pc:sldMasterMk cId="2209977519" sldId="2147483648"/>
            <pc:sldLayoutMk cId="990158736" sldId="2147483653"/>
          </pc:sldLayoutMkLst>
          <pc:spChg chg="mod">
            <ac:chgData name="" userId="" providerId="" clId="Web-{1E0402AF-1A04-4AD8-BFCB-786A163939CF}" dt="2026-10-23T08:48:34.860" v="0" actId="34807"/>
            <ac:spMkLst>
              <pc:docMk/>
              <pc:sldMasterMk cId="2209977519" sldId="2147483648"/>
              <pc:sldLayoutMk cId="990158736" sldId="2147483653"/>
              <ac:spMk id="3" creationId="{00000000-0000-0000-0000-000000000000}"/>
            </ac:spMkLst>
          </pc:spChg>
          <pc:spChg chg="mod">
            <ac:chgData name="" userId="" providerId="" clId="Web-{1E0402AF-1A04-4AD8-BFCB-786A163939CF}" dt="2026-10-23T08:48:34.860" v="0" actId="34807"/>
            <ac:spMkLst>
              <pc:docMk/>
              <pc:sldMasterMk cId="2209977519" sldId="2147483648"/>
              <pc:sldLayoutMk cId="990158736" sldId="2147483653"/>
              <ac:spMk id="4" creationId="{00000000-0000-0000-0000-000000000000}"/>
            </ac:spMkLst>
          </pc:spChg>
          <pc:spChg chg="mod">
            <ac:chgData name="" userId="" providerId="" clId="Web-{1E0402AF-1A04-4AD8-BFCB-786A163939CF}" dt="2026-10-23T08:48:34.860" v="0" actId="34807"/>
            <ac:spMkLst>
              <pc:docMk/>
              <pc:sldMasterMk cId="2209977519" sldId="2147483648"/>
              <pc:sldLayoutMk cId="990158736" sldId="2147483653"/>
              <ac:spMk id="5" creationId="{00000000-0000-0000-0000-000000000000}"/>
            </ac:spMkLst>
          </pc:spChg>
          <pc:spChg chg="mod">
            <ac:chgData name="" userId="" providerId="" clId="Web-{1E0402AF-1A04-4AD8-BFCB-786A163939CF}" dt="2026-10-23T08:48:34.860" v="0" actId="34807"/>
            <ac:spMkLst>
              <pc:docMk/>
              <pc:sldMasterMk cId="2209977519" sldId="2147483648"/>
              <pc:sldLayoutMk cId="990158736" sldId="2147483653"/>
              <ac:spMk id="6" creationId="{00000000-0000-0000-0000-000000000000}"/>
            </ac:spMkLst>
          </pc:spChg>
        </pc:sldLayoutChg>
        <pc:sldLayoutChg chg="modSp">
          <pc:chgData name="" userId="" providerId="" clId="Web-{1E0402AF-1A04-4AD8-BFCB-786A163939CF}" dt="2026-10-23T08:48:34.860" v="0" actId="34807"/>
          <pc:sldLayoutMkLst>
            <pc:docMk/>
            <pc:sldMasterMk cId="2209977519" sldId="2147483648"/>
            <pc:sldLayoutMk cId="1840726560" sldId="2147483656"/>
          </pc:sldLayoutMkLst>
          <pc:spChg chg="mod">
            <ac:chgData name="" userId="" providerId="" clId="Web-{1E0402AF-1A04-4AD8-BFCB-786A163939CF}" dt="2026-10-23T08:48:34.860" v="0" actId="34807"/>
            <ac:spMkLst>
              <pc:docMk/>
              <pc:sldMasterMk cId="2209977519" sldId="2147483648"/>
              <pc:sldLayoutMk cId="1840726560" sldId="2147483656"/>
              <ac:spMk id="2" creationId="{00000000-0000-0000-0000-000000000000}"/>
            </ac:spMkLst>
          </pc:spChg>
          <pc:spChg chg="mod">
            <ac:chgData name="" userId="" providerId="" clId="Web-{1E0402AF-1A04-4AD8-BFCB-786A163939CF}" dt="2026-10-23T08:48:34.860" v="0" actId="34807"/>
            <ac:spMkLst>
              <pc:docMk/>
              <pc:sldMasterMk cId="2209977519" sldId="2147483648"/>
              <pc:sldLayoutMk cId="1840726560" sldId="2147483656"/>
              <ac:spMk id="3" creationId="{00000000-0000-0000-0000-000000000000}"/>
            </ac:spMkLst>
          </pc:spChg>
          <pc:spChg chg="mod">
            <ac:chgData name="" userId="" providerId="" clId="Web-{1E0402AF-1A04-4AD8-BFCB-786A163939CF}" dt="2026-10-23T08:48:34.860" v="0" actId="34807"/>
            <ac:spMkLst>
              <pc:docMk/>
              <pc:sldMasterMk cId="2209977519" sldId="2147483648"/>
              <pc:sldLayoutMk cId="1840726560" sldId="2147483656"/>
              <ac:spMk id="4" creationId="{00000000-0000-0000-0000-000000000000}"/>
            </ac:spMkLst>
          </pc:spChg>
        </pc:sldLayoutChg>
        <pc:sldLayoutChg chg="modSp">
          <pc:chgData name="" userId="" providerId="" clId="Web-{1E0402AF-1A04-4AD8-BFCB-786A163939CF}" dt="2026-10-23T08:48:34.860" v="0" actId="34807"/>
          <pc:sldLayoutMkLst>
            <pc:docMk/>
            <pc:sldMasterMk cId="2209977519" sldId="2147483648"/>
            <pc:sldLayoutMk cId="3889236939" sldId="2147483657"/>
          </pc:sldLayoutMkLst>
          <pc:spChg chg="mod">
            <ac:chgData name="" userId="" providerId="" clId="Web-{1E0402AF-1A04-4AD8-BFCB-786A163939CF}" dt="2026-10-23T08:48:34.860" v="0" actId="34807"/>
            <ac:spMkLst>
              <pc:docMk/>
              <pc:sldMasterMk cId="2209977519" sldId="2147483648"/>
              <pc:sldLayoutMk cId="3889236939" sldId="2147483657"/>
              <ac:spMk id="2" creationId="{00000000-0000-0000-0000-000000000000}"/>
            </ac:spMkLst>
          </pc:spChg>
          <pc:spChg chg="mod">
            <ac:chgData name="" userId="" providerId="" clId="Web-{1E0402AF-1A04-4AD8-BFCB-786A163939CF}" dt="2026-10-23T08:48:34.860" v="0" actId="34807"/>
            <ac:spMkLst>
              <pc:docMk/>
              <pc:sldMasterMk cId="2209977519" sldId="2147483648"/>
              <pc:sldLayoutMk cId="3889236939" sldId="2147483657"/>
              <ac:spMk id="3" creationId="{00000000-0000-0000-0000-000000000000}"/>
            </ac:spMkLst>
          </pc:spChg>
          <pc:spChg chg="mod">
            <ac:chgData name="" userId="" providerId="" clId="Web-{1E0402AF-1A04-4AD8-BFCB-786A163939CF}" dt="2026-10-23T08:48:34.860" v="0" actId="34807"/>
            <ac:spMkLst>
              <pc:docMk/>
              <pc:sldMasterMk cId="2209977519" sldId="2147483648"/>
              <pc:sldLayoutMk cId="3889236939" sldId="2147483657"/>
              <ac:spMk id="4" creationId="{00000000-0000-0000-0000-000000000000}"/>
            </ac:spMkLst>
          </pc:spChg>
        </pc:sldLayoutChg>
        <pc:sldLayoutChg chg="modSp">
          <pc:chgData name="" userId="" providerId="" clId="Web-{1E0402AF-1A04-4AD8-BFCB-786A163939CF}" dt="2026-10-23T08:48:34.860" v="0" actId="34807"/>
          <pc:sldLayoutMkLst>
            <pc:docMk/>
            <pc:sldMasterMk cId="2209977519" sldId="2147483648"/>
            <pc:sldLayoutMk cId="3612223792" sldId="2147483659"/>
          </pc:sldLayoutMkLst>
          <pc:spChg chg="mod">
            <ac:chgData name="" userId="" providerId="" clId="Web-{1E0402AF-1A04-4AD8-BFCB-786A163939CF}" dt="2026-10-23T08:48:34.860" v="0" actId="34807"/>
            <ac:spMkLst>
              <pc:docMk/>
              <pc:sldMasterMk cId="2209977519" sldId="2147483648"/>
              <pc:sldLayoutMk cId="3612223792" sldId="2147483659"/>
              <ac:spMk id="2" creationId="{00000000-0000-0000-0000-000000000000}"/>
            </ac:spMkLst>
          </pc:spChg>
          <pc:spChg chg="mod">
            <ac:chgData name="" userId="" providerId="" clId="Web-{1E0402AF-1A04-4AD8-BFCB-786A163939CF}" dt="2026-10-23T08:48:34.860" v="0" actId="34807"/>
            <ac:spMkLst>
              <pc:docMk/>
              <pc:sldMasterMk cId="2209977519" sldId="2147483648"/>
              <pc:sldLayoutMk cId="3612223792" sldId="2147483659"/>
              <ac:spMk id="3" creationId="{00000000-0000-0000-0000-000000000000}"/>
            </ac:spMkLst>
          </pc:spChg>
        </pc:sldLayoutChg>
      </pc:sldMasterChg>
    </pc:docChg>
  </pc:docChgLst>
  <pc:docChgLst>
    <pc:chgData name="Juan Manuel Servera Bondroit" userId="0495d4c8-905e-4096-beaa-e1d4e24f9049" providerId="ADAL" clId="{03E69A3B-A7F4-4D9A-A98C-DFDECEE4CFE3}"/>
    <pc:docChg chg="mod modMainMaster">
      <pc:chgData name="Juan Manuel Servera Bondroit" userId="0495d4c8-905e-4096-beaa-e1d4e24f9049" providerId="ADAL" clId="{03E69A3B-A7F4-4D9A-A98C-DFDECEE4CFE3}" dt="2026-10-23T20:10:59.595" v="1" actId="33475"/>
      <pc:docMkLst>
        <pc:docMk/>
      </pc:docMkLst>
      <pc:sldMasterChg chg="delSp mod">
        <pc:chgData name="Juan Manuel Servera Bondroit" userId="0495d4c8-905e-4096-beaa-e1d4e24f9049" providerId="ADAL" clId="{03E69A3B-A7F4-4D9A-A98C-DFDECEE4CFE3}" dt="2026-10-23T20:10:59.586" v="0" actId="33475"/>
        <pc:sldMasterMkLst>
          <pc:docMk/>
          <pc:sldMasterMk cId="2209977519" sldId="2147483648"/>
        </pc:sldMasterMkLst>
        <pc:spChg chg="del">
          <ac:chgData name="Juan Manuel Servera Bondroit" userId="0495d4c8-905e-4096-beaa-e1d4e24f9049" providerId="ADAL" clId="{03E69A3B-A7F4-4D9A-A98C-DFDECEE4CFE3}" dt="2026-10-23T20:10:59.586" v="0" actId="33475"/>
          <ac:spMkLst>
            <pc:docMk/>
            <pc:sldMasterMk cId="2209977519" sldId="2147483648"/>
            <ac:spMk id="8" creationId="{B7679F68-5AA6-388E-1CC7-C4126D92BBE2}"/>
          </ac:spMkLst>
        </pc:spChg>
      </pc:sldMasterChg>
    </pc:docChg>
  </pc:docChgLst>
  <pc:docChgLst>
    <pc:chgData clId="Web-{57FA6384-6D64-4017-8C8D-103F9B22F9B7}"/>
    <pc:docChg chg="modSld">
      <pc:chgData name="" userId="" providerId="" clId="Web-{57FA6384-6D64-4017-8C8D-103F9B22F9B7}" dt="2026-10-23T13:01:01.345" v="74" actId="34807"/>
      <pc:docMkLst>
        <pc:docMk/>
      </pc:docMkLst>
      <pc:sldChg chg="modSp modNotesTx">
        <pc:chgData name="" userId="" providerId="" clId="Web-{57FA6384-6D64-4017-8C8D-103F9B22F9B7}" dt="2026-10-23T12:16:23.889" v="4" actId="34807"/>
        <pc:sldMkLst>
          <pc:docMk/>
          <pc:sldMk cId="3761642860" sldId="4027"/>
        </pc:sldMkLst>
        <pc:spChg chg="mod">
          <ac:chgData name="" userId="" providerId="" clId="Web-{57FA6384-6D64-4017-8C8D-103F9B22F9B7}" dt="2026-10-23T12:15:54.450" v="1" actId="34807"/>
          <ac:spMkLst>
            <pc:docMk/>
            <pc:sldMk cId="3761642860" sldId="4027"/>
            <ac:spMk id="2444" creationId="{06E62B1A-030D-48D8-060F-5FE951649DDA}"/>
          </ac:spMkLst>
        </pc:spChg>
        <pc:spChg chg="mod">
          <ac:chgData name="" userId="" providerId="" clId="Web-{57FA6384-6D64-4017-8C8D-103F9B22F9B7}" dt="2026-10-23T12:15:20.199" v="0" actId="34807"/>
          <ac:spMkLst>
            <pc:docMk/>
            <pc:sldMk cId="3761642860" sldId="4027"/>
            <ac:spMk id="20980" creationId="{42A29B48-44E5-BDA3-EEDD-5366AE1EC0C0}"/>
          </ac:spMkLst>
        </pc:spChg>
        <pc:spChg chg="mod">
          <ac:chgData name="" userId="" providerId="" clId="Web-{57FA6384-6D64-4017-8C8D-103F9B22F9B7}" dt="2026-10-23T12:15:20.199" v="0" actId="34807"/>
          <ac:spMkLst>
            <pc:docMk/>
            <pc:sldMk cId="3761642860" sldId="4027"/>
            <ac:spMk id="21070" creationId="{31731A9F-7F73-E736-9FCC-0F231B06D97D}"/>
          </ac:spMkLst>
        </pc:spChg>
        <pc:spChg chg="mod">
          <ac:chgData name="" userId="" providerId="" clId="Web-{57FA6384-6D64-4017-8C8D-103F9B22F9B7}" dt="2026-10-23T12:15:20.199" v="0" actId="34807"/>
          <ac:spMkLst>
            <pc:docMk/>
            <pc:sldMk cId="3761642860" sldId="4027"/>
            <ac:spMk id="21101" creationId="{EAA47BB5-81F4-A599-C746-02DF3D607D4C}"/>
          </ac:spMkLst>
        </pc:spChg>
        <pc:spChg chg="mod">
          <ac:chgData name="" userId="" providerId="" clId="Web-{57FA6384-6D64-4017-8C8D-103F9B22F9B7}" dt="2026-10-23T12:15:20.199" v="0" actId="34807"/>
          <ac:spMkLst>
            <pc:docMk/>
            <pc:sldMk cId="3761642860" sldId="4027"/>
            <ac:spMk id="21196" creationId="{2A98BE3B-6027-AF1C-D1B5-D679ECF84D69}"/>
          </ac:spMkLst>
        </pc:spChg>
        <pc:spChg chg="mod">
          <ac:chgData name="" userId="" providerId="" clId="Web-{57FA6384-6D64-4017-8C8D-103F9B22F9B7}" dt="2026-10-23T12:15:20.199" v="0" actId="34807"/>
          <ac:spMkLst>
            <pc:docMk/>
            <pc:sldMk cId="3761642860" sldId="4027"/>
            <ac:spMk id="21241" creationId="{A4A0BD5A-A7E2-32D4-1F95-ACD5EAEC10C6}"/>
          </ac:spMkLst>
        </pc:spChg>
        <pc:spChg chg="mod">
          <ac:chgData name="" userId="" providerId="" clId="Web-{57FA6384-6D64-4017-8C8D-103F9B22F9B7}" dt="2026-10-23T12:15:20.199" v="0" actId="34807"/>
          <ac:spMkLst>
            <pc:docMk/>
            <pc:sldMk cId="3761642860" sldId="4027"/>
            <ac:spMk id="21316" creationId="{7BEACC76-FBE3-33D1-C9D7-6F69BBA9DB2C}"/>
          </ac:spMkLst>
        </pc:spChg>
        <pc:spChg chg="mod">
          <ac:chgData name="" userId="" providerId="" clId="Web-{57FA6384-6D64-4017-8C8D-103F9B22F9B7}" dt="2026-10-23T12:15:20.199" v="0" actId="34807"/>
          <ac:spMkLst>
            <pc:docMk/>
            <pc:sldMk cId="3761642860" sldId="4027"/>
            <ac:spMk id="21430" creationId="{6D672114-6EA8-9EF0-DE3D-711E03756CC1}"/>
          </ac:spMkLst>
        </pc:spChg>
        <pc:spChg chg="mod">
          <ac:chgData name="" userId="" providerId="" clId="Web-{57FA6384-6D64-4017-8C8D-103F9B22F9B7}" dt="2026-10-23T12:15:20.199" v="0" actId="34807"/>
          <ac:spMkLst>
            <pc:docMk/>
            <pc:sldMk cId="3761642860" sldId="4027"/>
            <ac:spMk id="21526" creationId="{8F6916B4-5C94-F345-3F11-E6DC9601BE0D}"/>
          </ac:spMkLst>
        </pc:spChg>
        <pc:spChg chg="mod">
          <ac:chgData name="" userId="" providerId="" clId="Web-{57FA6384-6D64-4017-8C8D-103F9B22F9B7}" dt="2026-10-23T12:15:20.199" v="0" actId="34807"/>
          <ac:spMkLst>
            <pc:docMk/>
            <pc:sldMk cId="3761642860" sldId="4027"/>
            <ac:spMk id="25767" creationId="{AB73053C-9D85-E892-AACC-16259DE03E98}"/>
          </ac:spMkLst>
        </pc:spChg>
        <pc:spChg chg="mod">
          <ac:chgData name="" userId="" providerId="" clId="Web-{57FA6384-6D64-4017-8C8D-103F9B22F9B7}" dt="2026-10-23T12:15:20.199" v="0" actId="34807"/>
          <ac:spMkLst>
            <pc:docMk/>
            <pc:sldMk cId="3761642860" sldId="4027"/>
            <ac:spMk id="26019" creationId="{529EA319-4AFC-70D3-70E9-E13961FAD092}"/>
          </ac:spMkLst>
        </pc:spChg>
      </pc:sldChg>
      <pc:sldChg chg="modSp modNotesTx">
        <pc:chgData name="" userId="" providerId="" clId="Web-{57FA6384-6D64-4017-8C8D-103F9B22F9B7}" dt="2026-10-23T12:16:23.889" v="4" actId="34807"/>
        <pc:sldMkLst>
          <pc:docMk/>
          <pc:sldMk cId="3933574674" sldId="4246"/>
        </pc:sldMkLst>
        <pc:spChg chg="mod">
          <ac:chgData name="" userId="" providerId="" clId="Web-{57FA6384-6D64-4017-8C8D-103F9B22F9B7}" dt="2026-10-23T12:15:20.199" v="0" actId="34807"/>
          <ac:spMkLst>
            <pc:docMk/>
            <pc:sldMk cId="3933574674" sldId="4246"/>
            <ac:spMk id="2667" creationId="{ABDFCC38-6450-5C59-7B14-24AA480793E3}"/>
          </ac:spMkLst>
        </pc:spChg>
        <pc:spChg chg="mod">
          <ac:chgData name="" userId="" providerId="" clId="Web-{57FA6384-6D64-4017-8C8D-103F9B22F9B7}" dt="2026-10-23T12:15:20.199" v="0" actId="34807"/>
          <ac:spMkLst>
            <pc:docMk/>
            <pc:sldMk cId="3933574674" sldId="4246"/>
            <ac:spMk id="2672" creationId="{D80FB324-E76C-D307-BC13-EC584ADAB0BE}"/>
          </ac:spMkLst>
        </pc:spChg>
        <pc:spChg chg="mod">
          <ac:chgData name="" userId="" providerId="" clId="Web-{57FA6384-6D64-4017-8C8D-103F9B22F9B7}" dt="2026-10-23T12:15:20.199" v="0" actId="34807"/>
          <ac:spMkLst>
            <pc:docMk/>
            <pc:sldMk cId="3933574674" sldId="4246"/>
            <ac:spMk id="17100" creationId="{2EBCA733-D62F-A2EA-7BAA-D9BDB9DB4F36}"/>
          </ac:spMkLst>
        </pc:spChg>
        <pc:spChg chg="mod">
          <ac:chgData name="" userId="" providerId="" clId="Web-{57FA6384-6D64-4017-8C8D-103F9B22F9B7}" dt="2026-10-23T12:15:20.199" v="0" actId="34807"/>
          <ac:spMkLst>
            <pc:docMk/>
            <pc:sldMk cId="3933574674" sldId="4246"/>
            <ac:spMk id="17177" creationId="{6DA12651-E417-CF7C-D120-4F701DD7088F}"/>
          </ac:spMkLst>
        </pc:spChg>
        <pc:spChg chg="mod">
          <ac:chgData name="" userId="" providerId="" clId="Web-{57FA6384-6D64-4017-8C8D-103F9B22F9B7}" dt="2026-10-23T12:15:20.199" v="0" actId="34807"/>
          <ac:spMkLst>
            <pc:docMk/>
            <pc:sldMk cId="3933574674" sldId="4246"/>
            <ac:spMk id="17303" creationId="{5D309B5F-2952-2879-A69D-C7B1F4D79F6A}"/>
          </ac:spMkLst>
        </pc:spChg>
      </pc:sldChg>
      <pc:sldChg chg="modSp modNotesTx">
        <pc:chgData name="" userId="" providerId="" clId="Web-{57FA6384-6D64-4017-8C8D-103F9B22F9B7}" dt="2026-10-23T12:16:23.889" v="4" actId="34807"/>
        <pc:sldMkLst>
          <pc:docMk/>
          <pc:sldMk cId="2931206922" sldId="4466"/>
        </pc:sldMkLst>
        <pc:spChg chg="mod">
          <ac:chgData name="" userId="" providerId="" clId="Web-{57FA6384-6D64-4017-8C8D-103F9B22F9B7}" dt="2026-10-23T12:15:20.199" v="0" actId="34807"/>
          <ac:spMkLst>
            <pc:docMk/>
            <pc:sldMk cId="2931206922" sldId="4466"/>
            <ac:spMk id="2702" creationId="{E3300248-F60E-28F4-CFC0-ABFC405A15D4}"/>
          </ac:spMkLst>
        </pc:spChg>
        <pc:spChg chg="mod">
          <ac:chgData name="" userId="" providerId="" clId="Web-{57FA6384-6D64-4017-8C8D-103F9B22F9B7}" dt="2026-10-23T12:15:20.199" v="0" actId="34807"/>
          <ac:spMkLst>
            <pc:docMk/>
            <pc:sldMk cId="2931206922" sldId="4466"/>
            <ac:spMk id="2712" creationId="{3BB8E06B-831B-F939-254A-D497FFDD80F9}"/>
          </ac:spMkLst>
        </pc:spChg>
        <pc:spChg chg="mod">
          <ac:chgData name="" userId="" providerId="" clId="Web-{57FA6384-6D64-4017-8C8D-103F9B22F9B7}" dt="2026-10-23T12:15:20.199" v="0" actId="34807"/>
          <ac:spMkLst>
            <pc:docMk/>
            <pc:sldMk cId="2931206922" sldId="4466"/>
            <ac:spMk id="16940" creationId="{015C4CA4-7B79-BF41-0CF2-AB10CBFEF30F}"/>
          </ac:spMkLst>
        </pc:spChg>
        <pc:spChg chg="mod">
          <ac:chgData name="" userId="" providerId="" clId="Web-{57FA6384-6D64-4017-8C8D-103F9B22F9B7}" dt="2026-10-23T12:15:54.450" v="1" actId="34807"/>
          <ac:spMkLst>
            <pc:docMk/>
            <pc:sldMk cId="2931206922" sldId="4466"/>
            <ac:spMk id="16947" creationId="{2232715D-6FB0-1F85-8F62-13CA2E5124FD}"/>
          </ac:spMkLst>
        </pc:spChg>
      </pc:sldChg>
      <pc:sldChg chg="modSp modNotesTx">
        <pc:chgData name="" userId="" providerId="" clId="Web-{57FA6384-6D64-4017-8C8D-103F9B22F9B7}" dt="2026-10-23T12:16:23.889" v="4" actId="34807"/>
        <pc:sldMkLst>
          <pc:docMk/>
          <pc:sldMk cId="444193156" sldId="4687"/>
        </pc:sldMkLst>
        <pc:spChg chg="mod">
          <ac:chgData name="" userId="" providerId="" clId="Web-{57FA6384-6D64-4017-8C8D-103F9B22F9B7}" dt="2026-10-23T12:15:20.199" v="0" actId="34807"/>
          <ac:spMkLst>
            <pc:docMk/>
            <pc:sldMk cId="444193156" sldId="4687"/>
            <ac:spMk id="2762" creationId="{6602EBA9-C8A8-5C38-0299-A698F125B55A}"/>
          </ac:spMkLst>
        </pc:spChg>
        <pc:spChg chg="mod">
          <ac:chgData name="" userId="" providerId="" clId="Web-{57FA6384-6D64-4017-8C8D-103F9B22F9B7}" dt="2026-10-23T12:15:20.199" v="0" actId="34807"/>
          <ac:spMkLst>
            <pc:docMk/>
            <pc:sldMk cId="444193156" sldId="4687"/>
            <ac:spMk id="2777" creationId="{323180EB-56D0-1D00-A1B7-C54F40138E11}"/>
          </ac:spMkLst>
        </pc:spChg>
        <pc:spChg chg="mod">
          <ac:chgData name="" userId="" providerId="" clId="Web-{57FA6384-6D64-4017-8C8D-103F9B22F9B7}" dt="2026-10-23T12:15:20.199" v="0" actId="34807"/>
          <ac:spMkLst>
            <pc:docMk/>
            <pc:sldMk cId="444193156" sldId="4687"/>
            <ac:spMk id="22463" creationId="{05674F84-5FAF-5F30-7AE2-8E74B8E2F5C2}"/>
          </ac:spMkLst>
        </pc:spChg>
      </pc:sldChg>
      <pc:sldChg chg="addSp delSp modSp modNotesTx">
        <pc:chgData name="" userId="" providerId="" clId="Web-{57FA6384-6D64-4017-8C8D-103F9B22F9B7}" dt="2026-10-23T13:01:01.345" v="74" actId="34807"/>
        <pc:sldMkLst>
          <pc:docMk/>
          <pc:sldMk cId="18801219" sldId="4909"/>
        </pc:sldMkLst>
        <pc:spChg chg="mod">
          <ac:chgData name="" userId="" providerId="" clId="Web-{57FA6384-6D64-4017-8C8D-103F9B22F9B7}" dt="2026-10-23T12:15:20.199" v="0" actId="34807"/>
          <ac:spMkLst>
            <pc:docMk/>
            <pc:sldMk cId="18801219" sldId="4909"/>
            <ac:spMk id="2847" creationId="{E2449906-97CD-85CE-FFA7-DAE977159027}"/>
          </ac:spMkLst>
        </pc:spChg>
        <pc:spChg chg="mod">
          <ac:chgData name="" userId="" providerId="" clId="Web-{57FA6384-6D64-4017-8C8D-103F9B22F9B7}" dt="2026-10-23T12:15:20.199" v="0" actId="34807"/>
          <ac:spMkLst>
            <pc:docMk/>
            <pc:sldMk cId="18801219" sldId="4909"/>
            <ac:spMk id="2867" creationId="{FC84DB96-8530-D091-9807-DD97D06DD870}"/>
          </ac:spMkLst>
        </pc:spChg>
        <pc:spChg chg="mod">
          <ac:chgData name="" userId="" providerId="" clId="Web-{57FA6384-6D64-4017-8C8D-103F9B22F9B7}" dt="2026-10-23T13:01:01.345" v="74" actId="34807"/>
          <ac:spMkLst>
            <pc:docMk/>
            <pc:sldMk cId="18801219" sldId="4909"/>
            <ac:spMk id="22477" creationId="{515C7044-5C3E-36C8-7EC8-F0DAD040E061}"/>
          </ac:spMkLst>
        </pc:spChg>
        <pc:spChg chg="mod">
          <ac:chgData name="" userId="" providerId="" clId="Web-{57FA6384-6D64-4017-8C8D-103F9B22F9B7}" dt="2026-10-23T12:15:54.450" v="1" actId="34807"/>
          <ac:spMkLst>
            <pc:docMk/>
            <pc:sldMk cId="18801219" sldId="4909"/>
            <ac:spMk id="22517" creationId="{1EFF6459-9D9F-A53D-ADE7-7F63F13DB4EC}"/>
          </ac:spMkLst>
        </pc:spChg>
        <pc:spChg chg="mod">
          <ac:chgData name="" userId="" providerId="" clId="Web-{57FA6384-6D64-4017-8C8D-103F9B22F9B7}" dt="2026-10-23T13:01:01.345" v="74" actId="34807"/>
          <ac:spMkLst>
            <pc:docMk/>
            <pc:sldMk cId="18801219" sldId="4909"/>
            <ac:spMk id="22540" creationId="{F1249BA4-DF0D-7B43-6E9D-DC013D517344}"/>
          </ac:spMkLst>
        </pc:spChg>
        <pc:graphicFrameChg chg="add mod">
          <ac:chgData name="" userId="" providerId="" clId="Web-{57FA6384-6D64-4017-8C8D-103F9B22F9B7}" dt="2026-10-23T12:21:58.054" v="5" actId="34807"/>
          <ac:graphicFrameMkLst>
            <pc:docMk/>
            <pc:sldMk cId="18801219" sldId="4909"/>
            <ac:graphicFrameMk id="3" creationId="{A598C296-3799-4CE0-A0C3-B8AE570CC62D}"/>
          </ac:graphicFrameMkLst>
        </pc:graphicFrameChg>
        <pc:graphicFrameChg chg="del">
          <ac:chgData name="" userId="" providerId="" clId="Web-{57FA6384-6D64-4017-8C8D-103F9B22F9B7}" dt="2026-10-23T12:21:59.742" v="6" actId="34807"/>
          <ac:graphicFrameMkLst>
            <pc:docMk/>
            <pc:sldMk cId="18801219" sldId="4909"/>
            <ac:graphicFrameMk id="14" creationId="{61CD4A47-2531-4D02-A480-6D2BC3B29915}"/>
          </ac:graphicFrameMkLst>
        </pc:graphicFrameChg>
      </pc:sldChg>
      <pc:sldChg chg="modSp modNotesTx">
        <pc:chgData name="" userId="" providerId="" clId="Web-{57FA6384-6D64-4017-8C8D-103F9B22F9B7}" dt="2026-10-23T13:01:01.345" v="74" actId="34807"/>
        <pc:sldMkLst>
          <pc:docMk/>
          <pc:sldMk cId="1994120710" sldId="5132"/>
        </pc:sldMkLst>
        <pc:spChg chg="mod">
          <ac:chgData name="" userId="" providerId="" clId="Web-{57FA6384-6D64-4017-8C8D-103F9B22F9B7}" dt="2026-10-23T12:15:20.199" v="0" actId="34807"/>
          <ac:spMkLst>
            <pc:docMk/>
            <pc:sldMk cId="1994120710" sldId="5132"/>
            <ac:spMk id="2957" creationId="{681E4DD6-28C5-1F91-754C-B4F4B26595B6}"/>
          </ac:spMkLst>
        </pc:spChg>
        <pc:spChg chg="mod">
          <ac:chgData name="" userId="" providerId="" clId="Web-{57FA6384-6D64-4017-8C8D-103F9B22F9B7}" dt="2026-10-23T12:15:20.199" v="0" actId="34807"/>
          <ac:spMkLst>
            <pc:docMk/>
            <pc:sldMk cId="1994120710" sldId="5132"/>
            <ac:spMk id="2982" creationId="{EA6164CF-B22D-C5C5-C29C-A599213D85C7}"/>
          </ac:spMkLst>
        </pc:spChg>
        <pc:spChg chg="mod">
          <ac:chgData name="" userId="" providerId="" clId="Web-{57FA6384-6D64-4017-8C8D-103F9B22F9B7}" dt="2026-10-23T13:01:01.345" v="74" actId="34807"/>
          <ac:spMkLst>
            <pc:docMk/>
            <pc:sldMk cId="1994120710" sldId="5132"/>
            <ac:spMk id="22546" creationId="{DF755256-A8D0-F73B-4478-5D98A71300C6}"/>
          </ac:spMkLst>
        </pc:spChg>
        <pc:spChg chg="mod">
          <ac:chgData name="" userId="" providerId="" clId="Web-{57FA6384-6D64-4017-8C8D-103F9B22F9B7}" dt="2026-10-23T12:15:20.199" v="0" actId="34807"/>
          <ac:spMkLst>
            <pc:docMk/>
            <pc:sldMk cId="1994120710" sldId="5132"/>
            <ac:spMk id="22551" creationId="{27AA305F-4B63-2059-26E5-6E28B0DDBE38}"/>
          </ac:spMkLst>
        </pc:spChg>
        <pc:spChg chg="mod">
          <ac:chgData name="" userId="" providerId="" clId="Web-{57FA6384-6D64-4017-8C8D-103F9B22F9B7}" dt="2026-10-23T13:01:01.345" v="74" actId="34807"/>
          <ac:spMkLst>
            <pc:docMk/>
            <pc:sldMk cId="1994120710" sldId="5132"/>
            <ac:spMk id="26175" creationId="{3D883013-6BA3-C92E-73B5-4643229FFA63}"/>
          </ac:spMkLst>
        </pc:spChg>
      </pc:sldChg>
      <pc:sldChg chg="modSp modNotesTx">
        <pc:chgData name="" userId="" providerId="" clId="Web-{57FA6384-6D64-4017-8C8D-103F9B22F9B7}" dt="2026-10-23T12:16:23.889" v="4" actId="34807"/>
        <pc:sldMkLst>
          <pc:docMk/>
          <pc:sldMk cId="2759033825" sldId="5356"/>
        </pc:sldMkLst>
        <pc:spChg chg="mod">
          <ac:chgData name="" userId="" providerId="" clId="Web-{57FA6384-6D64-4017-8C8D-103F9B22F9B7}" dt="2026-10-23T12:15:20.199" v="0" actId="34807"/>
          <ac:spMkLst>
            <pc:docMk/>
            <pc:sldMk cId="2759033825" sldId="5356"/>
            <ac:spMk id="3092" creationId="{9B550FD5-E5C3-F23D-4B81-93BCD94D54D2}"/>
          </ac:spMkLst>
        </pc:spChg>
        <pc:spChg chg="mod">
          <ac:chgData name="" userId="" providerId="" clId="Web-{57FA6384-6D64-4017-8C8D-103F9B22F9B7}" dt="2026-10-23T12:15:20.199" v="0" actId="34807"/>
          <ac:spMkLst>
            <pc:docMk/>
            <pc:sldMk cId="2759033825" sldId="5356"/>
            <ac:spMk id="3122" creationId="{123D2F73-977B-A837-442F-C0F37A1E03E8}"/>
          </ac:spMkLst>
        </pc:spChg>
        <pc:spChg chg="mod">
          <ac:chgData name="" userId="" providerId="" clId="Web-{57FA6384-6D64-4017-8C8D-103F9B22F9B7}" dt="2026-10-23T12:15:54.450" v="1" actId="34807"/>
          <ac:spMkLst>
            <pc:docMk/>
            <pc:sldMk cId="2759033825" sldId="5356"/>
            <ac:spMk id="22840" creationId="{67C17E09-497E-7DE0-4191-DD9AF2C96891}"/>
          </ac:spMkLst>
        </pc:spChg>
        <pc:spChg chg="mod">
          <ac:chgData name="" userId="" providerId="" clId="Web-{57FA6384-6D64-4017-8C8D-103F9B22F9B7}" dt="2026-10-23T12:15:54.450" v="1" actId="34807"/>
          <ac:spMkLst>
            <pc:docMk/>
            <pc:sldMk cId="2759033825" sldId="5356"/>
            <ac:spMk id="22864" creationId="{C675E540-D443-62BA-55D5-B2E953681B22}"/>
          </ac:spMkLst>
        </pc:spChg>
      </pc:sldChg>
      <pc:sldChg chg="modSp modNotesTx">
        <pc:chgData name="" userId="" providerId="" clId="Web-{57FA6384-6D64-4017-8C8D-103F9B22F9B7}" dt="2026-10-23T12:16:23.889" v="4" actId="34807"/>
        <pc:sldMkLst>
          <pc:docMk/>
          <pc:sldMk cId="3209468076" sldId="5581"/>
        </pc:sldMkLst>
        <pc:spChg chg="mod">
          <ac:chgData name="" userId="" providerId="" clId="Web-{57FA6384-6D64-4017-8C8D-103F9B22F9B7}" dt="2026-10-23T12:15:20.199" v="0" actId="34807"/>
          <ac:spMkLst>
            <pc:docMk/>
            <pc:sldMk cId="3209468076" sldId="5581"/>
            <ac:spMk id="3252" creationId="{3A4A5A7B-1FF5-ECE5-FB6B-5D4D2FD6904C}"/>
          </ac:spMkLst>
        </pc:spChg>
        <pc:spChg chg="mod">
          <ac:chgData name="" userId="" providerId="" clId="Web-{57FA6384-6D64-4017-8C8D-103F9B22F9B7}" dt="2026-10-23T12:15:20.199" v="0" actId="34807"/>
          <ac:spMkLst>
            <pc:docMk/>
            <pc:sldMk cId="3209468076" sldId="5581"/>
            <ac:spMk id="3287" creationId="{907E20DA-C02B-43C7-E513-36701A8A67EA}"/>
          </ac:spMkLst>
        </pc:spChg>
        <pc:spChg chg="mod">
          <ac:chgData name="" userId="" providerId="" clId="Web-{57FA6384-6D64-4017-8C8D-103F9B22F9B7}" dt="2026-10-23T12:15:54.450" v="1" actId="34807"/>
          <ac:spMkLst>
            <pc:docMk/>
            <pc:sldMk cId="3209468076" sldId="5581"/>
            <ac:spMk id="23215" creationId="{CA6B7D29-F028-0362-E631-1E517278FC6F}"/>
          </ac:spMkLst>
        </pc:spChg>
      </pc:sldChg>
      <pc:sldChg chg="modSp modNotesTx">
        <pc:chgData name="" userId="" providerId="" clId="Web-{57FA6384-6D64-4017-8C8D-103F9B22F9B7}" dt="2026-10-23T13:01:01.345" v="74" actId="34807"/>
        <pc:sldMkLst>
          <pc:docMk/>
          <pc:sldMk cId="2251772608" sldId="5807"/>
        </pc:sldMkLst>
        <pc:spChg chg="mod">
          <ac:chgData name="" userId="" providerId="" clId="Web-{57FA6384-6D64-4017-8C8D-103F9B22F9B7}" dt="2026-10-23T12:15:20.199" v="0" actId="34807"/>
          <ac:spMkLst>
            <pc:docMk/>
            <pc:sldMk cId="2251772608" sldId="5807"/>
            <ac:spMk id="3437" creationId="{451069EF-6C78-7AA6-7E85-C09B2CF5A451}"/>
          </ac:spMkLst>
        </pc:spChg>
        <pc:spChg chg="mod">
          <ac:chgData name="" userId="" providerId="" clId="Web-{57FA6384-6D64-4017-8C8D-103F9B22F9B7}" dt="2026-10-23T12:15:20.199" v="0" actId="34807"/>
          <ac:spMkLst>
            <pc:docMk/>
            <pc:sldMk cId="2251772608" sldId="5807"/>
            <ac:spMk id="3477" creationId="{1739A02F-36DB-A324-F4EA-387E562B1B54}"/>
          </ac:spMkLst>
        </pc:spChg>
        <pc:spChg chg="mod">
          <ac:chgData name="" userId="" providerId="" clId="Web-{57FA6384-6D64-4017-8C8D-103F9B22F9B7}" dt="2026-10-23T13:01:01.345" v="74" actId="34807"/>
          <ac:spMkLst>
            <pc:docMk/>
            <pc:sldMk cId="2251772608" sldId="5807"/>
            <ac:spMk id="23341" creationId="{C6E70157-5A81-44E0-044B-71CC60FD4585}"/>
          </ac:spMkLst>
        </pc:spChg>
        <pc:spChg chg="mod">
          <ac:chgData name="" userId="" providerId="" clId="Web-{57FA6384-6D64-4017-8C8D-103F9B22F9B7}" dt="2026-10-23T12:15:20.199" v="0" actId="34807"/>
          <ac:spMkLst>
            <pc:docMk/>
            <pc:sldMk cId="2251772608" sldId="5807"/>
            <ac:spMk id="23440" creationId="{462B6C6C-8AA4-7179-4E22-C8BF8AA32932}"/>
          </ac:spMkLst>
        </pc:spChg>
        <pc:spChg chg="mod">
          <ac:chgData name="" userId="" providerId="" clId="Web-{57FA6384-6D64-4017-8C8D-103F9B22F9B7}" dt="2026-10-23T12:15:54.450" v="1" actId="34807"/>
          <ac:spMkLst>
            <pc:docMk/>
            <pc:sldMk cId="2251772608" sldId="5807"/>
            <ac:spMk id="23488" creationId="{7C18D500-584D-6721-91D7-67BE8984BF93}"/>
          </ac:spMkLst>
        </pc:spChg>
        <pc:spChg chg="mod">
          <ac:chgData name="" userId="" providerId="" clId="Web-{57FA6384-6D64-4017-8C8D-103F9B22F9B7}" dt="2026-10-23T13:01:01.345" v="74" actId="34807"/>
          <ac:spMkLst>
            <pc:docMk/>
            <pc:sldMk cId="2251772608" sldId="5807"/>
            <ac:spMk id="26186" creationId="{F060D5DE-CCDA-5BFF-0B23-EB86FF0516D1}"/>
          </ac:spMkLst>
        </pc:spChg>
        <pc:spChg chg="mod">
          <ac:chgData name="" userId="" providerId="" clId="Web-{57FA6384-6D64-4017-8C8D-103F9B22F9B7}" dt="2026-10-23T13:01:01.345" v="74" actId="34807"/>
          <ac:spMkLst>
            <pc:docMk/>
            <pc:sldMk cId="2251772608" sldId="5807"/>
            <ac:spMk id="26197" creationId="{4FDD08C5-95DB-0759-F3E7-9B2D6A0DA85B}"/>
          </ac:spMkLst>
        </pc:spChg>
        <pc:spChg chg="mod">
          <ac:chgData name="" userId="" providerId="" clId="Web-{57FA6384-6D64-4017-8C8D-103F9B22F9B7}" dt="2026-10-23T13:01:01.345" v="74" actId="34807"/>
          <ac:spMkLst>
            <pc:docMk/>
            <pc:sldMk cId="2251772608" sldId="5807"/>
            <ac:spMk id="26204" creationId="{B8C6B48C-3BFB-A264-4B94-649ACF7060D4}"/>
          </ac:spMkLst>
        </pc:spChg>
      </pc:sldChg>
      <pc:sldChg chg="modSp modNotesTx">
        <pc:chgData name="" userId="" providerId="" clId="Web-{57FA6384-6D64-4017-8C8D-103F9B22F9B7}" dt="2026-10-23T12:16:23.889" v="4" actId="34807"/>
        <pc:sldMkLst>
          <pc:docMk/>
          <pc:sldMk cId="49037429" sldId="6034"/>
        </pc:sldMkLst>
        <pc:spChg chg="mod">
          <ac:chgData name="" userId="" providerId="" clId="Web-{57FA6384-6D64-4017-8C8D-103F9B22F9B7}" dt="2026-10-23T12:15:20.199" v="0" actId="34807"/>
          <ac:spMkLst>
            <pc:docMk/>
            <pc:sldMk cId="49037429" sldId="6034"/>
            <ac:spMk id="3647" creationId="{4F7B8D4A-D5D8-6380-DC14-A77BA759B4C9}"/>
          </ac:spMkLst>
        </pc:spChg>
        <pc:spChg chg="mod">
          <ac:chgData name="" userId="" providerId="" clId="Web-{57FA6384-6D64-4017-8C8D-103F9B22F9B7}" dt="2026-10-23T12:15:20.199" v="0" actId="34807"/>
          <ac:spMkLst>
            <pc:docMk/>
            <pc:sldMk cId="49037429" sldId="6034"/>
            <ac:spMk id="3692" creationId="{156D4A59-99D2-28CD-165B-D722B3C19FEA}"/>
          </ac:spMkLst>
        </pc:spChg>
      </pc:sldChg>
      <pc:sldChg chg="modSp modNotesTx">
        <pc:chgData name="" userId="" providerId="" clId="Web-{57FA6384-6D64-4017-8C8D-103F9B22F9B7}" dt="2026-10-23T13:01:01.345" v="74" actId="34807"/>
        <pc:sldMkLst>
          <pc:docMk/>
          <pc:sldMk cId="831072114" sldId="6262"/>
        </pc:sldMkLst>
        <pc:spChg chg="mod">
          <ac:chgData name="" userId="" providerId="" clId="Web-{57FA6384-6D64-4017-8C8D-103F9B22F9B7}" dt="2026-10-23T12:15:20.199" v="0" actId="34807"/>
          <ac:spMkLst>
            <pc:docMk/>
            <pc:sldMk cId="831072114" sldId="6262"/>
            <ac:spMk id="3882" creationId="{F8DEA46F-18DE-E7A5-A1EF-EE09CFD31C51}"/>
          </ac:spMkLst>
        </pc:spChg>
        <pc:spChg chg="mod">
          <ac:chgData name="" userId="" providerId="" clId="Web-{57FA6384-6D64-4017-8C8D-103F9B22F9B7}" dt="2026-10-23T12:15:20.199" v="0" actId="34807"/>
          <ac:spMkLst>
            <pc:docMk/>
            <pc:sldMk cId="831072114" sldId="6262"/>
            <ac:spMk id="3932" creationId="{08DE5AEC-1D27-C3A4-C022-EFEAB0E8885D}"/>
          </ac:spMkLst>
        </pc:spChg>
        <pc:spChg chg="mod">
          <ac:chgData name="" userId="" providerId="" clId="Web-{57FA6384-6D64-4017-8C8D-103F9B22F9B7}" dt="2026-10-23T12:15:20.199" v="0" actId="34807"/>
          <ac:spMkLst>
            <pc:docMk/>
            <pc:sldMk cId="831072114" sldId="6262"/>
            <ac:spMk id="16419" creationId="{CDE6A791-3628-A182-42A0-EDB09AFA5848}"/>
          </ac:spMkLst>
        </pc:spChg>
        <pc:spChg chg="mod">
          <ac:chgData name="" userId="" providerId="" clId="Web-{57FA6384-6D64-4017-8C8D-103F9B22F9B7}" dt="2026-10-23T13:01:01.345" v="74" actId="34807"/>
          <ac:spMkLst>
            <pc:docMk/>
            <pc:sldMk cId="831072114" sldId="6262"/>
            <ac:spMk id="16748" creationId="{25AB6A77-E84B-9E82-CBD3-0B56FC8B89F0}"/>
          </ac:spMkLst>
        </pc:spChg>
      </pc:sldChg>
      <pc:sldChg chg="modSp modNotesTx">
        <pc:chgData name="" userId="" providerId="" clId="Web-{57FA6384-6D64-4017-8C8D-103F9B22F9B7}" dt="2026-10-23T13:01:01.345" v="74" actId="34807"/>
        <pc:sldMkLst>
          <pc:docMk/>
          <pc:sldMk cId="811820232" sldId="6491"/>
        </pc:sldMkLst>
        <pc:spChg chg="mod">
          <ac:chgData name="" userId="" providerId="" clId="Web-{57FA6384-6D64-4017-8C8D-103F9B22F9B7}" dt="2026-10-23T12:15:20.199" v="0" actId="34807"/>
          <ac:spMkLst>
            <pc:docMk/>
            <pc:sldMk cId="811820232" sldId="6491"/>
            <ac:spMk id="4142" creationId="{116F36E7-1EC0-B131-E00C-1567951778AC}"/>
          </ac:spMkLst>
        </pc:spChg>
        <pc:spChg chg="mod">
          <ac:chgData name="" userId="" providerId="" clId="Web-{57FA6384-6D64-4017-8C8D-103F9B22F9B7}" dt="2026-10-23T12:15:20.199" v="0" actId="34807"/>
          <ac:spMkLst>
            <pc:docMk/>
            <pc:sldMk cId="811820232" sldId="6491"/>
            <ac:spMk id="4197" creationId="{05FC7B71-5B7F-414E-9AC2-7F3CBE6E6907}"/>
          </ac:spMkLst>
        </pc:spChg>
        <pc:spChg chg="mod">
          <ac:chgData name="" userId="" providerId="" clId="Web-{57FA6384-6D64-4017-8C8D-103F9B22F9B7}" dt="2026-10-23T12:15:20.199" v="0" actId="34807"/>
          <ac:spMkLst>
            <pc:docMk/>
            <pc:sldMk cId="811820232" sldId="6491"/>
            <ac:spMk id="22001" creationId="{840B158F-3BEC-2775-319E-5FB42B061227}"/>
          </ac:spMkLst>
        </pc:spChg>
        <pc:spChg chg="mod">
          <ac:chgData name="" userId="" providerId="" clId="Web-{57FA6384-6D64-4017-8C8D-103F9B22F9B7}" dt="2026-10-23T12:15:20.199" v="0" actId="34807"/>
          <ac:spMkLst>
            <pc:docMk/>
            <pc:sldMk cId="811820232" sldId="6491"/>
            <ac:spMk id="22010" creationId="{8137FD1B-3F23-C58D-099F-BE15E3CBC98D}"/>
          </ac:spMkLst>
        </pc:spChg>
        <pc:spChg chg="mod">
          <ac:chgData name="" userId="" providerId="" clId="Web-{57FA6384-6D64-4017-8C8D-103F9B22F9B7}" dt="2026-10-23T13:01:01.345" v="74" actId="34807"/>
          <ac:spMkLst>
            <pc:docMk/>
            <pc:sldMk cId="811820232" sldId="6491"/>
            <ac:spMk id="22056" creationId="{3C7A19E7-6795-F161-E047-E8263CD8C58B}"/>
          </ac:spMkLst>
        </pc:spChg>
        <pc:spChg chg="mod">
          <ac:chgData name="" userId="" providerId="" clId="Web-{57FA6384-6D64-4017-8C8D-103F9B22F9B7}" dt="2026-10-23T12:15:20.199" v="0" actId="34807"/>
          <ac:spMkLst>
            <pc:docMk/>
            <pc:sldMk cId="811820232" sldId="6491"/>
            <ac:spMk id="22070" creationId="{A2B56C63-9E99-4279-74C2-A18B03CBD578}"/>
          </ac:spMkLst>
        </pc:spChg>
      </pc:sldChg>
      <pc:sldChg chg="modSp modNotesTx">
        <pc:chgData name="" userId="" providerId="" clId="Web-{57FA6384-6D64-4017-8C8D-103F9B22F9B7}" dt="2026-10-23T13:01:01.345" v="74" actId="34807"/>
        <pc:sldMkLst>
          <pc:docMk/>
          <pc:sldMk cId="1237582900" sldId="6721"/>
        </pc:sldMkLst>
        <pc:spChg chg="mod">
          <ac:chgData name="" userId="" providerId="" clId="Web-{57FA6384-6D64-4017-8C8D-103F9B22F9B7}" dt="2026-10-23T12:15:20.199" v="0" actId="34807"/>
          <ac:spMkLst>
            <pc:docMk/>
            <pc:sldMk cId="1237582900" sldId="6721"/>
            <ac:spMk id="4427" creationId="{D3D159A6-5120-B803-54EC-4564A238A8D4}"/>
          </ac:spMkLst>
        </pc:spChg>
        <pc:spChg chg="mod">
          <ac:chgData name="" userId="" providerId="" clId="Web-{57FA6384-6D64-4017-8C8D-103F9B22F9B7}" dt="2026-10-23T12:15:20.199" v="0" actId="34807"/>
          <ac:spMkLst>
            <pc:docMk/>
            <pc:sldMk cId="1237582900" sldId="6721"/>
            <ac:spMk id="4487" creationId="{4F6A5625-77E3-F720-05DA-E217D97EFAB7}"/>
          </ac:spMkLst>
        </pc:spChg>
        <pc:spChg chg="mod">
          <ac:chgData name="" userId="" providerId="" clId="Web-{57FA6384-6D64-4017-8C8D-103F9B22F9B7}" dt="2026-10-23T13:01:01.345" v="74" actId="34807"/>
          <ac:spMkLst>
            <pc:docMk/>
            <pc:sldMk cId="1237582900" sldId="6721"/>
            <ac:spMk id="22129" creationId="{C3D8D303-64A3-489E-A8C1-62827AF3DDB8}"/>
          </ac:spMkLst>
        </pc:spChg>
        <pc:spChg chg="mod">
          <ac:chgData name="" userId="" providerId="" clId="Web-{57FA6384-6D64-4017-8C8D-103F9B22F9B7}" dt="2026-10-23T12:15:20.199" v="0" actId="34807"/>
          <ac:spMkLst>
            <pc:docMk/>
            <pc:sldMk cId="1237582900" sldId="6721"/>
            <ac:spMk id="22146" creationId="{A2F4A2F2-49F9-2A6D-771F-ADCAD226DD86}"/>
          </ac:spMkLst>
        </pc:spChg>
        <pc:spChg chg="mod">
          <ac:chgData name="" userId="" providerId="" clId="Web-{57FA6384-6D64-4017-8C8D-103F9B22F9B7}" dt="2026-10-23T13:01:01.345" v="74" actId="34807"/>
          <ac:spMkLst>
            <pc:docMk/>
            <pc:sldMk cId="1237582900" sldId="6721"/>
            <ac:spMk id="22167" creationId="{CB9A6EB6-8B36-45F5-32BF-1D6703C3DC0F}"/>
          </ac:spMkLst>
        </pc:spChg>
      </pc:sldChg>
      <pc:sldChg chg="modSp modNotesTx">
        <pc:chgData name="" userId="" providerId="" clId="Web-{57FA6384-6D64-4017-8C8D-103F9B22F9B7}" dt="2026-10-23T12:16:23.889" v="4" actId="34807"/>
        <pc:sldMkLst>
          <pc:docMk/>
          <pc:sldMk cId="3413220349" sldId="6952"/>
        </pc:sldMkLst>
        <pc:spChg chg="mod">
          <ac:chgData name="" userId="" providerId="" clId="Web-{57FA6384-6D64-4017-8C8D-103F9B22F9B7}" dt="2026-10-23T12:15:20.199" v="0" actId="34807"/>
          <ac:spMkLst>
            <pc:docMk/>
            <pc:sldMk cId="3413220349" sldId="6952"/>
            <ac:spMk id="4737" creationId="{84CE1A36-2658-39DF-D368-9D934B684812}"/>
          </ac:spMkLst>
        </pc:spChg>
        <pc:spChg chg="mod">
          <ac:chgData name="" userId="" providerId="" clId="Web-{57FA6384-6D64-4017-8C8D-103F9B22F9B7}" dt="2026-10-23T12:15:20.199" v="0" actId="34807"/>
          <ac:spMkLst>
            <pc:docMk/>
            <pc:sldMk cId="3413220349" sldId="6952"/>
            <ac:spMk id="4802" creationId="{C21CAE6A-545D-B77B-CA2C-EB6E948B3529}"/>
          </ac:spMkLst>
        </pc:spChg>
        <pc:spChg chg="mod">
          <ac:chgData name="" userId="" providerId="" clId="Web-{57FA6384-6D64-4017-8C8D-103F9B22F9B7}" dt="2026-10-23T12:15:20.199" v="0" actId="34807"/>
          <ac:spMkLst>
            <pc:docMk/>
            <pc:sldMk cId="3413220349" sldId="6952"/>
            <ac:spMk id="22270" creationId="{A50F50A1-67F5-AA8D-B1F4-FBECFC17D2BC}"/>
          </ac:spMkLst>
        </pc:spChg>
      </pc:sldChg>
      <pc:sldChg chg="modSp modNotesTx">
        <pc:chgData name="" userId="" providerId="" clId="Web-{57FA6384-6D64-4017-8C8D-103F9B22F9B7}" dt="2026-10-23T12:16:23.889" v="4" actId="34807"/>
        <pc:sldMkLst>
          <pc:docMk/>
          <pc:sldMk cId="1068147822" sldId="7184"/>
        </pc:sldMkLst>
        <pc:spChg chg="mod">
          <ac:chgData name="" userId="" providerId="" clId="Web-{57FA6384-6D64-4017-8C8D-103F9B22F9B7}" dt="2026-10-23T12:15:20.199" v="0" actId="34807"/>
          <ac:spMkLst>
            <pc:docMk/>
            <pc:sldMk cId="1068147822" sldId="7184"/>
            <ac:spMk id="5072" creationId="{4BFFE689-05E4-8AD5-E78D-A12070A9BEA0}"/>
          </ac:spMkLst>
        </pc:spChg>
        <pc:spChg chg="mod">
          <ac:chgData name="" userId="" providerId="" clId="Web-{57FA6384-6D64-4017-8C8D-103F9B22F9B7}" dt="2026-10-23T12:15:20.199" v="0" actId="34807"/>
          <ac:spMkLst>
            <pc:docMk/>
            <pc:sldMk cId="1068147822" sldId="7184"/>
            <ac:spMk id="5142" creationId="{6B97E9DA-8948-F52F-97F2-2F429F541F0F}"/>
          </ac:spMkLst>
        </pc:spChg>
      </pc:sldChg>
      <pc:sldChg chg="modSp modNotesTx">
        <pc:chgData name="" userId="" providerId="" clId="Web-{57FA6384-6D64-4017-8C8D-103F9B22F9B7}" dt="2026-10-23T12:16:23.889" v="4" actId="34807"/>
        <pc:sldMkLst>
          <pc:docMk/>
          <pc:sldMk cId="1196239488" sldId="7417"/>
        </pc:sldMkLst>
        <pc:spChg chg="mod">
          <ac:chgData name="" userId="" providerId="" clId="Web-{57FA6384-6D64-4017-8C8D-103F9B22F9B7}" dt="2026-10-23T12:15:20.199" v="0" actId="34807"/>
          <ac:spMkLst>
            <pc:docMk/>
            <pc:sldMk cId="1196239488" sldId="7417"/>
            <ac:spMk id="5432" creationId="{FFD4D1E3-B889-A833-8B21-8B5A489E57A8}"/>
          </ac:spMkLst>
        </pc:spChg>
        <pc:spChg chg="mod">
          <ac:chgData name="" userId="" providerId="" clId="Web-{57FA6384-6D64-4017-8C8D-103F9B22F9B7}" dt="2026-10-23T12:15:20.199" v="0" actId="34807"/>
          <ac:spMkLst>
            <pc:docMk/>
            <pc:sldMk cId="1196239488" sldId="7417"/>
            <ac:spMk id="5507" creationId="{65586DFF-8C5F-5953-1466-0A9246B1F626}"/>
          </ac:spMkLst>
        </pc:spChg>
        <pc:spChg chg="mod">
          <ac:chgData name="" userId="" providerId="" clId="Web-{57FA6384-6D64-4017-8C8D-103F9B22F9B7}" dt="2026-10-23T12:15:20.199" v="0" actId="34807"/>
          <ac:spMkLst>
            <pc:docMk/>
            <pc:sldMk cId="1196239488" sldId="7417"/>
            <ac:spMk id="23657" creationId="{C5A4AF96-F385-8510-23D7-4F7B439C6B06}"/>
          </ac:spMkLst>
        </pc:spChg>
        <pc:spChg chg="mod">
          <ac:chgData name="" userId="" providerId="" clId="Web-{57FA6384-6D64-4017-8C8D-103F9B22F9B7}" dt="2026-10-23T12:15:20.199" v="0" actId="34807"/>
          <ac:spMkLst>
            <pc:docMk/>
            <pc:sldMk cId="1196239488" sldId="7417"/>
            <ac:spMk id="23671" creationId="{1858FB9D-2EDB-769E-AAE1-B0C44C8B1DF5}"/>
          </ac:spMkLst>
        </pc:spChg>
        <pc:spChg chg="mod">
          <ac:chgData name="" userId="" providerId="" clId="Web-{57FA6384-6D64-4017-8C8D-103F9B22F9B7}" dt="2026-10-23T12:15:20.199" v="0" actId="34807"/>
          <ac:spMkLst>
            <pc:docMk/>
            <pc:sldMk cId="1196239488" sldId="7417"/>
            <ac:spMk id="23686" creationId="{90AF062E-51C0-16EF-3273-5C7358AC68FA}"/>
          </ac:spMkLst>
        </pc:spChg>
      </pc:sldChg>
      <pc:sldChg chg="modSp modNotesTx">
        <pc:chgData name="" userId="" providerId="" clId="Web-{57FA6384-6D64-4017-8C8D-103F9B22F9B7}" dt="2026-10-23T13:01:01.345" v="74" actId="34807"/>
        <pc:sldMkLst>
          <pc:docMk/>
          <pc:sldMk cId="2289242127" sldId="7651"/>
        </pc:sldMkLst>
        <pc:spChg chg="mod">
          <ac:chgData name="" userId="" providerId="" clId="Web-{57FA6384-6D64-4017-8C8D-103F9B22F9B7}" dt="2026-10-23T12:15:20.199" v="0" actId="34807"/>
          <ac:spMkLst>
            <pc:docMk/>
            <pc:sldMk cId="2289242127" sldId="7651"/>
            <ac:spMk id="5817" creationId="{2AABD992-9061-A81E-1698-EF12FCD8432E}"/>
          </ac:spMkLst>
        </pc:spChg>
        <pc:spChg chg="mod">
          <ac:chgData name="" userId="" providerId="" clId="Web-{57FA6384-6D64-4017-8C8D-103F9B22F9B7}" dt="2026-10-23T12:15:20.199" v="0" actId="34807"/>
          <ac:spMkLst>
            <pc:docMk/>
            <pc:sldMk cId="2289242127" sldId="7651"/>
            <ac:spMk id="5897" creationId="{860C7FFF-91A4-9275-EE74-B0404A968B88}"/>
          </ac:spMkLst>
        </pc:spChg>
        <pc:spChg chg="mod">
          <ac:chgData name="" userId="" providerId="" clId="Web-{57FA6384-6D64-4017-8C8D-103F9B22F9B7}" dt="2026-10-23T13:01:01.345" v="74" actId="34807"/>
          <ac:spMkLst>
            <pc:docMk/>
            <pc:sldMk cId="2289242127" sldId="7651"/>
            <ac:spMk id="24461" creationId="{C8A68FE3-88AF-8E43-7A3D-8F61CF0F79AA}"/>
          </ac:spMkLst>
        </pc:spChg>
        <pc:spChg chg="mod">
          <ac:chgData name="" userId="" providerId="" clId="Web-{57FA6384-6D64-4017-8C8D-103F9B22F9B7}" dt="2026-10-23T13:01:01.345" v="74" actId="34807"/>
          <ac:spMkLst>
            <pc:docMk/>
            <pc:sldMk cId="2289242127" sldId="7651"/>
            <ac:spMk id="24515" creationId="{B7C3F927-B1FA-68A3-B91D-E94BC96916D3}"/>
          </ac:spMkLst>
        </pc:spChg>
        <pc:spChg chg="mod">
          <ac:chgData name="" userId="" providerId="" clId="Web-{57FA6384-6D64-4017-8C8D-103F9B22F9B7}" dt="2026-10-23T12:15:20.199" v="0" actId="34807"/>
          <ac:spMkLst>
            <pc:docMk/>
            <pc:sldMk cId="2289242127" sldId="7651"/>
            <ac:spMk id="24565" creationId="{05BF591F-5EFB-45FB-2CEB-A281DC4ECF62}"/>
          </ac:spMkLst>
        </pc:spChg>
        <pc:spChg chg="mod">
          <ac:chgData name="" userId="" providerId="" clId="Web-{57FA6384-6D64-4017-8C8D-103F9B22F9B7}" dt="2026-10-23T13:01:01.345" v="74" actId="34807"/>
          <ac:spMkLst>
            <pc:docMk/>
            <pc:sldMk cId="2289242127" sldId="7651"/>
            <ac:spMk id="24691" creationId="{EDCD9E67-B195-CFEC-AAEA-DB3675FF71EB}"/>
          </ac:spMkLst>
        </pc:spChg>
        <pc:spChg chg="mod">
          <ac:chgData name="" userId="" providerId="" clId="Web-{57FA6384-6D64-4017-8C8D-103F9B22F9B7}" dt="2026-10-23T13:01:01.345" v="74" actId="34807"/>
          <ac:spMkLst>
            <pc:docMk/>
            <pc:sldMk cId="2289242127" sldId="7651"/>
            <ac:spMk id="24760" creationId="{C54E7026-85FE-8DF7-253B-20550A22A39A}"/>
          </ac:spMkLst>
        </pc:spChg>
        <pc:spChg chg="mod">
          <ac:chgData name="" userId="" providerId="" clId="Web-{57FA6384-6D64-4017-8C8D-103F9B22F9B7}" dt="2026-10-23T12:15:54.450" v="1" actId="34807"/>
          <ac:spMkLst>
            <pc:docMk/>
            <pc:sldMk cId="2289242127" sldId="7651"/>
            <ac:spMk id="24785" creationId="{FB9A641D-E388-5AC8-3B9A-4949064BC816}"/>
          </ac:spMkLst>
        </pc:spChg>
      </pc:sldChg>
      <pc:sldChg chg="modSp modNotesTx">
        <pc:chgData name="" userId="" providerId="" clId="Web-{57FA6384-6D64-4017-8C8D-103F9B22F9B7}" dt="2026-10-23T13:01:01.345" v="74" actId="34807"/>
        <pc:sldMkLst>
          <pc:docMk/>
          <pc:sldMk cId="323294915" sldId="7886"/>
        </pc:sldMkLst>
        <pc:spChg chg="mod">
          <ac:chgData name="" userId="" providerId="" clId="Web-{57FA6384-6D64-4017-8C8D-103F9B22F9B7}" dt="2026-10-23T12:15:20.199" v="0" actId="34807"/>
          <ac:spMkLst>
            <pc:docMk/>
            <pc:sldMk cId="323294915" sldId="7886"/>
            <ac:spMk id="6227" creationId="{2D13FC0A-FACE-F7D2-1CB0-D3482495D84E}"/>
          </ac:spMkLst>
        </pc:spChg>
        <pc:spChg chg="mod">
          <ac:chgData name="" userId="" providerId="" clId="Web-{57FA6384-6D64-4017-8C8D-103F9B22F9B7}" dt="2026-10-23T12:15:20.199" v="0" actId="34807"/>
          <ac:spMkLst>
            <pc:docMk/>
            <pc:sldMk cId="323294915" sldId="7886"/>
            <ac:spMk id="6312" creationId="{D1B4D03A-7867-5E10-6B51-05F9FF12D1FA}"/>
          </ac:spMkLst>
        </pc:spChg>
        <pc:spChg chg="mod">
          <ac:chgData name="" userId="" providerId="" clId="Web-{57FA6384-6D64-4017-8C8D-103F9B22F9B7}" dt="2026-10-23T13:01:01.345" v="74" actId="34807"/>
          <ac:spMkLst>
            <pc:docMk/>
            <pc:sldMk cId="323294915" sldId="7886"/>
            <ac:spMk id="24789" creationId="{9EA952B9-8B76-4988-321F-BCD44CB6A7C6}"/>
          </ac:spMkLst>
        </pc:spChg>
        <pc:spChg chg="mod">
          <ac:chgData name="" userId="" providerId="" clId="Web-{57FA6384-6D64-4017-8C8D-103F9B22F9B7}" dt="2026-10-23T12:15:20.199" v="0" actId="34807"/>
          <ac:spMkLst>
            <pc:docMk/>
            <pc:sldMk cId="323294915" sldId="7886"/>
            <ac:spMk id="24791" creationId="{F10D71BF-EFDC-8788-24BD-B02635581D04}"/>
          </ac:spMkLst>
        </pc:spChg>
      </pc:sldChg>
      <pc:sldChg chg="addSp delSp modSp modNotesTx">
        <pc:chgData name="" userId="" providerId="" clId="Web-{57FA6384-6D64-4017-8C8D-103F9B22F9B7}" dt="2026-10-23T12:16:23.889" v="4" actId="34807"/>
        <pc:sldMkLst>
          <pc:docMk/>
          <pc:sldMk cId="1785931516" sldId="8122"/>
        </pc:sldMkLst>
        <pc:spChg chg="mod">
          <ac:chgData name="" userId="" providerId="" clId="Web-{57FA6384-6D64-4017-8C8D-103F9B22F9B7}" dt="2026-10-23T12:15:20.199" v="0" actId="34807"/>
          <ac:spMkLst>
            <pc:docMk/>
            <pc:sldMk cId="1785931516" sldId="8122"/>
            <ac:spMk id="6662" creationId="{E45CC79F-0C35-81A5-380F-8859352951AA}"/>
          </ac:spMkLst>
        </pc:spChg>
        <pc:spChg chg="mod">
          <ac:chgData name="" userId="" providerId="" clId="Web-{57FA6384-6D64-4017-8C8D-103F9B22F9B7}" dt="2026-10-23T12:15:20.199" v="0" actId="34807"/>
          <ac:spMkLst>
            <pc:docMk/>
            <pc:sldMk cId="1785931516" sldId="8122"/>
            <ac:spMk id="6752" creationId="{5CA2E0AF-3EF2-FCCA-6631-4D1D1D374C8B}"/>
          </ac:spMkLst>
        </pc:spChg>
        <pc:spChg chg="del">
          <ac:chgData name="" userId="" providerId="" clId="Web-{57FA6384-6D64-4017-8C8D-103F9B22F9B7}" dt="2026-10-23T12:16:07.295" v="3" actId="34807"/>
          <ac:spMkLst>
            <pc:docMk/>
            <pc:sldMk cId="1785931516" sldId="8122"/>
            <ac:spMk id="26171" creationId="{AAA1387A-ABE6-A700-EE06-6B8D3C6B9D1E}"/>
          </ac:spMkLst>
        </pc:spChg>
        <pc:spChg chg="add mod">
          <ac:chgData name="" userId="" providerId="" clId="Web-{57FA6384-6D64-4017-8C8D-103F9B22F9B7}" dt="2026-10-23T12:16:06.216" v="2" actId="34807"/>
          <ac:spMkLst>
            <pc:docMk/>
            <pc:sldMk cId="1785931516" sldId="8122"/>
            <ac:spMk id="30770" creationId="{0928B0E8-A942-4A0A-A60D-180522E15DB1}"/>
          </ac:spMkLst>
        </pc:spChg>
      </pc:sldChg>
      <pc:sldChg chg="modSp modNotesTx">
        <pc:chgData name="" userId="" providerId="" clId="Web-{57FA6384-6D64-4017-8C8D-103F9B22F9B7}" dt="2026-10-23T13:01:01.345" v="74" actId="34807"/>
        <pc:sldMkLst>
          <pc:docMk/>
          <pc:sldMk cId="2111836025" sldId="8359"/>
        </pc:sldMkLst>
        <pc:spChg chg="mod">
          <ac:chgData name="" userId="" providerId="" clId="Web-{57FA6384-6D64-4017-8C8D-103F9B22F9B7}" dt="2026-10-23T12:15:20.199" v="0" actId="34807"/>
          <ac:spMkLst>
            <pc:docMk/>
            <pc:sldMk cId="2111836025" sldId="8359"/>
            <ac:spMk id="7122" creationId="{EA1BCC6C-65CA-F6E5-07DE-B4673F5EFED3}"/>
          </ac:spMkLst>
        </pc:spChg>
        <pc:spChg chg="mod">
          <ac:chgData name="" userId="" providerId="" clId="Web-{57FA6384-6D64-4017-8C8D-103F9B22F9B7}" dt="2026-10-23T12:15:20.199" v="0" actId="34807"/>
          <ac:spMkLst>
            <pc:docMk/>
            <pc:sldMk cId="2111836025" sldId="8359"/>
            <ac:spMk id="7217" creationId="{D91CC9EF-F956-89DB-A325-EAE1384CD2D6}"/>
          </ac:spMkLst>
        </pc:spChg>
        <pc:spChg chg="mod">
          <ac:chgData name="" userId="" providerId="" clId="Web-{57FA6384-6D64-4017-8C8D-103F9B22F9B7}" dt="2026-10-23T13:01:01.345" v="74" actId="34807"/>
          <ac:spMkLst>
            <pc:docMk/>
            <pc:sldMk cId="2111836025" sldId="8359"/>
            <ac:spMk id="17467" creationId="{C4893E5F-6F6B-4772-649C-44A5F6FB1E51}"/>
          </ac:spMkLst>
        </pc:spChg>
        <pc:spChg chg="mod">
          <ac:chgData name="" userId="" providerId="" clId="Web-{57FA6384-6D64-4017-8C8D-103F9B22F9B7}" dt="2026-10-23T12:15:20.199" v="0" actId="34807"/>
          <ac:spMkLst>
            <pc:docMk/>
            <pc:sldMk cId="2111836025" sldId="8359"/>
            <ac:spMk id="17474" creationId="{D79BC93D-316F-8964-F76C-B1462DCBBE97}"/>
          </ac:spMkLst>
        </pc:spChg>
        <pc:spChg chg="mod">
          <ac:chgData name="" userId="" providerId="" clId="Web-{57FA6384-6D64-4017-8C8D-103F9B22F9B7}" dt="2026-10-23T13:01:01.345" v="74" actId="34807"/>
          <ac:spMkLst>
            <pc:docMk/>
            <pc:sldMk cId="2111836025" sldId="8359"/>
            <ac:spMk id="17479" creationId="{034529E3-28B0-0702-7A79-2CFBE71B2063}"/>
          </ac:spMkLst>
        </pc:spChg>
        <pc:spChg chg="mod">
          <ac:chgData name="" userId="" providerId="" clId="Web-{57FA6384-6D64-4017-8C8D-103F9B22F9B7}" dt="2026-10-23T12:15:20.199" v="0" actId="34807"/>
          <ac:spMkLst>
            <pc:docMk/>
            <pc:sldMk cId="2111836025" sldId="8359"/>
            <ac:spMk id="17764" creationId="{C13CB2A0-A4B3-4070-DC50-B3BB5E587B80}"/>
          </ac:spMkLst>
        </pc:spChg>
        <pc:spChg chg="mod">
          <ac:chgData name="" userId="" providerId="" clId="Web-{57FA6384-6D64-4017-8C8D-103F9B22F9B7}" dt="2026-10-23T12:15:54.450" v="1" actId="34807"/>
          <ac:spMkLst>
            <pc:docMk/>
            <pc:sldMk cId="2111836025" sldId="8359"/>
            <ac:spMk id="17789" creationId="{602241AD-728D-7448-DE95-97ECAD622B83}"/>
          </ac:spMkLst>
        </pc:spChg>
      </pc:sldChg>
      <pc:sldChg chg="modSp modNotesTx">
        <pc:chgData name="" userId="" providerId="" clId="Web-{57FA6384-6D64-4017-8C8D-103F9B22F9B7}" dt="2026-10-23T13:01:01.345" v="74" actId="34807"/>
        <pc:sldMkLst>
          <pc:docMk/>
          <pc:sldMk cId="1389944548" sldId="8597"/>
        </pc:sldMkLst>
        <pc:spChg chg="mod">
          <ac:chgData name="" userId="" providerId="" clId="Web-{57FA6384-6D64-4017-8C8D-103F9B22F9B7}" dt="2026-10-23T12:15:20.199" v="0" actId="34807"/>
          <ac:spMkLst>
            <pc:docMk/>
            <pc:sldMk cId="1389944548" sldId="8597"/>
            <ac:spMk id="7607" creationId="{00D26531-89CB-B78A-27ED-C3166058377E}"/>
          </ac:spMkLst>
        </pc:spChg>
        <pc:spChg chg="mod">
          <ac:chgData name="" userId="" providerId="" clId="Web-{57FA6384-6D64-4017-8C8D-103F9B22F9B7}" dt="2026-10-23T12:15:20.199" v="0" actId="34807"/>
          <ac:spMkLst>
            <pc:docMk/>
            <pc:sldMk cId="1389944548" sldId="8597"/>
            <ac:spMk id="7707" creationId="{881117F4-1472-3EF8-A036-2E4CE497547C}"/>
          </ac:spMkLst>
        </pc:spChg>
        <pc:spChg chg="mod">
          <ac:chgData name="" userId="" providerId="" clId="Web-{57FA6384-6D64-4017-8C8D-103F9B22F9B7}" dt="2026-10-23T13:01:01.345" v="74" actId="34807"/>
          <ac:spMkLst>
            <pc:docMk/>
            <pc:sldMk cId="1389944548" sldId="8597"/>
            <ac:spMk id="18207" creationId="{657E5DDC-4B0D-B637-7221-983982A3337D}"/>
          </ac:spMkLst>
        </pc:spChg>
        <pc:spChg chg="mod">
          <ac:chgData name="" userId="" providerId="" clId="Web-{57FA6384-6D64-4017-8C8D-103F9B22F9B7}" dt="2026-10-23T12:15:20.199" v="0" actId="34807"/>
          <ac:spMkLst>
            <pc:docMk/>
            <pc:sldMk cId="1389944548" sldId="8597"/>
            <ac:spMk id="18215" creationId="{2A4F11D3-682F-028C-3E6A-895FF4356CCB}"/>
          </ac:spMkLst>
        </pc:spChg>
        <pc:spChg chg="mod">
          <ac:chgData name="" userId="" providerId="" clId="Web-{57FA6384-6D64-4017-8C8D-103F9B22F9B7}" dt="2026-10-23T13:01:01.345" v="74" actId="34807"/>
          <ac:spMkLst>
            <pc:docMk/>
            <pc:sldMk cId="1389944548" sldId="8597"/>
            <ac:spMk id="18221" creationId="{53AFFE88-4BB7-4646-8A33-F0F2FC0FCB07}"/>
          </ac:spMkLst>
        </pc:spChg>
        <pc:spChg chg="mod">
          <ac:chgData name="" userId="" providerId="" clId="Web-{57FA6384-6D64-4017-8C8D-103F9B22F9B7}" dt="2026-10-23T13:01:01.345" v="74" actId="34807"/>
          <ac:spMkLst>
            <pc:docMk/>
            <pc:sldMk cId="1389944548" sldId="8597"/>
            <ac:spMk id="18228" creationId="{F701667E-0E2D-658D-CDD4-37C9611EAF1F}"/>
          </ac:spMkLst>
        </pc:spChg>
      </pc:sldChg>
      <pc:sldChg chg="modSp modNotesTx">
        <pc:chgData name="" userId="" providerId="" clId="Web-{57FA6384-6D64-4017-8C8D-103F9B22F9B7}" dt="2026-10-23T13:01:01.345" v="74" actId="34807"/>
        <pc:sldMkLst>
          <pc:docMk/>
          <pc:sldMk cId="441665647" sldId="8836"/>
        </pc:sldMkLst>
        <pc:spChg chg="mod">
          <ac:chgData name="" userId="" providerId="" clId="Web-{57FA6384-6D64-4017-8C8D-103F9B22F9B7}" dt="2026-10-23T12:15:20.199" v="0" actId="34807"/>
          <ac:spMkLst>
            <pc:docMk/>
            <pc:sldMk cId="441665647" sldId="8836"/>
            <ac:spMk id="8117" creationId="{0BFBB1D0-BD60-8452-3F63-3F57C3947838}"/>
          </ac:spMkLst>
        </pc:spChg>
        <pc:spChg chg="mod">
          <ac:chgData name="" userId="" providerId="" clId="Web-{57FA6384-6D64-4017-8C8D-103F9B22F9B7}" dt="2026-10-23T12:15:20.199" v="0" actId="34807"/>
          <ac:spMkLst>
            <pc:docMk/>
            <pc:sldMk cId="441665647" sldId="8836"/>
            <ac:spMk id="8222" creationId="{27FCFD72-3A25-48B2-4F99-A8842F9F66B6}"/>
          </ac:spMkLst>
        </pc:spChg>
        <pc:spChg chg="mod">
          <ac:chgData name="" userId="" providerId="" clId="Web-{57FA6384-6D64-4017-8C8D-103F9B22F9B7}" dt="2026-10-23T13:01:01.345" v="74" actId="34807"/>
          <ac:spMkLst>
            <pc:docMk/>
            <pc:sldMk cId="441665647" sldId="8836"/>
            <ac:spMk id="18234" creationId="{9D12C0F8-7ADB-4C55-EFF1-93C163F9D0F7}"/>
          </ac:spMkLst>
        </pc:spChg>
        <pc:spChg chg="mod">
          <ac:chgData name="" userId="" providerId="" clId="Web-{57FA6384-6D64-4017-8C8D-103F9B22F9B7}" dt="2026-10-23T12:15:54.450" v="1" actId="34807"/>
          <ac:spMkLst>
            <pc:docMk/>
            <pc:sldMk cId="441665647" sldId="8836"/>
            <ac:spMk id="18606" creationId="{8B3B57AD-D226-4A5E-5767-9286908ADA5E}"/>
          </ac:spMkLst>
        </pc:spChg>
      </pc:sldChg>
      <pc:sldChg chg="modSp modNotesTx">
        <pc:chgData name="" userId="" providerId="" clId="Web-{57FA6384-6D64-4017-8C8D-103F9B22F9B7}" dt="2026-10-23T13:01:01.345" v="74" actId="34807"/>
        <pc:sldMkLst>
          <pc:docMk/>
          <pc:sldMk cId="846757930" sldId="9076"/>
        </pc:sldMkLst>
        <pc:spChg chg="mod">
          <ac:chgData name="" userId="" providerId="" clId="Web-{57FA6384-6D64-4017-8C8D-103F9B22F9B7}" dt="2026-10-23T12:15:20.199" v="0" actId="34807"/>
          <ac:spMkLst>
            <pc:docMk/>
            <pc:sldMk cId="846757930" sldId="9076"/>
            <ac:spMk id="8652" creationId="{C300E65F-C14B-725D-0ECA-0229755E559B}"/>
          </ac:spMkLst>
        </pc:spChg>
        <pc:spChg chg="mod">
          <ac:chgData name="" userId="" providerId="" clId="Web-{57FA6384-6D64-4017-8C8D-103F9B22F9B7}" dt="2026-10-23T12:15:20.199" v="0" actId="34807"/>
          <ac:spMkLst>
            <pc:docMk/>
            <pc:sldMk cId="846757930" sldId="9076"/>
            <ac:spMk id="8762" creationId="{DA32A1F5-074C-B59E-7F11-231D61521CDF}"/>
          </ac:spMkLst>
        </pc:spChg>
        <pc:spChg chg="mod">
          <ac:chgData name="" userId="" providerId="" clId="Web-{57FA6384-6D64-4017-8C8D-103F9B22F9B7}" dt="2026-10-23T13:01:01.345" v="74" actId="34807"/>
          <ac:spMkLst>
            <pc:docMk/>
            <pc:sldMk cId="846757930" sldId="9076"/>
            <ac:spMk id="18607" creationId="{D2240779-CB1C-5197-3408-803C7D0D3016}"/>
          </ac:spMkLst>
        </pc:spChg>
        <pc:spChg chg="mod">
          <ac:chgData name="" userId="" providerId="" clId="Web-{57FA6384-6D64-4017-8C8D-103F9B22F9B7}" dt="2026-10-23T13:01:01.345" v="74" actId="34807"/>
          <ac:spMkLst>
            <pc:docMk/>
            <pc:sldMk cId="846757930" sldId="9076"/>
            <ac:spMk id="18609" creationId="{10FE35C8-AE7B-D02F-F40C-949550B3AF78}"/>
          </ac:spMkLst>
        </pc:spChg>
      </pc:sldChg>
      <pc:sldChg chg="modSp modNotesTx">
        <pc:chgData name="" userId="" providerId="" clId="Web-{57FA6384-6D64-4017-8C8D-103F9B22F9B7}" dt="2026-10-23T13:01:01.345" v="74" actId="34807"/>
        <pc:sldMkLst>
          <pc:docMk/>
          <pc:sldMk cId="3458264873" sldId="9317"/>
        </pc:sldMkLst>
        <pc:spChg chg="mod">
          <ac:chgData name="" userId="" providerId="" clId="Web-{57FA6384-6D64-4017-8C8D-103F9B22F9B7}" dt="2026-10-23T12:15:20.199" v="0" actId="34807"/>
          <ac:spMkLst>
            <pc:docMk/>
            <pc:sldMk cId="3458264873" sldId="9317"/>
            <ac:spMk id="9212" creationId="{9917A966-5C88-90A9-1991-61B8EFEC164D}"/>
          </ac:spMkLst>
        </pc:spChg>
        <pc:spChg chg="mod">
          <ac:chgData name="" userId="" providerId="" clId="Web-{57FA6384-6D64-4017-8C8D-103F9B22F9B7}" dt="2026-10-23T12:15:20.199" v="0" actId="34807"/>
          <ac:spMkLst>
            <pc:docMk/>
            <pc:sldMk cId="3458264873" sldId="9317"/>
            <ac:spMk id="9327" creationId="{812A3985-76B1-E1C4-8EC8-B68E88D7FF65}"/>
          </ac:spMkLst>
        </pc:spChg>
        <pc:spChg chg="mod">
          <ac:chgData name="" userId="" providerId="" clId="Web-{57FA6384-6D64-4017-8C8D-103F9B22F9B7}" dt="2026-10-23T12:15:20.199" v="0" actId="34807"/>
          <ac:spMkLst>
            <pc:docMk/>
            <pc:sldMk cId="3458264873" sldId="9317"/>
            <ac:spMk id="19095" creationId="{C19DA5F2-5FCD-0F3A-0620-2D3FAF92A90F}"/>
          </ac:spMkLst>
        </pc:spChg>
        <pc:spChg chg="mod">
          <ac:chgData name="" userId="" providerId="" clId="Web-{57FA6384-6D64-4017-8C8D-103F9B22F9B7}" dt="2026-10-23T12:15:20.199" v="0" actId="34807"/>
          <ac:spMkLst>
            <pc:docMk/>
            <pc:sldMk cId="3458264873" sldId="9317"/>
            <ac:spMk id="19104" creationId="{6B736E6C-626B-34AB-203F-C11A5ADB9B25}"/>
          </ac:spMkLst>
        </pc:spChg>
        <pc:spChg chg="mod">
          <ac:chgData name="" userId="" providerId="" clId="Web-{57FA6384-6D64-4017-8C8D-103F9B22F9B7}" dt="2026-10-23T12:15:20.199" v="0" actId="34807"/>
          <ac:spMkLst>
            <pc:docMk/>
            <pc:sldMk cId="3458264873" sldId="9317"/>
            <ac:spMk id="19114" creationId="{E8A92738-0F0F-F7E0-647C-2EF1A29D7842}"/>
          </ac:spMkLst>
        </pc:spChg>
        <pc:spChg chg="mod">
          <ac:chgData name="" userId="" providerId="" clId="Web-{57FA6384-6D64-4017-8C8D-103F9B22F9B7}" dt="2026-10-23T12:15:20.199" v="0" actId="34807"/>
          <ac:spMkLst>
            <pc:docMk/>
            <pc:sldMk cId="3458264873" sldId="9317"/>
            <ac:spMk id="19137" creationId="{12FA20AE-9098-7529-8216-460215209768}"/>
          </ac:spMkLst>
        </pc:spChg>
        <pc:spChg chg="mod">
          <ac:chgData name="" userId="" providerId="" clId="Web-{57FA6384-6D64-4017-8C8D-103F9B22F9B7}" dt="2026-10-23T12:15:20.199" v="0" actId="34807"/>
          <ac:spMkLst>
            <pc:docMk/>
            <pc:sldMk cId="3458264873" sldId="9317"/>
            <ac:spMk id="19150" creationId="{0CAB42F5-C63A-30D1-121D-9370F24D9E45}"/>
          </ac:spMkLst>
        </pc:spChg>
        <pc:spChg chg="mod">
          <ac:chgData name="" userId="" providerId="" clId="Web-{57FA6384-6D64-4017-8C8D-103F9B22F9B7}" dt="2026-10-23T12:15:20.199" v="0" actId="34807"/>
          <ac:spMkLst>
            <pc:docMk/>
            <pc:sldMk cId="3458264873" sldId="9317"/>
            <ac:spMk id="19164" creationId="{F8C1A587-FED3-D985-645C-69B48107A1E1}"/>
          </ac:spMkLst>
        </pc:spChg>
        <pc:spChg chg="mod">
          <ac:chgData name="" userId="" providerId="" clId="Web-{57FA6384-6D64-4017-8C8D-103F9B22F9B7}" dt="2026-10-23T13:01:01.345" v="74" actId="34807"/>
          <ac:spMkLst>
            <pc:docMk/>
            <pc:sldMk cId="3458264873" sldId="9317"/>
            <ac:spMk id="19249" creationId="{5D81B813-BC0D-2722-1CFF-2144D50DA2BF}"/>
          </ac:spMkLst>
        </pc:spChg>
      </pc:sldChg>
      <pc:sldChg chg="modSp modNotesTx">
        <pc:chgData name="" userId="" providerId="" clId="Web-{57FA6384-6D64-4017-8C8D-103F9B22F9B7}" dt="2026-10-23T13:01:01.345" v="74" actId="34807"/>
        <pc:sldMkLst>
          <pc:docMk/>
          <pc:sldMk cId="3232808632" sldId="9559"/>
        </pc:sldMkLst>
        <pc:spChg chg="mod">
          <ac:chgData name="" userId="" providerId="" clId="Web-{57FA6384-6D64-4017-8C8D-103F9B22F9B7}" dt="2026-10-23T12:15:20.199" v="0" actId="34807"/>
          <ac:spMkLst>
            <pc:docMk/>
            <pc:sldMk cId="3232808632" sldId="9559"/>
            <ac:spMk id="9797" creationId="{6A145055-0724-4938-F063-A72CE7A0FCAC}"/>
          </ac:spMkLst>
        </pc:spChg>
        <pc:spChg chg="mod">
          <ac:chgData name="" userId="" providerId="" clId="Web-{57FA6384-6D64-4017-8C8D-103F9B22F9B7}" dt="2026-10-23T12:15:20.199" v="0" actId="34807"/>
          <ac:spMkLst>
            <pc:docMk/>
            <pc:sldMk cId="3232808632" sldId="9559"/>
            <ac:spMk id="9917" creationId="{2A774DE9-E1B2-DF83-BE18-96D3F56CBFA9}"/>
          </ac:spMkLst>
        </pc:spChg>
        <pc:spChg chg="mod">
          <ac:chgData name="" userId="" providerId="" clId="Web-{57FA6384-6D64-4017-8C8D-103F9B22F9B7}" dt="2026-10-23T12:15:54.450" v="1" actId="34807"/>
          <ac:spMkLst>
            <pc:docMk/>
            <pc:sldMk cId="3232808632" sldId="9559"/>
            <ac:spMk id="19252" creationId="{B6A47C35-1C74-D902-BC8F-091B0EC4453C}"/>
          </ac:spMkLst>
        </pc:spChg>
        <pc:spChg chg="mod">
          <ac:chgData name="" userId="" providerId="" clId="Web-{57FA6384-6D64-4017-8C8D-103F9B22F9B7}" dt="2026-10-23T13:01:01.345" v="74" actId="34807"/>
          <ac:spMkLst>
            <pc:docMk/>
            <pc:sldMk cId="3232808632" sldId="9559"/>
            <ac:spMk id="19627" creationId="{40AC01A9-A1FA-D7F0-295B-373CD7FF32E7}"/>
          </ac:spMkLst>
        </pc:spChg>
      </pc:sldChg>
      <pc:sldChg chg="modSp modNotesTx">
        <pc:chgData name="" userId="" providerId="" clId="Web-{57FA6384-6D64-4017-8C8D-103F9B22F9B7}" dt="2026-10-23T13:01:01.345" v="74" actId="34807"/>
        <pc:sldMkLst>
          <pc:docMk/>
          <pc:sldMk cId="3812960141" sldId="9802"/>
        </pc:sldMkLst>
        <pc:spChg chg="mod">
          <ac:chgData name="" userId="" providerId="" clId="Web-{57FA6384-6D64-4017-8C8D-103F9B22F9B7}" dt="2026-10-23T12:15:20.199" v="0" actId="34807"/>
          <ac:spMkLst>
            <pc:docMk/>
            <pc:sldMk cId="3812960141" sldId="9802"/>
            <ac:spMk id="10407" creationId="{E3622834-BC61-11F8-F6FA-868C3444FA65}"/>
          </ac:spMkLst>
        </pc:spChg>
        <pc:spChg chg="mod">
          <ac:chgData name="" userId="" providerId="" clId="Web-{57FA6384-6D64-4017-8C8D-103F9B22F9B7}" dt="2026-10-23T12:15:20.199" v="0" actId="34807"/>
          <ac:spMkLst>
            <pc:docMk/>
            <pc:sldMk cId="3812960141" sldId="9802"/>
            <ac:spMk id="10532" creationId="{13D3F6C5-AA68-0AF5-B799-336E4E077014}"/>
          </ac:spMkLst>
        </pc:spChg>
        <pc:spChg chg="mod">
          <ac:chgData name="" userId="" providerId="" clId="Web-{57FA6384-6D64-4017-8C8D-103F9B22F9B7}" dt="2026-10-23T13:01:01.345" v="74" actId="34807"/>
          <ac:spMkLst>
            <pc:docMk/>
            <pc:sldMk cId="3812960141" sldId="9802"/>
            <ac:spMk id="21792" creationId="{F127769D-63BA-57B7-DFE3-C4CE0E4D7532}"/>
          </ac:spMkLst>
        </pc:spChg>
        <pc:spChg chg="mod">
          <ac:chgData name="" userId="" providerId="" clId="Web-{57FA6384-6D64-4017-8C8D-103F9B22F9B7}" dt="2026-10-23T12:15:54.450" v="1" actId="34807"/>
          <ac:spMkLst>
            <pc:docMk/>
            <pc:sldMk cId="3812960141" sldId="9802"/>
            <ac:spMk id="21807" creationId="{46D834C5-63B4-1D2D-C25A-05DAC101E8AD}"/>
          </ac:spMkLst>
        </pc:spChg>
        <pc:spChg chg="mod">
          <ac:chgData name="" userId="" providerId="" clId="Web-{57FA6384-6D64-4017-8C8D-103F9B22F9B7}" dt="2026-10-23T13:01:01.345" v="74" actId="34807"/>
          <ac:spMkLst>
            <pc:docMk/>
            <pc:sldMk cId="3812960141" sldId="9802"/>
            <ac:spMk id="21877" creationId="{C917BB38-A0F6-4171-C58E-D77181B70929}"/>
          </ac:spMkLst>
        </pc:spChg>
        <pc:spChg chg="mod">
          <ac:chgData name="" userId="" providerId="" clId="Web-{57FA6384-6D64-4017-8C8D-103F9B22F9B7}" dt="2026-10-23T12:15:20.199" v="0" actId="34807"/>
          <ac:spMkLst>
            <pc:docMk/>
            <pc:sldMk cId="3812960141" sldId="9802"/>
            <ac:spMk id="21897" creationId="{B95AFF75-D9A2-8336-A8E6-5C1EC4789406}"/>
          </ac:spMkLst>
        </pc:spChg>
        <pc:spChg chg="mod">
          <ac:chgData name="" userId="" providerId="" clId="Web-{57FA6384-6D64-4017-8C8D-103F9B22F9B7}" dt="2026-10-23T13:01:01.345" v="74" actId="34807"/>
          <ac:spMkLst>
            <pc:docMk/>
            <pc:sldMk cId="3812960141" sldId="9802"/>
            <ac:spMk id="21940" creationId="{EF62D3F8-F42C-DD96-E5A3-817BA2B7FF50}"/>
          </ac:spMkLst>
        </pc:spChg>
        <pc:spChg chg="mod">
          <ac:chgData name="" userId="" providerId="" clId="Web-{57FA6384-6D64-4017-8C8D-103F9B22F9B7}" dt="2026-10-23T12:15:54.450" v="1" actId="34807"/>
          <ac:spMkLst>
            <pc:docMk/>
            <pc:sldMk cId="3812960141" sldId="9802"/>
            <ac:spMk id="21963" creationId="{C1F4DAEF-5DAE-6F36-ACDB-B94C5FE37A14}"/>
          </ac:spMkLst>
        </pc:spChg>
      </pc:sldChg>
      <pc:sldChg chg="modSp modNotesTx">
        <pc:chgData name="" userId="" providerId="" clId="Web-{57FA6384-6D64-4017-8C8D-103F9B22F9B7}" dt="2026-10-23T12:16:23.889" v="4" actId="34807"/>
        <pc:sldMkLst>
          <pc:docMk/>
          <pc:sldMk cId="1844880558" sldId="10046"/>
        </pc:sldMkLst>
        <pc:spChg chg="mod">
          <ac:chgData name="" userId="" providerId="" clId="Web-{57FA6384-6D64-4017-8C8D-103F9B22F9B7}" dt="2026-10-23T12:15:20.199" v="0" actId="34807"/>
          <ac:spMkLst>
            <pc:docMk/>
            <pc:sldMk cId="1844880558" sldId="10046"/>
            <ac:spMk id="11042" creationId="{11DF9438-18C4-3F33-A335-44A683000E62}"/>
          </ac:spMkLst>
        </pc:spChg>
        <pc:spChg chg="mod">
          <ac:chgData name="" userId="" providerId="" clId="Web-{57FA6384-6D64-4017-8C8D-103F9B22F9B7}" dt="2026-10-23T12:15:20.199" v="0" actId="34807"/>
          <ac:spMkLst>
            <pc:docMk/>
            <pc:sldMk cId="1844880558" sldId="10046"/>
            <ac:spMk id="11172" creationId="{AAC4D1CF-E4D0-C939-9546-3EEDE0E1503A}"/>
          </ac:spMkLst>
        </pc:spChg>
        <pc:spChg chg="mod">
          <ac:chgData name="" userId="" providerId="" clId="Web-{57FA6384-6D64-4017-8C8D-103F9B22F9B7}" dt="2026-10-23T12:15:54.450" v="1" actId="34807"/>
          <ac:spMkLst>
            <pc:docMk/>
            <pc:sldMk cId="1844880558" sldId="10046"/>
            <ac:spMk id="19908" creationId="{AB6678F4-605A-6CAA-ED71-F42CE271DA30}"/>
          </ac:spMkLst>
        </pc:spChg>
      </pc:sldChg>
      <pc:sldChg chg="modSp modNotesTx">
        <pc:chgData name="" userId="" providerId="" clId="Web-{57FA6384-6D64-4017-8C8D-103F9B22F9B7}" dt="2026-10-23T13:01:01.345" v="74" actId="34807"/>
        <pc:sldMkLst>
          <pc:docMk/>
          <pc:sldMk cId="393294588" sldId="10291"/>
        </pc:sldMkLst>
        <pc:spChg chg="mod">
          <ac:chgData name="" userId="" providerId="" clId="Web-{57FA6384-6D64-4017-8C8D-103F9B22F9B7}" dt="2026-10-23T12:15:20.199" v="0" actId="34807"/>
          <ac:spMkLst>
            <pc:docMk/>
            <pc:sldMk cId="393294588" sldId="10291"/>
            <ac:spMk id="11702" creationId="{C12A29C5-2D61-6846-24C5-0B6B527B4C03}"/>
          </ac:spMkLst>
        </pc:spChg>
        <pc:spChg chg="mod">
          <ac:chgData name="" userId="" providerId="" clId="Web-{57FA6384-6D64-4017-8C8D-103F9B22F9B7}" dt="2026-10-23T12:15:20.199" v="0" actId="34807"/>
          <ac:spMkLst>
            <pc:docMk/>
            <pc:sldMk cId="393294588" sldId="10291"/>
            <ac:spMk id="11837" creationId="{441FCFF6-D1AB-978F-7CE4-21315F12D68C}"/>
          </ac:spMkLst>
        </pc:spChg>
        <pc:spChg chg="mod">
          <ac:chgData name="" userId="" providerId="" clId="Web-{57FA6384-6D64-4017-8C8D-103F9B22F9B7}" dt="2026-10-23T12:15:54.450" v="1" actId="34807"/>
          <ac:spMkLst>
            <pc:docMk/>
            <pc:sldMk cId="393294588" sldId="10291"/>
            <ac:spMk id="20476" creationId="{3453274B-E1CC-98E2-F011-E40B86A3AE82}"/>
          </ac:spMkLst>
        </pc:spChg>
        <pc:spChg chg="mod">
          <ac:chgData name="" userId="" providerId="" clId="Web-{57FA6384-6D64-4017-8C8D-103F9B22F9B7}" dt="2026-10-23T12:15:54.450" v="1" actId="34807"/>
          <ac:spMkLst>
            <pc:docMk/>
            <pc:sldMk cId="393294588" sldId="10291"/>
            <ac:spMk id="20493" creationId="{3D8DA844-3DBE-ED5F-42DD-37640EAA59C2}"/>
          </ac:spMkLst>
        </pc:spChg>
        <pc:spChg chg="mod">
          <ac:chgData name="" userId="" providerId="" clId="Web-{57FA6384-6D64-4017-8C8D-103F9B22F9B7}" dt="2026-10-23T13:01:01.345" v="74" actId="34807"/>
          <ac:spMkLst>
            <pc:docMk/>
            <pc:sldMk cId="393294588" sldId="10291"/>
            <ac:spMk id="20511" creationId="{349BC516-00F6-6B22-EE1D-92C023885882}"/>
          </ac:spMkLst>
        </pc:spChg>
        <pc:spChg chg="mod">
          <ac:chgData name="" userId="" providerId="" clId="Web-{57FA6384-6D64-4017-8C8D-103F9B22F9B7}" dt="2026-10-23T12:15:54.450" v="1" actId="34807"/>
          <ac:spMkLst>
            <pc:docMk/>
            <pc:sldMk cId="393294588" sldId="10291"/>
            <ac:spMk id="20616" creationId="{BF534471-1B70-EA3F-7541-9F227EF3F426}"/>
          </ac:spMkLst>
        </pc:spChg>
        <pc:spChg chg="mod">
          <ac:chgData name="" userId="" providerId="" clId="Web-{57FA6384-6D64-4017-8C8D-103F9B22F9B7}" dt="2026-10-23T13:01:01.345" v="74" actId="34807"/>
          <ac:spMkLst>
            <pc:docMk/>
            <pc:sldMk cId="393294588" sldId="10291"/>
            <ac:spMk id="20665" creationId="{5EFAE9E9-2493-E122-D313-DA03A6656261}"/>
          </ac:spMkLst>
        </pc:spChg>
        <pc:spChg chg="mod">
          <ac:chgData name="" userId="" providerId="" clId="Web-{57FA6384-6D64-4017-8C8D-103F9B22F9B7}" dt="2026-10-23T13:01:01.345" v="74" actId="34807"/>
          <ac:spMkLst>
            <pc:docMk/>
            <pc:sldMk cId="393294588" sldId="10291"/>
            <ac:spMk id="21687" creationId="{11F9F6B1-929E-0AE5-6DA1-D5D5D9618710}"/>
          </ac:spMkLst>
        </pc:spChg>
      </pc:sldChg>
      <pc:sldChg chg="addSp delSp modSp">
        <pc:chgData name="" userId="" providerId="" clId="Web-{57FA6384-6D64-4017-8C8D-103F9B22F9B7}" dt="2026-10-23T13:00:51.251" v="73" actId="34807"/>
        <pc:sldMkLst>
          <pc:docMk/>
          <pc:sldMk cId="37000430" sldId="10492"/>
        </pc:sldMkLst>
        <pc:spChg chg="del">
          <ac:chgData name="" userId="" providerId="" clId="Web-{57FA6384-6D64-4017-8C8D-103F9B22F9B7}" dt="2026-10-23T13:00:51.251" v="73" actId="34807"/>
          <ac:spMkLst>
            <pc:docMk/>
            <pc:sldMk cId="37000430" sldId="10492"/>
            <ac:spMk id="26328" creationId="{2CD312DA-E631-B122-1DD9-6A0EBE27A3C3}"/>
          </ac:spMkLst>
        </pc:spChg>
        <pc:spChg chg="del">
          <ac:chgData name="" userId="" providerId="" clId="Web-{57FA6384-6D64-4017-8C8D-103F9B22F9B7}" dt="2026-10-23T13:00:51.251" v="73" actId="34807"/>
          <ac:spMkLst>
            <pc:docMk/>
            <pc:sldMk cId="37000430" sldId="10492"/>
            <ac:spMk id="26337" creationId="{18C9B547-0F21-C584-D246-D8189DACA38D}"/>
          </ac:spMkLst>
        </pc:spChg>
        <pc:spChg chg="del">
          <ac:chgData name="" userId="" providerId="" clId="Web-{57FA6384-6D64-4017-8C8D-103F9B22F9B7}" dt="2026-10-23T13:00:51.251" v="73" actId="34807"/>
          <ac:spMkLst>
            <pc:docMk/>
            <pc:sldMk cId="37000430" sldId="10492"/>
            <ac:spMk id="26363" creationId="{85AE8FDE-EB12-723D-28DE-21ACC111025C}"/>
          </ac:spMkLst>
        </pc:spChg>
        <pc:spChg chg="del">
          <ac:chgData name="" userId="" providerId="" clId="Web-{57FA6384-6D64-4017-8C8D-103F9B22F9B7}" dt="2026-10-23T13:00:51.251" v="73" actId="34807"/>
          <ac:spMkLst>
            <pc:docMk/>
            <pc:sldMk cId="37000430" sldId="10492"/>
            <ac:spMk id="26382" creationId="{64BEC373-8FC9-BB90-AAAE-C686A5AF4389}"/>
          </ac:spMkLst>
        </pc:spChg>
        <pc:spChg chg="del">
          <ac:chgData name="" userId="" providerId="" clId="Web-{57FA6384-6D64-4017-8C8D-103F9B22F9B7}" dt="2026-10-23T13:00:51.251" v="73" actId="34807"/>
          <ac:spMkLst>
            <pc:docMk/>
            <pc:sldMk cId="37000430" sldId="10492"/>
            <ac:spMk id="26393" creationId="{70171F36-82B9-28B0-9B86-92234384B1EA}"/>
          </ac:spMkLst>
        </pc:spChg>
        <pc:spChg chg="del">
          <ac:chgData name="" userId="" providerId="" clId="Web-{57FA6384-6D64-4017-8C8D-103F9B22F9B7}" dt="2026-10-23T13:00:51.251" v="73" actId="34807"/>
          <ac:spMkLst>
            <pc:docMk/>
            <pc:sldMk cId="37000430" sldId="10492"/>
            <ac:spMk id="26405" creationId="{27F614B1-E5A0-EF31-9F30-8EF91B61C288}"/>
          </ac:spMkLst>
        </pc:spChg>
        <pc:spChg chg="del">
          <ac:chgData name="" userId="" providerId="" clId="Web-{57FA6384-6D64-4017-8C8D-103F9B22F9B7}" dt="2026-10-23T13:00:51.251" v="73" actId="34807"/>
          <ac:spMkLst>
            <pc:docMk/>
            <pc:sldMk cId="37000430" sldId="10492"/>
            <ac:spMk id="28147" creationId="{BB261724-A10C-89DE-23F0-F6D39DC89F8F}"/>
          </ac:spMkLst>
        </pc:spChg>
        <pc:spChg chg="del">
          <ac:chgData name="" userId="" providerId="" clId="Web-{57FA6384-6D64-4017-8C8D-103F9B22F9B7}" dt="2026-10-23T13:00:51.251" v="73" actId="34807"/>
          <ac:spMkLst>
            <pc:docMk/>
            <pc:sldMk cId="37000430" sldId="10492"/>
            <ac:spMk id="28150" creationId="{4B7267B9-F59B-4FFF-4FA7-D48CE8C64591}"/>
          </ac:spMkLst>
        </pc:spChg>
        <pc:spChg chg="del">
          <ac:chgData name="" userId="" providerId="" clId="Web-{57FA6384-6D64-4017-8C8D-103F9B22F9B7}" dt="2026-10-23T13:00:51.251" v="73" actId="34807"/>
          <ac:spMkLst>
            <pc:docMk/>
            <pc:sldMk cId="37000430" sldId="10492"/>
            <ac:spMk id="28154" creationId="{A9D76F4B-2356-C4EA-69D2-21D821E3DBC2}"/>
          </ac:spMkLst>
        </pc:spChg>
        <pc:spChg chg="del">
          <ac:chgData name="" userId="" providerId="" clId="Web-{57FA6384-6D64-4017-8C8D-103F9B22F9B7}" dt="2026-10-23T12:21:59.742" v="6" actId="34807"/>
          <ac:spMkLst>
            <pc:docMk/>
            <pc:sldMk cId="37000430" sldId="10492"/>
            <ac:spMk id="28165" creationId="{67E5CBB2-3D38-01CE-2D16-62FFCAF77AB0}"/>
          </ac:spMkLst>
        </pc:spChg>
        <pc:spChg chg="del">
          <ac:chgData name="" userId="" providerId="" clId="Web-{57FA6384-6D64-4017-8C8D-103F9B22F9B7}" dt="2026-10-23T12:21:59.742" v="6" actId="34807"/>
          <ac:spMkLst>
            <pc:docMk/>
            <pc:sldMk cId="37000430" sldId="10492"/>
            <ac:spMk id="28172" creationId="{D1464F25-4BB7-B1F3-7A3B-8F6832F9155B}"/>
          </ac:spMkLst>
        </pc:spChg>
        <pc:spChg chg="add mod">
          <ac:chgData name="" userId="" providerId="" clId="Web-{57FA6384-6D64-4017-8C8D-103F9B22F9B7}" dt="2026-10-23T12:21:58.054" v="5" actId="34807"/>
          <ac:spMkLst>
            <pc:docMk/>
            <pc:sldMk cId="37000430" sldId="10492"/>
            <ac:spMk id="30771" creationId="{5D0610C3-F1A0-7F1E-AD88-0416098A9E16}"/>
          </ac:spMkLst>
        </pc:spChg>
        <pc:spChg chg="add del mod">
          <ac:chgData name="" userId="" providerId="" clId="Web-{57FA6384-6D64-4017-8C8D-103F9B22F9B7}" dt="2026-10-23T13:00:51.251" v="73" actId="34807"/>
          <ac:spMkLst>
            <pc:docMk/>
            <pc:sldMk cId="37000430" sldId="10492"/>
            <ac:spMk id="30773" creationId="{34CE990A-B84B-F5E5-3933-CF120B9E1CDA}"/>
          </ac:spMkLst>
        </pc:spChg>
        <pc:spChg chg="add mod">
          <ac:chgData name="" userId="" providerId="" clId="Web-{57FA6384-6D64-4017-8C8D-103F9B22F9B7}" dt="2026-10-23T13:00:47.657" v="72" actId="34807"/>
          <ac:spMkLst>
            <pc:docMk/>
            <pc:sldMk cId="37000430" sldId="10492"/>
            <ac:spMk id="55954" creationId="{A1BC8B18-EE5C-20F4-418E-4265A14DFBC9}"/>
          </ac:spMkLst>
        </pc:spChg>
        <pc:spChg chg="add mod">
          <ac:chgData name="" userId="" providerId="" clId="Web-{57FA6384-6D64-4017-8C8D-103F9B22F9B7}" dt="2026-10-23T13:00:47.657" v="72" actId="34807"/>
          <ac:spMkLst>
            <pc:docMk/>
            <pc:sldMk cId="37000430" sldId="10492"/>
            <ac:spMk id="56089" creationId="{6B00B373-DE4C-D8F9-14EB-0592670CA482}"/>
          </ac:spMkLst>
        </pc:spChg>
        <pc:spChg chg="add mod">
          <ac:chgData name="" userId="" providerId="" clId="Web-{57FA6384-6D64-4017-8C8D-103F9B22F9B7}" dt="2026-10-23T13:00:47.657" v="72" actId="34807"/>
          <ac:spMkLst>
            <pc:docMk/>
            <pc:sldMk cId="37000430" sldId="10492"/>
            <ac:spMk id="56331" creationId="{15670FB3-0448-30B4-0FAD-F1CEE1D79212}"/>
          </ac:spMkLst>
        </pc:spChg>
        <pc:spChg chg="add mod">
          <ac:chgData name="" userId="" providerId="" clId="Web-{57FA6384-6D64-4017-8C8D-103F9B22F9B7}" dt="2026-10-23T13:00:47.657" v="72" actId="34807"/>
          <ac:spMkLst>
            <pc:docMk/>
            <pc:sldMk cId="37000430" sldId="10492"/>
            <ac:spMk id="56514" creationId="{4A7ABD32-D3EA-303C-7122-A3A62278D4B2}"/>
          </ac:spMkLst>
        </pc:spChg>
        <pc:spChg chg="add mod">
          <ac:chgData name="" userId="" providerId="" clId="Web-{57FA6384-6D64-4017-8C8D-103F9B22F9B7}" dt="2026-10-23T13:00:47.657" v="72" actId="34807"/>
          <ac:spMkLst>
            <pc:docMk/>
            <pc:sldMk cId="37000430" sldId="10492"/>
            <ac:spMk id="56583" creationId="{6D1C6EE0-F174-28FF-6825-DE1D178386ED}"/>
          </ac:spMkLst>
        </pc:spChg>
        <pc:spChg chg="add mod">
          <ac:chgData name="" userId="" providerId="" clId="Web-{57FA6384-6D64-4017-8C8D-103F9B22F9B7}" dt="2026-10-23T13:00:47.657" v="72" actId="34807"/>
          <ac:spMkLst>
            <pc:docMk/>
            <pc:sldMk cId="37000430" sldId="10492"/>
            <ac:spMk id="57493" creationId="{C2C2448A-2131-FC89-AECA-D2A15C7FD84F}"/>
          </ac:spMkLst>
        </pc:spChg>
        <pc:spChg chg="add mod">
          <ac:chgData name="" userId="" providerId="" clId="Web-{57FA6384-6D64-4017-8C8D-103F9B22F9B7}" dt="2026-10-23T13:00:47.657" v="72" actId="34807"/>
          <ac:spMkLst>
            <pc:docMk/>
            <pc:sldMk cId="37000430" sldId="10492"/>
            <ac:spMk id="58098" creationId="{8CA2DE57-A57D-7DCC-DD15-FB5218ACDE5E}"/>
          </ac:spMkLst>
        </pc:spChg>
        <pc:spChg chg="add mod">
          <ac:chgData name="" userId="" providerId="" clId="Web-{57FA6384-6D64-4017-8C8D-103F9B22F9B7}" dt="2026-10-23T13:00:47.657" v="72" actId="34807"/>
          <ac:spMkLst>
            <pc:docMk/>
            <pc:sldMk cId="37000430" sldId="10492"/>
            <ac:spMk id="58231" creationId="{8C7D54F9-CB6F-411E-33F4-A6C2F04009FF}"/>
          </ac:spMkLst>
        </pc:spChg>
        <pc:spChg chg="add mod">
          <ac:chgData name="" userId="" providerId="" clId="Web-{57FA6384-6D64-4017-8C8D-103F9B22F9B7}" dt="2026-10-23T13:00:47.657" v="72" actId="34807"/>
          <ac:spMkLst>
            <pc:docMk/>
            <pc:sldMk cId="37000430" sldId="10492"/>
            <ac:spMk id="58509" creationId="{0C5F958E-0683-2D04-8ED9-5D2D0321F839}"/>
          </ac:spMkLst>
        </pc:spChg>
        <pc:spChg chg="add mod">
          <ac:chgData name="" userId="" providerId="" clId="Web-{57FA6384-6D64-4017-8C8D-103F9B22F9B7}" dt="2026-10-23T13:00:47.657" v="72" actId="34807"/>
          <ac:spMkLst>
            <pc:docMk/>
            <pc:sldMk cId="37000430" sldId="10492"/>
            <ac:spMk id="59869" creationId="{7BAF922C-E212-5B3E-B1EA-FFD16C94A4D5}"/>
          </ac:spMkLst>
        </pc:spChg>
      </pc:sldChg>
      <pc:sldChg chg="modSp">
        <pc:chgData name="" userId="" providerId="" clId="Web-{57FA6384-6D64-4017-8C8D-103F9B22F9B7}" dt="2026-10-23T12:22:11.258" v="7" actId="34807"/>
        <pc:sldMkLst>
          <pc:docMk/>
          <pc:sldMk cId="3436143259" sldId="10694"/>
        </pc:sldMkLst>
        <pc:spChg chg="mod">
          <ac:chgData name="" userId="" providerId="" clId="Web-{57FA6384-6D64-4017-8C8D-103F9B22F9B7}" dt="2026-10-23T12:22:11.258" v="7" actId="34807"/>
          <ac:spMkLst>
            <pc:docMk/>
            <pc:sldMk cId="3436143259" sldId="10694"/>
            <ac:spMk id="29571" creationId="{EBE43A13-3E29-A2B5-EB39-FEA7D82348D1}"/>
          </ac:spMkLst>
        </pc:spChg>
        <pc:spChg chg="mod">
          <ac:chgData name="" userId="" providerId="" clId="Web-{57FA6384-6D64-4017-8C8D-103F9B22F9B7}" dt="2026-10-23T12:22:11.258" v="7" actId="34807"/>
          <ac:spMkLst>
            <pc:docMk/>
            <pc:sldMk cId="3436143259" sldId="10694"/>
            <ac:spMk id="29595" creationId="{92060F2F-76B6-E2FD-8460-5FED3E96A563}"/>
          </ac:spMkLst>
        </pc:spChg>
        <pc:spChg chg="mod">
          <ac:chgData name="" userId="" providerId="" clId="Web-{57FA6384-6D64-4017-8C8D-103F9B22F9B7}" dt="2026-10-23T12:22:11.258" v="7" actId="34807"/>
          <ac:spMkLst>
            <pc:docMk/>
            <pc:sldMk cId="3436143259" sldId="10694"/>
            <ac:spMk id="29628" creationId="{DE06B1F2-C175-8E27-3BC6-6CBDDD83348D}"/>
          </ac:spMkLst>
        </pc:spChg>
        <pc:spChg chg="mod">
          <ac:chgData name="" userId="" providerId="" clId="Web-{57FA6384-6D64-4017-8C8D-103F9B22F9B7}" dt="2026-10-23T12:22:11.258" v="7" actId="34807"/>
          <ac:spMkLst>
            <pc:docMk/>
            <pc:sldMk cId="3436143259" sldId="10694"/>
            <ac:spMk id="29670" creationId="{7E10A2C5-995F-E5E4-F6FA-A582F4CE9D25}"/>
          </ac:spMkLst>
        </pc:spChg>
      </pc:sldChg>
      <pc:sldChg chg="modSp">
        <pc:chgData name="" userId="" providerId="" clId="Web-{57FA6384-6D64-4017-8C8D-103F9B22F9B7}" dt="2026-10-23T12:22:11.258" v="7" actId="34807"/>
        <pc:sldMkLst>
          <pc:docMk/>
          <pc:sldMk cId="3209283780" sldId="11101"/>
        </pc:sldMkLst>
        <pc:spChg chg="mod">
          <ac:chgData name="" userId="" providerId="" clId="Web-{57FA6384-6D64-4017-8C8D-103F9B22F9B7}" dt="2026-10-23T12:22:11.258" v="7" actId="34807"/>
          <ac:spMkLst>
            <pc:docMk/>
            <pc:sldMk cId="3209283780" sldId="11101"/>
            <ac:spMk id="30431" creationId="{DECBF550-1568-A934-698E-9C0807D5096C}"/>
          </ac:spMkLst>
        </pc:spChg>
      </pc:sldChg>
      <pc:sldChg chg="modSp">
        <pc:chgData name="" userId="" providerId="" clId="Web-{57FA6384-6D64-4017-8C8D-103F9B22F9B7}" dt="2026-10-23T12:22:11.258" v="7" actId="34807"/>
        <pc:sldMkLst>
          <pc:docMk/>
          <pc:sldMk cId="726773401" sldId="11306"/>
        </pc:sldMkLst>
        <pc:spChg chg="mod">
          <ac:chgData name="" userId="" providerId="" clId="Web-{57FA6384-6D64-4017-8C8D-103F9B22F9B7}" dt="2026-10-23T12:22:11.258" v="7" actId="34807"/>
          <ac:spMkLst>
            <pc:docMk/>
            <pc:sldMk cId="726773401" sldId="11306"/>
            <ac:spMk id="28200" creationId="{43E9EF19-F2EF-14D1-E67B-48742413E19A}"/>
          </ac:spMkLst>
        </pc:spChg>
        <pc:spChg chg="mod">
          <ac:chgData name="" userId="" providerId="" clId="Web-{57FA6384-6D64-4017-8C8D-103F9B22F9B7}" dt="2026-10-23T12:22:11.258" v="7" actId="34807"/>
          <ac:spMkLst>
            <pc:docMk/>
            <pc:sldMk cId="726773401" sldId="11306"/>
            <ac:spMk id="28217" creationId="{D41DE537-3C00-73D7-19A5-FAA1A60725DE}"/>
          </ac:spMkLst>
        </pc:spChg>
        <pc:spChg chg="mod">
          <ac:chgData name="" userId="" providerId="" clId="Web-{57FA6384-6D64-4017-8C8D-103F9B22F9B7}" dt="2026-10-23T12:22:11.258" v="7" actId="34807"/>
          <ac:spMkLst>
            <pc:docMk/>
            <pc:sldMk cId="726773401" sldId="11306"/>
            <ac:spMk id="28238" creationId="{09D7E340-DE12-3D97-5F4D-0200311D8755}"/>
          </ac:spMkLst>
        </pc:spChg>
        <pc:spChg chg="mod">
          <ac:chgData name="" userId="" providerId="" clId="Web-{57FA6384-6D64-4017-8C8D-103F9B22F9B7}" dt="2026-10-23T12:22:11.258" v="7" actId="34807"/>
          <ac:spMkLst>
            <pc:docMk/>
            <pc:sldMk cId="726773401" sldId="11306"/>
            <ac:spMk id="28263" creationId="{FD785EC6-0097-B623-B7DF-A6D93FFB04FE}"/>
          </ac:spMkLst>
        </pc:spChg>
        <pc:spChg chg="mod">
          <ac:chgData name="" userId="" providerId="" clId="Web-{57FA6384-6D64-4017-8C8D-103F9B22F9B7}" dt="2026-10-23T12:22:11.258" v="7" actId="34807"/>
          <ac:spMkLst>
            <pc:docMk/>
            <pc:sldMk cId="726773401" sldId="11306"/>
            <ac:spMk id="28277" creationId="{E0CC5159-7000-824B-A0BA-B7BDAB416E5E}"/>
          </ac:spMkLst>
        </pc:spChg>
      </pc:sldChg>
      <pc:sldChg chg="modSp">
        <pc:chgData name="" userId="" providerId="" clId="Web-{57FA6384-6D64-4017-8C8D-103F9B22F9B7}" dt="2026-10-23T12:22:11.258" v="7" actId="34807"/>
        <pc:sldMkLst>
          <pc:docMk/>
          <pc:sldMk cId="2139460247" sldId="11512"/>
        </pc:sldMkLst>
        <pc:spChg chg="mod">
          <ac:chgData name="" userId="" providerId="" clId="Web-{57FA6384-6D64-4017-8C8D-103F9B22F9B7}" dt="2026-10-23T12:22:11.258" v="7" actId="34807"/>
          <ac:spMkLst>
            <pc:docMk/>
            <pc:sldMk cId="2139460247" sldId="11512"/>
            <ac:spMk id="26460" creationId="{67CC1A02-C4B2-85D1-48E0-EC4DA019D9B9}"/>
          </ac:spMkLst>
        </pc:spChg>
        <pc:spChg chg="mod">
          <ac:chgData name="" userId="" providerId="" clId="Web-{57FA6384-6D64-4017-8C8D-103F9B22F9B7}" dt="2026-10-23T12:22:11.258" v="7" actId="34807"/>
          <ac:spMkLst>
            <pc:docMk/>
            <pc:sldMk cId="2139460247" sldId="11512"/>
            <ac:spMk id="26477" creationId="{C1E351E2-6F23-653A-DA90-37D625E2CB76}"/>
          </ac:spMkLst>
        </pc:spChg>
        <pc:spChg chg="mod">
          <ac:chgData name="" userId="" providerId="" clId="Web-{57FA6384-6D64-4017-8C8D-103F9B22F9B7}" dt="2026-10-23T12:22:11.258" v="7" actId="34807"/>
          <ac:spMkLst>
            <pc:docMk/>
            <pc:sldMk cId="2139460247" sldId="11512"/>
            <ac:spMk id="26498" creationId="{E589BE57-8CE7-41B7-25A6-8D3AA9C3A6F3}"/>
          </ac:spMkLst>
        </pc:spChg>
        <pc:spChg chg="mod">
          <ac:chgData name="" userId="" providerId="" clId="Web-{57FA6384-6D64-4017-8C8D-103F9B22F9B7}" dt="2026-10-23T12:22:11.258" v="7" actId="34807"/>
          <ac:spMkLst>
            <pc:docMk/>
            <pc:sldMk cId="2139460247" sldId="11512"/>
            <ac:spMk id="26523" creationId="{0B0D5A5E-21C4-896E-34CB-F1FB7C9D40CF}"/>
          </ac:spMkLst>
        </pc:spChg>
        <pc:spChg chg="mod">
          <ac:chgData name="" userId="" providerId="" clId="Web-{57FA6384-6D64-4017-8C8D-103F9B22F9B7}" dt="2026-10-23T12:22:11.258" v="7" actId="34807"/>
          <ac:spMkLst>
            <pc:docMk/>
            <pc:sldMk cId="2139460247" sldId="11512"/>
            <ac:spMk id="26537" creationId="{E990F95E-141E-F3A0-10F5-8396EB23DCB7}"/>
          </ac:spMkLst>
        </pc:spChg>
      </pc:sldChg>
      <pc:sldChg chg="addSp modSp modNotesTx">
        <pc:chgData name="" userId="" providerId="" clId="Web-{57FA6384-6D64-4017-8C8D-103F9B22F9B7}" dt="2026-10-23T12:37:08.718" v="26" actId="34807"/>
        <pc:sldMkLst>
          <pc:docMk/>
          <pc:sldMk cId="3781609771" sldId="11719"/>
        </pc:sldMkLst>
        <pc:spChg chg="add mod">
          <ac:chgData name="" userId="" providerId="" clId="Web-{57FA6384-6D64-4017-8C8D-103F9B22F9B7}" dt="2026-10-23T12:37:07.952" v="25" actId="34807"/>
          <ac:spMkLst>
            <pc:docMk/>
            <pc:sldMk cId="3781609771" sldId="11719"/>
            <ac:spMk id="33469" creationId="{5ED96B17-6DA7-D727-B84E-8755EA0D7B56}"/>
          </ac:spMkLst>
        </pc:spChg>
        <pc:spChg chg="add mod">
          <ac:chgData name="" userId="" providerId="" clId="Web-{57FA6384-6D64-4017-8C8D-103F9B22F9B7}" dt="2026-10-23T12:37:07.952" v="25" actId="34807"/>
          <ac:spMkLst>
            <pc:docMk/>
            <pc:sldMk cId="3781609771" sldId="11719"/>
            <ac:spMk id="33472" creationId="{F3732923-56C7-64F7-7D4A-4231FE72711E}"/>
          </ac:spMkLst>
        </pc:spChg>
        <pc:spChg chg="add mod">
          <ac:chgData name="" userId="" providerId="" clId="Web-{57FA6384-6D64-4017-8C8D-103F9B22F9B7}" dt="2026-10-23T12:37:07.952" v="25" actId="34807"/>
          <ac:spMkLst>
            <pc:docMk/>
            <pc:sldMk cId="3781609771" sldId="11719"/>
            <ac:spMk id="33502" creationId="{958138B2-CD0F-62CF-62A2-0A7475BCE19A}"/>
          </ac:spMkLst>
        </pc:spChg>
        <pc:spChg chg="add mod">
          <ac:chgData name="" userId="" providerId="" clId="Web-{57FA6384-6D64-4017-8C8D-103F9B22F9B7}" dt="2026-10-23T12:37:07.952" v="25" actId="34807"/>
          <ac:spMkLst>
            <pc:docMk/>
            <pc:sldMk cId="3781609771" sldId="11719"/>
            <ac:spMk id="33511" creationId="{BDBA8478-B452-82F8-F402-CAE1FDBFBD34}"/>
          </ac:spMkLst>
        </pc:spChg>
        <pc:spChg chg="add mod">
          <ac:chgData name="" userId="" providerId="" clId="Web-{57FA6384-6D64-4017-8C8D-103F9B22F9B7}" dt="2026-10-23T12:37:07.952" v="25" actId="34807"/>
          <ac:spMkLst>
            <pc:docMk/>
            <pc:sldMk cId="3781609771" sldId="11719"/>
            <ac:spMk id="33532" creationId="{00DED3D4-429B-618D-C986-6DFD87C266B8}"/>
          </ac:spMkLst>
        </pc:spChg>
        <pc:spChg chg="add mod">
          <ac:chgData name="" userId="" providerId="" clId="Web-{57FA6384-6D64-4017-8C8D-103F9B22F9B7}" dt="2026-10-23T12:37:07.952" v="25" actId="34807"/>
          <ac:spMkLst>
            <pc:docMk/>
            <pc:sldMk cId="3781609771" sldId="11719"/>
            <ac:spMk id="33557" creationId="{8625DA5F-C35C-FCBD-BD0C-F838F942376D}"/>
          </ac:spMkLst>
        </pc:spChg>
        <pc:spChg chg="add mod">
          <ac:chgData name="" userId="" providerId="" clId="Web-{57FA6384-6D64-4017-8C8D-103F9B22F9B7}" dt="2026-10-23T12:37:07.952" v="25" actId="34807"/>
          <ac:spMkLst>
            <pc:docMk/>
            <pc:sldMk cId="3781609771" sldId="11719"/>
            <ac:spMk id="33586" creationId="{F81062BA-2E57-10C1-C585-49A65E50898F}"/>
          </ac:spMkLst>
        </pc:spChg>
        <pc:spChg chg="add mod">
          <ac:chgData name="" userId="" providerId="" clId="Web-{57FA6384-6D64-4017-8C8D-103F9B22F9B7}" dt="2026-10-23T12:37:07.952" v="25" actId="34807"/>
          <ac:spMkLst>
            <pc:docMk/>
            <pc:sldMk cId="3781609771" sldId="11719"/>
            <ac:spMk id="33619" creationId="{1D790FDD-679D-8A99-1DD7-F0A56916BE73}"/>
          </ac:spMkLst>
        </pc:spChg>
        <pc:spChg chg="add mod">
          <ac:chgData name="" userId="" providerId="" clId="Web-{57FA6384-6D64-4017-8C8D-103F9B22F9B7}" dt="2026-10-23T12:37:07.952" v="25" actId="34807"/>
          <ac:spMkLst>
            <pc:docMk/>
            <pc:sldMk cId="3781609771" sldId="11719"/>
            <ac:spMk id="33656" creationId="{CB0960BF-71CF-9CE4-4CB4-CB9127E4FA92}"/>
          </ac:spMkLst>
        </pc:spChg>
        <pc:spChg chg="add mod">
          <ac:chgData name="" userId="" providerId="" clId="Web-{57FA6384-6D64-4017-8C8D-103F9B22F9B7}" dt="2026-10-23T12:37:07.952" v="25" actId="34807"/>
          <ac:spMkLst>
            <pc:docMk/>
            <pc:sldMk cId="3781609771" sldId="11719"/>
            <ac:spMk id="33766" creationId="{C9C97154-3EF2-D730-28F6-89B31189621E}"/>
          </ac:spMkLst>
        </pc:spChg>
        <pc:picChg chg="add mod">
          <ac:chgData name="" userId="" providerId="" clId="Web-{57FA6384-6D64-4017-8C8D-103F9B22F9B7}" dt="2026-10-23T12:36:59.467" v="24" actId="34807"/>
          <ac:picMkLst>
            <pc:docMk/>
            <pc:sldMk cId="3781609771" sldId="11719"/>
            <ac:picMk id="33466" creationId="{FCC31DCE-56D6-64E7-3654-5D53B5CCCDEB}"/>
          </ac:picMkLst>
        </pc:picChg>
      </pc:sldChg>
      <pc:sldChg chg="addSp modSp modNotesTx">
        <pc:chgData name="" userId="" providerId="" clId="Web-{57FA6384-6D64-4017-8C8D-103F9B22F9B7}" dt="2026-10-23T12:37:22.812" v="29" actId="34807"/>
        <pc:sldMkLst>
          <pc:docMk/>
          <pc:sldMk cId="917117059" sldId="11927"/>
        </pc:sldMkLst>
        <pc:spChg chg="add mod">
          <ac:chgData name="" userId="" providerId="" clId="Web-{57FA6384-6D64-4017-8C8D-103F9B22F9B7}" dt="2026-10-23T12:37:21.202" v="27" actId="34807"/>
          <ac:spMkLst>
            <pc:docMk/>
            <pc:sldMk cId="917117059" sldId="11927"/>
            <ac:spMk id="33794" creationId="{EE5C6520-8647-A940-478F-BACD7D0B7972}"/>
          </ac:spMkLst>
        </pc:spChg>
        <pc:spChg chg="add mod">
          <ac:chgData name="" userId="" providerId="" clId="Web-{57FA6384-6D64-4017-8C8D-103F9B22F9B7}" dt="2026-10-23T12:37:21.202" v="27" actId="34807"/>
          <ac:spMkLst>
            <pc:docMk/>
            <pc:sldMk cId="917117059" sldId="11927"/>
            <ac:spMk id="33797" creationId="{CDD81867-194D-F8E0-39A9-C33AA9D003B0}"/>
          </ac:spMkLst>
        </pc:spChg>
        <pc:spChg chg="add mod">
          <ac:chgData name="" userId="" providerId="" clId="Web-{57FA6384-6D64-4017-8C8D-103F9B22F9B7}" dt="2026-10-23T12:37:21.202" v="27" actId="34807"/>
          <ac:spMkLst>
            <pc:docMk/>
            <pc:sldMk cId="917117059" sldId="11927"/>
            <ac:spMk id="33869" creationId="{8DE705A7-A914-4079-3C05-E4B991B4DFE4}"/>
          </ac:spMkLst>
        </pc:spChg>
        <pc:spChg chg="add mod">
          <ac:chgData name="" userId="" providerId="" clId="Web-{57FA6384-6D64-4017-8C8D-103F9B22F9B7}" dt="2026-10-23T12:37:21.202" v="27" actId="34807"/>
          <ac:spMkLst>
            <pc:docMk/>
            <pc:sldMk cId="917117059" sldId="11927"/>
            <ac:spMk id="33882" creationId="{41938319-EED0-89C8-D41E-E61D624211BB}"/>
          </ac:spMkLst>
        </pc:spChg>
        <pc:spChg chg="add mod">
          <ac:chgData name="" userId="" providerId="" clId="Web-{57FA6384-6D64-4017-8C8D-103F9B22F9B7}" dt="2026-10-23T12:37:21.202" v="27" actId="34807"/>
          <ac:spMkLst>
            <pc:docMk/>
            <pc:sldMk cId="917117059" sldId="11927"/>
            <ac:spMk id="33896" creationId="{2E31727C-D1A6-FBDE-DAB3-953D96FE6A10}"/>
          </ac:spMkLst>
        </pc:spChg>
        <pc:spChg chg="add mod">
          <ac:chgData name="" userId="" providerId="" clId="Web-{57FA6384-6D64-4017-8C8D-103F9B22F9B7}" dt="2026-10-23T12:37:21.202" v="27" actId="34807"/>
          <ac:spMkLst>
            <pc:docMk/>
            <pc:sldMk cId="917117059" sldId="11927"/>
            <ac:spMk id="33944" creationId="{E90EA6E2-11C9-247B-3D72-51708358E2ED}"/>
          </ac:spMkLst>
        </pc:spChg>
        <pc:spChg chg="add mod">
          <ac:chgData name="" userId="" providerId="" clId="Web-{57FA6384-6D64-4017-8C8D-103F9B22F9B7}" dt="2026-10-23T12:37:21.202" v="27" actId="34807"/>
          <ac:spMkLst>
            <pc:docMk/>
            <pc:sldMk cId="917117059" sldId="11927"/>
            <ac:spMk id="34116" creationId="{D0AB4E46-27F2-44F1-C122-574878B1BA9F}"/>
          </ac:spMkLst>
        </pc:spChg>
        <pc:spChg chg="add mod">
          <ac:chgData name="" userId="" providerId="" clId="Web-{57FA6384-6D64-4017-8C8D-103F9B22F9B7}" dt="2026-10-23T12:37:21.202" v="27" actId="34807"/>
          <ac:spMkLst>
            <pc:docMk/>
            <pc:sldMk cId="917117059" sldId="11927"/>
            <ac:spMk id="34142" creationId="{181584BE-691A-3C70-CA4D-CC49703C1289}"/>
          </ac:spMkLst>
        </pc:spChg>
        <pc:spChg chg="add mod">
          <ac:chgData name="" userId="" providerId="" clId="Web-{57FA6384-6D64-4017-8C8D-103F9B22F9B7}" dt="2026-10-23T12:37:21.202" v="27" actId="34807"/>
          <ac:spMkLst>
            <pc:docMk/>
            <pc:sldMk cId="917117059" sldId="11927"/>
            <ac:spMk id="34197" creationId="{6246DA79-2DF2-5868-3B6E-EEA9CEA2889A}"/>
          </ac:spMkLst>
        </pc:spChg>
        <pc:spChg chg="add mod">
          <ac:chgData name="" userId="" providerId="" clId="Web-{57FA6384-6D64-4017-8C8D-103F9B22F9B7}" dt="2026-10-23T12:37:21.202" v="27" actId="34807"/>
          <ac:spMkLst>
            <pc:docMk/>
            <pc:sldMk cId="917117059" sldId="11927"/>
            <ac:spMk id="34421" creationId="{191C83CA-20AA-B130-DB88-F0C7C765239F}"/>
          </ac:spMkLst>
        </pc:spChg>
        <pc:picChg chg="add mod">
          <ac:chgData name="" userId="" providerId="" clId="Web-{57FA6384-6D64-4017-8C8D-103F9B22F9B7}" dt="2026-10-23T12:37:22.015" v="28" actId="34807"/>
          <ac:picMkLst>
            <pc:docMk/>
            <pc:sldMk cId="917117059" sldId="11927"/>
            <ac:picMk id="34458" creationId="{0630750D-0D92-BCF6-2390-327B1BA10D24}"/>
          </ac:picMkLst>
        </pc:picChg>
        <pc:picChg chg="add mod">
          <ac:chgData name="" userId="" providerId="" clId="Web-{57FA6384-6D64-4017-8C8D-103F9B22F9B7}" dt="2026-10-23T12:37:22.015" v="28" actId="34807"/>
          <ac:picMkLst>
            <pc:docMk/>
            <pc:sldMk cId="917117059" sldId="11927"/>
            <ac:picMk id="34459" creationId="{BB197DA1-803E-712D-E385-3BF8441404D2}"/>
          </ac:picMkLst>
        </pc:picChg>
        <pc:picChg chg="add mod">
          <ac:chgData name="" userId="" providerId="" clId="Web-{57FA6384-6D64-4017-8C8D-103F9B22F9B7}" dt="2026-10-23T12:37:22.015" v="28" actId="34807"/>
          <ac:picMkLst>
            <pc:docMk/>
            <pc:sldMk cId="917117059" sldId="11927"/>
            <ac:picMk id="34460" creationId="{57F599AA-483C-3862-EA4A-C34949178CE8}"/>
          </ac:picMkLst>
        </pc:picChg>
        <pc:picChg chg="add mod">
          <ac:chgData name="" userId="" providerId="" clId="Web-{57FA6384-6D64-4017-8C8D-103F9B22F9B7}" dt="2026-10-23T12:37:22.015" v="28" actId="34807"/>
          <ac:picMkLst>
            <pc:docMk/>
            <pc:sldMk cId="917117059" sldId="11927"/>
            <ac:picMk id="34461" creationId="{E6D4E60D-CC54-5A00-8620-26062CC89C6B}"/>
          </ac:picMkLst>
        </pc:picChg>
        <pc:picChg chg="add mod">
          <ac:chgData name="" userId="" providerId="" clId="Web-{57FA6384-6D64-4017-8C8D-103F9B22F9B7}" dt="2026-10-23T12:37:22.015" v="28" actId="34807"/>
          <ac:picMkLst>
            <pc:docMk/>
            <pc:sldMk cId="917117059" sldId="11927"/>
            <ac:picMk id="34462" creationId="{68C01C32-17A9-C317-B982-CA7F66350533}"/>
          </ac:picMkLst>
        </pc:picChg>
        <pc:picChg chg="add mod">
          <ac:chgData name="" userId="" providerId="" clId="Web-{57FA6384-6D64-4017-8C8D-103F9B22F9B7}" dt="2026-10-23T12:37:22.015" v="28" actId="34807"/>
          <ac:picMkLst>
            <pc:docMk/>
            <pc:sldMk cId="917117059" sldId="11927"/>
            <ac:picMk id="34463" creationId="{7E2899D5-0AAD-5327-FDC4-187161DFAD1C}"/>
          </ac:picMkLst>
        </pc:picChg>
        <pc:picChg chg="add mod">
          <ac:chgData name="" userId="" providerId="" clId="Web-{57FA6384-6D64-4017-8C8D-103F9B22F9B7}" dt="2026-10-23T12:37:22.015" v="28" actId="34807"/>
          <ac:picMkLst>
            <pc:docMk/>
            <pc:sldMk cId="917117059" sldId="11927"/>
            <ac:picMk id="34464" creationId="{EDD7A9BF-41EE-8166-8774-1DE9DEC1E0E7}"/>
          </ac:picMkLst>
        </pc:picChg>
        <pc:picChg chg="add mod">
          <ac:chgData name="" userId="" providerId="" clId="Web-{57FA6384-6D64-4017-8C8D-103F9B22F9B7}" dt="2026-10-23T12:37:22.015" v="28" actId="34807"/>
          <ac:picMkLst>
            <pc:docMk/>
            <pc:sldMk cId="917117059" sldId="11927"/>
            <ac:picMk id="34465" creationId="{B0ECCAC2-E060-5A10-0E68-75D6CEFA5B7B}"/>
          </ac:picMkLst>
        </pc:picChg>
        <pc:picChg chg="add mod">
          <ac:chgData name="" userId="" providerId="" clId="Web-{57FA6384-6D64-4017-8C8D-103F9B22F9B7}" dt="2026-10-23T12:37:22.015" v="28" actId="34807"/>
          <ac:picMkLst>
            <pc:docMk/>
            <pc:sldMk cId="917117059" sldId="11927"/>
            <ac:picMk id="34466" creationId="{5FBDC606-D5EB-10FF-A97C-03877AB9665E}"/>
          </ac:picMkLst>
        </pc:picChg>
      </pc:sldChg>
      <pc:sldChg chg="addSp modSp modNotesTx">
        <pc:chgData name="" userId="" providerId="" clId="Web-{57FA6384-6D64-4017-8C8D-103F9B22F9B7}" dt="2026-10-23T12:37:38.218" v="32" actId="34807"/>
        <pc:sldMkLst>
          <pc:docMk/>
          <pc:sldMk cId="1184318231" sldId="12136"/>
        </pc:sldMkLst>
        <pc:spChg chg="add mod">
          <ac:chgData name="" userId="" providerId="" clId="Web-{57FA6384-6D64-4017-8C8D-103F9B22F9B7}" dt="2026-10-23T12:37:36.484" v="30" actId="34807"/>
          <ac:spMkLst>
            <pc:docMk/>
            <pc:sldMk cId="1184318231" sldId="12136"/>
            <ac:spMk id="34469" creationId="{AA720D46-E02A-71CC-9946-EEB3943C2DFA}"/>
          </ac:spMkLst>
        </pc:spChg>
        <pc:spChg chg="add mod">
          <ac:chgData name="" userId="" providerId="" clId="Web-{57FA6384-6D64-4017-8C8D-103F9B22F9B7}" dt="2026-10-23T12:37:36.484" v="30" actId="34807"/>
          <ac:spMkLst>
            <pc:docMk/>
            <pc:sldMk cId="1184318231" sldId="12136"/>
            <ac:spMk id="34557" creationId="{8114C4C5-A547-E3F7-EFF3-1F62B155DD3A}"/>
          </ac:spMkLst>
        </pc:spChg>
        <pc:spChg chg="add mod">
          <ac:chgData name="" userId="" providerId="" clId="Web-{57FA6384-6D64-4017-8C8D-103F9B22F9B7}" dt="2026-10-23T12:37:36.484" v="30" actId="34807"/>
          <ac:spMkLst>
            <pc:docMk/>
            <pc:sldMk cId="1184318231" sldId="12136"/>
            <ac:spMk id="34742" creationId="{8AA14C8F-9F83-DEA6-6E09-36DB7D843CDA}"/>
          </ac:spMkLst>
        </pc:spChg>
        <pc:spChg chg="add mod">
          <ac:chgData name="" userId="" providerId="" clId="Web-{57FA6384-6D64-4017-8C8D-103F9B22F9B7}" dt="2026-10-23T12:37:36.484" v="30" actId="34807"/>
          <ac:spMkLst>
            <pc:docMk/>
            <pc:sldMk cId="1184318231" sldId="12136"/>
            <ac:spMk id="34766" creationId="{B77AF3CD-D7F9-76DD-10F8-937D706B865E}"/>
          </ac:spMkLst>
        </pc:spChg>
        <pc:spChg chg="add mod">
          <ac:chgData name="" userId="" providerId="" clId="Web-{57FA6384-6D64-4017-8C8D-103F9B22F9B7}" dt="2026-10-23T12:37:36.484" v="30" actId="34807"/>
          <ac:spMkLst>
            <pc:docMk/>
            <pc:sldMk cId="1184318231" sldId="12136"/>
            <ac:spMk id="34791" creationId="{10CFD47A-CC03-27D3-1075-B25684AE02FE}"/>
          </ac:spMkLst>
        </pc:spChg>
        <pc:spChg chg="add mod">
          <ac:chgData name="" userId="" providerId="" clId="Web-{57FA6384-6D64-4017-8C8D-103F9B22F9B7}" dt="2026-10-23T12:37:36.484" v="30" actId="34807"/>
          <ac:spMkLst>
            <pc:docMk/>
            <pc:sldMk cId="1184318231" sldId="12136"/>
            <ac:spMk id="34817" creationId="{9FA7F295-6FD1-7433-6DDC-5F8EA2281CA9}"/>
          </ac:spMkLst>
        </pc:spChg>
        <pc:spChg chg="add mod">
          <ac:chgData name="" userId="" providerId="" clId="Web-{57FA6384-6D64-4017-8C8D-103F9B22F9B7}" dt="2026-10-23T12:37:36.484" v="30" actId="34807"/>
          <ac:spMkLst>
            <pc:docMk/>
            <pc:sldMk cId="1184318231" sldId="12136"/>
            <ac:spMk id="34872" creationId="{2DC1A4BE-0777-F4A0-BB7E-635B9D83EC71}"/>
          </ac:spMkLst>
        </pc:spChg>
        <pc:spChg chg="add mod">
          <ac:chgData name="" userId="" providerId="" clId="Web-{57FA6384-6D64-4017-8C8D-103F9B22F9B7}" dt="2026-10-23T12:37:36.484" v="30" actId="34807"/>
          <ac:spMkLst>
            <pc:docMk/>
            <pc:sldMk cId="1184318231" sldId="12136"/>
            <ac:spMk id="35061" creationId="{4A57C5EE-8A94-DA03-256C-B55DC64BDF90}"/>
          </ac:spMkLst>
        </pc:spChg>
        <pc:spChg chg="add mod">
          <ac:chgData name="" userId="" providerId="" clId="Web-{57FA6384-6D64-4017-8C8D-103F9B22F9B7}" dt="2026-10-23T12:37:36.484" v="30" actId="34807"/>
          <ac:spMkLst>
            <pc:docMk/>
            <pc:sldMk cId="1184318231" sldId="12136"/>
            <ac:spMk id="35096" creationId="{6107CC56-B50A-85C7-3AED-0D2963B94C9D}"/>
          </ac:spMkLst>
        </pc:spChg>
        <pc:spChg chg="add mod">
          <ac:chgData name="" userId="" providerId="" clId="Web-{57FA6384-6D64-4017-8C8D-103F9B22F9B7}" dt="2026-10-23T12:37:36.484" v="30" actId="34807"/>
          <ac:spMkLst>
            <pc:docMk/>
            <pc:sldMk cId="1184318231" sldId="12136"/>
            <ac:spMk id="35246" creationId="{46E15DE0-DA6F-094E-3A69-D88A957C67D7}"/>
          </ac:spMkLst>
        </pc:spChg>
        <pc:picChg chg="add mod">
          <ac:chgData name="" userId="" providerId="" clId="Web-{57FA6384-6D64-4017-8C8D-103F9B22F9B7}" dt="2026-10-23T12:37:37.312" v="31" actId="34807"/>
          <ac:picMkLst>
            <pc:docMk/>
            <pc:sldMk cId="1184318231" sldId="12136"/>
            <ac:picMk id="35287" creationId="{145386CA-DA80-D70D-783A-07C7C1AF8026}"/>
          </ac:picMkLst>
        </pc:picChg>
        <pc:picChg chg="add mod">
          <ac:chgData name="" userId="" providerId="" clId="Web-{57FA6384-6D64-4017-8C8D-103F9B22F9B7}" dt="2026-10-23T12:37:37.312" v="31" actId="34807"/>
          <ac:picMkLst>
            <pc:docMk/>
            <pc:sldMk cId="1184318231" sldId="12136"/>
            <ac:picMk id="35288" creationId="{2A2CFB0E-A61F-D0F8-8E54-B56FD55E433B}"/>
          </ac:picMkLst>
        </pc:picChg>
        <pc:picChg chg="add mod">
          <ac:chgData name="" userId="" providerId="" clId="Web-{57FA6384-6D64-4017-8C8D-103F9B22F9B7}" dt="2026-10-23T12:37:37.312" v="31" actId="34807"/>
          <ac:picMkLst>
            <pc:docMk/>
            <pc:sldMk cId="1184318231" sldId="12136"/>
            <ac:picMk id="35289" creationId="{3D69DE20-B377-A247-F21E-0B6FE9710CDD}"/>
          </ac:picMkLst>
        </pc:picChg>
        <pc:picChg chg="add mod">
          <ac:chgData name="" userId="" providerId="" clId="Web-{57FA6384-6D64-4017-8C8D-103F9B22F9B7}" dt="2026-10-23T12:37:37.312" v="31" actId="34807"/>
          <ac:picMkLst>
            <pc:docMk/>
            <pc:sldMk cId="1184318231" sldId="12136"/>
            <ac:picMk id="35290" creationId="{B95DA5AE-70D0-0CC6-484A-C2EB422CA563}"/>
          </ac:picMkLst>
        </pc:picChg>
      </pc:sldChg>
      <pc:sldChg chg="addSp modSp modNotesTx">
        <pc:chgData name="" userId="" providerId="" clId="Web-{57FA6384-6D64-4017-8C8D-103F9B22F9B7}" dt="2026-10-23T12:37:47.172" v="35" actId="34807"/>
        <pc:sldMkLst>
          <pc:docMk/>
          <pc:sldMk cId="1302422614" sldId="12346"/>
        </pc:sldMkLst>
        <pc:spChg chg="add mod">
          <ac:chgData name="" userId="" providerId="" clId="Web-{57FA6384-6D64-4017-8C8D-103F9B22F9B7}" dt="2026-10-23T12:37:45.609" v="33" actId="34807"/>
          <ac:spMkLst>
            <pc:docMk/>
            <pc:sldMk cId="1302422614" sldId="12346"/>
            <ac:spMk id="35311" creationId="{156D5F29-F8CD-BB08-307E-44F3CB9A1788}"/>
          </ac:spMkLst>
        </pc:spChg>
        <pc:spChg chg="add mod">
          <ac:chgData name="" userId="" providerId="" clId="Web-{57FA6384-6D64-4017-8C8D-103F9B22F9B7}" dt="2026-10-23T12:37:45.609" v="33" actId="34807"/>
          <ac:spMkLst>
            <pc:docMk/>
            <pc:sldMk cId="1302422614" sldId="12346"/>
            <ac:spMk id="35335" creationId="{1AF9B844-2F0F-417C-F704-BD06E8E63A49}"/>
          </ac:spMkLst>
        </pc:spChg>
        <pc:spChg chg="add mod">
          <ac:chgData name="" userId="" providerId="" clId="Web-{57FA6384-6D64-4017-8C8D-103F9B22F9B7}" dt="2026-10-23T12:37:45.609" v="33" actId="34807"/>
          <ac:spMkLst>
            <pc:docMk/>
            <pc:sldMk cId="1302422614" sldId="12346"/>
            <ac:spMk id="35381" creationId="{E1E3E0E6-2368-93A5-C0C4-B16391ACFC7B}"/>
          </ac:spMkLst>
        </pc:spChg>
        <pc:spChg chg="add mod">
          <ac:chgData name="" userId="" providerId="" clId="Web-{57FA6384-6D64-4017-8C8D-103F9B22F9B7}" dt="2026-10-23T12:37:45.609" v="33" actId="34807"/>
          <ac:spMkLst>
            <pc:docMk/>
            <pc:sldMk cId="1302422614" sldId="12346"/>
            <ac:spMk id="35395" creationId="{80A2DB65-7B21-47D8-B9E2-0D2140411B16}"/>
          </ac:spMkLst>
        </pc:spChg>
        <pc:spChg chg="add mod">
          <ac:chgData name="" userId="" providerId="" clId="Web-{57FA6384-6D64-4017-8C8D-103F9B22F9B7}" dt="2026-10-23T12:37:45.609" v="33" actId="34807"/>
          <ac:spMkLst>
            <pc:docMk/>
            <pc:sldMk cId="1302422614" sldId="12346"/>
            <ac:spMk id="35443" creationId="{C8401D7F-E9A6-080E-591D-FCD2F78C3350}"/>
          </ac:spMkLst>
        </pc:spChg>
        <pc:spChg chg="add mod">
          <ac:chgData name="" userId="" providerId="" clId="Web-{57FA6384-6D64-4017-8C8D-103F9B22F9B7}" dt="2026-10-23T12:37:45.609" v="33" actId="34807"/>
          <ac:spMkLst>
            <pc:docMk/>
            <pc:sldMk cId="1302422614" sldId="12346"/>
            <ac:spMk id="35480" creationId="{DADFFCFE-B2D1-5E78-00FC-41EDBCAE1E6E}"/>
          </ac:spMkLst>
        </pc:spChg>
        <pc:spChg chg="add mod">
          <ac:chgData name="" userId="" providerId="" clId="Web-{57FA6384-6D64-4017-8C8D-103F9B22F9B7}" dt="2026-10-23T12:37:45.609" v="33" actId="34807"/>
          <ac:spMkLst>
            <pc:docMk/>
            <pc:sldMk cId="1302422614" sldId="12346"/>
            <ac:spMk id="35500" creationId="{C94E423B-05AB-9F76-BE65-9AB2AD04E462}"/>
          </ac:spMkLst>
        </pc:spChg>
        <pc:spChg chg="add mod">
          <ac:chgData name="" userId="" providerId="" clId="Web-{57FA6384-6D64-4017-8C8D-103F9B22F9B7}" dt="2026-10-23T12:37:45.609" v="33" actId="34807"/>
          <ac:spMkLst>
            <pc:docMk/>
            <pc:sldMk cId="1302422614" sldId="12346"/>
            <ac:spMk id="35521" creationId="{EC249819-E07A-C23D-6596-30C031C22FD3}"/>
          </ac:spMkLst>
        </pc:spChg>
        <pc:spChg chg="add mod">
          <ac:chgData name="" userId="" providerId="" clId="Web-{57FA6384-6D64-4017-8C8D-103F9B22F9B7}" dt="2026-10-23T12:37:45.609" v="33" actId="34807"/>
          <ac:spMkLst>
            <pc:docMk/>
            <pc:sldMk cId="1302422614" sldId="12346"/>
            <ac:spMk id="35543" creationId="{7E7F7D14-B81C-E7F1-58BD-7C7C8CCA9262}"/>
          </ac:spMkLst>
        </pc:spChg>
        <pc:spChg chg="add mod">
          <ac:chgData name="" userId="" providerId="" clId="Web-{57FA6384-6D64-4017-8C8D-103F9B22F9B7}" dt="2026-10-23T12:37:45.609" v="33" actId="34807"/>
          <ac:spMkLst>
            <pc:docMk/>
            <pc:sldMk cId="1302422614" sldId="12346"/>
            <ac:spMk id="35566" creationId="{49267F8A-09CA-1A1C-C2DB-B14D5ADCA707}"/>
          </ac:spMkLst>
        </pc:spChg>
        <pc:picChg chg="add mod">
          <ac:chgData name="" userId="" providerId="" clId="Web-{57FA6384-6D64-4017-8C8D-103F9B22F9B7}" dt="2026-10-23T12:37:46.406" v="34" actId="34807"/>
          <ac:picMkLst>
            <pc:docMk/>
            <pc:sldMk cId="1302422614" sldId="12346"/>
            <ac:picMk id="35616" creationId="{915E04F5-44A1-72D9-0F54-27A1D37E2943}"/>
          </ac:picMkLst>
        </pc:picChg>
        <pc:picChg chg="add mod">
          <ac:chgData name="" userId="" providerId="" clId="Web-{57FA6384-6D64-4017-8C8D-103F9B22F9B7}" dt="2026-10-23T12:37:46.406" v="34" actId="34807"/>
          <ac:picMkLst>
            <pc:docMk/>
            <pc:sldMk cId="1302422614" sldId="12346"/>
            <ac:picMk id="35617" creationId="{F8E3716F-88A5-415B-59B6-DC47CB186036}"/>
          </ac:picMkLst>
        </pc:picChg>
        <pc:picChg chg="add mod">
          <ac:chgData name="" userId="" providerId="" clId="Web-{57FA6384-6D64-4017-8C8D-103F9B22F9B7}" dt="2026-10-23T12:37:46.406" v="34" actId="34807"/>
          <ac:picMkLst>
            <pc:docMk/>
            <pc:sldMk cId="1302422614" sldId="12346"/>
            <ac:picMk id="35618" creationId="{ECA09EB6-9921-4D86-59BA-9FCF4B7274E4}"/>
          </ac:picMkLst>
        </pc:picChg>
        <pc:picChg chg="add mod">
          <ac:chgData name="" userId="" providerId="" clId="Web-{57FA6384-6D64-4017-8C8D-103F9B22F9B7}" dt="2026-10-23T12:37:46.406" v="34" actId="34807"/>
          <ac:picMkLst>
            <pc:docMk/>
            <pc:sldMk cId="1302422614" sldId="12346"/>
            <ac:picMk id="35619" creationId="{C0E0D7C4-2A42-ED94-8BFA-8B3B6F1A7BE8}"/>
          </ac:picMkLst>
        </pc:picChg>
        <pc:picChg chg="add mod">
          <ac:chgData name="" userId="" providerId="" clId="Web-{57FA6384-6D64-4017-8C8D-103F9B22F9B7}" dt="2026-10-23T12:37:46.406" v="34" actId="34807"/>
          <ac:picMkLst>
            <pc:docMk/>
            <pc:sldMk cId="1302422614" sldId="12346"/>
            <ac:picMk id="35620" creationId="{20C5465A-3C60-3F18-EC7A-187377701806}"/>
          </ac:picMkLst>
        </pc:picChg>
        <pc:picChg chg="add mod">
          <ac:chgData name="" userId="" providerId="" clId="Web-{57FA6384-6D64-4017-8C8D-103F9B22F9B7}" dt="2026-10-23T12:37:46.406" v="34" actId="34807"/>
          <ac:picMkLst>
            <pc:docMk/>
            <pc:sldMk cId="1302422614" sldId="12346"/>
            <ac:picMk id="35621" creationId="{6B9BFA04-8096-ACB9-8A79-076454A30EAB}"/>
          </ac:picMkLst>
        </pc:picChg>
        <pc:picChg chg="add mod">
          <ac:chgData name="" userId="" providerId="" clId="Web-{57FA6384-6D64-4017-8C8D-103F9B22F9B7}" dt="2026-10-23T12:37:46.406" v="34" actId="34807"/>
          <ac:picMkLst>
            <pc:docMk/>
            <pc:sldMk cId="1302422614" sldId="12346"/>
            <ac:picMk id="35622" creationId="{BBFA3FBE-55F2-A951-9491-5551797DD6E2}"/>
          </ac:picMkLst>
        </pc:picChg>
      </pc:sldChg>
      <pc:sldChg chg="addSp modSp modNotesTx">
        <pc:chgData name="" userId="" providerId="" clId="Web-{57FA6384-6D64-4017-8C8D-103F9B22F9B7}" dt="2026-10-23T12:43:30.679" v="64" actId="34807"/>
        <pc:sldMkLst>
          <pc:docMk/>
          <pc:sldMk cId="1283465664" sldId="12557"/>
        </pc:sldMkLst>
        <pc:spChg chg="add mod">
          <ac:chgData name="" userId="" providerId="" clId="Web-{57FA6384-6D64-4017-8C8D-103F9B22F9B7}" dt="2026-10-23T12:37:56.984" v="36" actId="34807"/>
          <ac:spMkLst>
            <pc:docMk/>
            <pc:sldMk cId="1283465664" sldId="12557"/>
            <ac:spMk id="35632" creationId="{5D266012-D388-3DCC-14ED-D7F3E197CEB1}"/>
          </ac:spMkLst>
        </pc:spChg>
        <pc:spChg chg="add mod">
          <ac:chgData name="" userId="" providerId="" clId="Web-{57FA6384-6D64-4017-8C8D-103F9B22F9B7}" dt="2026-10-23T12:37:56.984" v="36" actId="34807"/>
          <ac:spMkLst>
            <pc:docMk/>
            <pc:sldMk cId="1283465664" sldId="12557"/>
            <ac:spMk id="35643" creationId="{922D64ED-AB22-F3F3-8FD6-97CAEEE5CC38}"/>
          </ac:spMkLst>
        </pc:spChg>
        <pc:spChg chg="add mod">
          <ac:chgData name="" userId="" providerId="" clId="Web-{57FA6384-6D64-4017-8C8D-103F9B22F9B7}" dt="2026-10-23T12:37:56.984" v="36" actId="34807"/>
          <ac:spMkLst>
            <pc:docMk/>
            <pc:sldMk cId="1283465664" sldId="12557"/>
            <ac:spMk id="35713" creationId="{583C559A-860A-60FB-28EC-B4F74454FB82}"/>
          </ac:spMkLst>
        </pc:spChg>
        <pc:spChg chg="add mod">
          <ac:chgData name="" userId="" providerId="" clId="Web-{57FA6384-6D64-4017-8C8D-103F9B22F9B7}" dt="2026-10-23T12:37:56.984" v="36" actId="34807"/>
          <ac:spMkLst>
            <pc:docMk/>
            <pc:sldMk cId="1283465664" sldId="12557"/>
            <ac:spMk id="35875" creationId="{1494D342-EDA4-5790-D068-AA162526DBC2}"/>
          </ac:spMkLst>
        </pc:spChg>
        <pc:spChg chg="add mod">
          <ac:chgData name="" userId="" providerId="" clId="Web-{57FA6384-6D64-4017-8C8D-103F9B22F9B7}" dt="2026-10-23T12:37:56.984" v="36" actId="34807"/>
          <ac:spMkLst>
            <pc:docMk/>
            <pc:sldMk cId="1283465664" sldId="12557"/>
            <ac:spMk id="35922" creationId="{BD3B2A69-B8C0-2FA8-6CD2-5020847FAD2C}"/>
          </ac:spMkLst>
        </pc:spChg>
        <pc:spChg chg="mod">
          <ac:chgData name="" userId="" providerId="" clId="Web-{57FA6384-6D64-4017-8C8D-103F9B22F9B7}" dt="2026-10-23T12:37:59.985" v="39" actId="34807"/>
          <ac:spMkLst>
            <pc:docMk/>
            <pc:sldMk cId="1283465664" sldId="12557"/>
            <ac:spMk id="35947" creationId="{D877F4A4-A3A0-CD8E-FD26-1DD68203631C}"/>
          </ac:spMkLst>
        </pc:spChg>
        <pc:spChg chg="mod">
          <ac:chgData name="" userId="" providerId="" clId="Web-{57FA6384-6D64-4017-8C8D-103F9B22F9B7}" dt="2026-10-23T12:37:59.985" v="39" actId="34807"/>
          <ac:spMkLst>
            <pc:docMk/>
            <pc:sldMk cId="1283465664" sldId="12557"/>
            <ac:spMk id="36057" creationId="{157AE2E9-EDA3-C457-8C09-764931AEE68E}"/>
          </ac:spMkLst>
        </pc:spChg>
        <pc:spChg chg="add mod">
          <ac:chgData name="" userId="" providerId="" clId="Web-{57FA6384-6D64-4017-8C8D-103F9B22F9B7}" dt="2026-10-23T12:37:56.984" v="36" actId="34807"/>
          <ac:spMkLst>
            <pc:docMk/>
            <pc:sldMk cId="1283465664" sldId="12557"/>
            <ac:spMk id="36118" creationId="{0ACFEB6E-CEEF-5CA2-A3AD-870F654B6BDF}"/>
          </ac:spMkLst>
        </pc:spChg>
        <pc:spChg chg="mod">
          <ac:chgData name="" userId="" providerId="" clId="Web-{57FA6384-6D64-4017-8C8D-103F9B22F9B7}" dt="2026-10-23T12:37:59.985" v="39" actId="34807"/>
          <ac:spMkLst>
            <pc:docMk/>
            <pc:sldMk cId="1283465664" sldId="12557"/>
            <ac:spMk id="36183" creationId="{DE4D261B-148A-B704-9380-BCCD826B58DB}"/>
          </ac:spMkLst>
        </pc:spChg>
        <pc:spChg chg="add mod">
          <ac:chgData name="" userId="" providerId="" clId="Web-{57FA6384-6D64-4017-8C8D-103F9B22F9B7}" dt="2026-10-23T12:37:56.984" v="36" actId="34807"/>
          <ac:spMkLst>
            <pc:docMk/>
            <pc:sldMk cId="1283465664" sldId="12557"/>
            <ac:spMk id="36217" creationId="{460D7FF7-D2C8-A334-FE49-50232268E219}"/>
          </ac:spMkLst>
        </pc:spChg>
        <pc:spChg chg="mod">
          <ac:chgData name="" userId="" providerId="" clId="Web-{57FA6384-6D64-4017-8C8D-103F9B22F9B7}" dt="2026-10-23T12:43:30.679" v="64" actId="34807"/>
          <ac:spMkLst>
            <pc:docMk/>
            <pc:sldMk cId="1283465664" sldId="12557"/>
            <ac:spMk id="36325" creationId="{4A354B72-743C-D1C8-658B-254F36A99FE8}"/>
          </ac:spMkLst>
        </pc:spChg>
        <pc:spChg chg="add mod">
          <ac:chgData name="" userId="" providerId="" clId="Web-{57FA6384-6D64-4017-8C8D-103F9B22F9B7}" dt="2026-10-23T12:37:56.984" v="36" actId="34807"/>
          <ac:spMkLst>
            <pc:docMk/>
            <pc:sldMk cId="1283465664" sldId="12557"/>
            <ac:spMk id="36612" creationId="{01DA2BCF-5F09-39CE-B277-BCFCB6C90EDF}"/>
          </ac:spMkLst>
        </pc:spChg>
        <pc:spChg chg="add mod">
          <ac:chgData name="" userId="" providerId="" clId="Web-{57FA6384-6D64-4017-8C8D-103F9B22F9B7}" dt="2026-10-23T12:37:56.984" v="36" actId="34807"/>
          <ac:spMkLst>
            <pc:docMk/>
            <pc:sldMk cId="1283465664" sldId="12557"/>
            <ac:spMk id="37275" creationId="{0558173D-6694-1225-E2E3-06B3FBC5592A}"/>
          </ac:spMkLst>
        </pc:spChg>
        <pc:spChg chg="add mod">
          <ac:chgData name="" userId="" providerId="" clId="Web-{57FA6384-6D64-4017-8C8D-103F9B22F9B7}" dt="2026-10-23T12:37:56.984" v="36" actId="34807"/>
          <ac:spMkLst>
            <pc:docMk/>
            <pc:sldMk cId="1283465664" sldId="12557"/>
            <ac:spMk id="37452" creationId="{C0E155C3-0068-2543-621F-64738D0E8DA7}"/>
          </ac:spMkLst>
        </pc:spChg>
        <pc:spChg chg="mod">
          <ac:chgData name="" userId="" providerId="" clId="Web-{57FA6384-6D64-4017-8C8D-103F9B22F9B7}" dt="2026-10-23T12:37:59.985" v="39" actId="34807"/>
          <ac:spMkLst>
            <pc:docMk/>
            <pc:sldMk cId="1283465664" sldId="12557"/>
            <ac:spMk id="37638" creationId="{3EA61D87-7916-B8A3-B859-8F6B00F5E025}"/>
          </ac:spMkLst>
        </pc:spChg>
        <pc:picChg chg="add mod">
          <ac:chgData name="" userId="" providerId="" clId="Web-{57FA6384-6D64-4017-8C8D-103F9B22F9B7}" dt="2026-10-23T12:37:57.969" v="37" actId="34807"/>
          <ac:picMkLst>
            <pc:docMk/>
            <pc:sldMk cId="1283465664" sldId="12557"/>
            <ac:picMk id="37901" creationId="{CD989EC1-0974-5710-EDCE-836484A89063}"/>
          </ac:picMkLst>
        </pc:picChg>
      </pc:sldChg>
      <pc:sldChg chg="addSp modSp modNotesTx">
        <pc:chgData name="" userId="" providerId="" clId="Web-{57FA6384-6D64-4017-8C8D-103F9B22F9B7}" dt="2026-10-23T12:54:39.900" v="66" actId="34807"/>
        <pc:sldMkLst>
          <pc:docMk/>
          <pc:sldMk cId="1328341611" sldId="12769"/>
        </pc:sldMkLst>
        <pc:spChg chg="add mod">
          <ac:chgData name="" userId="" providerId="" clId="Web-{57FA6384-6D64-4017-8C8D-103F9B22F9B7}" dt="2026-10-23T12:42:14.709" v="43" actId="34807"/>
          <ac:spMkLst>
            <pc:docMk/>
            <pc:sldMk cId="1328341611" sldId="12769"/>
            <ac:spMk id="37905" creationId="{8385A6F6-C6A0-B35F-E34B-D3C816B7E5B7}"/>
          </ac:spMkLst>
        </pc:spChg>
        <pc:spChg chg="add mod">
          <ac:chgData name="" userId="" providerId="" clId="Web-{57FA6384-6D64-4017-8C8D-103F9B22F9B7}" dt="2026-10-23T12:42:14.709" v="43" actId="34807"/>
          <ac:spMkLst>
            <pc:docMk/>
            <pc:sldMk cId="1328341611" sldId="12769"/>
            <ac:spMk id="37907" creationId="{A1795C47-4C54-013D-4274-13E0616771A2}"/>
          </ac:spMkLst>
        </pc:spChg>
        <pc:spChg chg="add mod">
          <ac:chgData name="" userId="" providerId="" clId="Web-{57FA6384-6D64-4017-8C8D-103F9B22F9B7}" dt="2026-10-23T12:42:14.709" v="43" actId="34807"/>
          <ac:spMkLst>
            <pc:docMk/>
            <pc:sldMk cId="1328341611" sldId="12769"/>
            <ac:spMk id="37940" creationId="{CF8FB8CE-6393-B54F-0595-3F661A770ED1}"/>
          </ac:spMkLst>
        </pc:spChg>
        <pc:spChg chg="mod">
          <ac:chgData name="" userId="" providerId="" clId="Web-{57FA6384-6D64-4017-8C8D-103F9B22F9B7}" dt="2026-10-23T12:54:39.900" v="66" actId="34807"/>
          <ac:spMkLst>
            <pc:docMk/>
            <pc:sldMk cId="1328341611" sldId="12769"/>
            <ac:spMk id="38075" creationId="{10EE3C83-DD94-936D-8DDF-DE114976888A}"/>
          </ac:spMkLst>
        </pc:spChg>
        <pc:spChg chg="add mod">
          <ac:chgData name="" userId="" providerId="" clId="Web-{57FA6384-6D64-4017-8C8D-103F9B22F9B7}" dt="2026-10-23T12:54:39.900" v="66" actId="34807"/>
          <ac:spMkLst>
            <pc:docMk/>
            <pc:sldMk cId="1328341611" sldId="12769"/>
            <ac:spMk id="38094" creationId="{659A76C1-B94E-B2EA-D19A-E60EB6C25520}"/>
          </ac:spMkLst>
        </pc:spChg>
        <pc:spChg chg="mod">
          <ac:chgData name="" userId="" providerId="" clId="Web-{57FA6384-6D64-4017-8C8D-103F9B22F9B7}" dt="2026-10-23T12:54:39.900" v="66" actId="34807"/>
          <ac:spMkLst>
            <pc:docMk/>
            <pc:sldMk cId="1328341611" sldId="12769"/>
            <ac:spMk id="38135" creationId="{8FA0E86B-C307-F52D-B0EC-33014C71EFB4}"/>
          </ac:spMkLst>
        </pc:spChg>
        <pc:spChg chg="mod">
          <ac:chgData name="" userId="" providerId="" clId="Web-{57FA6384-6D64-4017-8C8D-103F9B22F9B7}" dt="2026-10-23T12:54:39.900" v="66" actId="34807"/>
          <ac:spMkLst>
            <pc:docMk/>
            <pc:sldMk cId="1328341611" sldId="12769"/>
            <ac:spMk id="38157" creationId="{212780D9-7F25-180E-3AB5-BC624208FB9C}"/>
          </ac:spMkLst>
        </pc:spChg>
        <pc:spChg chg="mod">
          <ac:chgData name="" userId="" providerId="" clId="Web-{57FA6384-6D64-4017-8C8D-103F9B22F9B7}" dt="2026-10-23T12:54:39.900" v="66" actId="34807"/>
          <ac:spMkLst>
            <pc:docMk/>
            <pc:sldMk cId="1328341611" sldId="12769"/>
            <ac:spMk id="38180" creationId="{FD76DE29-8B7D-0EB6-4964-2DB2D7A40856}"/>
          </ac:spMkLst>
        </pc:spChg>
        <pc:spChg chg="mod">
          <ac:chgData name="" userId="" providerId="" clId="Web-{57FA6384-6D64-4017-8C8D-103F9B22F9B7}" dt="2026-10-23T12:54:39.900" v="66" actId="34807"/>
          <ac:spMkLst>
            <pc:docMk/>
            <pc:sldMk cId="1328341611" sldId="12769"/>
            <ac:spMk id="38204" creationId="{4623CE09-3EC5-66BA-D099-BA5F7D5D0226}"/>
          </ac:spMkLst>
        </pc:spChg>
        <pc:spChg chg="mod">
          <ac:chgData name="" userId="" providerId="" clId="Web-{57FA6384-6D64-4017-8C8D-103F9B22F9B7}" dt="2026-10-23T12:54:39.900" v="66" actId="34807"/>
          <ac:spMkLst>
            <pc:docMk/>
            <pc:sldMk cId="1328341611" sldId="12769"/>
            <ac:spMk id="38229" creationId="{4A7931DA-3376-3CC5-3343-0F5B803076A4}"/>
          </ac:spMkLst>
        </pc:spChg>
        <pc:spChg chg="add mod">
          <ac:chgData name="" userId="" providerId="" clId="Web-{57FA6384-6D64-4017-8C8D-103F9B22F9B7}" dt="2026-10-23T12:54:39.900" v="66" actId="34807"/>
          <ac:spMkLst>
            <pc:docMk/>
            <pc:sldMk cId="1328341611" sldId="12769"/>
            <ac:spMk id="38255" creationId="{E77DD0AA-F9FE-0B41-BB6C-503488FCDE05}"/>
          </ac:spMkLst>
        </pc:spChg>
        <pc:spChg chg="add mod">
          <ac:chgData name="" userId="" providerId="" clId="Web-{57FA6384-6D64-4017-8C8D-103F9B22F9B7}" dt="2026-10-23T12:42:14.709" v="43" actId="34807"/>
          <ac:spMkLst>
            <pc:docMk/>
            <pc:sldMk cId="1328341611" sldId="12769"/>
            <ac:spMk id="38432" creationId="{E4D6F0D9-FE52-5CAF-E084-D926FDAF656D}"/>
          </ac:spMkLst>
        </pc:spChg>
        <pc:spChg chg="add mod">
          <ac:chgData name="" userId="" providerId="" clId="Web-{57FA6384-6D64-4017-8C8D-103F9B22F9B7}" dt="2026-10-23T12:54:39.900" v="66" actId="34807"/>
          <ac:spMkLst>
            <pc:docMk/>
            <pc:sldMk cId="1328341611" sldId="12769"/>
            <ac:spMk id="38534" creationId="{B368BD22-9908-7A9D-86E3-0955C7C5657E}"/>
          </ac:spMkLst>
        </pc:spChg>
        <pc:spChg chg="mod">
          <ac:chgData name="" userId="" providerId="" clId="Web-{57FA6384-6D64-4017-8C8D-103F9B22F9B7}" dt="2026-10-23T12:54:39.900" v="66" actId="34807"/>
          <ac:spMkLst>
            <pc:docMk/>
            <pc:sldMk cId="1328341611" sldId="12769"/>
            <ac:spMk id="38570" creationId="{C2808529-EE22-175E-C839-4EC81E165A2C}"/>
          </ac:spMkLst>
        </pc:spChg>
        <pc:spChg chg="add mod">
          <ac:chgData name="" userId="" providerId="" clId="Web-{57FA6384-6D64-4017-8C8D-103F9B22F9B7}" dt="2026-10-23T12:42:14.709" v="43" actId="34807"/>
          <ac:spMkLst>
            <pc:docMk/>
            <pc:sldMk cId="1328341611" sldId="12769"/>
            <ac:spMk id="38645" creationId="{1E99633E-F644-4201-003B-EE2DA12A4F13}"/>
          </ac:spMkLst>
        </pc:spChg>
        <pc:spChg chg="add mod">
          <ac:chgData name="" userId="" providerId="" clId="Web-{57FA6384-6D64-4017-8C8D-103F9B22F9B7}" dt="2026-10-23T12:42:14.709" v="43" actId="34807"/>
          <ac:spMkLst>
            <pc:docMk/>
            <pc:sldMk cId="1328341611" sldId="12769"/>
            <ac:spMk id="38684" creationId="{A032AE99-B049-C1D1-12F7-88B2625AEE3B}"/>
          </ac:spMkLst>
        </pc:spChg>
        <pc:spChg chg="add mod">
          <ac:chgData name="" userId="" providerId="" clId="Web-{57FA6384-6D64-4017-8C8D-103F9B22F9B7}" dt="2026-10-23T12:42:14.709" v="43" actId="34807"/>
          <ac:spMkLst>
            <pc:docMk/>
            <pc:sldMk cId="1328341611" sldId="12769"/>
            <ac:spMk id="38807" creationId="{9465F97F-7CDD-5FE8-3D46-6678DB9A9995}"/>
          </ac:spMkLst>
        </pc:spChg>
        <pc:picChg chg="add mod">
          <ac:chgData name="" userId="" providerId="" clId="Web-{57FA6384-6D64-4017-8C8D-103F9B22F9B7}" dt="2026-10-23T12:42:15.584" v="44" actId="34807"/>
          <ac:picMkLst>
            <pc:docMk/>
            <pc:sldMk cId="1328341611" sldId="12769"/>
            <ac:picMk id="38851" creationId="{46E9E0F9-C039-20B1-BDFA-40F92F1403E1}"/>
          </ac:picMkLst>
        </pc:picChg>
        <pc:picChg chg="add mod">
          <ac:chgData name="" userId="" providerId="" clId="Web-{57FA6384-6D64-4017-8C8D-103F9B22F9B7}" dt="2026-10-23T12:42:15.584" v="44" actId="34807"/>
          <ac:picMkLst>
            <pc:docMk/>
            <pc:sldMk cId="1328341611" sldId="12769"/>
            <ac:picMk id="38852" creationId="{81DDD207-E340-6960-BD8B-6AF4CC2D85A3}"/>
          </ac:picMkLst>
        </pc:picChg>
        <pc:picChg chg="add mod">
          <ac:chgData name="" userId="" providerId="" clId="Web-{57FA6384-6D64-4017-8C8D-103F9B22F9B7}" dt="2026-10-23T12:42:15.584" v="44" actId="34807"/>
          <ac:picMkLst>
            <pc:docMk/>
            <pc:sldMk cId="1328341611" sldId="12769"/>
            <ac:picMk id="38853" creationId="{9478C4ED-4538-D77A-C522-9401A60445B2}"/>
          </ac:picMkLst>
        </pc:picChg>
        <pc:picChg chg="add mod">
          <ac:chgData name="" userId="" providerId="" clId="Web-{57FA6384-6D64-4017-8C8D-103F9B22F9B7}" dt="2026-10-23T12:42:15.584" v="44" actId="34807"/>
          <ac:picMkLst>
            <pc:docMk/>
            <pc:sldMk cId="1328341611" sldId="12769"/>
            <ac:picMk id="38854" creationId="{CB3B1B7A-C7FE-45C2-B6FE-233EFDC6161B}"/>
          </ac:picMkLst>
        </pc:picChg>
      </pc:sldChg>
      <pc:sldChg chg="addSp modSp modNotesTx">
        <pc:chgData name="" userId="" providerId="" clId="Web-{57FA6384-6D64-4017-8C8D-103F9B22F9B7}" dt="2026-10-23T12:54:50.307" v="67" actId="34807"/>
        <pc:sldMkLst>
          <pc:docMk/>
          <pc:sldMk cId="2377474207" sldId="12982"/>
        </pc:sldMkLst>
        <pc:spChg chg="add mod">
          <ac:chgData name="" userId="" providerId="" clId="Web-{57FA6384-6D64-4017-8C8D-103F9B22F9B7}" dt="2026-10-23T12:42:47.584" v="49" actId="34807"/>
          <ac:spMkLst>
            <pc:docMk/>
            <pc:sldMk cId="2377474207" sldId="12982"/>
            <ac:spMk id="38861" creationId="{3B743F3A-8B7F-C65F-26D1-6BAEA813C552}"/>
          </ac:spMkLst>
        </pc:spChg>
        <pc:spChg chg="add mod">
          <ac:chgData name="" userId="" providerId="" clId="Web-{57FA6384-6D64-4017-8C8D-103F9B22F9B7}" dt="2026-10-23T12:42:47.584" v="49" actId="34807"/>
          <ac:spMkLst>
            <pc:docMk/>
            <pc:sldMk cId="2377474207" sldId="12982"/>
            <ac:spMk id="38876" creationId="{32F9B987-605D-E36D-7A65-473F5E75D432}"/>
          </ac:spMkLst>
        </pc:spChg>
        <pc:spChg chg="mod">
          <ac:chgData name="" userId="" providerId="" clId="Web-{57FA6384-6D64-4017-8C8D-103F9B22F9B7}" dt="2026-10-23T12:54:50.307" v="67" actId="34807"/>
          <ac:spMkLst>
            <pc:docMk/>
            <pc:sldMk cId="2377474207" sldId="12982"/>
            <ac:spMk id="38900" creationId="{51CCF43A-7B24-75B9-8132-F1DAFC2C2C11}"/>
          </ac:spMkLst>
        </pc:spChg>
        <pc:spChg chg="add mod">
          <ac:chgData name="" userId="" providerId="" clId="Web-{57FA6384-6D64-4017-8C8D-103F9B22F9B7}" dt="2026-10-23T12:54:50.307" v="67" actId="34807"/>
          <ac:spMkLst>
            <pc:docMk/>
            <pc:sldMk cId="2377474207" sldId="12982"/>
            <ac:spMk id="38921" creationId="{D6983635-DE8C-04FA-96B9-5C5A69F9BB19}"/>
          </ac:spMkLst>
        </pc:spChg>
        <pc:spChg chg="add mod">
          <ac:chgData name="" userId="" providerId="" clId="Web-{57FA6384-6D64-4017-8C8D-103F9B22F9B7}" dt="2026-10-23T12:42:47.584" v="49" actId="34807"/>
          <ac:spMkLst>
            <pc:docMk/>
            <pc:sldMk cId="2377474207" sldId="12982"/>
            <ac:spMk id="38946" creationId="{1A610513-074E-683A-650D-F214D6038F3E}"/>
          </ac:spMkLst>
        </pc:spChg>
        <pc:spChg chg="add mod">
          <ac:chgData name="" userId="" providerId="" clId="Web-{57FA6384-6D64-4017-8C8D-103F9B22F9B7}" dt="2026-10-23T12:42:47.584" v="49" actId="34807"/>
          <ac:spMkLst>
            <pc:docMk/>
            <pc:sldMk cId="2377474207" sldId="12982"/>
            <ac:spMk id="38975" creationId="{64516853-788D-5589-9D56-7092D7A3F394}"/>
          </ac:spMkLst>
        </pc:spChg>
        <pc:spChg chg="mod">
          <ac:chgData name="" userId="" providerId="" clId="Web-{57FA6384-6D64-4017-8C8D-103F9B22F9B7}" dt="2026-10-23T12:54:50.307" v="67" actId="34807"/>
          <ac:spMkLst>
            <pc:docMk/>
            <pc:sldMk cId="2377474207" sldId="12982"/>
            <ac:spMk id="39008" creationId="{CC14C451-F772-0720-C4DC-97954C3ED13E}"/>
          </ac:spMkLst>
        </pc:spChg>
        <pc:spChg chg="add mod">
          <ac:chgData name="" userId="" providerId="" clId="Web-{57FA6384-6D64-4017-8C8D-103F9B22F9B7}" dt="2026-10-23T12:42:47.584" v="49" actId="34807"/>
          <ac:spMkLst>
            <pc:docMk/>
            <pc:sldMk cId="2377474207" sldId="12982"/>
            <ac:spMk id="39045" creationId="{FAA430A7-5BB6-CAE7-1EFA-43C37D571710}"/>
          </ac:spMkLst>
        </pc:spChg>
        <pc:spChg chg="add mod">
          <ac:chgData name="" userId="" providerId="" clId="Web-{57FA6384-6D64-4017-8C8D-103F9B22F9B7}" dt="2026-10-23T12:54:50.307" v="67" actId="34807"/>
          <ac:spMkLst>
            <pc:docMk/>
            <pc:sldMk cId="2377474207" sldId="12982"/>
            <ac:spMk id="39086" creationId="{8F57B887-47E0-8189-CFEB-7F189BBA71BE}"/>
          </ac:spMkLst>
        </pc:spChg>
        <pc:spChg chg="mod">
          <ac:chgData name="" userId="" providerId="" clId="Web-{57FA6384-6D64-4017-8C8D-103F9B22F9B7}" dt="2026-10-23T12:54:50.307" v="67" actId="34807"/>
          <ac:spMkLst>
            <pc:docMk/>
            <pc:sldMk cId="2377474207" sldId="12982"/>
            <ac:spMk id="39180" creationId="{E5978440-1DF0-8671-7EFE-3CEF4EC8E6EE}"/>
          </ac:spMkLst>
        </pc:spChg>
        <pc:spChg chg="add mod">
          <ac:chgData name="" userId="" providerId="" clId="Web-{57FA6384-6D64-4017-8C8D-103F9B22F9B7}" dt="2026-10-23T12:42:47.584" v="49" actId="34807"/>
          <ac:spMkLst>
            <pc:docMk/>
            <pc:sldMk cId="2377474207" sldId="12982"/>
            <ac:spMk id="39261" creationId="{513B1470-A8BB-7CC2-C583-ADEDF9C27544}"/>
          </ac:spMkLst>
        </pc:spChg>
        <pc:spChg chg="mod">
          <ac:chgData name="" userId="" providerId="" clId="Web-{57FA6384-6D64-4017-8C8D-103F9B22F9B7}" dt="2026-10-23T12:54:50.307" v="67" actId="34807"/>
          <ac:spMkLst>
            <pc:docMk/>
            <pc:sldMk cId="2377474207" sldId="12982"/>
            <ac:spMk id="39290" creationId="{7B306E36-C61C-A260-9FD9-A0092154F041}"/>
          </ac:spMkLst>
        </pc:spChg>
        <pc:spChg chg="add mod">
          <ac:chgData name="" userId="" providerId="" clId="Web-{57FA6384-6D64-4017-8C8D-103F9B22F9B7}" dt="2026-10-23T12:42:47.584" v="49" actId="34807"/>
          <ac:spMkLst>
            <pc:docMk/>
            <pc:sldMk cId="2377474207" sldId="12982"/>
            <ac:spMk id="39351" creationId="{ADEB64FF-502D-6AA3-6CD6-AD32D292A7FD}"/>
          </ac:spMkLst>
        </pc:spChg>
        <pc:spChg chg="add mod">
          <ac:chgData name="" userId="" providerId="" clId="Web-{57FA6384-6D64-4017-8C8D-103F9B22F9B7}" dt="2026-10-23T12:54:50.307" v="67" actId="34807"/>
          <ac:spMkLst>
            <pc:docMk/>
            <pc:sldMk cId="2377474207" sldId="12982"/>
            <ac:spMk id="39416" creationId="{E50B9EB3-9030-BE21-733A-0107CAEE83AA}"/>
          </ac:spMkLst>
        </pc:spChg>
        <pc:picChg chg="add mod">
          <ac:chgData name="" userId="" providerId="" clId="Web-{57FA6384-6D64-4017-8C8D-103F9B22F9B7}" dt="2026-10-23T12:42:30.959" v="47" actId="34807"/>
          <ac:picMkLst>
            <pc:docMk/>
            <pc:sldMk cId="2377474207" sldId="12982"/>
            <ac:picMk id="38855" creationId="{3E8DC0E0-B52F-961C-BC86-BC9547CAAD9E}"/>
          </ac:picMkLst>
        </pc:picChg>
        <pc:picChg chg="add mod">
          <ac:chgData name="" userId="" providerId="" clId="Web-{57FA6384-6D64-4017-8C8D-103F9B22F9B7}" dt="2026-10-23T12:42:48.537" v="50" actId="34807"/>
          <ac:picMkLst>
            <pc:docMk/>
            <pc:sldMk cId="2377474207" sldId="12982"/>
            <ac:picMk id="39451" creationId="{6B7B846C-91FA-6ADF-36AC-55A59CD73159}"/>
          </ac:picMkLst>
        </pc:picChg>
        <pc:picChg chg="add mod">
          <ac:chgData name="" userId="" providerId="" clId="Web-{57FA6384-6D64-4017-8C8D-103F9B22F9B7}" dt="2026-10-23T12:42:48.537" v="50" actId="34807"/>
          <ac:picMkLst>
            <pc:docMk/>
            <pc:sldMk cId="2377474207" sldId="12982"/>
            <ac:picMk id="39452" creationId="{77666DB8-9FBC-3288-B277-2982293616B7}"/>
          </ac:picMkLst>
        </pc:picChg>
        <pc:picChg chg="add mod">
          <ac:chgData name="" userId="" providerId="" clId="Web-{57FA6384-6D64-4017-8C8D-103F9B22F9B7}" dt="2026-10-23T12:42:48.537" v="50" actId="34807"/>
          <ac:picMkLst>
            <pc:docMk/>
            <pc:sldMk cId="2377474207" sldId="12982"/>
            <ac:picMk id="39453" creationId="{89362BB4-139A-44BD-77D1-C3590AB7034B}"/>
          </ac:picMkLst>
        </pc:picChg>
        <pc:picChg chg="add mod">
          <ac:chgData name="" userId="" providerId="" clId="Web-{57FA6384-6D64-4017-8C8D-103F9B22F9B7}" dt="2026-10-23T12:42:48.537" v="50" actId="34807"/>
          <ac:picMkLst>
            <pc:docMk/>
            <pc:sldMk cId="2377474207" sldId="12982"/>
            <ac:picMk id="39454" creationId="{9DB79DEE-9B1D-E8C5-A670-AAFEE87219AC}"/>
          </ac:picMkLst>
        </pc:picChg>
        <pc:picChg chg="add mod">
          <ac:chgData name="" userId="" providerId="" clId="Web-{57FA6384-6D64-4017-8C8D-103F9B22F9B7}" dt="2026-10-23T12:42:48.537" v="50" actId="34807"/>
          <ac:picMkLst>
            <pc:docMk/>
            <pc:sldMk cId="2377474207" sldId="12982"/>
            <ac:picMk id="39455" creationId="{D25C5034-8AA1-4EF8-E260-267E40EA626A}"/>
          </ac:picMkLst>
        </pc:picChg>
        <pc:picChg chg="add mod">
          <ac:chgData name="" userId="" providerId="" clId="Web-{57FA6384-6D64-4017-8C8D-103F9B22F9B7}" dt="2026-10-23T12:42:48.537" v="50" actId="34807"/>
          <ac:picMkLst>
            <pc:docMk/>
            <pc:sldMk cId="2377474207" sldId="12982"/>
            <ac:picMk id="39456" creationId="{85F4CF5C-5E87-02B3-133B-1BCC12A13F46}"/>
          </ac:picMkLst>
        </pc:picChg>
      </pc:sldChg>
      <pc:sldChg chg="addSp modSp modNotesTx">
        <pc:chgData name="" userId="" providerId="" clId="Web-{57FA6384-6D64-4017-8C8D-103F9B22F9B7}" dt="2026-10-23T12:43:06.788" v="55" actId="34807"/>
        <pc:sldMkLst>
          <pc:docMk/>
          <pc:sldMk cId="303247563" sldId="13196"/>
        </pc:sldMkLst>
        <pc:spChg chg="add mod">
          <ac:chgData name="" userId="" providerId="" clId="Web-{57FA6384-6D64-4017-8C8D-103F9B22F9B7}" dt="2026-10-23T12:43:03.616" v="53" actId="34807"/>
          <ac:spMkLst>
            <pc:docMk/>
            <pc:sldMk cId="303247563" sldId="13196"/>
            <ac:spMk id="39459" creationId="{94EA84CA-EA8A-E087-0FED-85758913CC94}"/>
          </ac:spMkLst>
        </pc:spChg>
        <pc:spChg chg="add mod">
          <ac:chgData name="" userId="" providerId="" clId="Web-{57FA6384-6D64-4017-8C8D-103F9B22F9B7}" dt="2026-10-23T12:43:03.616" v="53" actId="34807"/>
          <ac:spMkLst>
            <pc:docMk/>
            <pc:sldMk cId="303247563" sldId="13196"/>
            <ac:spMk id="39561" creationId="{4333FE9C-294D-E4B7-FB81-015878051E34}"/>
          </ac:spMkLst>
        </pc:spChg>
        <pc:spChg chg="add mod">
          <ac:chgData name="" userId="" providerId="" clId="Web-{57FA6384-6D64-4017-8C8D-103F9B22F9B7}" dt="2026-10-23T12:43:03.616" v="53" actId="34807"/>
          <ac:spMkLst>
            <pc:docMk/>
            <pc:sldMk cId="303247563" sldId="13196"/>
            <ac:spMk id="39666" creationId="{2344DE37-6921-8AA3-F4DA-31F939057F4D}"/>
          </ac:spMkLst>
        </pc:spChg>
        <pc:spChg chg="add mod">
          <ac:chgData name="" userId="" providerId="" clId="Web-{57FA6384-6D64-4017-8C8D-103F9B22F9B7}" dt="2026-10-23T12:43:03.616" v="53" actId="34807"/>
          <ac:spMkLst>
            <pc:docMk/>
            <pc:sldMk cId="303247563" sldId="13196"/>
            <ac:spMk id="40584" creationId="{CF2F2329-1FDC-2B67-1B2C-2C677EEFCB0D}"/>
          </ac:spMkLst>
        </pc:spChg>
        <pc:spChg chg="add mod">
          <ac:chgData name="" userId="" providerId="" clId="Web-{57FA6384-6D64-4017-8C8D-103F9B22F9B7}" dt="2026-10-23T12:43:03.616" v="53" actId="34807"/>
          <ac:spMkLst>
            <pc:docMk/>
            <pc:sldMk cId="303247563" sldId="13196"/>
            <ac:spMk id="40632" creationId="{45FE2CF6-0E7F-93D1-4FE6-BD845FD90D62}"/>
          </ac:spMkLst>
        </pc:spChg>
        <pc:spChg chg="add mod">
          <ac:chgData name="" userId="" providerId="" clId="Web-{57FA6384-6D64-4017-8C8D-103F9B22F9B7}" dt="2026-10-23T12:43:03.616" v="53" actId="34807"/>
          <ac:spMkLst>
            <pc:docMk/>
            <pc:sldMk cId="303247563" sldId="13196"/>
            <ac:spMk id="41536" creationId="{6F0AFC86-324B-B403-7E42-48B545732A29}"/>
          </ac:spMkLst>
        </pc:spChg>
        <pc:spChg chg="add mod">
          <ac:chgData name="" userId="" providerId="" clId="Web-{57FA6384-6D64-4017-8C8D-103F9B22F9B7}" dt="2026-10-23T12:43:03.616" v="53" actId="34807"/>
          <ac:spMkLst>
            <pc:docMk/>
            <pc:sldMk cId="303247563" sldId="13196"/>
            <ac:spMk id="45451" creationId="{94FBC1D1-EAA3-80E9-CF8C-5268522A7069}"/>
          </ac:spMkLst>
        </pc:spChg>
        <pc:spChg chg="add mod">
          <ac:chgData name="" userId="" providerId="" clId="Web-{57FA6384-6D64-4017-8C8D-103F9B22F9B7}" dt="2026-10-23T12:43:03.616" v="53" actId="34807"/>
          <ac:spMkLst>
            <pc:docMk/>
            <pc:sldMk cId="303247563" sldId="13196"/>
            <ac:spMk id="46126" creationId="{7D64E8F2-F272-ABB2-5319-8DDC82FDF9AB}"/>
          </ac:spMkLst>
        </pc:spChg>
        <pc:spChg chg="add mod">
          <ac:chgData name="" userId="" providerId="" clId="Web-{57FA6384-6D64-4017-8C8D-103F9B22F9B7}" dt="2026-10-23T12:43:03.616" v="53" actId="34807"/>
          <ac:spMkLst>
            <pc:docMk/>
            <pc:sldMk cId="303247563" sldId="13196"/>
            <ac:spMk id="46716" creationId="{E6A4DE54-D87E-E7A8-A73E-53033A30A171}"/>
          </ac:spMkLst>
        </pc:spChg>
        <pc:spChg chg="add mod">
          <ac:chgData name="" userId="" providerId="" clId="Web-{57FA6384-6D64-4017-8C8D-103F9B22F9B7}" dt="2026-10-23T12:43:03.616" v="53" actId="34807"/>
          <ac:spMkLst>
            <pc:docMk/>
            <pc:sldMk cId="303247563" sldId="13196"/>
            <ac:spMk id="48234" creationId="{2BDEB4A6-D685-A295-EBEC-92D9F7FB73A1}"/>
          </ac:spMkLst>
        </pc:spChg>
        <pc:picChg chg="add mod">
          <ac:chgData name="" userId="" providerId="" clId="Web-{57FA6384-6D64-4017-8C8D-103F9B22F9B7}" dt="2026-10-23T12:43:05.147" v="54" actId="34807"/>
          <ac:picMkLst>
            <pc:docMk/>
            <pc:sldMk cId="303247563" sldId="13196"/>
            <ac:picMk id="51086" creationId="{2D57FD56-99A7-674A-E7CD-99981C36FA96}"/>
          </ac:picMkLst>
        </pc:picChg>
        <pc:picChg chg="add mod">
          <ac:chgData name="" userId="" providerId="" clId="Web-{57FA6384-6D64-4017-8C8D-103F9B22F9B7}" dt="2026-10-23T12:43:05.147" v="54" actId="34807"/>
          <ac:picMkLst>
            <pc:docMk/>
            <pc:sldMk cId="303247563" sldId="13196"/>
            <ac:picMk id="51087" creationId="{8E0902D5-91C8-7AB8-99C7-9AD14477A069}"/>
          </ac:picMkLst>
        </pc:picChg>
        <pc:picChg chg="add mod">
          <ac:chgData name="" userId="" providerId="" clId="Web-{57FA6384-6D64-4017-8C8D-103F9B22F9B7}" dt="2026-10-23T12:43:05.147" v="54" actId="34807"/>
          <ac:picMkLst>
            <pc:docMk/>
            <pc:sldMk cId="303247563" sldId="13196"/>
            <ac:picMk id="51088" creationId="{5791F5A4-47D6-6422-A0FB-0439D43ED6F8}"/>
          </ac:picMkLst>
        </pc:picChg>
        <pc:picChg chg="add mod">
          <ac:chgData name="" userId="" providerId="" clId="Web-{57FA6384-6D64-4017-8C8D-103F9B22F9B7}" dt="2026-10-23T12:43:05.147" v="54" actId="34807"/>
          <ac:picMkLst>
            <pc:docMk/>
            <pc:sldMk cId="303247563" sldId="13196"/>
            <ac:picMk id="51089" creationId="{9E275A9F-8A54-DC4E-C162-F5F5EE5C45AB}"/>
          </ac:picMkLst>
        </pc:picChg>
        <pc:picChg chg="add mod">
          <ac:chgData name="" userId="" providerId="" clId="Web-{57FA6384-6D64-4017-8C8D-103F9B22F9B7}" dt="2026-10-23T12:43:05.147" v="54" actId="34807"/>
          <ac:picMkLst>
            <pc:docMk/>
            <pc:sldMk cId="303247563" sldId="13196"/>
            <ac:picMk id="51090" creationId="{A1E3FC52-AA2A-CCBB-08FF-A6738F280FF3}"/>
          </ac:picMkLst>
        </pc:picChg>
        <pc:picChg chg="add mod">
          <ac:chgData name="" userId="" providerId="" clId="Web-{57FA6384-6D64-4017-8C8D-103F9B22F9B7}" dt="2026-10-23T12:43:05.147" v="54" actId="34807"/>
          <ac:picMkLst>
            <pc:docMk/>
            <pc:sldMk cId="303247563" sldId="13196"/>
            <ac:picMk id="51094" creationId="{9CEFBDA5-DE75-B1F6-7453-24116B7691BD}"/>
          </ac:picMkLst>
        </pc:picChg>
        <pc:picChg chg="add mod">
          <ac:chgData name="" userId="" providerId="" clId="Web-{57FA6384-6D64-4017-8C8D-103F9B22F9B7}" dt="2026-10-23T12:43:05.147" v="54" actId="34807"/>
          <ac:picMkLst>
            <pc:docMk/>
            <pc:sldMk cId="303247563" sldId="13196"/>
            <ac:picMk id="51096" creationId="{09681945-4C64-A262-2708-1BF52B0E62EF}"/>
          </ac:picMkLst>
        </pc:picChg>
        <pc:picChg chg="add mod">
          <ac:chgData name="" userId="" providerId="" clId="Web-{57FA6384-6D64-4017-8C8D-103F9B22F9B7}" dt="2026-10-23T12:43:05.147" v="54" actId="34807"/>
          <ac:picMkLst>
            <pc:docMk/>
            <pc:sldMk cId="303247563" sldId="13196"/>
            <ac:picMk id="51097" creationId="{0180DE6B-F0E7-758C-918C-BFB197F30AA1}"/>
          </ac:picMkLst>
        </pc:picChg>
        <pc:picChg chg="add mod">
          <ac:chgData name="" userId="" providerId="" clId="Web-{57FA6384-6D64-4017-8C8D-103F9B22F9B7}" dt="2026-10-23T12:43:05.147" v="54" actId="34807"/>
          <ac:picMkLst>
            <pc:docMk/>
            <pc:sldMk cId="303247563" sldId="13196"/>
            <ac:picMk id="51098" creationId="{3D1A947A-C9C1-BAE9-A3C7-8645427066BD}"/>
          </ac:picMkLst>
        </pc:picChg>
        <pc:picChg chg="add mod">
          <ac:chgData name="" userId="" providerId="" clId="Web-{57FA6384-6D64-4017-8C8D-103F9B22F9B7}" dt="2026-10-23T12:43:05.147" v="54" actId="34807"/>
          <ac:picMkLst>
            <pc:docMk/>
            <pc:sldMk cId="303247563" sldId="13196"/>
            <ac:picMk id="51100" creationId="{A0DEF99C-EC00-1C94-8059-1B6D7E1D09ED}"/>
          </ac:picMkLst>
        </pc:picChg>
      </pc:sldChg>
      <pc:sldChg chg="addSp delSp modSp modNotesTx">
        <pc:chgData name="" userId="" providerId="" clId="Web-{57FA6384-6D64-4017-8C8D-103F9B22F9B7}" dt="2026-10-23T12:56:18.559" v="71" actId="34807"/>
        <pc:sldMkLst>
          <pc:docMk/>
          <pc:sldMk cId="3162528261" sldId="13411"/>
        </pc:sldMkLst>
        <pc:spChg chg="add del mod">
          <ac:chgData name="" userId="" providerId="" clId="Web-{57FA6384-6D64-4017-8C8D-103F9B22F9B7}" dt="2026-10-23T12:55:43.808" v="68" actId="34807"/>
          <ac:spMkLst>
            <pc:docMk/>
            <pc:sldMk cId="3162528261" sldId="13411"/>
            <ac:spMk id="51166" creationId="{9A6BAA9D-304A-E62C-0269-1FDF36D2DB17}"/>
          </ac:spMkLst>
        </pc:spChg>
        <pc:spChg chg="mod">
          <ac:chgData name="" userId="" providerId="" clId="Web-{57FA6384-6D64-4017-8C8D-103F9B22F9B7}" dt="2026-10-23T12:43:19.960" v="60" actId="34807"/>
          <ac:spMkLst>
            <pc:docMk/>
            <pc:sldMk cId="3162528261" sldId="13411"/>
            <ac:spMk id="51290" creationId="{CBDB6923-636E-0C0E-3A9E-DF3C76FDFC45}"/>
          </ac:spMkLst>
        </pc:spChg>
        <pc:spChg chg="add del mod">
          <ac:chgData name="" userId="" providerId="" clId="Web-{57FA6384-6D64-4017-8C8D-103F9B22F9B7}" dt="2026-10-23T12:55:43.808" v="68" actId="34807"/>
          <ac:spMkLst>
            <pc:docMk/>
            <pc:sldMk cId="3162528261" sldId="13411"/>
            <ac:spMk id="51400" creationId="{D2C13354-B900-9890-AAFE-E2947D596556}"/>
          </ac:spMkLst>
        </pc:spChg>
        <pc:spChg chg="add del mod">
          <ac:chgData name="" userId="" providerId="" clId="Web-{57FA6384-6D64-4017-8C8D-103F9B22F9B7}" dt="2026-10-23T12:55:43.808" v="68" actId="34807"/>
          <ac:spMkLst>
            <pc:docMk/>
            <pc:sldMk cId="3162528261" sldId="13411"/>
            <ac:spMk id="51478" creationId="{ADEB976C-858A-0E12-6BFA-7A7AE358B3BC}"/>
          </ac:spMkLst>
        </pc:spChg>
        <pc:spChg chg="add del mod">
          <ac:chgData name="" userId="" providerId="" clId="Web-{57FA6384-6D64-4017-8C8D-103F9B22F9B7}" dt="2026-10-23T12:55:43.808" v="68" actId="34807"/>
          <ac:spMkLst>
            <pc:docMk/>
            <pc:sldMk cId="3162528261" sldId="13411"/>
            <ac:spMk id="51506" creationId="{59417212-DF05-D303-9611-4DFBEB727928}"/>
          </ac:spMkLst>
        </pc:spChg>
        <pc:spChg chg="mod">
          <ac:chgData name="" userId="" providerId="" clId="Web-{57FA6384-6D64-4017-8C8D-103F9B22F9B7}" dt="2026-10-23T12:43:19.960" v="60" actId="34807"/>
          <ac:spMkLst>
            <pc:docMk/>
            <pc:sldMk cId="3162528261" sldId="13411"/>
            <ac:spMk id="51535" creationId="{3072DA4E-C880-914D-E816-C1C7FB46449F}"/>
          </ac:spMkLst>
        </pc:spChg>
        <pc:spChg chg="mod">
          <ac:chgData name="" userId="" providerId="" clId="Web-{57FA6384-6D64-4017-8C8D-103F9B22F9B7}" dt="2026-10-23T12:43:19.960" v="60" actId="34807"/>
          <ac:spMkLst>
            <pc:docMk/>
            <pc:sldMk cId="3162528261" sldId="13411"/>
            <ac:spMk id="51596" creationId="{699DBC8C-E61D-1220-5048-A817A664C091}"/>
          </ac:spMkLst>
        </pc:spChg>
        <pc:spChg chg="mod">
          <ac:chgData name="" userId="" providerId="" clId="Web-{57FA6384-6D64-4017-8C8D-103F9B22F9B7}" dt="2026-10-23T12:43:19.960" v="60" actId="34807"/>
          <ac:spMkLst>
            <pc:docMk/>
            <pc:sldMk cId="3162528261" sldId="13411"/>
            <ac:spMk id="51661" creationId="{8FA3D289-78B3-20B7-9E9F-C1CF422F453A}"/>
          </ac:spMkLst>
        </pc:spChg>
        <pc:spChg chg="add del mod">
          <ac:chgData name="" userId="" providerId="" clId="Web-{57FA6384-6D64-4017-8C8D-103F9B22F9B7}" dt="2026-10-23T12:55:43.808" v="68" actId="34807"/>
          <ac:spMkLst>
            <pc:docMk/>
            <pc:sldMk cId="3162528261" sldId="13411"/>
            <ac:spMk id="51766" creationId="{D73C9FAD-BE3A-7A20-D4F5-A1FE4C7CB626}"/>
          </ac:spMkLst>
        </pc:spChg>
        <pc:spChg chg="add del mod">
          <ac:chgData name="" userId="" providerId="" clId="Web-{57FA6384-6D64-4017-8C8D-103F9B22F9B7}" dt="2026-10-23T12:55:43.808" v="68" actId="34807"/>
          <ac:spMkLst>
            <pc:docMk/>
            <pc:sldMk cId="3162528261" sldId="13411"/>
            <ac:spMk id="51880" creationId="{36B5A740-7FAB-F908-D59A-DD0825B61CAB}"/>
          </ac:spMkLst>
        </pc:spChg>
        <pc:spChg chg="mod">
          <ac:chgData name="" userId="" providerId="" clId="Web-{57FA6384-6D64-4017-8C8D-103F9B22F9B7}" dt="2026-10-23T12:43:19.960" v="60" actId="34807"/>
          <ac:spMkLst>
            <pc:docMk/>
            <pc:sldMk cId="3162528261" sldId="13411"/>
            <ac:spMk id="51961" creationId="{7E7D2E9A-6EA6-C54E-D70E-8103CE57BBB8}"/>
          </ac:spMkLst>
        </pc:spChg>
        <pc:spChg chg="add del mod">
          <ac:chgData name="" userId="" providerId="" clId="Web-{57FA6384-6D64-4017-8C8D-103F9B22F9B7}" dt="2026-10-23T12:55:43.808" v="68" actId="34807"/>
          <ac:spMkLst>
            <pc:docMk/>
            <pc:sldMk cId="3162528261" sldId="13411"/>
            <ac:spMk id="52003" creationId="{A25A0CE7-4803-0D02-F4C8-186D26F78451}"/>
          </ac:spMkLst>
        </pc:spChg>
        <pc:spChg chg="mod">
          <ac:chgData name="" userId="" providerId="" clId="Web-{57FA6384-6D64-4017-8C8D-103F9B22F9B7}" dt="2026-10-23T12:43:19.960" v="60" actId="34807"/>
          <ac:spMkLst>
            <pc:docMk/>
            <pc:sldMk cId="3162528261" sldId="13411"/>
            <ac:spMk id="52090" creationId="{B2219578-0208-7E4E-53E7-38639D9FA5AC}"/>
          </ac:spMkLst>
        </pc:spChg>
        <pc:spChg chg="add del mod">
          <ac:chgData name="" userId="" providerId="" clId="Web-{57FA6384-6D64-4017-8C8D-103F9B22F9B7}" dt="2026-10-23T12:55:43.808" v="68" actId="34807"/>
          <ac:spMkLst>
            <pc:docMk/>
            <pc:sldMk cId="3162528261" sldId="13411"/>
            <ac:spMk id="52135" creationId="{094AE528-4296-4F67-B9E9-82367E3153FD}"/>
          </ac:spMkLst>
        </pc:spChg>
        <pc:spChg chg="add del mod">
          <ac:chgData name="" userId="" providerId="" clId="Web-{57FA6384-6D64-4017-8C8D-103F9B22F9B7}" dt="2026-10-23T12:55:43.808" v="68" actId="34807"/>
          <ac:spMkLst>
            <pc:docMk/>
            <pc:sldMk cId="3162528261" sldId="13411"/>
            <ac:spMk id="52181" creationId="{31629176-D011-DF74-2A69-1A297F892D96}"/>
          </ac:spMkLst>
        </pc:spChg>
        <pc:spChg chg="add del mod">
          <ac:chgData name="" userId="" providerId="" clId="Web-{57FA6384-6D64-4017-8C8D-103F9B22F9B7}" dt="2026-10-23T12:55:43.808" v="68" actId="34807"/>
          <ac:spMkLst>
            <pc:docMk/>
            <pc:sldMk cId="3162528261" sldId="13411"/>
            <ac:spMk id="52228" creationId="{60579E72-C10E-A7B8-AFF0-B3253F4583B6}"/>
          </ac:spMkLst>
        </pc:spChg>
        <pc:spChg chg="mod">
          <ac:chgData name="" userId="" providerId="" clId="Web-{57FA6384-6D64-4017-8C8D-103F9B22F9B7}" dt="2026-10-23T12:43:19.960" v="60" actId="34807"/>
          <ac:spMkLst>
            <pc:docMk/>
            <pc:sldMk cId="3162528261" sldId="13411"/>
            <ac:spMk id="52375" creationId="{C62F3DB2-42F2-022F-A617-F9A19C0D3290}"/>
          </ac:spMkLst>
        </pc:spChg>
        <pc:spChg chg="mod">
          <ac:chgData name="" userId="" providerId="" clId="Web-{57FA6384-6D64-4017-8C8D-103F9B22F9B7}" dt="2026-10-23T12:43:19.960" v="60" actId="34807"/>
          <ac:spMkLst>
            <pc:docMk/>
            <pc:sldMk cId="3162528261" sldId="13411"/>
            <ac:spMk id="52531" creationId="{3B03A5DF-0C88-70A6-19AA-B768994DCB30}"/>
          </ac:spMkLst>
        </pc:spChg>
        <pc:spChg chg="add mod">
          <ac:chgData name="" userId="" providerId="" clId="Web-{57FA6384-6D64-4017-8C8D-103F9B22F9B7}" dt="2026-10-23T12:56:05.558" v="69" actId="34807"/>
          <ac:spMkLst>
            <pc:docMk/>
            <pc:sldMk cId="3162528261" sldId="13411"/>
            <ac:spMk id="55103" creationId="{3811FC6A-B9B8-F5F5-C7EF-712E1975580E}"/>
          </ac:spMkLst>
        </pc:spChg>
        <pc:spChg chg="add mod">
          <ac:chgData name="" userId="" providerId="" clId="Web-{57FA6384-6D64-4017-8C8D-103F9B22F9B7}" dt="2026-10-23T12:56:05.558" v="69" actId="34807"/>
          <ac:spMkLst>
            <pc:docMk/>
            <pc:sldMk cId="3162528261" sldId="13411"/>
            <ac:spMk id="55108" creationId="{D1917239-4A76-1FB9-07C4-D7E98247B96D}"/>
          </ac:spMkLst>
        </pc:spChg>
        <pc:spChg chg="add mod">
          <ac:chgData name="" userId="" providerId="" clId="Web-{57FA6384-6D64-4017-8C8D-103F9B22F9B7}" dt="2026-10-23T12:56:05.558" v="69" actId="34807"/>
          <ac:spMkLst>
            <pc:docMk/>
            <pc:sldMk cId="3162528261" sldId="13411"/>
            <ac:spMk id="55114" creationId="{15AD7684-B527-13D1-3AB8-5F91AE8EF195}"/>
          </ac:spMkLst>
        </pc:spChg>
        <pc:spChg chg="add mod">
          <ac:chgData name="" userId="" providerId="" clId="Web-{57FA6384-6D64-4017-8C8D-103F9B22F9B7}" dt="2026-10-23T12:56:05.558" v="69" actId="34807"/>
          <ac:spMkLst>
            <pc:docMk/>
            <pc:sldMk cId="3162528261" sldId="13411"/>
            <ac:spMk id="55129" creationId="{10DE829E-1663-544F-8E35-D8622FA9F95D}"/>
          </ac:spMkLst>
        </pc:spChg>
        <pc:spChg chg="add mod">
          <ac:chgData name="" userId="" providerId="" clId="Web-{57FA6384-6D64-4017-8C8D-103F9B22F9B7}" dt="2026-10-23T12:56:05.558" v="69" actId="34807"/>
          <ac:spMkLst>
            <pc:docMk/>
            <pc:sldMk cId="3162528261" sldId="13411"/>
            <ac:spMk id="55159" creationId="{19E6362C-439A-4529-76E8-363C441D3760}"/>
          </ac:spMkLst>
        </pc:spChg>
        <pc:spChg chg="add mod">
          <ac:chgData name="" userId="" providerId="" clId="Web-{57FA6384-6D64-4017-8C8D-103F9B22F9B7}" dt="2026-10-23T12:56:05.558" v="69" actId="34807"/>
          <ac:spMkLst>
            <pc:docMk/>
            <pc:sldMk cId="3162528261" sldId="13411"/>
            <ac:spMk id="55171" creationId="{A5C94923-E809-1CC1-B6A6-092CF75DAAFF}"/>
          </ac:spMkLst>
        </pc:spChg>
        <pc:spChg chg="add mod">
          <ac:chgData name="" userId="" providerId="" clId="Web-{57FA6384-6D64-4017-8C8D-103F9B22F9B7}" dt="2026-10-23T12:56:05.558" v="69" actId="34807"/>
          <ac:spMkLst>
            <pc:docMk/>
            <pc:sldMk cId="3162528261" sldId="13411"/>
            <ac:spMk id="55184" creationId="{8837A139-28EB-7CF1-EFBF-D65C1909C38E}"/>
          </ac:spMkLst>
        </pc:spChg>
        <pc:spChg chg="add mod">
          <ac:chgData name="" userId="" providerId="" clId="Web-{57FA6384-6D64-4017-8C8D-103F9B22F9B7}" dt="2026-10-23T12:56:05.558" v="69" actId="34807"/>
          <ac:spMkLst>
            <pc:docMk/>
            <pc:sldMk cId="3162528261" sldId="13411"/>
            <ac:spMk id="55198" creationId="{C61D75C0-82D3-7A46-2242-51DF272697C3}"/>
          </ac:spMkLst>
        </pc:spChg>
        <pc:spChg chg="add mod">
          <ac:chgData name="" userId="" providerId="" clId="Web-{57FA6384-6D64-4017-8C8D-103F9B22F9B7}" dt="2026-10-23T12:56:05.558" v="69" actId="34807"/>
          <ac:spMkLst>
            <pc:docMk/>
            <pc:sldMk cId="3162528261" sldId="13411"/>
            <ac:spMk id="55229" creationId="{887C0AAC-B3E8-D4B6-1EC8-824E1580E0B8}"/>
          </ac:spMkLst>
        </pc:spChg>
        <pc:spChg chg="add mod">
          <ac:chgData name="" userId="" providerId="" clId="Web-{57FA6384-6D64-4017-8C8D-103F9B22F9B7}" dt="2026-10-23T12:56:05.558" v="69" actId="34807"/>
          <ac:spMkLst>
            <pc:docMk/>
            <pc:sldMk cId="3162528261" sldId="13411"/>
            <ac:spMk id="55246" creationId="{4086DB01-C483-B624-CB57-26C744955B10}"/>
          </ac:spMkLst>
        </pc:spChg>
        <pc:spChg chg="add mod">
          <ac:chgData name="" userId="" providerId="" clId="Web-{57FA6384-6D64-4017-8C8D-103F9B22F9B7}" dt="2026-10-23T12:56:18.559" v="71" actId="34807"/>
          <ac:spMkLst>
            <pc:docMk/>
            <pc:sldMk cId="3162528261" sldId="13411"/>
            <ac:spMk id="55265" creationId="{73C1E209-DDBB-D3C9-717F-E72FD1374A60}"/>
          </ac:spMkLst>
        </pc:spChg>
        <pc:spChg chg="add mod">
          <ac:chgData name="" userId="" providerId="" clId="Web-{57FA6384-6D64-4017-8C8D-103F9B22F9B7}" dt="2026-10-23T12:56:18.559" v="71" actId="34807"/>
          <ac:spMkLst>
            <pc:docMk/>
            <pc:sldMk cId="3162528261" sldId="13411"/>
            <ac:spMk id="55271" creationId="{95D69706-BF0F-58C7-265C-F2441C1FD1D7}"/>
          </ac:spMkLst>
        </pc:spChg>
        <pc:spChg chg="add mod">
          <ac:chgData name="" userId="" providerId="" clId="Web-{57FA6384-6D64-4017-8C8D-103F9B22F9B7}" dt="2026-10-23T12:56:18.559" v="71" actId="34807"/>
          <ac:spMkLst>
            <pc:docMk/>
            <pc:sldMk cId="3162528261" sldId="13411"/>
            <ac:spMk id="55278" creationId="{98248242-A9B4-EB7A-7E54-1247DDF86CD8}"/>
          </ac:spMkLst>
        </pc:spChg>
        <pc:spChg chg="add mod">
          <ac:chgData name="" userId="" providerId="" clId="Web-{57FA6384-6D64-4017-8C8D-103F9B22F9B7}" dt="2026-10-23T12:56:18.559" v="71" actId="34807"/>
          <ac:spMkLst>
            <pc:docMk/>
            <pc:sldMk cId="3162528261" sldId="13411"/>
            <ac:spMk id="55370" creationId="{F684E39C-64AB-2DBC-DA40-E2BB54491271}"/>
          </ac:spMkLst>
        </pc:spChg>
        <pc:spChg chg="add mod">
          <ac:chgData name="" userId="" providerId="" clId="Web-{57FA6384-6D64-4017-8C8D-103F9B22F9B7}" dt="2026-10-23T12:56:18.559" v="71" actId="34807"/>
          <ac:spMkLst>
            <pc:docMk/>
            <pc:sldMk cId="3162528261" sldId="13411"/>
            <ac:spMk id="55421" creationId="{96F30EF8-ECE7-75A2-3F56-57FE5008C27F}"/>
          </ac:spMkLst>
        </pc:spChg>
        <pc:spChg chg="add mod">
          <ac:chgData name="" userId="" providerId="" clId="Web-{57FA6384-6D64-4017-8C8D-103F9B22F9B7}" dt="2026-10-23T12:56:18.559" v="71" actId="34807"/>
          <ac:spMkLst>
            <pc:docMk/>
            <pc:sldMk cId="3162528261" sldId="13411"/>
            <ac:spMk id="55440" creationId="{79E4F4E4-9F4E-54BE-AF8F-EFCDB2B81BBB}"/>
          </ac:spMkLst>
        </pc:spChg>
        <pc:spChg chg="add mod">
          <ac:chgData name="" userId="" providerId="" clId="Web-{57FA6384-6D64-4017-8C8D-103F9B22F9B7}" dt="2026-10-23T12:56:18.559" v="71" actId="34807"/>
          <ac:spMkLst>
            <pc:docMk/>
            <pc:sldMk cId="3162528261" sldId="13411"/>
            <ac:spMk id="55481" creationId="{0EBC22C5-2DA1-CBB3-0D9E-CB3B3EAC7BFD}"/>
          </ac:spMkLst>
        </pc:spChg>
        <pc:spChg chg="add mod">
          <ac:chgData name="" userId="" providerId="" clId="Web-{57FA6384-6D64-4017-8C8D-103F9B22F9B7}" dt="2026-10-23T12:56:18.559" v="71" actId="34807"/>
          <ac:spMkLst>
            <pc:docMk/>
            <pc:sldMk cId="3162528261" sldId="13411"/>
            <ac:spMk id="55503" creationId="{8BC171AA-D219-7BC1-8A88-D30642D98BBC}"/>
          </ac:spMkLst>
        </pc:spChg>
        <pc:spChg chg="add mod">
          <ac:chgData name="" userId="" providerId="" clId="Web-{57FA6384-6D64-4017-8C8D-103F9B22F9B7}" dt="2026-10-23T12:56:18.559" v="71" actId="34807"/>
          <ac:spMkLst>
            <pc:docMk/>
            <pc:sldMk cId="3162528261" sldId="13411"/>
            <ac:spMk id="55628" creationId="{9B350A66-10B9-ADF0-3549-41081B47EF9D}"/>
          </ac:spMkLst>
        </pc:spChg>
        <pc:spChg chg="add mod">
          <ac:chgData name="" userId="" providerId="" clId="Web-{57FA6384-6D64-4017-8C8D-103F9B22F9B7}" dt="2026-10-23T12:56:18.559" v="71" actId="34807"/>
          <ac:spMkLst>
            <pc:docMk/>
            <pc:sldMk cId="3162528261" sldId="13411"/>
            <ac:spMk id="55715" creationId="{6DC17E0E-19C2-FDA6-3842-015BE7E953CE}"/>
          </ac:spMkLst>
        </pc:spChg>
        <pc:picChg chg="add mod">
          <ac:chgData name="" userId="" providerId="" clId="Web-{57FA6384-6D64-4017-8C8D-103F9B22F9B7}" dt="2026-10-23T12:43:17.757" v="58" actId="34807"/>
          <ac:picMkLst>
            <pc:docMk/>
            <pc:sldMk cId="3162528261" sldId="13411"/>
            <ac:picMk id="52586" creationId="{3A479A8A-3B11-E449-E19C-2A04B1501C5C}"/>
          </ac:picMkLst>
        </pc:picChg>
        <pc:picChg chg="add mod">
          <ac:chgData name="" userId="" providerId="" clId="Web-{57FA6384-6D64-4017-8C8D-103F9B22F9B7}" dt="2026-10-23T12:43:17.757" v="58" actId="34807"/>
          <ac:picMkLst>
            <pc:docMk/>
            <pc:sldMk cId="3162528261" sldId="13411"/>
            <ac:picMk id="52587" creationId="{E8990BE4-A66F-401D-F3E6-A0A2FC618BC2}"/>
          </ac:picMkLst>
        </pc:picChg>
        <pc:picChg chg="add mod">
          <ac:chgData name="" userId="" providerId="" clId="Web-{57FA6384-6D64-4017-8C8D-103F9B22F9B7}" dt="2026-10-23T12:43:17.757" v="58" actId="34807"/>
          <ac:picMkLst>
            <pc:docMk/>
            <pc:sldMk cId="3162528261" sldId="13411"/>
            <ac:picMk id="52588" creationId="{1F551BDE-1755-DC5F-B8F6-44CE6B30E930}"/>
          </ac:picMkLst>
        </pc:picChg>
        <pc:picChg chg="add mod">
          <ac:chgData name="" userId="" providerId="" clId="Web-{57FA6384-6D64-4017-8C8D-103F9B22F9B7}" dt="2026-10-23T12:43:17.757" v="58" actId="34807"/>
          <ac:picMkLst>
            <pc:docMk/>
            <pc:sldMk cId="3162528261" sldId="13411"/>
            <ac:picMk id="52589" creationId="{361CDF13-7569-9FB8-8602-6551146A260F}"/>
          </ac:picMkLst>
        </pc:picChg>
        <pc:picChg chg="add mod">
          <ac:chgData name="" userId="" providerId="" clId="Web-{57FA6384-6D64-4017-8C8D-103F9B22F9B7}" dt="2026-10-23T12:56:06.340" v="70" actId="34807"/>
          <ac:picMkLst>
            <pc:docMk/>
            <pc:sldMk cId="3162528261" sldId="13411"/>
            <ac:picMk id="55247" creationId="{A60A0D02-1855-72A9-9647-2A0CE78C4F97}"/>
          </ac:picMkLst>
        </pc:picChg>
        <pc:picChg chg="add mod">
          <ac:chgData name="" userId="" providerId="" clId="Web-{57FA6384-6D64-4017-8C8D-103F9B22F9B7}" dt="2026-10-23T12:56:06.340" v="70" actId="34807"/>
          <ac:picMkLst>
            <pc:docMk/>
            <pc:sldMk cId="3162528261" sldId="13411"/>
            <ac:picMk id="55248" creationId="{CEAA2512-0CD4-A3F0-911E-772EE6687E87}"/>
          </ac:picMkLst>
        </pc:picChg>
        <pc:picChg chg="add mod">
          <ac:chgData name="" userId="" providerId="" clId="Web-{57FA6384-6D64-4017-8C8D-103F9B22F9B7}" dt="2026-10-23T12:56:06.340" v="70" actId="34807"/>
          <ac:picMkLst>
            <pc:docMk/>
            <pc:sldMk cId="3162528261" sldId="13411"/>
            <ac:picMk id="55249" creationId="{0712210D-9C5D-D5A3-CC4B-BF16AD7847FB}"/>
          </ac:picMkLst>
        </pc:picChg>
        <pc:picChg chg="add mod">
          <ac:chgData name="" userId="" providerId="" clId="Web-{57FA6384-6D64-4017-8C8D-103F9B22F9B7}" dt="2026-10-23T12:56:06.340" v="70" actId="34807"/>
          <ac:picMkLst>
            <pc:docMk/>
            <pc:sldMk cId="3162528261" sldId="13411"/>
            <ac:picMk id="55250" creationId="{B2B53EFB-321E-A7F1-23C4-64A577025A94}"/>
          </ac:picMkLst>
        </pc:picChg>
      </pc:sldChg>
      <pc:sldChg chg="addSp modSp modNotesTx">
        <pc:chgData name="" userId="" providerId="" clId="Web-{57FA6384-6D64-4017-8C8D-103F9B22F9B7}" dt="2026-10-23T12:43:30.679" v="64" actId="34807"/>
        <pc:sldMkLst>
          <pc:docMk/>
          <pc:sldMk cId="2661767293" sldId="13627"/>
        </pc:sldMkLst>
        <pc:spChg chg="add mod">
          <ac:chgData name="" userId="" providerId="" clId="Web-{57FA6384-6D64-4017-8C8D-103F9B22F9B7}" dt="2026-10-23T12:43:27.975" v="61" actId="34807"/>
          <ac:spMkLst>
            <pc:docMk/>
            <pc:sldMk cId="2661767293" sldId="13627"/>
            <ac:spMk id="52590" creationId="{68E5CB15-FF48-8DC0-B55E-B8792D2DE0EA}"/>
          </ac:spMkLst>
        </pc:spChg>
        <pc:spChg chg="add mod">
          <ac:chgData name="" userId="" providerId="" clId="Web-{57FA6384-6D64-4017-8C8D-103F9B22F9B7}" dt="2026-10-23T12:43:27.975" v="61" actId="34807"/>
          <ac:spMkLst>
            <pc:docMk/>
            <pc:sldMk cId="2661767293" sldId="13627"/>
            <ac:spMk id="52592" creationId="{60B5CDF0-92B6-8630-EFFA-1C6FA66BA2BF}"/>
          </ac:spMkLst>
        </pc:spChg>
        <pc:spChg chg="add mod">
          <ac:chgData name="" userId="" providerId="" clId="Web-{57FA6384-6D64-4017-8C8D-103F9B22F9B7}" dt="2026-10-23T12:43:27.975" v="61" actId="34807"/>
          <ac:spMkLst>
            <pc:docMk/>
            <pc:sldMk cId="2661767293" sldId="13627"/>
            <ac:spMk id="52595" creationId="{C8610F2E-571E-20A6-C04E-7E0E35E36A10}"/>
          </ac:spMkLst>
        </pc:spChg>
        <pc:spChg chg="add mod">
          <ac:chgData name="" userId="" providerId="" clId="Web-{57FA6384-6D64-4017-8C8D-103F9B22F9B7}" dt="2026-10-23T12:43:27.975" v="61" actId="34807"/>
          <ac:spMkLst>
            <pc:docMk/>
            <pc:sldMk cId="2661767293" sldId="13627"/>
            <ac:spMk id="52617" creationId="{BA5738D9-D8CD-20FA-312F-7F880FA677C4}"/>
          </ac:spMkLst>
        </pc:spChg>
        <pc:spChg chg="add mod">
          <ac:chgData name="" userId="" providerId="" clId="Web-{57FA6384-6D64-4017-8C8D-103F9B22F9B7}" dt="2026-10-23T12:43:27.975" v="61" actId="34807"/>
          <ac:spMkLst>
            <pc:docMk/>
            <pc:sldMk cId="2661767293" sldId="13627"/>
            <ac:spMk id="52655" creationId="{1EE60E45-A323-4A66-04E5-A0F26E246386}"/>
          </ac:spMkLst>
        </pc:spChg>
        <pc:spChg chg="add mod">
          <ac:chgData name="" userId="" providerId="" clId="Web-{57FA6384-6D64-4017-8C8D-103F9B22F9B7}" dt="2026-10-23T12:43:27.975" v="61" actId="34807"/>
          <ac:spMkLst>
            <pc:docMk/>
            <pc:sldMk cId="2661767293" sldId="13627"/>
            <ac:spMk id="52680" creationId="{E7D86FBB-41F0-2783-535A-780D152900F6}"/>
          </ac:spMkLst>
        </pc:spChg>
        <pc:spChg chg="add mod">
          <ac:chgData name="" userId="" providerId="" clId="Web-{57FA6384-6D64-4017-8C8D-103F9B22F9B7}" dt="2026-10-23T12:43:27.975" v="61" actId="34807"/>
          <ac:spMkLst>
            <pc:docMk/>
            <pc:sldMk cId="2661767293" sldId="13627"/>
            <ac:spMk id="52725" creationId="{77B4AA23-669B-F99B-6F31-6811014CB057}"/>
          </ac:spMkLst>
        </pc:spChg>
        <pc:spChg chg="add mod">
          <ac:chgData name="" userId="" providerId="" clId="Web-{57FA6384-6D64-4017-8C8D-103F9B22F9B7}" dt="2026-10-23T12:43:27.975" v="61" actId="34807"/>
          <ac:spMkLst>
            <pc:docMk/>
            <pc:sldMk cId="2661767293" sldId="13627"/>
            <ac:spMk id="52842" creationId="{B8B70083-ED78-43B8-76A3-8D2BF0C43B1C}"/>
          </ac:spMkLst>
        </pc:spChg>
        <pc:spChg chg="add mod">
          <ac:chgData name="" userId="" providerId="" clId="Web-{57FA6384-6D64-4017-8C8D-103F9B22F9B7}" dt="2026-10-23T12:43:27.975" v="61" actId="34807"/>
          <ac:spMkLst>
            <pc:docMk/>
            <pc:sldMk cId="2661767293" sldId="13627"/>
            <ac:spMk id="52865" creationId="{EA2FDA95-F0F1-AEB9-FD83-AB4C160E600C}"/>
          </ac:spMkLst>
        </pc:spChg>
        <pc:spChg chg="mod">
          <ac:chgData name="" userId="" providerId="" clId="Web-{57FA6384-6D64-4017-8C8D-103F9B22F9B7}" dt="2026-10-23T12:43:30.679" v="64" actId="34807"/>
          <ac:spMkLst>
            <pc:docMk/>
            <pc:sldMk cId="2661767293" sldId="13627"/>
            <ac:spMk id="52889" creationId="{782F9A13-7632-0610-549A-3896617503DC}"/>
          </ac:spMkLst>
        </pc:spChg>
        <pc:spChg chg="add mod">
          <ac:chgData name="" userId="" providerId="" clId="Web-{57FA6384-6D64-4017-8C8D-103F9B22F9B7}" dt="2026-10-23T12:43:27.975" v="61" actId="34807"/>
          <ac:spMkLst>
            <pc:docMk/>
            <pc:sldMk cId="2661767293" sldId="13627"/>
            <ac:spMk id="52940" creationId="{5C63FED8-B47C-306B-3681-E9419D055FC1}"/>
          </ac:spMkLst>
        </pc:spChg>
        <pc:picChg chg="add mod">
          <ac:chgData name="" userId="" providerId="" clId="Web-{57FA6384-6D64-4017-8C8D-103F9B22F9B7}" dt="2026-10-23T12:43:28.835" v="62" actId="34807"/>
          <ac:picMkLst>
            <pc:docMk/>
            <pc:sldMk cId="2661767293" sldId="13627"/>
            <ac:picMk id="52968" creationId="{75ECE118-507E-E291-BC73-26F94FCC2276}"/>
          </ac:picMkLst>
        </pc:picChg>
        <pc:picChg chg="add mod">
          <ac:chgData name="" userId="" providerId="" clId="Web-{57FA6384-6D64-4017-8C8D-103F9B22F9B7}" dt="2026-10-23T12:43:28.835" v="62" actId="34807"/>
          <ac:picMkLst>
            <pc:docMk/>
            <pc:sldMk cId="2661767293" sldId="13627"/>
            <ac:picMk id="52969" creationId="{454FF3F0-B91D-8AE7-D1AF-BBF55222DA65}"/>
          </ac:picMkLst>
        </pc:picChg>
      </pc:sldChg>
      <pc:sldChg chg="addSp modSp modNotesTx">
        <pc:chgData name="" userId="" providerId="" clId="Web-{57FA6384-6D64-4017-8C8D-103F9B22F9B7}" dt="2026-10-23T12:43:40.257" v="65" actId="34807"/>
        <pc:sldMkLst>
          <pc:docMk/>
          <pc:sldMk cId="936607863" sldId="14944"/>
        </pc:sldMkLst>
        <pc:spChg chg="add mod">
          <ac:chgData name="" userId="" providerId="" clId="Web-{57FA6384-6D64-4017-8C8D-103F9B22F9B7}" dt="2026-10-23T12:32:09.240" v="8" actId="34807"/>
          <ac:spMkLst>
            <pc:docMk/>
            <pc:sldMk cId="936607863" sldId="14944"/>
            <ac:spMk id="30776" creationId="{544F539D-ABDD-D694-6DD0-5FA1DC18DAFE}"/>
          </ac:spMkLst>
        </pc:spChg>
        <pc:spChg chg="add mod">
          <ac:chgData name="" userId="" providerId="" clId="Web-{57FA6384-6D64-4017-8C8D-103F9B22F9B7}" dt="2026-10-23T12:32:09.240" v="8" actId="34807"/>
          <ac:spMkLst>
            <pc:docMk/>
            <pc:sldMk cId="936607863" sldId="14944"/>
            <ac:spMk id="30864" creationId="{10550232-D2C8-81B7-43D8-70F4D2AE037D}"/>
          </ac:spMkLst>
        </pc:spChg>
        <pc:spChg chg="add mod">
          <ac:chgData name="" userId="" providerId="" clId="Web-{57FA6384-6D64-4017-8C8D-103F9B22F9B7}" dt="2026-10-23T12:32:09.240" v="8" actId="34807"/>
          <ac:spMkLst>
            <pc:docMk/>
            <pc:sldMk cId="936607863" sldId="14944"/>
            <ac:spMk id="30893" creationId="{B164AC64-FCCE-ACBA-68F9-44B05B50B49F}"/>
          </ac:spMkLst>
        </pc:spChg>
        <pc:spChg chg="add mod">
          <ac:chgData name="" userId="" providerId="" clId="Web-{57FA6384-6D64-4017-8C8D-103F9B22F9B7}" dt="2026-10-23T12:32:09.240" v="8" actId="34807"/>
          <ac:spMkLst>
            <pc:docMk/>
            <pc:sldMk cId="936607863" sldId="14944"/>
            <ac:spMk id="30963" creationId="{B24C63D3-3310-1A79-A6FA-E51F98FEA14E}"/>
          </ac:spMkLst>
        </pc:spChg>
        <pc:spChg chg="add mod">
          <ac:chgData name="" userId="" providerId="" clId="Web-{57FA6384-6D64-4017-8C8D-103F9B22F9B7}" dt="2026-10-23T12:32:09.240" v="8" actId="34807"/>
          <ac:spMkLst>
            <pc:docMk/>
            <pc:sldMk cId="936607863" sldId="14944"/>
            <ac:spMk id="30983" creationId="{8D7A2C71-70B1-D711-0443-2470540215F3}"/>
          </ac:spMkLst>
        </pc:spChg>
        <pc:spChg chg="add mod">
          <ac:chgData name="" userId="" providerId="" clId="Web-{57FA6384-6D64-4017-8C8D-103F9B22F9B7}" dt="2026-10-23T12:32:09.240" v="8" actId="34807"/>
          <ac:spMkLst>
            <pc:docMk/>
            <pc:sldMk cId="936607863" sldId="14944"/>
            <ac:spMk id="31004" creationId="{B9A43108-4714-F045-8C16-F49F8935BCE1}"/>
          </ac:spMkLst>
        </pc:spChg>
        <pc:spChg chg="add mod">
          <ac:chgData name="" userId="" providerId="" clId="Web-{57FA6384-6D64-4017-8C8D-103F9B22F9B7}" dt="2026-10-23T12:32:09.240" v="8" actId="34807"/>
          <ac:spMkLst>
            <pc:docMk/>
            <pc:sldMk cId="936607863" sldId="14944"/>
            <ac:spMk id="31049" creationId="{BE8567B8-47E6-5E84-8AB3-89C8D683DA40}"/>
          </ac:spMkLst>
        </pc:spChg>
        <pc:spChg chg="add mod">
          <ac:chgData name="" userId="" providerId="" clId="Web-{57FA6384-6D64-4017-8C8D-103F9B22F9B7}" dt="2026-10-23T12:32:09.240" v="8" actId="34807"/>
          <ac:spMkLst>
            <pc:docMk/>
            <pc:sldMk cId="936607863" sldId="14944"/>
            <ac:spMk id="31073" creationId="{9C23EF48-4273-C7CC-86DC-7A708DD6611E}"/>
          </ac:spMkLst>
        </pc:spChg>
        <pc:spChg chg="add mod">
          <ac:chgData name="" userId="" providerId="" clId="Web-{57FA6384-6D64-4017-8C8D-103F9B22F9B7}" dt="2026-10-23T12:32:09.240" v="8" actId="34807"/>
          <ac:spMkLst>
            <pc:docMk/>
            <pc:sldMk cId="936607863" sldId="14944"/>
            <ac:spMk id="31098" creationId="{1C4455D0-E2EF-B73B-39B9-BA970DBF51BB}"/>
          </ac:spMkLst>
        </pc:spChg>
        <pc:spChg chg="add mod">
          <ac:chgData name="" userId="" providerId="" clId="Web-{57FA6384-6D64-4017-8C8D-103F9B22F9B7}" dt="2026-10-23T12:32:09.240" v="8" actId="34807"/>
          <ac:spMkLst>
            <pc:docMk/>
            <pc:sldMk cId="936607863" sldId="14944"/>
            <ac:spMk id="31208" creationId="{69ECE668-5910-9407-DADB-0679FFFD6A0F}"/>
          </ac:spMkLst>
        </pc:spChg>
        <pc:picChg chg="add mod">
          <ac:chgData name="" userId="" providerId="" clId="Web-{57FA6384-6D64-4017-8C8D-103F9B22F9B7}" dt="2026-10-23T12:43:40.257" v="65" actId="34807"/>
          <ac:picMkLst>
            <pc:docMk/>
            <pc:sldMk cId="936607863" sldId="14944"/>
            <ac:picMk id="31209" creationId="{680640C2-7BD7-32F2-598F-18BE980EBEA0}"/>
          </ac:picMkLst>
        </pc:picChg>
      </pc:sldChg>
      <pc:sldChg chg="addSp modSp modNotesTx">
        <pc:chgData name="" userId="" providerId="" clId="Web-{57FA6384-6D64-4017-8C8D-103F9B22F9B7}" dt="2026-10-23T12:32:23.209" v="14" actId="34807"/>
        <pc:sldMkLst>
          <pc:docMk/>
          <pc:sldMk cId="4271561650" sldId="15167"/>
        </pc:sldMkLst>
        <pc:spChg chg="add mod">
          <ac:chgData name="" userId="" providerId="" clId="Web-{57FA6384-6D64-4017-8C8D-103F9B22F9B7}" dt="2026-10-23T12:32:20.959" v="12" actId="34807"/>
          <ac:spMkLst>
            <pc:docMk/>
            <pc:sldMk cId="4271561650" sldId="15167"/>
            <ac:spMk id="31219" creationId="{45EA11E5-270E-40B2-506F-FF97B48412E0}"/>
          </ac:spMkLst>
        </pc:spChg>
        <pc:spChg chg="add mod">
          <ac:chgData name="" userId="" providerId="" clId="Web-{57FA6384-6D64-4017-8C8D-103F9B22F9B7}" dt="2026-10-23T12:32:20.959" v="12" actId="34807"/>
          <ac:spMkLst>
            <pc:docMk/>
            <pc:sldMk cId="4271561650" sldId="15167"/>
            <ac:spMk id="31224" creationId="{905AD723-A69E-7656-5FA8-7323EF0261D5}"/>
          </ac:spMkLst>
        </pc:spChg>
        <pc:spChg chg="add mod">
          <ac:chgData name="" userId="" providerId="" clId="Web-{57FA6384-6D64-4017-8C8D-103F9B22F9B7}" dt="2026-10-23T12:32:20.959" v="12" actId="34807"/>
          <ac:spMkLst>
            <pc:docMk/>
            <pc:sldMk cId="4271561650" sldId="15167"/>
            <ac:spMk id="31237" creationId="{DAF5B657-919A-69CF-22E8-8DCF7E357D6B}"/>
          </ac:spMkLst>
        </pc:spChg>
        <pc:spChg chg="add mod">
          <ac:chgData name="" userId="" providerId="" clId="Web-{57FA6384-6D64-4017-8C8D-103F9B22F9B7}" dt="2026-10-23T12:32:20.959" v="12" actId="34807"/>
          <ac:spMkLst>
            <pc:docMk/>
            <pc:sldMk cId="4271561650" sldId="15167"/>
            <ac:spMk id="31275" creationId="{6247A3C3-F628-31FC-6F0B-E2AE93A5CC2F}"/>
          </ac:spMkLst>
        </pc:spChg>
        <pc:spChg chg="add mod">
          <ac:chgData name="" userId="" providerId="" clId="Web-{57FA6384-6D64-4017-8C8D-103F9B22F9B7}" dt="2026-10-23T12:32:20.959" v="12" actId="34807"/>
          <ac:spMkLst>
            <pc:docMk/>
            <pc:sldMk cId="4271561650" sldId="15167"/>
            <ac:spMk id="31300" creationId="{6FF3325E-07A2-3353-8171-F38827FC80CF}"/>
          </ac:spMkLst>
        </pc:spChg>
        <pc:spChg chg="add mod">
          <ac:chgData name="" userId="" providerId="" clId="Web-{57FA6384-6D64-4017-8C8D-103F9B22F9B7}" dt="2026-10-23T12:32:20.959" v="12" actId="34807"/>
          <ac:spMkLst>
            <pc:docMk/>
            <pc:sldMk cId="4271561650" sldId="15167"/>
            <ac:spMk id="31345" creationId="{D0B73D4A-0DD3-1315-B867-84B1215BFBAD}"/>
          </ac:spMkLst>
        </pc:spChg>
        <pc:spChg chg="add mod">
          <ac:chgData name="" userId="" providerId="" clId="Web-{57FA6384-6D64-4017-8C8D-103F9B22F9B7}" dt="2026-10-23T12:32:20.959" v="12" actId="34807"/>
          <ac:spMkLst>
            <pc:docMk/>
            <pc:sldMk cId="4271561650" sldId="15167"/>
            <ac:spMk id="31380" creationId="{8F0390B8-2AF1-141E-17A8-0D5C57ED8086}"/>
          </ac:spMkLst>
        </pc:spChg>
        <pc:spChg chg="add mod">
          <ac:chgData name="" userId="" providerId="" clId="Web-{57FA6384-6D64-4017-8C8D-103F9B22F9B7}" dt="2026-10-23T12:32:20.959" v="12" actId="34807"/>
          <ac:spMkLst>
            <pc:docMk/>
            <pc:sldMk cId="4271561650" sldId="15167"/>
            <ac:spMk id="31399" creationId="{885986AC-BB3D-8DD4-E534-3F5D431583E7}"/>
          </ac:spMkLst>
        </pc:spChg>
        <pc:spChg chg="add mod">
          <ac:chgData name="" userId="" providerId="" clId="Web-{57FA6384-6D64-4017-8C8D-103F9B22F9B7}" dt="2026-10-23T12:32:20.959" v="12" actId="34807"/>
          <ac:spMkLst>
            <pc:docMk/>
            <pc:sldMk cId="4271561650" sldId="15167"/>
            <ac:spMk id="31485" creationId="{12782043-D21F-7A44-D478-6479AAEC8B60}"/>
          </ac:spMkLst>
        </pc:spChg>
        <pc:spChg chg="add mod">
          <ac:chgData name="" userId="" providerId="" clId="Web-{57FA6384-6D64-4017-8C8D-103F9B22F9B7}" dt="2026-10-23T12:32:20.959" v="12" actId="34807"/>
          <ac:spMkLst>
            <pc:docMk/>
            <pc:sldMk cId="4271561650" sldId="15167"/>
            <ac:spMk id="31615" creationId="{CBF7D218-9FE1-A988-B88A-DA632E755946}"/>
          </ac:spMkLst>
        </pc:spChg>
        <pc:picChg chg="add mod">
          <ac:chgData name="" userId="" providerId="" clId="Web-{57FA6384-6D64-4017-8C8D-103F9B22F9B7}" dt="2026-10-23T12:32:22.084" v="13" actId="34807"/>
          <ac:picMkLst>
            <pc:docMk/>
            <pc:sldMk cId="4271561650" sldId="15167"/>
            <ac:picMk id="31645" creationId="{7786BE05-F1C9-960D-EC4E-A42A14CB356E}"/>
          </ac:picMkLst>
        </pc:picChg>
        <pc:picChg chg="add mod">
          <ac:chgData name="" userId="" providerId="" clId="Web-{57FA6384-6D64-4017-8C8D-103F9B22F9B7}" dt="2026-10-23T12:32:22.084" v="13" actId="34807"/>
          <ac:picMkLst>
            <pc:docMk/>
            <pc:sldMk cId="4271561650" sldId="15167"/>
            <ac:picMk id="31646" creationId="{08024BF6-1D5B-9692-B4F1-6706FD58C2AE}"/>
          </ac:picMkLst>
        </pc:picChg>
        <pc:picChg chg="add mod">
          <ac:chgData name="" userId="" providerId="" clId="Web-{57FA6384-6D64-4017-8C8D-103F9B22F9B7}" dt="2026-10-23T12:32:22.084" v="13" actId="34807"/>
          <ac:picMkLst>
            <pc:docMk/>
            <pc:sldMk cId="4271561650" sldId="15167"/>
            <ac:picMk id="31647" creationId="{888F2E7D-FAA5-B53E-F16D-0ED763C260BE}"/>
          </ac:picMkLst>
        </pc:picChg>
      </pc:sldChg>
      <pc:sldChg chg="addSp modSp modNotesTx">
        <pc:chgData name="" userId="" providerId="" clId="Web-{57FA6384-6D64-4017-8C8D-103F9B22F9B7}" dt="2026-10-23T12:32:33.100" v="17" actId="34807"/>
        <pc:sldMkLst>
          <pc:docMk/>
          <pc:sldMk cId="2268151088" sldId="15391"/>
        </pc:sldMkLst>
        <pc:spChg chg="add mod">
          <ac:chgData name="" userId="" providerId="" clId="Web-{57FA6384-6D64-4017-8C8D-103F9B22F9B7}" dt="2026-10-23T12:32:30.850" v="15" actId="34807"/>
          <ac:spMkLst>
            <pc:docMk/>
            <pc:sldMk cId="2268151088" sldId="15391"/>
            <ac:spMk id="31650" creationId="{EDB5C946-0BE1-852A-50CB-A6C361339995}"/>
          </ac:spMkLst>
        </pc:spChg>
        <pc:spChg chg="add mod">
          <ac:chgData name="" userId="" providerId="" clId="Web-{57FA6384-6D64-4017-8C8D-103F9B22F9B7}" dt="2026-10-23T12:32:30.850" v="15" actId="34807"/>
          <ac:spMkLst>
            <pc:docMk/>
            <pc:sldMk cId="2268151088" sldId="15391"/>
            <ac:spMk id="31657" creationId="{BA07A0FD-F26D-F300-4A9A-365FFCD5D1E0}"/>
          </ac:spMkLst>
        </pc:spChg>
        <pc:spChg chg="add mod">
          <ac:chgData name="" userId="" providerId="" clId="Web-{57FA6384-6D64-4017-8C8D-103F9B22F9B7}" dt="2026-10-23T12:32:30.850" v="15" actId="34807"/>
          <ac:spMkLst>
            <pc:docMk/>
            <pc:sldMk cId="2268151088" sldId="15391"/>
            <ac:spMk id="31675" creationId="{CF371DD9-BA88-9AE1-E669-0D097B3AA405}"/>
          </ac:spMkLst>
        </pc:spChg>
        <pc:spChg chg="add mod">
          <ac:chgData name="" userId="" providerId="" clId="Web-{57FA6384-6D64-4017-8C8D-103F9B22F9B7}" dt="2026-10-23T12:32:30.850" v="15" actId="34807"/>
          <ac:spMkLst>
            <pc:docMk/>
            <pc:sldMk cId="2268151088" sldId="15391"/>
            <ac:spMk id="31683" creationId="{AB60CB17-E0F9-F49A-7CE7-199C83C33919}"/>
          </ac:spMkLst>
        </pc:spChg>
        <pc:spChg chg="add mod">
          <ac:chgData name="" userId="" providerId="" clId="Web-{57FA6384-6D64-4017-8C8D-103F9B22F9B7}" dt="2026-10-23T12:32:30.850" v="15" actId="34807"/>
          <ac:spMkLst>
            <pc:docMk/>
            <pc:sldMk cId="2268151088" sldId="15391"/>
            <ac:spMk id="31702" creationId="{8D73C9CF-9810-43C5-4D5D-9D8E4C71B111}"/>
          </ac:spMkLst>
        </pc:spChg>
        <pc:spChg chg="add mod">
          <ac:chgData name="" userId="" providerId="" clId="Web-{57FA6384-6D64-4017-8C8D-103F9B22F9B7}" dt="2026-10-23T12:32:30.850" v="15" actId="34807"/>
          <ac:spMkLst>
            <pc:docMk/>
            <pc:sldMk cId="2268151088" sldId="15391"/>
            <ac:spMk id="31725" creationId="{AFA1E26B-FFD8-8C7A-B74C-BBD1D2318716}"/>
          </ac:spMkLst>
        </pc:spChg>
        <pc:spChg chg="add mod">
          <ac:chgData name="" userId="" providerId="" clId="Web-{57FA6384-6D64-4017-8C8D-103F9B22F9B7}" dt="2026-10-23T12:32:30.850" v="15" actId="34807"/>
          <ac:spMkLst>
            <pc:docMk/>
            <pc:sldMk cId="2268151088" sldId="15391"/>
            <ac:spMk id="31752" creationId="{0ECAA700-1BEB-491B-CF51-67F5AB22A225}"/>
          </ac:spMkLst>
        </pc:spChg>
        <pc:spChg chg="add mod">
          <ac:chgData name="" userId="" providerId="" clId="Web-{57FA6384-6D64-4017-8C8D-103F9B22F9B7}" dt="2026-10-23T12:32:30.850" v="15" actId="34807"/>
          <ac:spMkLst>
            <pc:docMk/>
            <pc:sldMk cId="2268151088" sldId="15391"/>
            <ac:spMk id="31767" creationId="{208594AA-1C3A-F1AB-9BA7-9EE62BA271DF}"/>
          </ac:spMkLst>
        </pc:spChg>
        <pc:spChg chg="add mod">
          <ac:chgData name="" userId="" providerId="" clId="Web-{57FA6384-6D64-4017-8C8D-103F9B22F9B7}" dt="2026-10-23T12:32:30.850" v="15" actId="34807"/>
          <ac:spMkLst>
            <pc:docMk/>
            <pc:sldMk cId="2268151088" sldId="15391"/>
            <ac:spMk id="31783" creationId="{D53DDEE7-B41C-4123-B037-40A15EB865CB}"/>
          </ac:spMkLst>
        </pc:spChg>
        <pc:spChg chg="add mod">
          <ac:chgData name="" userId="" providerId="" clId="Web-{57FA6384-6D64-4017-8C8D-103F9B22F9B7}" dt="2026-10-23T12:32:30.850" v="15" actId="34807"/>
          <ac:spMkLst>
            <pc:docMk/>
            <pc:sldMk cId="2268151088" sldId="15391"/>
            <ac:spMk id="31800" creationId="{5D96526C-747B-E849-686E-F44273921CD6}"/>
          </ac:spMkLst>
        </pc:spChg>
        <pc:picChg chg="add mod">
          <ac:chgData name="" userId="" providerId="" clId="Web-{57FA6384-6D64-4017-8C8D-103F9B22F9B7}" dt="2026-10-23T12:32:31.991" v="16" actId="34807"/>
          <ac:picMkLst>
            <pc:docMk/>
            <pc:sldMk cId="2268151088" sldId="15391"/>
            <ac:picMk id="31924" creationId="{4E1F5967-CCC2-11F9-62F6-00D9E8FC2E78}"/>
          </ac:picMkLst>
        </pc:picChg>
      </pc:sldChg>
      <pc:sldChg chg="addSp delSp modSp modNotesTx">
        <pc:chgData name="" userId="" providerId="" clId="Web-{57FA6384-6D64-4017-8C8D-103F9B22F9B7}" dt="2026-10-23T12:40:16.769" v="41" actId="34807"/>
        <pc:sldMkLst>
          <pc:docMk/>
          <pc:sldMk cId="299470252" sldId="15616"/>
        </pc:sldMkLst>
        <pc:spChg chg="add mod">
          <ac:chgData name="" userId="" providerId="" clId="Web-{57FA6384-6D64-4017-8C8D-103F9B22F9B7}" dt="2026-10-23T12:32:44.632" v="18" actId="34807"/>
          <ac:spMkLst>
            <pc:docMk/>
            <pc:sldMk cId="299470252" sldId="15616"/>
            <ac:spMk id="31925" creationId="{CFAF6562-0A03-6473-F7F6-46C39C39906A}"/>
          </ac:spMkLst>
        </pc:spChg>
        <pc:spChg chg="add mod">
          <ac:chgData name="" userId="" providerId="" clId="Web-{57FA6384-6D64-4017-8C8D-103F9B22F9B7}" dt="2026-10-23T12:32:44.632" v="18" actId="34807"/>
          <ac:spMkLst>
            <pc:docMk/>
            <pc:sldMk cId="299470252" sldId="15616"/>
            <ac:spMk id="31927" creationId="{2BDBBD34-A286-0D64-E005-7800D6850E62}"/>
          </ac:spMkLst>
        </pc:spChg>
        <pc:spChg chg="add mod">
          <ac:chgData name="" userId="" providerId="" clId="Web-{57FA6384-6D64-4017-8C8D-103F9B22F9B7}" dt="2026-10-23T12:32:44.632" v="18" actId="34807"/>
          <ac:spMkLst>
            <pc:docMk/>
            <pc:sldMk cId="299470252" sldId="15616"/>
            <ac:spMk id="31934" creationId="{3B56A0CB-5000-DBF8-5D66-4F354B21EC30}"/>
          </ac:spMkLst>
        </pc:spChg>
        <pc:spChg chg="add mod">
          <ac:chgData name="" userId="" providerId="" clId="Web-{57FA6384-6D64-4017-8C8D-103F9B22F9B7}" dt="2026-10-23T12:32:44.632" v="18" actId="34807"/>
          <ac:spMkLst>
            <pc:docMk/>
            <pc:sldMk cId="299470252" sldId="15616"/>
            <ac:spMk id="31939" creationId="{9B8CF4BE-B219-B5FC-5356-AEBF1C5EB6C6}"/>
          </ac:spMkLst>
        </pc:spChg>
        <pc:spChg chg="add mod">
          <ac:chgData name="" userId="" providerId="" clId="Web-{57FA6384-6D64-4017-8C8D-103F9B22F9B7}" dt="2026-10-23T12:32:44.632" v="18" actId="34807"/>
          <ac:spMkLst>
            <pc:docMk/>
            <pc:sldMk cId="299470252" sldId="15616"/>
            <ac:spMk id="31952" creationId="{5622EA36-874C-59B6-8B2D-B3872818AA0B}"/>
          </ac:spMkLst>
        </pc:spChg>
        <pc:spChg chg="add mod">
          <ac:chgData name="" userId="" providerId="" clId="Web-{57FA6384-6D64-4017-8C8D-103F9B22F9B7}" dt="2026-10-23T12:32:44.632" v="18" actId="34807"/>
          <ac:spMkLst>
            <pc:docMk/>
            <pc:sldMk cId="299470252" sldId="15616"/>
            <ac:spMk id="31960" creationId="{DF6F3185-A124-0515-C1AC-B3C1FE7DABF7}"/>
          </ac:spMkLst>
        </pc:spChg>
        <pc:spChg chg="add mod">
          <ac:chgData name="" userId="" providerId="" clId="Web-{57FA6384-6D64-4017-8C8D-103F9B22F9B7}" dt="2026-10-23T12:32:44.632" v="18" actId="34807"/>
          <ac:spMkLst>
            <pc:docMk/>
            <pc:sldMk cId="299470252" sldId="15616"/>
            <ac:spMk id="31979" creationId="{61F9E011-D446-C322-9A77-E9BDB03AC314}"/>
          </ac:spMkLst>
        </pc:spChg>
        <pc:spChg chg="add mod">
          <ac:chgData name="" userId="" providerId="" clId="Web-{57FA6384-6D64-4017-8C8D-103F9B22F9B7}" dt="2026-10-23T12:32:44.632" v="18" actId="34807"/>
          <ac:spMkLst>
            <pc:docMk/>
            <pc:sldMk cId="299470252" sldId="15616"/>
            <ac:spMk id="32029" creationId="{9FEE563E-5BAA-7346-C558-7894C14BF315}"/>
          </ac:spMkLst>
        </pc:spChg>
        <pc:spChg chg="add mod">
          <ac:chgData name="" userId="" providerId="" clId="Web-{57FA6384-6D64-4017-8C8D-103F9B22F9B7}" dt="2026-10-23T12:32:44.632" v="18" actId="34807"/>
          <ac:spMkLst>
            <pc:docMk/>
            <pc:sldMk cId="299470252" sldId="15616"/>
            <ac:spMk id="32060" creationId="{A8002A22-461B-41BC-4772-17A9B6BD4975}"/>
          </ac:spMkLst>
        </pc:spChg>
        <pc:spChg chg="add mod">
          <ac:chgData name="" userId="" providerId="" clId="Web-{57FA6384-6D64-4017-8C8D-103F9B22F9B7}" dt="2026-10-23T12:32:44.632" v="18" actId="34807"/>
          <ac:spMkLst>
            <pc:docMk/>
            <pc:sldMk cId="299470252" sldId="15616"/>
            <ac:spMk id="32077" creationId="{16949BEC-881D-52EC-71B9-3664D06622D1}"/>
          </ac:spMkLst>
        </pc:spChg>
        <pc:spChg chg="mod">
          <ac:chgData name="" userId="" providerId="" clId="Web-{57FA6384-6D64-4017-8C8D-103F9B22F9B7}" dt="2026-10-23T12:40:16.769" v="41" actId="34807"/>
          <ac:spMkLst>
            <pc:docMk/>
            <pc:sldMk cId="299470252" sldId="15616"/>
            <ac:spMk id="32114" creationId="{E7ABA722-3419-4686-EBBC-373AB859202F}"/>
          </ac:spMkLst>
        </pc:spChg>
        <pc:spChg chg="del">
          <ac:chgData name="" userId="" providerId="" clId="Web-{57FA6384-6D64-4017-8C8D-103F9B22F9B7}" dt="2026-10-23T12:40:16.769" v="41" actId="34807"/>
          <ac:spMkLst>
            <pc:docMk/>
            <pc:sldMk cId="299470252" sldId="15616"/>
            <ac:spMk id="32134" creationId="{24C806F4-F27D-F642-B8B2-59AACFC27A74}"/>
          </ac:spMkLst>
        </pc:spChg>
        <pc:spChg chg="add mod">
          <ac:chgData name="" userId="" providerId="" clId="Web-{57FA6384-6D64-4017-8C8D-103F9B22F9B7}" dt="2026-10-23T12:40:16.034" v="40" actId="34807"/>
          <ac:spMkLst>
            <pc:docMk/>
            <pc:sldMk cId="299470252" sldId="15616"/>
            <ac:spMk id="37902" creationId="{6B8D1E42-F88E-D68B-09F3-DC40C892C689}"/>
          </ac:spMkLst>
        </pc:spChg>
        <pc:spChg chg="add mod">
          <ac:chgData name="" userId="" providerId="" clId="Web-{57FA6384-6D64-4017-8C8D-103F9B22F9B7}" dt="2026-10-23T12:40:16.034" v="40" actId="34807"/>
          <ac:spMkLst>
            <pc:docMk/>
            <pc:sldMk cId="299470252" sldId="15616"/>
            <ac:spMk id="37904" creationId="{9C407A15-5FCB-F70A-3E12-DD99598F1409}"/>
          </ac:spMkLst>
        </pc:spChg>
        <pc:picChg chg="add mod">
          <ac:chgData name="" userId="" providerId="" clId="Web-{57FA6384-6D64-4017-8C8D-103F9B22F9B7}" dt="2026-10-23T12:32:45.866" v="19" actId="34807"/>
          <ac:picMkLst>
            <pc:docMk/>
            <pc:sldMk cId="299470252" sldId="15616"/>
            <ac:picMk id="32135" creationId="{D97523BF-CDAB-46CF-53D3-88B2630AC455}"/>
          </ac:picMkLst>
        </pc:picChg>
        <pc:picChg chg="add mod">
          <ac:chgData name="" userId="" providerId="" clId="Web-{57FA6384-6D64-4017-8C8D-103F9B22F9B7}" dt="2026-10-23T12:32:45.866" v="19" actId="34807"/>
          <ac:picMkLst>
            <pc:docMk/>
            <pc:sldMk cId="299470252" sldId="15616"/>
            <ac:picMk id="32136" creationId="{075631DA-DACE-B3FB-96ED-CA8795E433CE}"/>
          </ac:picMkLst>
        </pc:picChg>
        <pc:picChg chg="add mod">
          <ac:chgData name="" userId="" providerId="" clId="Web-{57FA6384-6D64-4017-8C8D-103F9B22F9B7}" dt="2026-10-23T12:32:45.866" v="19" actId="34807"/>
          <ac:picMkLst>
            <pc:docMk/>
            <pc:sldMk cId="299470252" sldId="15616"/>
            <ac:picMk id="32137" creationId="{2C2DAD7F-9164-CB50-2CD5-8839247DCCA3}"/>
          </ac:picMkLst>
        </pc:picChg>
        <pc:picChg chg="add mod">
          <ac:chgData name="" userId="" providerId="" clId="Web-{57FA6384-6D64-4017-8C8D-103F9B22F9B7}" dt="2026-10-23T12:32:45.866" v="19" actId="34807"/>
          <ac:picMkLst>
            <pc:docMk/>
            <pc:sldMk cId="299470252" sldId="15616"/>
            <ac:picMk id="32138" creationId="{B4C4B00D-41D5-84BB-E354-0D6B479239A7}"/>
          </ac:picMkLst>
        </pc:picChg>
      </pc:sldChg>
      <pc:sldChg chg="addSp modSp modNotesTx">
        <pc:chgData name="" userId="" providerId="" clId="Web-{57FA6384-6D64-4017-8C8D-103F9B22F9B7}" dt="2026-10-23T12:33:16.117" v="23" actId="34807"/>
        <pc:sldMkLst>
          <pc:docMk/>
          <pc:sldMk cId="3776325952" sldId="15842"/>
        </pc:sldMkLst>
        <pc:spChg chg="add mod">
          <ac:chgData name="" userId="" providerId="" clId="Web-{57FA6384-6D64-4017-8C8D-103F9B22F9B7}" dt="2026-10-23T12:33:14.086" v="22" actId="34807"/>
          <ac:spMkLst>
            <pc:docMk/>
            <pc:sldMk cId="3776325952" sldId="15842"/>
            <ac:spMk id="32145" creationId="{1DC06BF8-6EA7-44FF-E705-0F425C01A0BD}"/>
          </ac:spMkLst>
        </pc:spChg>
        <pc:spChg chg="add mod">
          <ac:chgData name="" userId="" providerId="" clId="Web-{57FA6384-6D64-4017-8C8D-103F9B22F9B7}" dt="2026-10-23T12:33:14.086" v="22" actId="34807"/>
          <ac:spMkLst>
            <pc:docMk/>
            <pc:sldMk cId="3776325952" sldId="15842"/>
            <ac:spMk id="32175" creationId="{0E3AABD7-4484-F821-3E41-73BE0552AA44}"/>
          </ac:spMkLst>
        </pc:spChg>
        <pc:spChg chg="add mod">
          <ac:chgData name="" userId="" providerId="" clId="Web-{57FA6384-6D64-4017-8C8D-103F9B22F9B7}" dt="2026-10-23T12:33:14.086" v="22" actId="34807"/>
          <ac:spMkLst>
            <pc:docMk/>
            <pc:sldMk cId="3776325952" sldId="15842"/>
            <ac:spMk id="32184" creationId="{E13A2001-B395-6EFF-9FD0-126C0ACAB532}"/>
          </ac:spMkLst>
        </pc:spChg>
        <pc:spChg chg="add mod">
          <ac:chgData name="" userId="" providerId="" clId="Web-{57FA6384-6D64-4017-8C8D-103F9B22F9B7}" dt="2026-10-23T12:33:14.086" v="22" actId="34807"/>
          <ac:spMkLst>
            <pc:docMk/>
            <pc:sldMk cId="3776325952" sldId="15842"/>
            <ac:spMk id="32259" creationId="{C83EA5B9-8BBF-09FA-7A7C-5E4C10BCE22C}"/>
          </ac:spMkLst>
        </pc:spChg>
        <pc:spChg chg="add mod">
          <ac:chgData name="" userId="" providerId="" clId="Web-{57FA6384-6D64-4017-8C8D-103F9B22F9B7}" dt="2026-10-23T12:33:14.086" v="22" actId="34807"/>
          <ac:spMkLst>
            <pc:docMk/>
            <pc:sldMk cId="3776325952" sldId="15842"/>
            <ac:spMk id="32349" creationId="{835F5B10-711A-BAEE-78DF-3CE74DDF1C50}"/>
          </ac:spMkLst>
        </pc:spChg>
        <pc:spChg chg="add mod">
          <ac:chgData name="" userId="" providerId="" clId="Web-{57FA6384-6D64-4017-8C8D-103F9B22F9B7}" dt="2026-10-23T12:33:14.086" v="22" actId="34807"/>
          <ac:spMkLst>
            <pc:docMk/>
            <pc:sldMk cId="3776325952" sldId="15842"/>
            <ac:spMk id="32415" creationId="{45BC951B-A9C6-868D-F9AB-235A4C89F313}"/>
          </ac:spMkLst>
        </pc:spChg>
        <pc:spChg chg="add mod">
          <ac:chgData name="" userId="" providerId="" clId="Web-{57FA6384-6D64-4017-8C8D-103F9B22F9B7}" dt="2026-10-23T12:33:14.086" v="22" actId="34807"/>
          <ac:spMkLst>
            <pc:docMk/>
            <pc:sldMk cId="3776325952" sldId="15842"/>
            <ac:spMk id="32439" creationId="{7CD23AFB-207A-EC19-E8DF-7AE9072DF12D}"/>
          </ac:spMkLst>
        </pc:spChg>
        <pc:spChg chg="add mod">
          <ac:chgData name="" userId="" providerId="" clId="Web-{57FA6384-6D64-4017-8C8D-103F9B22F9B7}" dt="2026-10-23T12:33:14.086" v="22" actId="34807"/>
          <ac:spMkLst>
            <pc:docMk/>
            <pc:sldMk cId="3776325952" sldId="15842"/>
            <ac:spMk id="32517" creationId="{B706A9A9-735D-85A1-A8CF-4EDE112AF484}"/>
          </ac:spMkLst>
        </pc:spChg>
        <pc:spChg chg="add mod">
          <ac:chgData name="" userId="" providerId="" clId="Web-{57FA6384-6D64-4017-8C8D-103F9B22F9B7}" dt="2026-10-23T12:33:14.086" v="22" actId="34807"/>
          <ac:spMkLst>
            <pc:docMk/>
            <pc:sldMk cId="3776325952" sldId="15842"/>
            <ac:spMk id="32805" creationId="{9165BD6C-60C4-BED6-0011-DD34BBE59868}"/>
          </ac:spMkLst>
        </pc:spChg>
        <pc:spChg chg="add mod">
          <ac:chgData name="" userId="" providerId="" clId="Web-{57FA6384-6D64-4017-8C8D-103F9B22F9B7}" dt="2026-10-23T12:33:14.086" v="22" actId="34807"/>
          <ac:spMkLst>
            <pc:docMk/>
            <pc:sldMk cId="3776325952" sldId="15842"/>
            <ac:spMk id="33174" creationId="{FA1B7579-D427-119D-CAAC-F7D6ED76F2BF}"/>
          </ac:spMkLst>
        </pc:spChg>
        <pc:picChg chg="add mod">
          <ac:chgData name="" userId="" providerId="" clId="Web-{57FA6384-6D64-4017-8C8D-103F9B22F9B7}" dt="2026-10-23T12:32:56.914" v="21" actId="34807"/>
          <ac:picMkLst>
            <pc:docMk/>
            <pc:sldMk cId="3776325952" sldId="15842"/>
            <ac:picMk id="32139" creationId="{18D923FD-140A-4226-0851-EFB35D4A4C73}"/>
          </ac:picMkLst>
        </pc:picChg>
      </pc:sldChg>
    </pc:docChg>
  </pc:docChgLst>
  <pc:docChgLst>
    <pc:chgData clId="Web-{FE88BFAB-8EDB-43ED-8344-B2D9CB14AB84}"/>
    <pc:docChg chg="modSld">
      <pc:chgData name="" userId="" providerId="" clId="Web-{FE88BFAB-8EDB-43ED-8344-B2D9CB14AB84}" dt="2026-10-23T12:51:43.723" v="12" actId="34807"/>
      <pc:docMkLst>
        <pc:docMk/>
      </pc:docMkLst>
      <pc:sldChg chg="addSp delSp modSp">
        <pc:chgData name="" userId="" providerId="" clId="Web-{FE88BFAB-8EDB-43ED-8344-B2D9CB14AB84}" dt="2026-10-23T12:51:43.723" v="12" actId="34807"/>
        <pc:sldMkLst>
          <pc:docMk/>
          <pc:sldMk cId="1283465664" sldId="12557"/>
        </pc:sldMkLst>
        <pc:spChg chg="del">
          <ac:chgData name="" userId="" providerId="" clId="Web-{FE88BFAB-8EDB-43ED-8344-B2D9CB14AB84}" dt="2026-10-23T12:46:40.261" v="1" actId="34807"/>
          <ac:spMkLst>
            <pc:docMk/>
            <pc:sldMk cId="1283465664" sldId="12557"/>
            <ac:spMk id="35775" creationId="{4147CE8F-0DE3-DAD4-5749-7D921A6C2A00}"/>
          </ac:spMkLst>
        </pc:spChg>
        <pc:spChg chg="del">
          <ac:chgData name="" userId="" providerId="" clId="Web-{FE88BFAB-8EDB-43ED-8344-B2D9CB14AB84}" dt="2026-10-23T12:46:40.261" v="1" actId="34807"/>
          <ac:spMkLst>
            <pc:docMk/>
            <pc:sldMk cId="1283465664" sldId="12557"/>
            <ac:spMk id="35793" creationId="{53AF9102-4EC3-6953-563A-27D279EC48ED}"/>
          </ac:spMkLst>
        </pc:spChg>
        <pc:spChg chg="del">
          <ac:chgData name="" userId="" providerId="" clId="Web-{FE88BFAB-8EDB-43ED-8344-B2D9CB14AB84}" dt="2026-10-23T12:46:40.261" v="1" actId="34807"/>
          <ac:spMkLst>
            <pc:docMk/>
            <pc:sldMk cId="1283465664" sldId="12557"/>
            <ac:spMk id="35875" creationId="{1494D342-EDA4-5790-D068-AA162526DBC2}"/>
          </ac:spMkLst>
        </pc:spChg>
        <pc:spChg chg="del">
          <ac:chgData name="" userId="" providerId="" clId="Web-{FE88BFAB-8EDB-43ED-8344-B2D9CB14AB84}" dt="2026-10-23T12:46:40.261" v="1" actId="34807"/>
          <ac:spMkLst>
            <pc:docMk/>
            <pc:sldMk cId="1283465664" sldId="12557"/>
            <ac:spMk id="35922" creationId="{BD3B2A69-B8C0-2FA8-6CD2-5020847FAD2C}"/>
          </ac:spMkLst>
        </pc:spChg>
        <pc:spChg chg="del">
          <ac:chgData name="" userId="" providerId="" clId="Web-{FE88BFAB-8EDB-43ED-8344-B2D9CB14AB84}" dt="2026-10-23T12:46:40.261" v="1" actId="34807"/>
          <ac:spMkLst>
            <pc:docMk/>
            <pc:sldMk cId="1283465664" sldId="12557"/>
            <ac:spMk id="35947" creationId="{D877F4A4-A3A0-CD8E-FD26-1DD68203631C}"/>
          </ac:spMkLst>
        </pc:spChg>
        <pc:spChg chg="del">
          <ac:chgData name="" userId="" providerId="" clId="Web-{FE88BFAB-8EDB-43ED-8344-B2D9CB14AB84}" dt="2026-10-23T12:46:40.261" v="1" actId="34807"/>
          <ac:spMkLst>
            <pc:docMk/>
            <pc:sldMk cId="1283465664" sldId="12557"/>
            <ac:spMk id="36150" creationId="{5A7D2308-8AD7-C3A5-4CF0-921436AE42CE}"/>
          </ac:spMkLst>
        </pc:spChg>
        <pc:spChg chg="del">
          <ac:chgData name="" userId="" providerId="" clId="Web-{FE88BFAB-8EDB-43ED-8344-B2D9CB14AB84}" dt="2026-10-23T12:46:40.261" v="1" actId="34807"/>
          <ac:spMkLst>
            <pc:docMk/>
            <pc:sldMk cId="1283465664" sldId="12557"/>
            <ac:spMk id="36183" creationId="{DE4D261B-148A-B704-9380-BCCD826B58DB}"/>
          </ac:spMkLst>
        </pc:spChg>
        <pc:spChg chg="del">
          <ac:chgData name="" userId="" providerId="" clId="Web-{FE88BFAB-8EDB-43ED-8344-B2D9CB14AB84}" dt="2026-10-23T12:46:40.261" v="1" actId="34807"/>
          <ac:spMkLst>
            <pc:docMk/>
            <pc:sldMk cId="1283465664" sldId="12557"/>
            <ac:spMk id="36217" creationId="{460D7FF7-D2C8-A334-FE49-50232268E219}"/>
          </ac:spMkLst>
        </pc:spChg>
        <pc:spChg chg="del">
          <ac:chgData name="" userId="" providerId="" clId="Web-{FE88BFAB-8EDB-43ED-8344-B2D9CB14AB84}" dt="2026-10-23T12:46:40.261" v="1" actId="34807"/>
          <ac:spMkLst>
            <pc:docMk/>
            <pc:sldMk cId="1283465664" sldId="12557"/>
            <ac:spMk id="36363" creationId="{FDA683BF-1715-0C6F-DBE6-4EDECEB5DF33}"/>
          </ac:spMkLst>
        </pc:spChg>
        <pc:spChg chg="del">
          <ac:chgData name="" userId="" providerId="" clId="Web-{FE88BFAB-8EDB-43ED-8344-B2D9CB14AB84}" dt="2026-10-23T12:51:43.723" v="12" actId="34807"/>
          <ac:spMkLst>
            <pc:docMk/>
            <pc:sldMk cId="1283465664" sldId="12557"/>
            <ac:spMk id="36612" creationId="{01DA2BCF-5F09-39CE-B277-BCFCB6C90EDF}"/>
          </ac:spMkLst>
        </pc:spChg>
        <pc:spChg chg="del">
          <ac:chgData name="" userId="" providerId="" clId="Web-{FE88BFAB-8EDB-43ED-8344-B2D9CB14AB84}" dt="2026-10-23T12:51:43.723" v="12" actId="34807"/>
          <ac:spMkLst>
            <pc:docMk/>
            <pc:sldMk cId="1283465664" sldId="12557"/>
            <ac:spMk id="36750" creationId="{F3204798-18E8-584A-2B83-ED5D2E7BEDF3}"/>
          </ac:spMkLst>
        </pc:spChg>
        <pc:spChg chg="del">
          <ac:chgData name="" userId="" providerId="" clId="Web-{FE88BFAB-8EDB-43ED-8344-B2D9CB14AB84}" dt="2026-10-23T12:51:43.723" v="12" actId="34807"/>
          <ac:spMkLst>
            <pc:docMk/>
            <pc:sldMk cId="1283465664" sldId="12557"/>
            <ac:spMk id="36847" creationId="{AEB99AF0-702D-FEBD-4A25-FCBA1C99F09F}"/>
          </ac:spMkLst>
        </pc:spChg>
        <pc:spChg chg="del">
          <ac:chgData name="" userId="" providerId="" clId="Web-{FE88BFAB-8EDB-43ED-8344-B2D9CB14AB84}" dt="2026-10-23T12:46:40.261" v="1" actId="34807"/>
          <ac:spMkLst>
            <pc:docMk/>
            <pc:sldMk cId="1283465664" sldId="12557"/>
            <ac:spMk id="37513" creationId="{F3BBD14E-8834-71E9-5D6F-8BA90CE2FD8E}"/>
          </ac:spMkLst>
        </pc:spChg>
        <pc:spChg chg="del">
          <ac:chgData name="" userId="" providerId="" clId="Web-{FE88BFAB-8EDB-43ED-8344-B2D9CB14AB84}" dt="2026-10-23T12:51:43.723" v="12" actId="34807"/>
          <ac:spMkLst>
            <pc:docMk/>
            <pc:sldMk cId="1283465664" sldId="12557"/>
            <ac:spMk id="52972" creationId="{00C5EEBA-4635-63EC-2E8E-5E4D618B72EA}"/>
          </ac:spMkLst>
        </pc:spChg>
        <pc:spChg chg="add mod">
          <ac:chgData name="" userId="" providerId="" clId="Web-{FE88BFAB-8EDB-43ED-8344-B2D9CB14AB84}" dt="2026-10-23T12:46:38.964" v="0" actId="34807"/>
          <ac:spMkLst>
            <pc:docMk/>
            <pc:sldMk cId="1283465664" sldId="12557"/>
            <ac:spMk id="52975" creationId="{CB6E72B9-7E81-582F-5AC4-52DDEC1EF485}"/>
          </ac:spMkLst>
        </pc:spChg>
        <pc:spChg chg="add del mod">
          <ac:chgData name="" userId="" providerId="" clId="Web-{FE88BFAB-8EDB-43ED-8344-B2D9CB14AB84}" dt="2026-10-23T12:51:43.723" v="12" actId="34807"/>
          <ac:spMkLst>
            <pc:docMk/>
            <pc:sldMk cId="1283465664" sldId="12557"/>
            <ac:spMk id="52979" creationId="{C9BD41F4-CEA3-8F4A-A304-1590652C03EF}"/>
          </ac:spMkLst>
        </pc:spChg>
        <pc:spChg chg="add mod">
          <ac:chgData name="" userId="" providerId="" clId="Web-{FE88BFAB-8EDB-43ED-8344-B2D9CB14AB84}" dt="2026-10-23T12:46:38.964" v="0" actId="34807"/>
          <ac:spMkLst>
            <pc:docMk/>
            <pc:sldMk cId="1283465664" sldId="12557"/>
            <ac:spMk id="53035" creationId="{654AA90B-C93A-986E-3B40-5B5AB216F8CF}"/>
          </ac:spMkLst>
        </pc:spChg>
        <pc:spChg chg="add mod">
          <ac:chgData name="" userId="" providerId="" clId="Web-{FE88BFAB-8EDB-43ED-8344-B2D9CB14AB84}" dt="2026-10-23T12:46:38.964" v="0" actId="34807"/>
          <ac:spMkLst>
            <pc:docMk/>
            <pc:sldMk cId="1283465664" sldId="12557"/>
            <ac:spMk id="53060" creationId="{BB2055F2-11AD-B2E0-D38E-B322618E4413}"/>
          </ac:spMkLst>
        </pc:spChg>
        <pc:spChg chg="add mod">
          <ac:chgData name="" userId="" providerId="" clId="Web-{FE88BFAB-8EDB-43ED-8344-B2D9CB14AB84}" dt="2026-10-23T12:46:38.964" v="0" actId="34807"/>
          <ac:spMkLst>
            <pc:docMk/>
            <pc:sldMk cId="1283465664" sldId="12557"/>
            <ac:spMk id="53089" creationId="{54155975-E225-B21D-3FC3-32CFF6C049E5}"/>
          </ac:spMkLst>
        </pc:spChg>
        <pc:spChg chg="del">
          <ac:chgData name="" userId="" providerId="" clId="Web-{FE88BFAB-8EDB-43ED-8344-B2D9CB14AB84}" dt="2026-10-23T12:51:43.723" v="12" actId="34807"/>
          <ac:spMkLst>
            <pc:docMk/>
            <pc:sldMk cId="1283465664" sldId="12557"/>
            <ac:spMk id="53105" creationId="{0898DE68-2D0B-4C44-4E17-6BE710E4614A}"/>
          </ac:spMkLst>
        </pc:spChg>
        <pc:spChg chg="del">
          <ac:chgData name="" userId="" providerId="" clId="Web-{FE88BFAB-8EDB-43ED-8344-B2D9CB14AB84}" dt="2026-10-23T12:51:43.723" v="12" actId="34807"/>
          <ac:spMkLst>
            <pc:docMk/>
            <pc:sldMk cId="1283465664" sldId="12557"/>
            <ac:spMk id="53122" creationId="{58A63E57-9F2B-112C-E3BB-C6FE757000E0}"/>
          </ac:spMkLst>
        </pc:spChg>
        <pc:spChg chg="add mod">
          <ac:chgData name="" userId="" providerId="" clId="Web-{FE88BFAB-8EDB-43ED-8344-B2D9CB14AB84}" dt="2026-10-23T12:46:38.964" v="0" actId="34807"/>
          <ac:spMkLst>
            <pc:docMk/>
            <pc:sldMk cId="1283465664" sldId="12557"/>
            <ac:spMk id="53140" creationId="{E8B48C23-B060-2583-A2D7-15FA01267B57}"/>
          </ac:spMkLst>
        </pc:spChg>
        <pc:spChg chg="del">
          <ac:chgData name="" userId="" providerId="" clId="Web-{FE88BFAB-8EDB-43ED-8344-B2D9CB14AB84}" dt="2026-10-23T12:51:43.723" v="12" actId="34807"/>
          <ac:spMkLst>
            <pc:docMk/>
            <pc:sldMk cId="1283465664" sldId="12557"/>
            <ac:spMk id="53179" creationId="{DE259084-A987-6758-56EC-E34AAEB9730D}"/>
          </ac:spMkLst>
        </pc:spChg>
        <pc:spChg chg="add mod">
          <ac:chgData name="" userId="" providerId="" clId="Web-{FE88BFAB-8EDB-43ED-8344-B2D9CB14AB84}" dt="2026-10-23T12:46:38.964" v="0" actId="34807"/>
          <ac:spMkLst>
            <pc:docMk/>
            <pc:sldMk cId="1283465664" sldId="12557"/>
            <ac:spMk id="53269" creationId="{7FB370B0-698A-6D34-6D0F-59754C6C0A9C}"/>
          </ac:spMkLst>
        </pc:spChg>
        <pc:spChg chg="add del mod">
          <ac:chgData name="" userId="" providerId="" clId="Web-{FE88BFAB-8EDB-43ED-8344-B2D9CB14AB84}" dt="2026-10-23T12:51:43.723" v="12" actId="34807"/>
          <ac:spMkLst>
            <pc:docMk/>
            <pc:sldMk cId="1283465664" sldId="12557"/>
            <ac:spMk id="53294" creationId="{35D9632E-90D7-ED0E-3975-01716A4A62C5}"/>
          </ac:spMkLst>
        </pc:spChg>
        <pc:spChg chg="add del mod">
          <ac:chgData name="" userId="" providerId="" clId="Web-{FE88BFAB-8EDB-43ED-8344-B2D9CB14AB84}" dt="2026-10-23T12:51:43.723" v="12" actId="34807"/>
          <ac:spMkLst>
            <pc:docMk/>
            <pc:sldMk cId="1283465664" sldId="12557"/>
            <ac:spMk id="53347" creationId="{86FBC66F-3A9D-52F0-37E8-2490CB061DE0}"/>
          </ac:spMkLst>
        </pc:spChg>
        <pc:spChg chg="add mod">
          <ac:chgData name="" userId="" providerId="" clId="Web-{FE88BFAB-8EDB-43ED-8344-B2D9CB14AB84}" dt="2026-10-23T12:46:38.964" v="0" actId="34807"/>
          <ac:spMkLst>
            <pc:docMk/>
            <pc:sldMk cId="1283465664" sldId="12557"/>
            <ac:spMk id="53465" creationId="{06A58EC2-6090-5538-FA02-6D76A9DE4231}"/>
          </ac:spMkLst>
        </pc:spChg>
        <pc:spChg chg="add mod">
          <ac:chgData name="" userId="" providerId="" clId="Web-{FE88BFAB-8EDB-43ED-8344-B2D9CB14AB84}" dt="2026-10-23T12:51:42.333" v="11" actId="34807"/>
          <ac:spMkLst>
            <pc:docMk/>
            <pc:sldMk cId="1283465664" sldId="12557"/>
            <ac:spMk id="53518" creationId="{A51DBA4B-08FD-2CA3-82C6-9E47CDBA26EC}"/>
          </ac:spMkLst>
        </pc:spChg>
        <pc:spChg chg="add mod">
          <ac:chgData name="" userId="" providerId="" clId="Web-{FE88BFAB-8EDB-43ED-8344-B2D9CB14AB84}" dt="2026-10-23T12:51:42.333" v="11" actId="34807"/>
          <ac:spMkLst>
            <pc:docMk/>
            <pc:sldMk cId="1283465664" sldId="12557"/>
            <ac:spMk id="53588" creationId="{B71B6A50-F65E-8514-4148-DD6E946A2357}"/>
          </ac:spMkLst>
        </pc:spChg>
        <pc:spChg chg="add mod">
          <ac:chgData name="" userId="" providerId="" clId="Web-{FE88BFAB-8EDB-43ED-8344-B2D9CB14AB84}" dt="2026-10-23T12:51:42.333" v="11" actId="34807"/>
          <ac:spMkLst>
            <pc:docMk/>
            <pc:sldMk cId="1283465664" sldId="12557"/>
            <ac:spMk id="53602" creationId="{11DFDE8C-9244-6155-0998-FA800A7674EE}"/>
          </ac:spMkLst>
        </pc:spChg>
        <pc:spChg chg="add mod">
          <ac:chgData name="" userId="" providerId="" clId="Web-{FE88BFAB-8EDB-43ED-8344-B2D9CB14AB84}" dt="2026-10-23T12:51:42.333" v="11" actId="34807"/>
          <ac:spMkLst>
            <pc:docMk/>
            <pc:sldMk cId="1283465664" sldId="12557"/>
            <ac:spMk id="53687" creationId="{FCA22C39-ECC0-C7E0-B718-6AE816ECC64C}"/>
          </ac:spMkLst>
        </pc:spChg>
        <pc:spChg chg="add mod">
          <ac:chgData name="" userId="" providerId="" clId="Web-{FE88BFAB-8EDB-43ED-8344-B2D9CB14AB84}" dt="2026-10-23T12:51:42.333" v="11" actId="34807"/>
          <ac:spMkLst>
            <pc:docMk/>
            <pc:sldMk cId="1283465664" sldId="12557"/>
            <ac:spMk id="53797" creationId="{44A4B5C6-2FA3-1B5A-4211-C1E37576AA3E}"/>
          </ac:spMkLst>
        </pc:spChg>
        <pc:spChg chg="add mod">
          <ac:chgData name="" userId="" providerId="" clId="Web-{FE88BFAB-8EDB-43ED-8344-B2D9CB14AB84}" dt="2026-10-23T12:51:42.333" v="11" actId="34807"/>
          <ac:spMkLst>
            <pc:docMk/>
            <pc:sldMk cId="1283465664" sldId="12557"/>
            <ac:spMk id="53962" creationId="{338D9D23-D4BE-CC93-C48D-33634317A409}"/>
          </ac:spMkLst>
        </pc:spChg>
        <pc:spChg chg="add mod">
          <ac:chgData name="" userId="" providerId="" clId="Web-{FE88BFAB-8EDB-43ED-8344-B2D9CB14AB84}" dt="2026-10-23T12:51:42.333" v="11" actId="34807"/>
          <ac:spMkLst>
            <pc:docMk/>
            <pc:sldMk cId="1283465664" sldId="12557"/>
            <ac:spMk id="53993" creationId="{74DF1E51-1911-6B7C-DE23-1695A7A14FDE}"/>
          </ac:spMkLst>
        </pc:spChg>
        <pc:spChg chg="add mod">
          <ac:chgData name="" userId="" providerId="" clId="Web-{FE88BFAB-8EDB-43ED-8344-B2D9CB14AB84}" dt="2026-10-23T12:51:42.333" v="11" actId="34807"/>
          <ac:spMkLst>
            <pc:docMk/>
            <pc:sldMk cId="1283465664" sldId="12557"/>
            <ac:spMk id="54127" creationId="{3ED9B94D-48BC-4372-788A-CAD6CA0607F6}"/>
          </ac:spMkLst>
        </pc:spChg>
        <pc:spChg chg="add mod">
          <ac:chgData name="" userId="" providerId="" clId="Web-{FE88BFAB-8EDB-43ED-8344-B2D9CB14AB84}" dt="2026-10-23T12:51:42.333" v="11" actId="34807"/>
          <ac:spMkLst>
            <pc:docMk/>
            <pc:sldMk cId="1283465664" sldId="12557"/>
            <ac:spMk id="54277" creationId="{5C4AC56C-39A0-2B4B-06C2-B4147A2CC2DB}"/>
          </ac:spMkLst>
        </pc:spChg>
        <pc:spChg chg="add mod">
          <ac:chgData name="" userId="" providerId="" clId="Web-{FE88BFAB-8EDB-43ED-8344-B2D9CB14AB84}" dt="2026-10-23T12:51:42.333" v="11" actId="34807"/>
          <ac:spMkLst>
            <pc:docMk/>
            <pc:sldMk cId="1283465664" sldId="12557"/>
            <ac:spMk id="54722" creationId="{7750BDBD-A1B5-4987-5915-D9D4A09ECA46}"/>
          </ac:spMkLst>
        </pc:spChg>
      </pc:sldChg>
      <pc:sldChg chg="modSp">
        <pc:chgData name="" userId="" providerId="" clId="Web-{FE88BFAB-8EDB-43ED-8344-B2D9CB14AB84}" dt="2026-10-23T12:48:41.358" v="9" actId="34807"/>
        <pc:sldMkLst>
          <pc:docMk/>
          <pc:sldMk cId="1328341611" sldId="12769"/>
        </pc:sldMkLst>
        <pc:spChg chg="mod">
          <ac:chgData name="" userId="" providerId="" clId="Web-{FE88BFAB-8EDB-43ED-8344-B2D9CB14AB84}" dt="2026-10-23T12:48:41.358" v="9" actId="34807"/>
          <ac:spMkLst>
            <pc:docMk/>
            <pc:sldMk cId="1328341611" sldId="12769"/>
            <ac:spMk id="38094" creationId="{659A76C1-B94E-B2EA-D19A-E60EB6C25520}"/>
          </ac:spMkLst>
        </pc:spChg>
        <pc:spChg chg="mod">
          <ac:chgData name="" userId="" providerId="" clId="Web-{FE88BFAB-8EDB-43ED-8344-B2D9CB14AB84}" dt="2026-10-23T12:48:41.358" v="9" actId="34807"/>
          <ac:spMkLst>
            <pc:docMk/>
            <pc:sldMk cId="1328341611" sldId="12769"/>
            <ac:spMk id="38157" creationId="{212780D9-7F25-180E-3AB5-BC624208FB9C}"/>
          </ac:spMkLst>
        </pc:spChg>
        <pc:spChg chg="mod">
          <ac:chgData name="" userId="" providerId="" clId="Web-{FE88BFAB-8EDB-43ED-8344-B2D9CB14AB84}" dt="2026-10-23T12:48:41.358" v="9" actId="34807"/>
          <ac:spMkLst>
            <pc:docMk/>
            <pc:sldMk cId="1328341611" sldId="12769"/>
            <ac:spMk id="38204" creationId="{4623CE09-3EC5-66BA-D099-BA5F7D5D0226}"/>
          </ac:spMkLst>
        </pc:spChg>
        <pc:spChg chg="mod">
          <ac:chgData name="" userId="" providerId="" clId="Web-{FE88BFAB-8EDB-43ED-8344-B2D9CB14AB84}" dt="2026-10-23T12:48:41.358" v="9" actId="34807"/>
          <ac:spMkLst>
            <pc:docMk/>
            <pc:sldMk cId="1328341611" sldId="12769"/>
            <ac:spMk id="38255" creationId="{E77DD0AA-F9FE-0B41-BB6C-503488FCDE05}"/>
          </ac:spMkLst>
        </pc:spChg>
        <pc:spChg chg="mod">
          <ac:chgData name="" userId="" providerId="" clId="Web-{FE88BFAB-8EDB-43ED-8344-B2D9CB14AB84}" dt="2026-10-23T12:48:41.358" v="9" actId="34807"/>
          <ac:spMkLst>
            <pc:docMk/>
            <pc:sldMk cId="1328341611" sldId="12769"/>
            <ac:spMk id="38534" creationId="{B368BD22-9908-7A9D-86E3-0955C7C5657E}"/>
          </ac:spMkLst>
        </pc:spChg>
        <pc:spChg chg="mod">
          <ac:chgData name="" userId="" providerId="" clId="Web-{FE88BFAB-8EDB-43ED-8344-B2D9CB14AB84}" dt="2026-10-23T12:48:41.358" v="9" actId="34807"/>
          <ac:spMkLst>
            <pc:docMk/>
            <pc:sldMk cId="1328341611" sldId="12769"/>
            <ac:spMk id="38570" creationId="{C2808529-EE22-175E-C839-4EC81E165A2C}"/>
          </ac:spMkLst>
        </pc:spChg>
      </pc:sldChg>
      <pc:sldChg chg="modSp">
        <pc:chgData name="" userId="" providerId="" clId="Web-{FE88BFAB-8EDB-43ED-8344-B2D9CB14AB84}" dt="2026-10-23T12:48:41.358" v="9" actId="34807"/>
        <pc:sldMkLst>
          <pc:docMk/>
          <pc:sldMk cId="2377474207" sldId="12982"/>
        </pc:sldMkLst>
        <pc:spChg chg="mod">
          <ac:chgData name="" userId="" providerId="" clId="Web-{FE88BFAB-8EDB-43ED-8344-B2D9CB14AB84}" dt="2026-10-23T12:48:41.358" v="9" actId="34807"/>
          <ac:spMkLst>
            <pc:docMk/>
            <pc:sldMk cId="2377474207" sldId="12982"/>
            <ac:spMk id="38921" creationId="{D6983635-DE8C-04FA-96B9-5C5A69F9BB19}"/>
          </ac:spMkLst>
        </pc:spChg>
        <pc:spChg chg="mod">
          <ac:chgData name="" userId="" providerId="" clId="Web-{FE88BFAB-8EDB-43ED-8344-B2D9CB14AB84}" dt="2026-10-23T12:48:41.358" v="9" actId="34807"/>
          <ac:spMkLst>
            <pc:docMk/>
            <pc:sldMk cId="2377474207" sldId="12982"/>
            <ac:spMk id="39008" creationId="{CC14C451-F772-0720-C4DC-97954C3ED13E}"/>
          </ac:spMkLst>
        </pc:spChg>
        <pc:spChg chg="mod">
          <ac:chgData name="" userId="" providerId="" clId="Web-{FE88BFAB-8EDB-43ED-8344-B2D9CB14AB84}" dt="2026-10-23T12:48:41.358" v="9" actId="34807"/>
          <ac:spMkLst>
            <pc:docMk/>
            <pc:sldMk cId="2377474207" sldId="12982"/>
            <ac:spMk id="39086" creationId="{8F57B887-47E0-8189-CFEB-7F189BBA71BE}"/>
          </ac:spMkLst>
        </pc:spChg>
        <pc:spChg chg="mod">
          <ac:chgData name="" userId="" providerId="" clId="Web-{FE88BFAB-8EDB-43ED-8344-B2D9CB14AB84}" dt="2026-10-23T12:48:41.358" v="9" actId="34807"/>
          <ac:spMkLst>
            <pc:docMk/>
            <pc:sldMk cId="2377474207" sldId="12982"/>
            <ac:spMk id="39180" creationId="{E5978440-1DF0-8671-7EFE-3CEF4EC8E6EE}"/>
          </ac:spMkLst>
        </pc:spChg>
        <pc:spChg chg="mod">
          <ac:chgData name="" userId="" providerId="" clId="Web-{FE88BFAB-8EDB-43ED-8344-B2D9CB14AB84}" dt="2026-10-23T12:48:41.358" v="9" actId="34807"/>
          <ac:spMkLst>
            <pc:docMk/>
            <pc:sldMk cId="2377474207" sldId="12982"/>
            <ac:spMk id="39290" creationId="{7B306E36-C61C-A260-9FD9-A0092154F041}"/>
          </ac:spMkLst>
        </pc:spChg>
        <pc:spChg chg="mod">
          <ac:chgData name="" userId="" providerId="" clId="Web-{FE88BFAB-8EDB-43ED-8344-B2D9CB14AB84}" dt="2026-10-23T12:48:41.358" v="9" actId="34807"/>
          <ac:spMkLst>
            <pc:docMk/>
            <pc:sldMk cId="2377474207" sldId="12982"/>
            <ac:spMk id="39416" creationId="{E50B9EB3-9030-BE21-733A-0107CAEE83AA}"/>
          </ac:spMkLst>
        </pc:spChg>
      </pc:sldChg>
      <pc:sldChg chg="modSp">
        <pc:chgData name="" userId="" providerId="" clId="Web-{FE88BFAB-8EDB-43ED-8344-B2D9CB14AB84}" dt="2026-10-23T12:48:41.358" v="9" actId="34807"/>
        <pc:sldMkLst>
          <pc:docMk/>
          <pc:sldMk cId="3162528261" sldId="13411"/>
        </pc:sldMkLst>
        <pc:spChg chg="mod">
          <ac:chgData name="" userId="" providerId="" clId="Web-{FE88BFAB-8EDB-43ED-8344-B2D9CB14AB84}" dt="2026-10-23T12:48:41.358" v="9" actId="34807"/>
          <ac:spMkLst>
            <pc:docMk/>
            <pc:sldMk cId="3162528261" sldId="13411"/>
            <ac:spMk id="51290" creationId="{CBDB6923-636E-0C0E-3A9E-DF3C76FDFC45}"/>
          </ac:spMkLst>
        </pc:spChg>
        <pc:spChg chg="mod">
          <ac:chgData name="" userId="" providerId="" clId="Web-{FE88BFAB-8EDB-43ED-8344-B2D9CB14AB84}" dt="2026-10-23T12:48:41.358" v="9" actId="34807"/>
          <ac:spMkLst>
            <pc:docMk/>
            <pc:sldMk cId="3162528261" sldId="13411"/>
            <ac:spMk id="51400" creationId="{D2C13354-B900-9890-AAFE-E2947D596556}"/>
          </ac:spMkLst>
        </pc:spChg>
        <pc:spChg chg="mod">
          <ac:chgData name="" userId="" providerId="" clId="Web-{FE88BFAB-8EDB-43ED-8344-B2D9CB14AB84}" dt="2026-10-23T12:48:41.358" v="9" actId="34807"/>
          <ac:spMkLst>
            <pc:docMk/>
            <pc:sldMk cId="3162528261" sldId="13411"/>
            <ac:spMk id="51535" creationId="{3072DA4E-C880-914D-E816-C1C7FB46449F}"/>
          </ac:spMkLst>
        </pc:spChg>
        <pc:spChg chg="mod">
          <ac:chgData name="" userId="" providerId="" clId="Web-{FE88BFAB-8EDB-43ED-8344-B2D9CB14AB84}" dt="2026-10-23T12:48:41.358" v="9" actId="34807"/>
          <ac:spMkLst>
            <pc:docMk/>
            <pc:sldMk cId="3162528261" sldId="13411"/>
            <ac:spMk id="51596" creationId="{699DBC8C-E61D-1220-5048-A817A664C091}"/>
          </ac:spMkLst>
        </pc:spChg>
        <pc:spChg chg="mod">
          <ac:chgData name="" userId="" providerId="" clId="Web-{FE88BFAB-8EDB-43ED-8344-B2D9CB14AB84}" dt="2026-10-23T12:48:41.358" v="9" actId="34807"/>
          <ac:spMkLst>
            <pc:docMk/>
            <pc:sldMk cId="3162528261" sldId="13411"/>
            <ac:spMk id="51661" creationId="{8FA3D289-78B3-20B7-9E9F-C1CF422F453A}"/>
          </ac:spMkLst>
        </pc:spChg>
        <pc:picChg chg="mod">
          <ac:chgData name="" userId="" providerId="" clId="Web-{FE88BFAB-8EDB-43ED-8344-B2D9CB14AB84}" dt="2026-10-23T12:48:41.358" v="9" actId="34807"/>
          <ac:picMkLst>
            <pc:docMk/>
            <pc:sldMk cId="3162528261" sldId="13411"/>
            <ac:picMk id="52587" creationId="{E8990BE4-A66F-401D-F3E6-A0A2FC618BC2}"/>
          </ac:picMkLst>
        </pc:picChg>
        <pc:picChg chg="mod">
          <ac:chgData name="" userId="" providerId="" clId="Web-{FE88BFAB-8EDB-43ED-8344-B2D9CB14AB84}" dt="2026-10-23T12:48:41.358" v="9" actId="34807"/>
          <ac:picMkLst>
            <pc:docMk/>
            <pc:sldMk cId="3162528261" sldId="13411"/>
            <ac:picMk id="52588" creationId="{1F551BDE-1755-DC5F-B8F6-44CE6B30E930}"/>
          </ac:picMkLst>
        </pc:picChg>
      </pc:sldChg>
      <pc:sldChg chg="modSp">
        <pc:chgData name="" userId="" providerId="" clId="Web-{FE88BFAB-8EDB-43ED-8344-B2D9CB14AB84}" dt="2026-10-23T12:51:30.207" v="10" actId="34807"/>
        <pc:sldMkLst>
          <pc:docMk/>
          <pc:sldMk cId="2661767293" sldId="13627"/>
        </pc:sldMkLst>
        <pc:spChg chg="mod">
          <ac:chgData name="" userId="" providerId="" clId="Web-{FE88BFAB-8EDB-43ED-8344-B2D9CB14AB84}" dt="2026-10-23T12:51:30.207" v="10" actId="34807"/>
          <ac:spMkLst>
            <pc:docMk/>
            <pc:sldMk cId="2661767293" sldId="13627"/>
            <ac:spMk id="52889" creationId="{782F9A13-7632-0610-549A-3896617503DC}"/>
          </ac:spMkLst>
        </pc:spChg>
      </pc:sldChg>
    </pc:docChg>
  </pc:docChgLst>
  <pc:docChgLst>
    <pc:chgData clId="Web-{893967E1-42B7-4834-B38B-621C2FDF2144}"/>
    <pc:docChg chg="modSld">
      <pc:chgData name="" userId="" providerId="" clId="Web-{893967E1-42B7-4834-B38B-621C2FDF2144}" dt="2026-10-23T10:10:10.283" v="21" actId="34807"/>
      <pc:docMkLst>
        <pc:docMk/>
      </pc:docMkLst>
      <pc:sldChg chg="addSp delSp modSp">
        <pc:chgData name="" userId="" providerId="" clId="Web-{893967E1-42B7-4834-B38B-621C2FDF2144}" dt="2026-10-23T10:04:52.915" v="1" actId="34807"/>
        <pc:sldMkLst>
          <pc:docMk/>
          <pc:sldMk cId="2602463977" sldId="3161"/>
        </pc:sldMkLst>
        <pc:spChg chg="del">
          <ac:chgData name="" userId="" providerId="" clId="Web-{893967E1-42B7-4834-B38B-621C2FDF2144}" dt="2026-10-23T10:04:52.915" v="1" actId="34807"/>
          <ac:spMkLst>
            <pc:docMk/>
            <pc:sldMk cId="2602463977" sldId="3161"/>
            <ac:spMk id="18034" creationId="{B06E4733-149E-7449-7704-7B314EB2F54F}"/>
          </ac:spMkLst>
        </pc:spChg>
        <pc:spChg chg="del">
          <ac:chgData name="" userId="" providerId="" clId="Web-{893967E1-42B7-4834-B38B-621C2FDF2144}" dt="2026-10-23T10:04:52.915" v="1" actId="34807"/>
          <ac:spMkLst>
            <pc:docMk/>
            <pc:sldMk cId="2602463977" sldId="3161"/>
            <ac:spMk id="18043" creationId="{5665A472-863E-539B-A311-54BFED40058C}"/>
          </ac:spMkLst>
        </pc:spChg>
        <pc:spChg chg="del">
          <ac:chgData name="" userId="" providerId="" clId="Web-{893967E1-42B7-4834-B38B-621C2FDF2144}" dt="2026-10-23T10:04:52.915" v="1" actId="34807"/>
          <ac:spMkLst>
            <pc:docMk/>
            <pc:sldMk cId="2602463977" sldId="3161"/>
            <ac:spMk id="18078" creationId="{4C0FDE2A-B0EF-DDA9-05AE-5D33530C1388}"/>
          </ac:spMkLst>
        </pc:spChg>
        <pc:spChg chg="del">
          <ac:chgData name="" userId="" providerId="" clId="Web-{893967E1-42B7-4834-B38B-621C2FDF2144}" dt="2026-10-23T10:04:52.915" v="1" actId="34807"/>
          <ac:spMkLst>
            <pc:docMk/>
            <pc:sldMk cId="2602463977" sldId="3161"/>
            <ac:spMk id="18138" creationId="{383B22D8-9D96-8AF0-AC7C-85DEA2A29216}"/>
          </ac:spMkLst>
        </pc:spChg>
        <pc:spChg chg="del">
          <ac:chgData name="" userId="" providerId="" clId="Web-{893967E1-42B7-4834-B38B-621C2FDF2144}" dt="2026-10-23T10:04:52.915" v="1" actId="34807"/>
          <ac:spMkLst>
            <pc:docMk/>
            <pc:sldMk cId="2602463977" sldId="3161"/>
            <ac:spMk id="18186" creationId="{188E400D-9CDE-611F-22E8-AA9418190977}"/>
          </ac:spMkLst>
        </pc:spChg>
        <pc:spChg chg="del">
          <ac:chgData name="" userId="" providerId="" clId="Web-{893967E1-42B7-4834-B38B-621C2FDF2144}" dt="2026-10-23T10:04:52.915" v="1" actId="34807"/>
          <ac:spMkLst>
            <pc:docMk/>
            <pc:sldMk cId="2602463977" sldId="3161"/>
            <ac:spMk id="18204" creationId="{75D07DCC-575A-3231-F9B1-62CCC55DF7C5}"/>
          </ac:spMkLst>
        </pc:spChg>
        <pc:spChg chg="add mod">
          <ac:chgData name="" userId="" providerId="" clId="Web-{893967E1-42B7-4834-B38B-621C2FDF2144}" dt="2026-10-23T10:04:51.118" v="0" actId="34807"/>
          <ac:spMkLst>
            <pc:docMk/>
            <pc:sldMk cId="2602463977" sldId="3161"/>
            <ac:spMk id="25390" creationId="{E930D700-A229-0D10-E42D-B3D3E5B9ADA0}"/>
          </ac:spMkLst>
        </pc:spChg>
        <pc:spChg chg="add mod">
          <ac:chgData name="" userId="" providerId="" clId="Web-{893967E1-42B7-4834-B38B-621C2FDF2144}" dt="2026-10-23T10:04:51.118" v="0" actId="34807"/>
          <ac:spMkLst>
            <pc:docMk/>
            <pc:sldMk cId="2602463977" sldId="3161"/>
            <ac:spMk id="25392" creationId="{75DC5AB2-0757-ECF0-CE82-81BF86FF509D}"/>
          </ac:spMkLst>
        </pc:spChg>
        <pc:spChg chg="add mod">
          <ac:chgData name="" userId="" providerId="" clId="Web-{893967E1-42B7-4834-B38B-621C2FDF2144}" dt="2026-10-23T10:04:51.118" v="0" actId="34807"/>
          <ac:spMkLst>
            <pc:docMk/>
            <pc:sldMk cId="2602463977" sldId="3161"/>
            <ac:spMk id="25395" creationId="{0E826F86-8492-34F9-835B-F2C23DB6A12E}"/>
          </ac:spMkLst>
        </pc:spChg>
        <pc:spChg chg="add mod">
          <ac:chgData name="" userId="" providerId="" clId="Web-{893967E1-42B7-4834-B38B-621C2FDF2144}" dt="2026-10-23T10:04:51.118" v="0" actId="34807"/>
          <ac:spMkLst>
            <pc:docMk/>
            <pc:sldMk cId="2602463977" sldId="3161"/>
            <ac:spMk id="25399" creationId="{C2CE8382-2E85-E8F6-AA37-F578544FE67B}"/>
          </ac:spMkLst>
        </pc:spChg>
        <pc:spChg chg="add mod">
          <ac:chgData name="" userId="" providerId="" clId="Web-{893967E1-42B7-4834-B38B-621C2FDF2144}" dt="2026-10-23T10:04:51.118" v="0" actId="34807"/>
          <ac:spMkLst>
            <pc:docMk/>
            <pc:sldMk cId="2602463977" sldId="3161"/>
            <ac:spMk id="25404" creationId="{BA8B1ED2-31C1-651C-2027-F403A5775583}"/>
          </ac:spMkLst>
        </pc:spChg>
        <pc:spChg chg="add mod">
          <ac:chgData name="" userId="" providerId="" clId="Web-{893967E1-42B7-4834-B38B-621C2FDF2144}" dt="2026-10-23T10:04:51.118" v="0" actId="34807"/>
          <ac:spMkLst>
            <pc:docMk/>
            <pc:sldMk cId="2602463977" sldId="3161"/>
            <ac:spMk id="25410" creationId="{4673B67C-91CB-A694-D816-9F1725083B77}"/>
          </ac:spMkLst>
        </pc:spChg>
      </pc:sldChg>
      <pc:sldChg chg="addSp delSp modSp">
        <pc:chgData name="" userId="" providerId="" clId="Web-{893967E1-42B7-4834-B38B-621C2FDF2144}" dt="2026-10-23T10:04:52.915" v="1" actId="34807"/>
        <pc:sldMkLst>
          <pc:docMk/>
          <pc:sldMk cId="3469149878" sldId="3376"/>
        </pc:sldMkLst>
        <pc:spChg chg="del">
          <ac:chgData name="" userId="" providerId="" clId="Web-{893967E1-42B7-4834-B38B-621C2FDF2144}" dt="2026-10-23T10:04:52.915" v="1" actId="34807"/>
          <ac:spMkLst>
            <pc:docMk/>
            <pc:sldMk cId="3469149878" sldId="3376"/>
            <ac:spMk id="18912" creationId="{3AD65923-1AD3-4D8A-4EA1-F2C098458148}"/>
          </ac:spMkLst>
        </pc:spChg>
        <pc:spChg chg="del">
          <ac:chgData name="" userId="" providerId="" clId="Web-{893967E1-42B7-4834-B38B-621C2FDF2144}" dt="2026-10-23T10:04:52.915" v="1" actId="34807"/>
          <ac:spMkLst>
            <pc:docMk/>
            <pc:sldMk cId="3469149878" sldId="3376"/>
            <ac:spMk id="18916" creationId="{7FC5D0B9-92A6-5642-C2EF-CFF586D68651}"/>
          </ac:spMkLst>
        </pc:spChg>
        <pc:spChg chg="del">
          <ac:chgData name="" userId="" providerId="" clId="Web-{893967E1-42B7-4834-B38B-621C2FDF2144}" dt="2026-10-23T10:04:52.915" v="1" actId="34807"/>
          <ac:spMkLst>
            <pc:docMk/>
            <pc:sldMk cId="3469149878" sldId="3376"/>
            <ac:spMk id="18927" creationId="{EC03149F-0E82-2893-91B4-31182911D3AD}"/>
          </ac:spMkLst>
        </pc:spChg>
        <pc:spChg chg="del">
          <ac:chgData name="" userId="" providerId="" clId="Web-{893967E1-42B7-4834-B38B-621C2FDF2144}" dt="2026-10-23T10:04:52.915" v="1" actId="34807"/>
          <ac:spMkLst>
            <pc:docMk/>
            <pc:sldMk cId="3469149878" sldId="3376"/>
            <ac:spMk id="18934" creationId="{65E46ADA-72B5-EA7D-FB9C-651DE4AC728E}"/>
          </ac:spMkLst>
        </pc:spChg>
        <pc:spChg chg="del">
          <ac:chgData name="" userId="" providerId="" clId="Web-{893967E1-42B7-4834-B38B-621C2FDF2144}" dt="2026-10-23T10:04:52.915" v="1" actId="34807"/>
          <ac:spMkLst>
            <pc:docMk/>
            <pc:sldMk cId="3469149878" sldId="3376"/>
            <ac:spMk id="18942" creationId="{AD08D00A-DA1C-E9F0-6C76-EF7A0837312C}"/>
          </ac:spMkLst>
        </pc:spChg>
        <pc:spChg chg="del">
          <ac:chgData name="" userId="" providerId="" clId="Web-{893967E1-42B7-4834-B38B-621C2FDF2144}" dt="2026-10-23T10:04:52.915" v="1" actId="34807"/>
          <ac:spMkLst>
            <pc:docMk/>
            <pc:sldMk cId="3469149878" sldId="3376"/>
            <ac:spMk id="18961" creationId="{4D6BBCC9-1762-88CD-AA88-B46022B8AAF1}"/>
          </ac:spMkLst>
        </pc:spChg>
        <pc:spChg chg="del">
          <ac:chgData name="" userId="" providerId="" clId="Web-{893967E1-42B7-4834-B38B-621C2FDF2144}" dt="2026-10-23T10:04:52.915" v="1" actId="34807"/>
          <ac:spMkLst>
            <pc:docMk/>
            <pc:sldMk cId="3469149878" sldId="3376"/>
            <ac:spMk id="18997" creationId="{9E3ADB4F-88BA-578C-A907-33C1051AE35D}"/>
          </ac:spMkLst>
        </pc:spChg>
        <pc:spChg chg="del">
          <ac:chgData name="" userId="" providerId="" clId="Web-{893967E1-42B7-4834-B38B-621C2FDF2144}" dt="2026-10-23T10:04:52.915" v="1" actId="34807"/>
          <ac:spMkLst>
            <pc:docMk/>
            <pc:sldMk cId="3469149878" sldId="3376"/>
            <ac:spMk id="19011" creationId="{82808F14-C084-8D2F-1D34-B0F56D761E99}"/>
          </ac:spMkLst>
        </pc:spChg>
        <pc:spChg chg="del">
          <ac:chgData name="" userId="" providerId="" clId="Web-{893967E1-42B7-4834-B38B-621C2FDF2144}" dt="2026-10-23T10:04:52.915" v="1" actId="34807"/>
          <ac:spMkLst>
            <pc:docMk/>
            <pc:sldMk cId="3469149878" sldId="3376"/>
            <ac:spMk id="19042" creationId="{0818E01E-8B3D-14AE-7CC0-29B802FC1B2F}"/>
          </ac:spMkLst>
        </pc:spChg>
        <pc:spChg chg="del">
          <ac:chgData name="" userId="" providerId="" clId="Web-{893967E1-42B7-4834-B38B-621C2FDF2144}" dt="2026-10-23T10:04:52.915" v="1" actId="34807"/>
          <ac:spMkLst>
            <pc:docMk/>
            <pc:sldMk cId="3469149878" sldId="3376"/>
            <ac:spMk id="19059" creationId="{E85F9BEA-66C5-7963-6041-60E35B060E3E}"/>
          </ac:spMkLst>
        </pc:spChg>
        <pc:spChg chg="add mod">
          <ac:chgData name="" userId="" providerId="" clId="Web-{893967E1-42B7-4834-B38B-621C2FDF2144}" dt="2026-10-23T10:04:51.118" v="0" actId="34807"/>
          <ac:spMkLst>
            <pc:docMk/>
            <pc:sldMk cId="3469149878" sldId="3376"/>
            <ac:spMk id="25417" creationId="{601CA562-A553-C66E-70E8-88DD45313AC1}"/>
          </ac:spMkLst>
        </pc:spChg>
        <pc:spChg chg="add mod">
          <ac:chgData name="" userId="" providerId="" clId="Web-{893967E1-42B7-4834-B38B-621C2FDF2144}" dt="2026-10-23T10:04:51.118" v="0" actId="34807"/>
          <ac:spMkLst>
            <pc:docMk/>
            <pc:sldMk cId="3469149878" sldId="3376"/>
            <ac:spMk id="25425" creationId="{6E1C45AA-4FEF-20C1-3FB2-49B4835B8453}"/>
          </ac:spMkLst>
        </pc:spChg>
        <pc:spChg chg="add mod">
          <ac:chgData name="" userId="" providerId="" clId="Web-{893967E1-42B7-4834-B38B-621C2FDF2144}" dt="2026-10-23T10:04:51.118" v="0" actId="34807"/>
          <ac:spMkLst>
            <pc:docMk/>
            <pc:sldMk cId="3469149878" sldId="3376"/>
            <ac:spMk id="25434" creationId="{CD85E11B-5CDF-DEA8-8099-0048083E4F5E}"/>
          </ac:spMkLst>
        </pc:spChg>
        <pc:spChg chg="add mod">
          <ac:chgData name="" userId="" providerId="" clId="Web-{893967E1-42B7-4834-B38B-621C2FDF2144}" dt="2026-10-23T10:04:51.118" v="0" actId="34807"/>
          <ac:spMkLst>
            <pc:docMk/>
            <pc:sldMk cId="3469149878" sldId="3376"/>
            <ac:spMk id="25444" creationId="{E9F6C9BC-6E6E-7F05-C422-C4D2A18079CC}"/>
          </ac:spMkLst>
        </pc:spChg>
        <pc:spChg chg="add mod">
          <ac:chgData name="" userId="" providerId="" clId="Web-{893967E1-42B7-4834-B38B-621C2FDF2144}" dt="2026-10-23T10:04:51.118" v="0" actId="34807"/>
          <ac:spMkLst>
            <pc:docMk/>
            <pc:sldMk cId="3469149878" sldId="3376"/>
            <ac:spMk id="25455" creationId="{4F60BC2E-3978-8F24-38AF-48ABE82692AD}"/>
          </ac:spMkLst>
        </pc:spChg>
        <pc:spChg chg="add mod">
          <ac:chgData name="" userId="" providerId="" clId="Web-{893967E1-42B7-4834-B38B-621C2FDF2144}" dt="2026-10-23T10:04:51.118" v="0" actId="34807"/>
          <ac:spMkLst>
            <pc:docMk/>
            <pc:sldMk cId="3469149878" sldId="3376"/>
            <ac:spMk id="25467" creationId="{2C97E0D6-71D6-B7CE-E2A1-0C3A6278106B}"/>
          </ac:spMkLst>
        </pc:spChg>
        <pc:spChg chg="add mod">
          <ac:chgData name="" userId="" providerId="" clId="Web-{893967E1-42B7-4834-B38B-621C2FDF2144}" dt="2026-10-23T10:04:51.118" v="0" actId="34807"/>
          <ac:spMkLst>
            <pc:docMk/>
            <pc:sldMk cId="3469149878" sldId="3376"/>
            <ac:spMk id="25480" creationId="{6094E148-A82E-957A-8BBF-3B7980EBC028}"/>
          </ac:spMkLst>
        </pc:spChg>
        <pc:spChg chg="add mod">
          <ac:chgData name="" userId="" providerId="" clId="Web-{893967E1-42B7-4834-B38B-621C2FDF2144}" dt="2026-10-23T10:04:51.118" v="0" actId="34807"/>
          <ac:spMkLst>
            <pc:docMk/>
            <pc:sldMk cId="3469149878" sldId="3376"/>
            <ac:spMk id="25494" creationId="{0DACD1B5-5C42-2A03-0CB3-9BB0F7DE48BF}"/>
          </ac:spMkLst>
        </pc:spChg>
        <pc:spChg chg="add mod">
          <ac:chgData name="" userId="" providerId="" clId="Web-{893967E1-42B7-4834-B38B-621C2FDF2144}" dt="2026-10-23T10:04:51.118" v="0" actId="34807"/>
          <ac:spMkLst>
            <pc:docMk/>
            <pc:sldMk cId="3469149878" sldId="3376"/>
            <ac:spMk id="25509" creationId="{43042EFD-5A1A-81E3-C703-487BB5A1B618}"/>
          </ac:spMkLst>
        </pc:spChg>
        <pc:spChg chg="add mod">
          <ac:chgData name="" userId="" providerId="" clId="Web-{893967E1-42B7-4834-B38B-621C2FDF2144}" dt="2026-10-23T10:04:51.118" v="0" actId="34807"/>
          <ac:spMkLst>
            <pc:docMk/>
            <pc:sldMk cId="3469149878" sldId="3376"/>
            <ac:spMk id="25525" creationId="{63646E1A-3D3A-88CE-9FA7-1A6CE3F9E004}"/>
          </ac:spMkLst>
        </pc:spChg>
      </pc:sldChg>
      <pc:sldChg chg="addSp delSp modSp">
        <pc:chgData name="" userId="" providerId="" clId="Web-{893967E1-42B7-4834-B38B-621C2FDF2144}" dt="2026-10-23T10:04:52.915" v="1" actId="34807"/>
        <pc:sldMkLst>
          <pc:docMk/>
          <pc:sldMk cId="414339401" sldId="3592"/>
        </pc:sldMkLst>
        <pc:spChg chg="del">
          <ac:chgData name="" userId="" providerId="" clId="Web-{893967E1-42B7-4834-B38B-621C2FDF2144}" dt="2026-10-23T10:04:52.915" v="1" actId="34807"/>
          <ac:spMkLst>
            <pc:docMk/>
            <pc:sldMk cId="414339401" sldId="3592"/>
            <ac:spMk id="20671" creationId="{6FD30530-B51B-486D-ACF0-48C7D55337C4}"/>
          </ac:spMkLst>
        </pc:spChg>
        <pc:spChg chg="del">
          <ac:chgData name="" userId="" providerId="" clId="Web-{893967E1-42B7-4834-B38B-621C2FDF2144}" dt="2026-10-23T10:04:52.915" v="1" actId="34807"/>
          <ac:spMkLst>
            <pc:docMk/>
            <pc:sldMk cId="414339401" sldId="3592"/>
            <ac:spMk id="20693" creationId="{81FEF7EB-A28F-B1C5-4AEC-F950ABE758A8}"/>
          </ac:spMkLst>
        </pc:spChg>
        <pc:spChg chg="del">
          <ac:chgData name="" userId="" providerId="" clId="Web-{893967E1-42B7-4834-B38B-621C2FDF2144}" dt="2026-10-23T10:04:52.915" v="1" actId="34807"/>
          <ac:spMkLst>
            <pc:docMk/>
            <pc:sldMk cId="414339401" sldId="3592"/>
            <ac:spMk id="20731" creationId="{24F2FD4A-3931-C551-0879-EDA403229BB6}"/>
          </ac:spMkLst>
        </pc:spChg>
        <pc:spChg chg="del">
          <ac:chgData name="" userId="" providerId="" clId="Web-{893967E1-42B7-4834-B38B-621C2FDF2144}" dt="2026-10-23T10:04:52.915" v="1" actId="34807"/>
          <ac:spMkLst>
            <pc:docMk/>
            <pc:sldMk cId="414339401" sldId="3592"/>
            <ac:spMk id="20785" creationId="{459C9EB9-A169-96D4-0377-E7ED48A68ABD}"/>
          </ac:spMkLst>
        </pc:spChg>
        <pc:spChg chg="del">
          <ac:chgData name="" userId="" providerId="" clId="Web-{893967E1-42B7-4834-B38B-621C2FDF2144}" dt="2026-10-23T10:04:52.915" v="1" actId="34807"/>
          <ac:spMkLst>
            <pc:docMk/>
            <pc:sldMk cId="414339401" sldId="3592"/>
            <ac:spMk id="20801" creationId="{0AFE4F5C-35DC-8C74-E28E-F25429558376}"/>
          </ac:spMkLst>
        </pc:spChg>
        <pc:spChg chg="del">
          <ac:chgData name="" userId="" providerId="" clId="Web-{893967E1-42B7-4834-B38B-621C2FDF2144}" dt="2026-10-23T10:04:52.915" v="1" actId="34807"/>
          <ac:spMkLst>
            <pc:docMk/>
            <pc:sldMk cId="414339401" sldId="3592"/>
            <ac:spMk id="20836" creationId="{DFD40209-BFAC-181D-1705-8370C1081392}"/>
          </ac:spMkLst>
        </pc:spChg>
        <pc:spChg chg="del">
          <ac:chgData name="" userId="" providerId="" clId="Web-{893967E1-42B7-4834-B38B-621C2FDF2144}" dt="2026-10-23T10:04:52.915" v="1" actId="34807"/>
          <ac:spMkLst>
            <pc:docMk/>
            <pc:sldMk cId="414339401" sldId="3592"/>
            <ac:spMk id="20855" creationId="{A5751FD6-C3C1-168A-D56F-F383FB2F1A05}"/>
          </ac:spMkLst>
        </pc:spChg>
        <pc:spChg chg="del">
          <ac:chgData name="" userId="" providerId="" clId="Web-{893967E1-42B7-4834-B38B-621C2FDF2144}" dt="2026-10-23T10:04:52.915" v="1" actId="34807"/>
          <ac:spMkLst>
            <pc:docMk/>
            <pc:sldMk cId="414339401" sldId="3592"/>
            <ac:spMk id="20875" creationId="{1C7D3170-9F71-9EAA-56CC-63DE1141AFCE}"/>
          </ac:spMkLst>
        </pc:spChg>
        <pc:spChg chg="del">
          <ac:chgData name="" userId="" providerId="" clId="Web-{893967E1-42B7-4834-B38B-621C2FDF2144}" dt="2026-10-23T10:04:52.915" v="1" actId="34807"/>
          <ac:spMkLst>
            <pc:docMk/>
            <pc:sldMk cId="414339401" sldId="3592"/>
            <ac:spMk id="20896" creationId="{F50DB61D-707F-FFAB-70F4-8D588F4AA10B}"/>
          </ac:spMkLst>
        </pc:spChg>
        <pc:spChg chg="del">
          <ac:chgData name="" userId="" providerId="" clId="Web-{893967E1-42B7-4834-B38B-621C2FDF2144}" dt="2026-10-23T10:04:52.915" v="1" actId="34807"/>
          <ac:spMkLst>
            <pc:docMk/>
            <pc:sldMk cId="414339401" sldId="3592"/>
            <ac:spMk id="20941" creationId="{00346697-E03B-BBB7-C8C3-0B1E4F75AF7E}"/>
          </ac:spMkLst>
        </pc:spChg>
        <pc:spChg chg="add mod">
          <ac:chgData name="" userId="" providerId="" clId="Web-{893967E1-42B7-4834-B38B-621C2FDF2144}" dt="2026-10-23T10:04:51.118" v="0" actId="34807"/>
          <ac:spMkLst>
            <pc:docMk/>
            <pc:sldMk cId="414339401" sldId="3592"/>
            <ac:spMk id="25542" creationId="{C98D48D1-5999-F995-407D-BA43933FD371}"/>
          </ac:spMkLst>
        </pc:spChg>
        <pc:spChg chg="add mod">
          <ac:chgData name="" userId="" providerId="" clId="Web-{893967E1-42B7-4834-B38B-621C2FDF2144}" dt="2026-10-23T10:04:51.118" v="0" actId="34807"/>
          <ac:spMkLst>
            <pc:docMk/>
            <pc:sldMk cId="414339401" sldId="3592"/>
            <ac:spMk id="25560" creationId="{1DE47B9E-4F30-2FDD-E03D-BD103A0C89C6}"/>
          </ac:spMkLst>
        </pc:spChg>
        <pc:spChg chg="add mod">
          <ac:chgData name="" userId="" providerId="" clId="Web-{893967E1-42B7-4834-B38B-621C2FDF2144}" dt="2026-10-23T10:04:51.118" v="0" actId="34807"/>
          <ac:spMkLst>
            <pc:docMk/>
            <pc:sldMk cId="414339401" sldId="3592"/>
            <ac:spMk id="25579" creationId="{2328EDE8-959B-8D12-53AF-F4428DAF390A}"/>
          </ac:spMkLst>
        </pc:spChg>
        <pc:spChg chg="add mod">
          <ac:chgData name="" userId="" providerId="" clId="Web-{893967E1-42B7-4834-B38B-621C2FDF2144}" dt="2026-10-23T10:04:51.118" v="0" actId="34807"/>
          <ac:spMkLst>
            <pc:docMk/>
            <pc:sldMk cId="414339401" sldId="3592"/>
            <ac:spMk id="25599" creationId="{9D6C8D83-D001-3C2D-8F24-62A5345B81D2}"/>
          </ac:spMkLst>
        </pc:spChg>
        <pc:spChg chg="add mod">
          <ac:chgData name="" userId="" providerId="" clId="Web-{893967E1-42B7-4834-B38B-621C2FDF2144}" dt="2026-10-23T10:04:51.118" v="0" actId="34807"/>
          <ac:spMkLst>
            <pc:docMk/>
            <pc:sldMk cId="414339401" sldId="3592"/>
            <ac:spMk id="25620" creationId="{8516AFC4-CA94-98DE-E930-2C81188CFC07}"/>
          </ac:spMkLst>
        </pc:spChg>
        <pc:spChg chg="add mod">
          <ac:chgData name="" userId="" providerId="" clId="Web-{893967E1-42B7-4834-B38B-621C2FDF2144}" dt="2026-10-23T10:04:51.118" v="0" actId="34807"/>
          <ac:spMkLst>
            <pc:docMk/>
            <pc:sldMk cId="414339401" sldId="3592"/>
            <ac:spMk id="25642" creationId="{7ACB7863-294A-BB8B-0910-A9304120AB0D}"/>
          </ac:spMkLst>
        </pc:spChg>
        <pc:spChg chg="add mod">
          <ac:chgData name="" userId="" providerId="" clId="Web-{893967E1-42B7-4834-B38B-621C2FDF2144}" dt="2026-10-23T10:04:51.118" v="0" actId="34807"/>
          <ac:spMkLst>
            <pc:docMk/>
            <pc:sldMk cId="414339401" sldId="3592"/>
            <ac:spMk id="25665" creationId="{CEA51FF6-F655-211E-C2AC-0069C3A23CFA}"/>
          </ac:spMkLst>
        </pc:spChg>
        <pc:spChg chg="add mod">
          <ac:chgData name="" userId="" providerId="" clId="Web-{893967E1-42B7-4834-B38B-621C2FDF2144}" dt="2026-10-23T10:04:51.118" v="0" actId="34807"/>
          <ac:spMkLst>
            <pc:docMk/>
            <pc:sldMk cId="414339401" sldId="3592"/>
            <ac:spMk id="25689" creationId="{CAAD43D2-43DC-E79F-F00A-2ACCBF7E64A2}"/>
          </ac:spMkLst>
        </pc:spChg>
        <pc:spChg chg="add mod">
          <ac:chgData name="" userId="" providerId="" clId="Web-{893967E1-42B7-4834-B38B-621C2FDF2144}" dt="2026-10-23T10:04:51.118" v="0" actId="34807"/>
          <ac:spMkLst>
            <pc:docMk/>
            <pc:sldMk cId="414339401" sldId="3592"/>
            <ac:spMk id="25714" creationId="{BC666DEE-4D61-6FE3-69AB-A68344BEC4AF}"/>
          </ac:spMkLst>
        </pc:spChg>
      </pc:sldChg>
      <pc:sldChg chg="addSp delSp modSp">
        <pc:chgData name="" userId="" providerId="" clId="Web-{893967E1-42B7-4834-B38B-621C2FDF2144}" dt="2026-10-23T10:04:52.915" v="1" actId="34807"/>
        <pc:sldMkLst>
          <pc:docMk/>
          <pc:sldMk cId="3761642860" sldId="4027"/>
        </pc:sldMkLst>
        <pc:spChg chg="del">
          <ac:chgData name="" userId="" providerId="" clId="Web-{893967E1-42B7-4834-B38B-621C2FDF2144}" dt="2026-10-23T10:04:52.915" v="1" actId="34807"/>
          <ac:spMkLst>
            <pc:docMk/>
            <pc:sldMk cId="3761642860" sldId="4027"/>
            <ac:spMk id="21001" creationId="{7B6D216C-F948-9AD3-7271-0F4CB561FE6B}"/>
          </ac:spMkLst>
        </pc:spChg>
        <pc:spChg chg="del">
          <ac:chgData name="" userId="" providerId="" clId="Web-{893967E1-42B7-4834-B38B-621C2FDF2144}" dt="2026-10-23T10:04:52.915" v="1" actId="34807"/>
          <ac:spMkLst>
            <pc:docMk/>
            <pc:sldMk cId="3761642860" sldId="4027"/>
            <ac:spMk id="21043" creationId="{315AEF98-9DF3-8E6E-D8ED-92B833460F08}"/>
          </ac:spMkLst>
        </pc:spChg>
        <pc:spChg chg="del">
          <ac:chgData name="" userId="" providerId="" clId="Web-{893967E1-42B7-4834-B38B-621C2FDF2144}" dt="2026-10-23T10:04:52.915" v="1" actId="34807"/>
          <ac:spMkLst>
            <pc:docMk/>
            <pc:sldMk cId="3761642860" sldId="4027"/>
            <ac:spMk id="21136" creationId="{1E10E3BB-934C-CC49-035C-60237243FBD6}"/>
          </ac:spMkLst>
        </pc:spChg>
        <pc:spChg chg="del">
          <ac:chgData name="" userId="" providerId="" clId="Web-{893967E1-42B7-4834-B38B-621C2FDF2144}" dt="2026-10-23T10:04:52.915" v="1" actId="34807"/>
          <ac:spMkLst>
            <pc:docMk/>
            <pc:sldMk cId="3761642860" sldId="4027"/>
            <ac:spMk id="21265" creationId="{04D8132E-726B-C7B0-2F8D-9234B67A3F29}"/>
          </ac:spMkLst>
        </pc:spChg>
        <pc:spChg chg="del">
          <ac:chgData name="" userId="" providerId="" clId="Web-{893967E1-42B7-4834-B38B-621C2FDF2144}" dt="2026-10-23T10:04:52.915" v="1" actId="34807"/>
          <ac:spMkLst>
            <pc:docMk/>
            <pc:sldMk cId="3761642860" sldId="4027"/>
            <ac:spMk id="21461" creationId="{1C42ED58-D940-DE9D-9BB2-AE1C4E4D10A3}"/>
          </ac:spMkLst>
        </pc:spChg>
        <pc:spChg chg="del">
          <ac:chgData name="" userId="" providerId="" clId="Web-{893967E1-42B7-4834-B38B-621C2FDF2144}" dt="2026-10-23T10:04:52.915" v="1" actId="34807"/>
          <ac:spMkLst>
            <pc:docMk/>
            <pc:sldMk cId="3761642860" sldId="4027"/>
            <ac:spMk id="21595" creationId="{646B282A-7364-D81A-3A22-12DCCDFE303B}"/>
          </ac:spMkLst>
        </pc:spChg>
        <pc:spChg chg="add mod">
          <ac:chgData name="" userId="" providerId="" clId="Web-{893967E1-42B7-4834-B38B-621C2FDF2144}" dt="2026-10-23T10:04:51.118" v="0" actId="34807"/>
          <ac:spMkLst>
            <pc:docMk/>
            <pc:sldMk cId="3761642860" sldId="4027"/>
            <ac:spMk id="25767" creationId="{AB73053C-9D85-E892-AACC-16259DE03E98}"/>
          </ac:spMkLst>
        </pc:spChg>
        <pc:spChg chg="add mod">
          <ac:chgData name="" userId="" providerId="" clId="Web-{893967E1-42B7-4834-B38B-621C2FDF2144}" dt="2026-10-23T10:04:51.118" v="0" actId="34807"/>
          <ac:spMkLst>
            <pc:docMk/>
            <pc:sldMk cId="3761642860" sldId="4027"/>
            <ac:spMk id="25795" creationId="{D09C3E20-9D87-4F16-5C4C-D03E83174036}"/>
          </ac:spMkLst>
        </pc:spChg>
        <pc:spChg chg="add mod">
          <ac:chgData name="" userId="" providerId="" clId="Web-{893967E1-42B7-4834-B38B-621C2FDF2144}" dt="2026-10-23T10:04:51.118" v="0" actId="34807"/>
          <ac:spMkLst>
            <pc:docMk/>
            <pc:sldMk cId="3761642860" sldId="4027"/>
            <ac:spMk id="25824" creationId="{BE48334D-429D-BEF4-188F-DA8D46A926A6}"/>
          </ac:spMkLst>
        </pc:spChg>
        <pc:spChg chg="add mod">
          <ac:chgData name="" userId="" providerId="" clId="Web-{893967E1-42B7-4834-B38B-621C2FDF2144}" dt="2026-10-23T10:04:51.118" v="0" actId="34807"/>
          <ac:spMkLst>
            <pc:docMk/>
            <pc:sldMk cId="3761642860" sldId="4027"/>
            <ac:spMk id="25854" creationId="{3D2EF8F5-BB6D-F69B-9AF4-B5A524C23EDB}"/>
          </ac:spMkLst>
        </pc:spChg>
        <pc:spChg chg="add mod">
          <ac:chgData name="" userId="" providerId="" clId="Web-{893967E1-42B7-4834-B38B-621C2FDF2144}" dt="2026-10-23T10:04:51.118" v="0" actId="34807"/>
          <ac:spMkLst>
            <pc:docMk/>
            <pc:sldMk cId="3761642860" sldId="4027"/>
            <ac:spMk id="25917" creationId="{FF9B3F91-ECA6-D549-7134-7E6889761BB2}"/>
          </ac:spMkLst>
        </pc:spChg>
        <pc:spChg chg="add mod">
          <ac:chgData name="" userId="" providerId="" clId="Web-{893967E1-42B7-4834-B38B-621C2FDF2144}" dt="2026-10-23T10:04:51.118" v="0" actId="34807"/>
          <ac:spMkLst>
            <pc:docMk/>
            <pc:sldMk cId="3761642860" sldId="4027"/>
            <ac:spMk id="25950" creationId="{98503180-371B-D537-6DC9-A196C76F048E}"/>
          </ac:spMkLst>
        </pc:spChg>
        <pc:spChg chg="add mod">
          <ac:chgData name="" userId="" providerId="" clId="Web-{893967E1-42B7-4834-B38B-621C2FDF2144}" dt="2026-10-23T10:04:51.118" v="0" actId="34807"/>
          <ac:spMkLst>
            <pc:docMk/>
            <pc:sldMk cId="3761642860" sldId="4027"/>
            <ac:spMk id="25984" creationId="{347A2310-8E90-DC4F-8BCA-C35951ED615A}"/>
          </ac:spMkLst>
        </pc:spChg>
        <pc:spChg chg="add mod">
          <ac:chgData name="" userId="" providerId="" clId="Web-{893967E1-42B7-4834-B38B-621C2FDF2144}" dt="2026-10-23T10:04:51.118" v="0" actId="34807"/>
          <ac:spMkLst>
            <pc:docMk/>
            <pc:sldMk cId="3761642860" sldId="4027"/>
            <ac:spMk id="26019" creationId="{529EA319-4AFC-70D3-70E9-E13961FAD092}"/>
          </ac:spMkLst>
        </pc:spChg>
        <pc:spChg chg="add mod">
          <ac:chgData name="" userId="" providerId="" clId="Web-{893967E1-42B7-4834-B38B-621C2FDF2144}" dt="2026-10-23T10:04:51.118" v="0" actId="34807"/>
          <ac:spMkLst>
            <pc:docMk/>
            <pc:sldMk cId="3761642860" sldId="4027"/>
            <ac:spMk id="26055" creationId="{84ACD896-7CFF-B980-CF59-864AA05D0EBF}"/>
          </ac:spMkLst>
        </pc:spChg>
        <pc:spChg chg="add mod">
          <ac:chgData name="" userId="" providerId="" clId="Web-{893967E1-42B7-4834-B38B-621C2FDF2144}" dt="2026-10-23T10:04:51.118" v="0" actId="34807"/>
          <ac:spMkLst>
            <pc:docMk/>
            <pc:sldMk cId="3761642860" sldId="4027"/>
            <ac:spMk id="26092" creationId="{4428FDF0-9C71-026B-7F1B-E8C88F3E159C}"/>
          </ac:spMkLst>
        </pc:spChg>
      </pc:sldChg>
      <pc:sldChg chg="addSp delSp modSp">
        <pc:chgData name="" userId="" providerId="" clId="Web-{893967E1-42B7-4834-B38B-621C2FDF2144}" dt="2026-10-23T10:10:10.283" v="21" actId="34807"/>
        <pc:sldMkLst>
          <pc:docMk/>
          <pc:sldMk cId="18801219" sldId="4909"/>
        </pc:sldMkLst>
        <pc:spChg chg="del">
          <ac:chgData name="" userId="" providerId="" clId="Web-{893967E1-42B7-4834-B38B-621C2FDF2144}" dt="2026-10-23T10:07:19.464" v="9" actId="34807"/>
          <ac:spMkLst>
            <pc:docMk/>
            <pc:sldMk cId="18801219" sldId="4909"/>
            <ac:spMk id="22492" creationId="{40262515-DFF9-AEB0-1B21-5835A3950793}"/>
          </ac:spMkLst>
        </pc:spChg>
        <pc:spChg chg="del">
          <ac:chgData name="" userId="" providerId="" clId="Web-{893967E1-42B7-4834-B38B-621C2FDF2144}" dt="2026-10-23T10:10:10.283" v="21" actId="34807"/>
          <ac:spMkLst>
            <pc:docMk/>
            <pc:sldMk cId="18801219" sldId="4909"/>
            <ac:spMk id="22499" creationId="{856163AE-E434-3CA8-E330-8162834C7CE0}"/>
          </ac:spMkLst>
        </pc:spChg>
        <pc:spChg chg="del">
          <ac:chgData name="" userId="" providerId="" clId="Web-{893967E1-42B7-4834-B38B-621C2FDF2144}" dt="2026-10-23T10:07:19.464" v="9" actId="34807"/>
          <ac:spMkLst>
            <pc:docMk/>
            <pc:sldMk cId="18801219" sldId="4909"/>
            <ac:spMk id="22507" creationId="{A903BBE9-45B8-9F48-7F74-3F8343999FA2}"/>
          </ac:spMkLst>
        </pc:spChg>
        <pc:spChg chg="add mod">
          <ac:chgData name="" userId="" providerId="" clId="Web-{893967E1-42B7-4834-B38B-621C2FDF2144}" dt="2026-10-23T10:07:18.777" v="8" actId="34807"/>
          <ac:spMkLst>
            <pc:docMk/>
            <pc:sldMk cId="18801219" sldId="4909"/>
            <ac:spMk id="26172" creationId="{5C6DBC50-33E4-7421-AA37-92B3B104DD6A}"/>
          </ac:spMkLst>
        </pc:spChg>
        <pc:spChg chg="add mod">
          <ac:chgData name="" userId="" providerId="" clId="Web-{893967E1-42B7-4834-B38B-621C2FDF2144}" dt="2026-10-23T10:07:18.777" v="8" actId="34807"/>
          <ac:spMkLst>
            <pc:docMk/>
            <pc:sldMk cId="18801219" sldId="4909"/>
            <ac:spMk id="26174" creationId="{59727461-3573-0F48-EB01-3FB164C68562}"/>
          </ac:spMkLst>
        </pc:spChg>
        <pc:spChg chg="add mod">
          <ac:chgData name="" userId="" providerId="" clId="Web-{893967E1-42B7-4834-B38B-621C2FDF2144}" dt="2026-10-23T10:10:09.658" v="20" actId="34807"/>
          <ac:spMkLst>
            <pc:docMk/>
            <pc:sldMk cId="18801219" sldId="4909"/>
            <ac:spMk id="26325" creationId="{623215EB-9DF9-12F4-2977-4E55B34E21FB}"/>
          </ac:spMkLst>
        </pc:spChg>
      </pc:sldChg>
      <pc:sldChg chg="addSp delSp modSp">
        <pc:chgData name="" userId="" providerId="" clId="Web-{893967E1-42B7-4834-B38B-621C2FDF2144}" dt="2026-10-23T10:07:30.808" v="11" actId="34807"/>
        <pc:sldMkLst>
          <pc:docMk/>
          <pc:sldMk cId="1994120710" sldId="5132"/>
        </pc:sldMkLst>
        <pc:spChg chg="mod">
          <ac:chgData name="" userId="" providerId="" clId="Web-{893967E1-42B7-4834-B38B-621C2FDF2144}" dt="2026-10-23T10:07:30.808" v="11" actId="34807"/>
          <ac:spMkLst>
            <pc:docMk/>
            <pc:sldMk cId="1994120710" sldId="5132"/>
            <ac:spMk id="22541" creationId="{72627532-1161-36DC-D7E4-EA4EC120F428}"/>
          </ac:spMkLst>
        </pc:spChg>
        <pc:spChg chg="mod">
          <ac:chgData name="" userId="" providerId="" clId="Web-{893967E1-42B7-4834-B38B-621C2FDF2144}" dt="2026-10-23T10:07:30.808" v="11" actId="34807"/>
          <ac:spMkLst>
            <pc:docMk/>
            <pc:sldMk cId="1994120710" sldId="5132"/>
            <ac:spMk id="22546" creationId="{DF755256-A8D0-F73B-4478-5D98A71300C6}"/>
          </ac:spMkLst>
        </pc:spChg>
        <pc:spChg chg="del">
          <ac:chgData name="" userId="" providerId="" clId="Web-{893967E1-42B7-4834-B38B-621C2FDF2144}" dt="2026-10-23T10:07:30.808" v="11" actId="34807"/>
          <ac:spMkLst>
            <pc:docMk/>
            <pc:sldMk cId="1994120710" sldId="5132"/>
            <ac:spMk id="22557" creationId="{9752444A-8AAD-892E-F49E-C1878764E508}"/>
          </ac:spMkLst>
        </pc:spChg>
        <pc:spChg chg="add mod">
          <ac:chgData name="" userId="" providerId="" clId="Web-{893967E1-42B7-4834-B38B-621C2FDF2144}" dt="2026-10-23T10:07:30.199" v="10" actId="34807"/>
          <ac:spMkLst>
            <pc:docMk/>
            <pc:sldMk cId="1994120710" sldId="5132"/>
            <ac:spMk id="26175" creationId="{3D883013-6BA3-C92E-73B5-4643229FFA63}"/>
          </ac:spMkLst>
        </pc:spChg>
      </pc:sldChg>
      <pc:sldChg chg="addSp delSp modSp">
        <pc:chgData name="" userId="" providerId="" clId="Web-{893967E1-42B7-4834-B38B-621C2FDF2144}" dt="2026-10-23T10:07:40.934" v="13" actId="34807"/>
        <pc:sldMkLst>
          <pc:docMk/>
          <pc:sldMk cId="2759033825" sldId="5356"/>
        </pc:sldMkLst>
        <pc:spChg chg="del">
          <ac:chgData name="" userId="" providerId="" clId="Web-{893967E1-42B7-4834-B38B-621C2FDF2144}" dt="2026-10-23T10:07:40.934" v="13" actId="34807"/>
          <ac:spMkLst>
            <pc:docMk/>
            <pc:sldMk cId="2759033825" sldId="5356"/>
            <ac:spMk id="22795" creationId="{8805C3F7-ECAE-7520-2D8B-56B07707D5C3}"/>
          </ac:spMkLst>
        </pc:spChg>
        <pc:spChg chg="add mod">
          <ac:chgData name="" userId="" providerId="" clId="Web-{893967E1-42B7-4834-B38B-621C2FDF2144}" dt="2026-10-23T10:07:40.262" v="12" actId="34807"/>
          <ac:spMkLst>
            <pc:docMk/>
            <pc:sldMk cId="2759033825" sldId="5356"/>
            <ac:spMk id="26176" creationId="{96EE6C9C-DB01-A7B1-0DF7-057183156E46}"/>
          </ac:spMkLst>
        </pc:spChg>
      </pc:sldChg>
      <pc:sldChg chg="modSp">
        <pc:chgData name="" userId="" providerId="" clId="Web-{893967E1-42B7-4834-B38B-621C2FDF2144}" dt="2026-10-23T10:07:49.481" v="14" actId="34807"/>
        <pc:sldMkLst>
          <pc:docMk/>
          <pc:sldMk cId="3209468076" sldId="5581"/>
        </pc:sldMkLst>
        <pc:spChg chg="mod">
          <ac:chgData name="" userId="" providerId="" clId="Web-{893967E1-42B7-4834-B38B-621C2FDF2144}" dt="2026-10-23T10:07:49.481" v="14" actId="34807"/>
          <ac:spMkLst>
            <pc:docMk/>
            <pc:sldMk cId="3209468076" sldId="5581"/>
            <ac:spMk id="23140" creationId="{815D384F-4ABD-F897-09FE-43B3C66FF94E}"/>
          </ac:spMkLst>
        </pc:spChg>
        <pc:spChg chg="mod">
          <ac:chgData name="" userId="" providerId="" clId="Web-{893967E1-42B7-4834-B38B-621C2FDF2144}" dt="2026-10-23T10:07:49.481" v="14" actId="34807"/>
          <ac:spMkLst>
            <pc:docMk/>
            <pc:sldMk cId="3209468076" sldId="5581"/>
            <ac:spMk id="23164" creationId="{AFA452DB-2F9C-074F-31E9-90CCEAD5936D}"/>
          </ac:spMkLst>
        </pc:spChg>
      </pc:sldChg>
      <pc:sldChg chg="addSp delSp modSp">
        <pc:chgData name="" userId="" providerId="" clId="Web-{893967E1-42B7-4834-B38B-621C2FDF2144}" dt="2026-10-23T10:08:01.106" v="17" actId="34807"/>
        <pc:sldMkLst>
          <pc:docMk/>
          <pc:sldMk cId="2251772608" sldId="5807"/>
        </pc:sldMkLst>
        <pc:spChg chg="del">
          <ac:chgData name="" userId="" providerId="" clId="Web-{893967E1-42B7-4834-B38B-621C2FDF2144}" dt="2026-10-23T10:08:00.387" v="16" actId="34807"/>
          <ac:spMkLst>
            <pc:docMk/>
            <pc:sldMk cId="2251772608" sldId="5807"/>
            <ac:spMk id="23345" creationId="{0706ADE4-8D5F-164B-2E02-07BC774CAE74}"/>
          </ac:spMkLst>
        </pc:spChg>
        <pc:spChg chg="del">
          <ac:chgData name="" userId="" providerId="" clId="Web-{893967E1-42B7-4834-B38B-621C2FDF2144}" dt="2026-10-23T10:08:00.387" v="16" actId="34807"/>
          <ac:spMkLst>
            <pc:docMk/>
            <pc:sldMk cId="2251772608" sldId="5807"/>
            <ac:spMk id="23380" creationId="{CB759348-0F86-6A03-304F-4B2A4A70B112}"/>
          </ac:spMkLst>
        </pc:spChg>
        <pc:spChg chg="del">
          <ac:chgData name="" userId="" providerId="" clId="Web-{893967E1-42B7-4834-B38B-621C2FDF2144}" dt="2026-10-23T10:08:00.387" v="16" actId="34807"/>
          <ac:spMkLst>
            <pc:docMk/>
            <pc:sldMk cId="2251772608" sldId="5807"/>
            <ac:spMk id="23426" creationId="{41478368-3D2E-6D43-E889-3DFD04EB0D78}"/>
          </ac:spMkLst>
        </pc:spChg>
        <pc:spChg chg="del">
          <ac:chgData name="" userId="" providerId="" clId="Web-{893967E1-42B7-4834-B38B-621C2FDF2144}" dt="2026-10-23T10:08:00.387" v="16" actId="34807"/>
          <ac:spMkLst>
            <pc:docMk/>
            <pc:sldMk cId="2251772608" sldId="5807"/>
            <ac:spMk id="23506" creationId="{1461CDBE-24FB-DB5F-18A2-8B9367D54D75}"/>
          </ac:spMkLst>
        </pc:spChg>
        <pc:spChg chg="add mod">
          <ac:chgData name="" userId="" providerId="" clId="Web-{893967E1-42B7-4834-B38B-621C2FDF2144}" dt="2026-10-23T10:08:01.106" v="17" actId="34807"/>
          <ac:spMkLst>
            <pc:docMk/>
            <pc:sldMk cId="2251772608" sldId="5807"/>
            <ac:spMk id="26177" creationId="{6F53A603-FA3F-AAE1-3C1C-014B517EA398}"/>
          </ac:spMkLst>
        </pc:spChg>
        <pc:spChg chg="add mod">
          <ac:chgData name="" userId="" providerId="" clId="Web-{893967E1-42B7-4834-B38B-621C2FDF2144}" dt="2026-10-23T10:08:01.106" v="17" actId="34807"/>
          <ac:spMkLst>
            <pc:docMk/>
            <pc:sldMk cId="2251772608" sldId="5807"/>
            <ac:spMk id="26179" creationId="{4F3D6315-3170-1E30-2282-7253729DA6A3}"/>
          </ac:spMkLst>
        </pc:spChg>
        <pc:spChg chg="add mod">
          <ac:chgData name="" userId="" providerId="" clId="Web-{893967E1-42B7-4834-B38B-621C2FDF2144}" dt="2026-10-23T10:07:59.684" v="15" actId="34807"/>
          <ac:spMkLst>
            <pc:docMk/>
            <pc:sldMk cId="2251772608" sldId="5807"/>
            <ac:spMk id="26182" creationId="{5DAA91F3-9B39-8E84-6561-BAFFD7B107D0}"/>
          </ac:spMkLst>
        </pc:spChg>
        <pc:spChg chg="add mod">
          <ac:chgData name="" userId="" providerId="" clId="Web-{893967E1-42B7-4834-B38B-621C2FDF2144}" dt="2026-10-23T10:07:59.684" v="15" actId="34807"/>
          <ac:spMkLst>
            <pc:docMk/>
            <pc:sldMk cId="2251772608" sldId="5807"/>
            <ac:spMk id="26186" creationId="{F060D5DE-CCDA-5BFF-0B23-EB86FF0516D1}"/>
          </ac:spMkLst>
        </pc:spChg>
        <pc:spChg chg="add mod">
          <ac:chgData name="" userId="" providerId="" clId="Web-{893967E1-42B7-4834-B38B-621C2FDF2144}" dt="2026-10-23T10:07:59.684" v="15" actId="34807"/>
          <ac:spMkLst>
            <pc:docMk/>
            <pc:sldMk cId="2251772608" sldId="5807"/>
            <ac:spMk id="26191" creationId="{D0334F60-E631-7215-1A49-E2487AF048EC}"/>
          </ac:spMkLst>
        </pc:spChg>
        <pc:spChg chg="add mod">
          <ac:chgData name="" userId="" providerId="" clId="Web-{893967E1-42B7-4834-B38B-621C2FDF2144}" dt="2026-10-23T10:07:59.684" v="15" actId="34807"/>
          <ac:spMkLst>
            <pc:docMk/>
            <pc:sldMk cId="2251772608" sldId="5807"/>
            <ac:spMk id="26197" creationId="{4FDD08C5-95DB-0759-F3E7-9B2D6A0DA85B}"/>
          </ac:spMkLst>
        </pc:spChg>
        <pc:spChg chg="add mod">
          <ac:chgData name="" userId="" providerId="" clId="Web-{893967E1-42B7-4834-B38B-621C2FDF2144}" dt="2026-10-23T10:07:59.684" v="15" actId="34807"/>
          <ac:spMkLst>
            <pc:docMk/>
            <pc:sldMk cId="2251772608" sldId="5807"/>
            <ac:spMk id="26204" creationId="{B8C6B48C-3BFB-A264-4B94-649ACF7060D4}"/>
          </ac:spMkLst>
        </pc:spChg>
      </pc:sldChg>
      <pc:sldChg chg="addSp delSp modSp">
        <pc:chgData name="" userId="" providerId="" clId="Web-{893967E1-42B7-4834-B38B-621C2FDF2144}" dt="2026-10-23T10:08:07.418" v="19" actId="34807"/>
        <pc:sldMkLst>
          <pc:docMk/>
          <pc:sldMk cId="49037429" sldId="6034"/>
        </pc:sldMkLst>
        <pc:spChg chg="del">
          <ac:chgData name="" userId="" providerId="" clId="Web-{893967E1-42B7-4834-B38B-621C2FDF2144}" dt="2026-10-23T10:08:07.418" v="19" actId="34807"/>
          <ac:spMkLst>
            <pc:docMk/>
            <pc:sldMk cId="49037429" sldId="6034"/>
            <ac:spMk id="23720" creationId="{39B8F553-7DBB-10D3-AC7B-FE6BDC53DB03}"/>
          </ac:spMkLst>
        </pc:spChg>
        <pc:spChg chg="del">
          <ac:chgData name="" userId="" providerId="" clId="Web-{893967E1-42B7-4834-B38B-621C2FDF2144}" dt="2026-10-23T10:08:07.418" v="19" actId="34807"/>
          <ac:spMkLst>
            <pc:docMk/>
            <pc:sldMk cId="49037429" sldId="6034"/>
            <ac:spMk id="23747" creationId="{2046DA33-B151-276E-DCE0-BB98A38E720E}"/>
          </ac:spMkLst>
        </pc:spChg>
        <pc:spChg chg="del">
          <ac:chgData name="" userId="" providerId="" clId="Web-{893967E1-42B7-4834-B38B-621C2FDF2144}" dt="2026-10-23T10:08:07.418" v="19" actId="34807"/>
          <ac:spMkLst>
            <pc:docMk/>
            <pc:sldMk cId="49037429" sldId="6034"/>
            <ac:spMk id="23764" creationId="{11B2E880-5A02-3CA4-29D0-DC90BC04C17F}"/>
          </ac:spMkLst>
        </pc:spChg>
        <pc:spChg chg="del">
          <ac:chgData name="" userId="" providerId="" clId="Web-{893967E1-42B7-4834-B38B-621C2FDF2144}" dt="2026-10-23T10:08:07.418" v="19" actId="34807"/>
          <ac:spMkLst>
            <pc:docMk/>
            <pc:sldMk cId="49037429" sldId="6034"/>
            <ac:spMk id="23774" creationId="{FF28D68F-4F19-198A-9F3B-B6E2A4B0FB6C}"/>
          </ac:spMkLst>
        </pc:spChg>
        <pc:spChg chg="del">
          <ac:chgData name="" userId="" providerId="" clId="Web-{893967E1-42B7-4834-B38B-621C2FDF2144}" dt="2026-10-23T10:08:07.418" v="19" actId="34807"/>
          <ac:spMkLst>
            <pc:docMk/>
            <pc:sldMk cId="49037429" sldId="6034"/>
            <ac:spMk id="23785" creationId="{11783B65-8979-F120-1C78-C60D9D4236B4}"/>
          </ac:spMkLst>
        </pc:spChg>
        <pc:spChg chg="del">
          <ac:chgData name="" userId="" providerId="" clId="Web-{893967E1-42B7-4834-B38B-621C2FDF2144}" dt="2026-10-23T10:08:07.418" v="19" actId="34807"/>
          <ac:spMkLst>
            <pc:docMk/>
            <pc:sldMk cId="49037429" sldId="6034"/>
            <ac:spMk id="23797" creationId="{C03E743C-42FC-A4A9-4E5A-1C929A2168A4}"/>
          </ac:spMkLst>
        </pc:spChg>
        <pc:spChg chg="del">
          <ac:chgData name="" userId="" providerId="" clId="Web-{893967E1-42B7-4834-B38B-621C2FDF2144}" dt="2026-10-23T10:08:07.418" v="19" actId="34807"/>
          <ac:spMkLst>
            <pc:docMk/>
            <pc:sldMk cId="49037429" sldId="6034"/>
            <ac:spMk id="24097" creationId="{E12AE923-D0DC-9492-4DCB-DDDB228F9410}"/>
          </ac:spMkLst>
        </pc:spChg>
        <pc:spChg chg="del">
          <ac:chgData name="" userId="" providerId="" clId="Web-{893967E1-42B7-4834-B38B-621C2FDF2144}" dt="2026-10-23T10:08:07.418" v="19" actId="34807"/>
          <ac:spMkLst>
            <pc:docMk/>
            <pc:sldMk cId="49037429" sldId="6034"/>
            <ac:spMk id="24154" creationId="{A15C32FE-5849-90F1-4DC0-803CB4D7EF9C}"/>
          </ac:spMkLst>
        </pc:spChg>
        <pc:spChg chg="del">
          <ac:chgData name="" userId="" providerId="" clId="Web-{893967E1-42B7-4834-B38B-621C2FDF2144}" dt="2026-10-23T10:08:07.418" v="19" actId="34807"/>
          <ac:spMkLst>
            <pc:docMk/>
            <pc:sldMk cId="49037429" sldId="6034"/>
            <ac:spMk id="24215" creationId="{A33567D4-AD78-C2C7-EE76-E9DE87EDECA3}"/>
          </ac:spMkLst>
        </pc:spChg>
        <pc:spChg chg="del">
          <ac:chgData name="" userId="" providerId="" clId="Web-{893967E1-42B7-4834-B38B-621C2FDF2144}" dt="2026-10-23T10:08:07.418" v="19" actId="34807"/>
          <ac:spMkLst>
            <pc:docMk/>
            <pc:sldMk cId="49037429" sldId="6034"/>
            <ac:spMk id="24460" creationId="{2F27510F-DB34-266A-A652-0C2777D8901A}"/>
          </ac:spMkLst>
        </pc:spChg>
        <pc:spChg chg="add mod">
          <ac:chgData name="" userId="" providerId="" clId="Web-{893967E1-42B7-4834-B38B-621C2FDF2144}" dt="2026-10-23T10:08:06.575" v="18" actId="34807"/>
          <ac:spMkLst>
            <pc:docMk/>
            <pc:sldMk cId="49037429" sldId="6034"/>
            <ac:spMk id="26207" creationId="{DDC65803-69D8-53AE-4697-12BA499258B4}"/>
          </ac:spMkLst>
        </pc:spChg>
        <pc:spChg chg="add mod">
          <ac:chgData name="" userId="" providerId="" clId="Web-{893967E1-42B7-4834-B38B-621C2FDF2144}" dt="2026-10-23T10:08:06.575" v="18" actId="34807"/>
          <ac:spMkLst>
            <pc:docMk/>
            <pc:sldMk cId="49037429" sldId="6034"/>
            <ac:spMk id="26214" creationId="{966DE892-D912-9A86-288C-F7E33167BEAF}"/>
          </ac:spMkLst>
        </pc:spChg>
        <pc:spChg chg="add mod">
          <ac:chgData name="" userId="" providerId="" clId="Web-{893967E1-42B7-4834-B38B-621C2FDF2144}" dt="2026-10-23T10:08:06.575" v="18" actId="34807"/>
          <ac:spMkLst>
            <pc:docMk/>
            <pc:sldMk cId="49037429" sldId="6034"/>
            <ac:spMk id="26219" creationId="{FEBB66A2-1668-D593-467E-601E1540DA62}"/>
          </ac:spMkLst>
        </pc:spChg>
        <pc:spChg chg="add mod">
          <ac:chgData name="" userId="" providerId="" clId="Web-{893967E1-42B7-4834-B38B-621C2FDF2144}" dt="2026-10-23T10:08:06.575" v="18" actId="34807"/>
          <ac:spMkLst>
            <pc:docMk/>
            <pc:sldMk cId="49037429" sldId="6034"/>
            <ac:spMk id="26225" creationId="{2C120C81-0A38-95D6-63FA-AB638107B2DC}"/>
          </ac:spMkLst>
        </pc:spChg>
        <pc:spChg chg="add mod">
          <ac:chgData name="" userId="" providerId="" clId="Web-{893967E1-42B7-4834-B38B-621C2FDF2144}" dt="2026-10-23T10:08:06.575" v="18" actId="34807"/>
          <ac:spMkLst>
            <pc:docMk/>
            <pc:sldMk cId="49037429" sldId="6034"/>
            <ac:spMk id="26240" creationId="{C54D5CCC-8CC1-7348-C9E1-7EE763FA8D5D}"/>
          </ac:spMkLst>
        </pc:spChg>
        <pc:spChg chg="add mod">
          <ac:chgData name="" userId="" providerId="" clId="Web-{893967E1-42B7-4834-B38B-621C2FDF2144}" dt="2026-10-23T10:08:06.575" v="18" actId="34807"/>
          <ac:spMkLst>
            <pc:docMk/>
            <pc:sldMk cId="49037429" sldId="6034"/>
            <ac:spMk id="26249" creationId="{72FBB3B8-C4B0-C941-7D2B-5CBB7F2313CA}"/>
          </ac:spMkLst>
        </pc:spChg>
        <pc:spChg chg="add mod">
          <ac:chgData name="" userId="" providerId="" clId="Web-{893967E1-42B7-4834-B38B-621C2FDF2144}" dt="2026-10-23T10:08:06.575" v="18" actId="34807"/>
          <ac:spMkLst>
            <pc:docMk/>
            <pc:sldMk cId="49037429" sldId="6034"/>
            <ac:spMk id="26259" creationId="{B4E22140-B1BA-CB4F-A125-AC7ACF1479EA}"/>
          </ac:spMkLst>
        </pc:spChg>
        <pc:spChg chg="add mod">
          <ac:chgData name="" userId="" providerId="" clId="Web-{893967E1-42B7-4834-B38B-621C2FDF2144}" dt="2026-10-23T10:08:06.575" v="18" actId="34807"/>
          <ac:spMkLst>
            <pc:docMk/>
            <pc:sldMk cId="49037429" sldId="6034"/>
            <ac:spMk id="26270" creationId="{0D9E3B20-255C-5987-A193-83C8CA4D6A35}"/>
          </ac:spMkLst>
        </pc:spChg>
        <pc:spChg chg="add mod">
          <ac:chgData name="" userId="" providerId="" clId="Web-{893967E1-42B7-4834-B38B-621C2FDF2144}" dt="2026-10-23T10:08:06.575" v="18" actId="34807"/>
          <ac:spMkLst>
            <pc:docMk/>
            <pc:sldMk cId="49037429" sldId="6034"/>
            <ac:spMk id="26309" creationId="{7B19CEE9-57F0-2418-3D19-A99523B2835B}"/>
          </ac:spMkLst>
        </pc:spChg>
        <pc:spChg chg="add mod">
          <ac:chgData name="" userId="" providerId="" clId="Web-{893967E1-42B7-4834-B38B-621C2FDF2144}" dt="2026-10-23T10:08:06.575" v="18" actId="34807"/>
          <ac:spMkLst>
            <pc:docMk/>
            <pc:sldMk cId="49037429" sldId="6034"/>
            <ac:spMk id="26324" creationId="{8829D330-1583-5DBF-1C0D-A4602353BDC5}"/>
          </ac:spMkLst>
        </pc:spChg>
      </pc:sldChg>
      <pc:sldChg chg="addSp delSp modSp">
        <pc:chgData name="" userId="" providerId="" clId="Web-{893967E1-42B7-4834-B38B-621C2FDF2144}" dt="2026-10-23T10:05:40.759" v="4" actId="34807"/>
        <pc:sldMkLst>
          <pc:docMk/>
          <pc:sldMk cId="1196239488" sldId="7417"/>
        </pc:sldMkLst>
        <pc:spChg chg="del">
          <ac:chgData name="" userId="" providerId="" clId="Web-{893967E1-42B7-4834-B38B-621C2FDF2144}" dt="2026-10-23T10:05:40.009" v="3" actId="34807"/>
          <ac:spMkLst>
            <pc:docMk/>
            <pc:sldMk cId="1196239488" sldId="7417"/>
            <ac:spMk id="23576" creationId="{AD409427-0CEB-EC98-AEE3-3D5A1898D04C}"/>
          </ac:spMkLst>
        </pc:spChg>
        <pc:spChg chg="del">
          <ac:chgData name="" userId="" providerId="" clId="Web-{893967E1-42B7-4834-B38B-621C2FDF2144}" dt="2026-10-23T10:05:40.009" v="3" actId="34807"/>
          <ac:spMkLst>
            <pc:docMk/>
            <pc:sldMk cId="1196239488" sldId="7417"/>
            <ac:spMk id="23581" creationId="{C070DF34-B3D4-3C59-AA28-F1C8D2DBF5BF}"/>
          </ac:spMkLst>
        </pc:spChg>
        <pc:spChg chg="del">
          <ac:chgData name="" userId="" providerId="" clId="Web-{893967E1-42B7-4834-B38B-621C2FDF2144}" dt="2026-10-23T10:05:40.009" v="3" actId="34807"/>
          <ac:spMkLst>
            <pc:docMk/>
            <pc:sldMk cId="1196239488" sldId="7417"/>
            <ac:spMk id="23587" creationId="{30B524D0-B867-5644-4282-29E66907F81C}"/>
          </ac:spMkLst>
        </pc:spChg>
        <pc:spChg chg="del">
          <ac:chgData name="" userId="" providerId="" clId="Web-{893967E1-42B7-4834-B38B-621C2FDF2144}" dt="2026-10-23T10:05:40.009" v="3" actId="34807"/>
          <ac:spMkLst>
            <pc:docMk/>
            <pc:sldMk cId="1196239488" sldId="7417"/>
            <ac:spMk id="23594" creationId="{DF3C4E1D-9B50-40D4-42B5-AC1A0BF174FA}"/>
          </ac:spMkLst>
        </pc:spChg>
        <pc:spChg chg="del">
          <ac:chgData name="" userId="" providerId="" clId="Web-{893967E1-42B7-4834-B38B-621C2FDF2144}" dt="2026-10-23T10:05:40.009" v="3" actId="34807"/>
          <ac:spMkLst>
            <pc:docMk/>
            <pc:sldMk cId="1196239488" sldId="7417"/>
            <ac:spMk id="23602" creationId="{F93F8582-614A-028F-35E4-AD922D74107D}"/>
          </ac:spMkLst>
        </pc:spChg>
        <pc:spChg chg="del">
          <ac:chgData name="" userId="" providerId="" clId="Web-{893967E1-42B7-4834-B38B-621C2FDF2144}" dt="2026-10-23T10:05:40.009" v="3" actId="34807"/>
          <ac:spMkLst>
            <pc:docMk/>
            <pc:sldMk cId="1196239488" sldId="7417"/>
            <ac:spMk id="23611" creationId="{A1B12AAA-B899-C4E9-B98E-30B705BF63F9}"/>
          </ac:spMkLst>
        </pc:spChg>
        <pc:spChg chg="del">
          <ac:chgData name="" userId="" providerId="" clId="Web-{893967E1-42B7-4834-B38B-621C2FDF2144}" dt="2026-10-23T10:05:40.009" v="3" actId="34807"/>
          <ac:spMkLst>
            <pc:docMk/>
            <pc:sldMk cId="1196239488" sldId="7417"/>
            <ac:spMk id="23621" creationId="{9BA9D083-0DA1-9EC1-5D94-E9163C0CAC99}"/>
          </ac:spMkLst>
        </pc:spChg>
        <pc:spChg chg="del">
          <ac:chgData name="" userId="" providerId="" clId="Web-{893967E1-42B7-4834-B38B-621C2FDF2144}" dt="2026-10-23T10:05:40.009" v="3" actId="34807"/>
          <ac:spMkLst>
            <pc:docMk/>
            <pc:sldMk cId="1196239488" sldId="7417"/>
            <ac:spMk id="23632" creationId="{06220B0B-E8CB-B9D9-0763-9E5C6F580ED2}"/>
          </ac:spMkLst>
        </pc:spChg>
        <pc:spChg chg="del">
          <ac:chgData name="" userId="" providerId="" clId="Web-{893967E1-42B7-4834-B38B-621C2FDF2144}" dt="2026-10-23T10:05:40.009" v="3" actId="34807"/>
          <ac:spMkLst>
            <pc:docMk/>
            <pc:sldMk cId="1196239488" sldId="7417"/>
            <ac:spMk id="23644" creationId="{73AC94A7-6C03-BF60-3A36-FA9ACE96A551}"/>
          </ac:spMkLst>
        </pc:spChg>
        <pc:spChg chg="add mod">
          <ac:chgData name="" userId="" providerId="" clId="Web-{893967E1-42B7-4834-B38B-621C2FDF2144}" dt="2026-10-23T10:05:39.056" v="2" actId="34807"/>
          <ac:spMkLst>
            <pc:docMk/>
            <pc:sldMk cId="1196239488" sldId="7417"/>
            <ac:spMk id="26093" creationId="{C61BA8CD-D90D-CC13-34BD-E6D332328B8E}"/>
          </ac:spMkLst>
        </pc:spChg>
        <pc:spChg chg="add mod">
          <ac:chgData name="" userId="" providerId="" clId="Web-{893967E1-42B7-4834-B38B-621C2FDF2144}" dt="2026-10-23T10:05:39.056" v="2" actId="34807"/>
          <ac:spMkLst>
            <pc:docMk/>
            <pc:sldMk cId="1196239488" sldId="7417"/>
            <ac:spMk id="26095" creationId="{161B6788-8390-42CC-9D90-D10CA5145762}"/>
          </ac:spMkLst>
        </pc:spChg>
        <pc:spChg chg="add mod">
          <ac:chgData name="" userId="" providerId="" clId="Web-{893967E1-42B7-4834-B38B-621C2FDF2144}" dt="2026-10-23T10:05:39.056" v="2" actId="34807"/>
          <ac:spMkLst>
            <pc:docMk/>
            <pc:sldMk cId="1196239488" sldId="7417"/>
            <ac:spMk id="26098" creationId="{CE1CB896-A690-146C-7B03-556E4A54E0DF}"/>
          </ac:spMkLst>
        </pc:spChg>
        <pc:spChg chg="add mod">
          <ac:chgData name="" userId="" providerId="" clId="Web-{893967E1-42B7-4834-B38B-621C2FDF2144}" dt="2026-10-23T10:05:39.056" v="2" actId="34807"/>
          <ac:spMkLst>
            <pc:docMk/>
            <pc:sldMk cId="1196239488" sldId="7417"/>
            <ac:spMk id="26102" creationId="{51FE39AD-7286-6163-FECD-008B35B5687D}"/>
          </ac:spMkLst>
        </pc:spChg>
        <pc:spChg chg="add mod">
          <ac:chgData name="" userId="" providerId="" clId="Web-{893967E1-42B7-4834-B38B-621C2FDF2144}" dt="2026-10-23T10:05:39.056" v="2" actId="34807"/>
          <ac:spMkLst>
            <pc:docMk/>
            <pc:sldMk cId="1196239488" sldId="7417"/>
            <ac:spMk id="26107" creationId="{F802EEC1-07C1-716C-97BF-0F3AFB0BA892}"/>
          </ac:spMkLst>
        </pc:spChg>
        <pc:spChg chg="add mod">
          <ac:chgData name="" userId="" providerId="" clId="Web-{893967E1-42B7-4834-B38B-621C2FDF2144}" dt="2026-10-23T10:05:39.056" v="2" actId="34807"/>
          <ac:spMkLst>
            <pc:docMk/>
            <pc:sldMk cId="1196239488" sldId="7417"/>
            <ac:spMk id="26113" creationId="{BA25BA58-8BA8-7276-0CB5-1076CA31BD82}"/>
          </ac:spMkLst>
        </pc:spChg>
        <pc:spChg chg="add mod">
          <ac:chgData name="" userId="" providerId="" clId="Web-{893967E1-42B7-4834-B38B-621C2FDF2144}" dt="2026-10-23T10:05:39.056" v="2" actId="34807"/>
          <ac:spMkLst>
            <pc:docMk/>
            <pc:sldMk cId="1196239488" sldId="7417"/>
            <ac:spMk id="26120" creationId="{24CAE48F-1AB9-528F-E1F8-EF0059A1982A}"/>
          </ac:spMkLst>
        </pc:spChg>
        <pc:spChg chg="add mod">
          <ac:chgData name="" userId="" providerId="" clId="Web-{893967E1-42B7-4834-B38B-621C2FDF2144}" dt="2026-10-23T10:05:39.056" v="2" actId="34807"/>
          <ac:spMkLst>
            <pc:docMk/>
            <pc:sldMk cId="1196239488" sldId="7417"/>
            <ac:spMk id="26128" creationId="{6758C7BC-2569-1264-1744-24DA2B84AF99}"/>
          </ac:spMkLst>
        </pc:spChg>
        <pc:spChg chg="add mod">
          <ac:chgData name="" userId="" providerId="" clId="Web-{893967E1-42B7-4834-B38B-621C2FDF2144}" dt="2026-10-23T10:05:40.759" v="4" actId="34807"/>
          <ac:spMkLst>
            <pc:docMk/>
            <pc:sldMk cId="1196239488" sldId="7417"/>
            <ac:spMk id="26137" creationId="{1EC3B07F-B9A2-2BB3-DCA5-5AE65F8F3704}"/>
          </ac:spMkLst>
        </pc:spChg>
        <pc:spChg chg="add mod">
          <ac:chgData name="" userId="" providerId="" clId="Web-{893967E1-42B7-4834-B38B-621C2FDF2144}" dt="2026-10-23T10:05:39.056" v="2" actId="34807"/>
          <ac:spMkLst>
            <pc:docMk/>
            <pc:sldMk cId="1196239488" sldId="7417"/>
            <ac:spMk id="26158" creationId="{A193C884-6AC9-F0CA-B3A8-D0CBF57E0716}"/>
          </ac:spMkLst>
        </pc:spChg>
      </pc:sldChg>
      <pc:sldChg chg="modSp">
        <pc:chgData name="" userId="" providerId="" clId="Web-{893967E1-42B7-4834-B38B-621C2FDF2144}" dt="2026-10-23T10:05:49.291" v="5" actId="34807"/>
        <pc:sldMkLst>
          <pc:docMk/>
          <pc:sldMk cId="2289242127" sldId="7651"/>
        </pc:sldMkLst>
        <pc:spChg chg="mod">
          <ac:chgData name="" userId="" providerId="" clId="Web-{893967E1-42B7-4834-B38B-621C2FDF2144}" dt="2026-10-23T10:05:49.291" v="5" actId="34807"/>
          <ac:spMkLst>
            <pc:docMk/>
            <pc:sldMk cId="2289242127" sldId="7651"/>
            <ac:spMk id="24713" creationId="{7DE0643D-F078-1B68-9853-B7F8D4F31FF1}"/>
          </ac:spMkLst>
        </pc:spChg>
        <pc:spChg chg="mod">
          <ac:chgData name="" userId="" providerId="" clId="Web-{893967E1-42B7-4834-B38B-621C2FDF2144}" dt="2026-10-23T10:05:49.291" v="5" actId="34807"/>
          <ac:spMkLst>
            <pc:docMk/>
            <pc:sldMk cId="2289242127" sldId="7651"/>
            <ac:spMk id="24736" creationId="{A10FD64A-2586-6021-1225-50F46302DAD8}"/>
          </ac:spMkLst>
        </pc:spChg>
      </pc:sldChg>
      <pc:sldChg chg="addSp delSp modSp">
        <pc:chgData name="" userId="" providerId="" clId="Web-{893967E1-42B7-4834-B38B-621C2FDF2144}" dt="2026-10-23T10:05:59.166" v="7" actId="34807"/>
        <pc:sldMkLst>
          <pc:docMk/>
          <pc:sldMk cId="1785931516" sldId="8122"/>
        </pc:sldMkLst>
        <pc:spChg chg="del">
          <ac:chgData name="" userId="" providerId="" clId="Web-{893967E1-42B7-4834-B38B-621C2FDF2144}" dt="2026-10-23T10:05:59.166" v="7" actId="34807"/>
          <ac:spMkLst>
            <pc:docMk/>
            <pc:sldMk cId="1785931516" sldId="8122"/>
            <ac:spMk id="25305" creationId="{CC864C82-8FE2-CF14-E608-1D7B2B2908CB}"/>
          </ac:spMkLst>
        </pc:spChg>
        <pc:spChg chg="add mod">
          <ac:chgData name="" userId="" providerId="" clId="Web-{893967E1-42B7-4834-B38B-621C2FDF2144}" dt="2026-10-23T10:05:58.509" v="6" actId="34807"/>
          <ac:spMkLst>
            <pc:docMk/>
            <pc:sldMk cId="1785931516" sldId="8122"/>
            <ac:spMk id="26171" creationId="{AAA1387A-ABE6-A700-EE06-6B8D3C6B9D1E}"/>
          </ac:spMkLst>
        </pc:spChg>
      </pc:sldChg>
    </pc:docChg>
  </pc:docChgLst>
  <pc:docChgLst>
    <pc:chgData clId="Web-{6E8403B9-C474-4B99-9353-4E0EB3CC5CF0}"/>
    <pc:docChg chg="modSld">
      <pc:chgData name="" userId="" providerId="" clId="Web-{6E8403B9-C474-4B99-9353-4E0EB3CC5CF0}" dt="2026-10-23T10:01:40.647" v="80" actId="34807"/>
      <pc:docMkLst>
        <pc:docMk/>
      </pc:docMkLst>
      <pc:sldChg chg="addSp modSp">
        <pc:chgData name="" userId="" providerId="" clId="Web-{6E8403B9-C474-4B99-9353-4E0EB3CC5CF0}" dt="2026-10-23T09:44:11.464" v="5" actId="34807"/>
        <pc:sldMkLst>
          <pc:docMk/>
          <pc:sldMk cId="75817233" sldId="2522"/>
        </pc:sldMkLst>
        <pc:spChg chg="add mod">
          <ac:chgData name="" userId="" providerId="" clId="Web-{6E8403B9-C474-4B99-9353-4E0EB3CC5CF0}" dt="2026-10-23T09:44:10.745" v="4" actId="34807"/>
          <ac:spMkLst>
            <pc:docMk/>
            <pc:sldMk cId="75817233" sldId="2522"/>
            <ac:spMk id="16749" creationId="{990F92CA-AD4D-78E1-E43B-FFF73F92B95C}"/>
          </ac:spMkLst>
        </pc:spChg>
        <pc:spChg chg="add mod">
          <ac:chgData name="" userId="" providerId="" clId="Web-{6E8403B9-C474-4B99-9353-4E0EB3CC5CF0}" dt="2026-10-23T09:44:10.745" v="4" actId="34807"/>
          <ac:spMkLst>
            <pc:docMk/>
            <pc:sldMk cId="75817233" sldId="2522"/>
            <ac:spMk id="16751" creationId="{FFDCC9FA-A689-BE64-3800-A3AC5394437A}"/>
          </ac:spMkLst>
        </pc:spChg>
        <pc:spChg chg="add mod">
          <ac:chgData name="" userId="" providerId="" clId="Web-{6E8403B9-C474-4B99-9353-4E0EB3CC5CF0}" dt="2026-10-23T09:44:10.745" v="4" actId="34807"/>
          <ac:spMkLst>
            <pc:docMk/>
            <pc:sldMk cId="75817233" sldId="2522"/>
            <ac:spMk id="16754" creationId="{4B08D6CD-6BD5-02AD-AA60-6304E13AF5D3}"/>
          </ac:spMkLst>
        </pc:spChg>
        <pc:spChg chg="add mod">
          <ac:chgData name="" userId="" providerId="" clId="Web-{6E8403B9-C474-4B99-9353-4E0EB3CC5CF0}" dt="2026-10-23T09:44:10.745" v="4" actId="34807"/>
          <ac:spMkLst>
            <pc:docMk/>
            <pc:sldMk cId="75817233" sldId="2522"/>
            <ac:spMk id="16769" creationId="{630A2118-C2C2-841D-A5FD-CD5708735333}"/>
          </ac:spMkLst>
        </pc:spChg>
        <pc:spChg chg="add mod">
          <ac:chgData name="" userId="" providerId="" clId="Web-{6E8403B9-C474-4B99-9353-4E0EB3CC5CF0}" dt="2026-10-23T09:44:10.745" v="4" actId="34807"/>
          <ac:spMkLst>
            <pc:docMk/>
            <pc:sldMk cId="75817233" sldId="2522"/>
            <ac:spMk id="16793" creationId="{A0D0CAF5-1204-DAF9-A871-47F638EFC0E1}"/>
          </ac:spMkLst>
        </pc:spChg>
        <pc:spChg chg="add mod">
          <ac:chgData name="" userId="" providerId="" clId="Web-{6E8403B9-C474-4B99-9353-4E0EB3CC5CF0}" dt="2026-10-23T09:44:10.745" v="4" actId="34807"/>
          <ac:spMkLst>
            <pc:docMk/>
            <pc:sldMk cId="75817233" sldId="2522"/>
            <ac:spMk id="16803" creationId="{126B3877-8AE6-C1A3-86A3-EB54E2EBDC0D}"/>
          </ac:spMkLst>
        </pc:spChg>
        <pc:spChg chg="add mod">
          <ac:chgData name="" userId="" providerId="" clId="Web-{6E8403B9-C474-4B99-9353-4E0EB3CC5CF0}" dt="2026-10-23T09:44:10.745" v="4" actId="34807"/>
          <ac:spMkLst>
            <pc:docMk/>
            <pc:sldMk cId="75817233" sldId="2522"/>
            <ac:spMk id="16826" creationId="{1E5DE0D6-7EC8-92F9-53C0-4776A37B7E72}"/>
          </ac:spMkLst>
        </pc:spChg>
        <pc:spChg chg="mod">
          <ac:chgData name="" userId="" providerId="" clId="Web-{6E8403B9-C474-4B99-9353-4E0EB3CC5CF0}" dt="2026-10-23T09:44:11.464" v="5" actId="34807"/>
          <ac:spMkLst>
            <pc:docMk/>
            <pc:sldMk cId="75817233" sldId="2522"/>
            <ac:spMk id="16839" creationId="{9FB712DC-7281-B243-1346-A8DECDD5DEBC}"/>
          </ac:spMkLst>
        </pc:spChg>
        <pc:spChg chg="add mod">
          <ac:chgData name="" userId="" providerId="" clId="Web-{6E8403B9-C474-4B99-9353-4E0EB3CC5CF0}" dt="2026-10-23T09:44:10.745" v="4" actId="34807"/>
          <ac:spMkLst>
            <pc:docMk/>
            <pc:sldMk cId="75817233" sldId="2522"/>
            <ac:spMk id="16853" creationId="{CC4E4E0B-5CEB-0ECF-C6DA-C59B603AA33D}"/>
          </ac:spMkLst>
        </pc:spChg>
        <pc:spChg chg="add mod">
          <ac:chgData name="" userId="" providerId="" clId="Web-{6E8403B9-C474-4B99-9353-4E0EB3CC5CF0}" dt="2026-10-23T09:44:10.745" v="4" actId="34807"/>
          <ac:spMkLst>
            <pc:docMk/>
            <pc:sldMk cId="75817233" sldId="2522"/>
            <ac:spMk id="16884" creationId="{EB4F0D0F-76D7-7FBF-1BE8-5C988588FF43}"/>
          </ac:spMkLst>
        </pc:spChg>
        <pc:spChg chg="add mod">
          <ac:chgData name="" userId="" providerId="" clId="Web-{6E8403B9-C474-4B99-9353-4E0EB3CC5CF0}" dt="2026-10-23T09:44:11.464" v="5" actId="34807"/>
          <ac:spMkLst>
            <pc:docMk/>
            <pc:sldMk cId="75817233" sldId="2522"/>
            <ac:spMk id="16901" creationId="{D51DBE30-E8AD-7FEB-19DA-6B0CE346BE49}"/>
          </ac:spMkLst>
        </pc:spChg>
      </pc:sldChg>
      <pc:sldChg chg="addSp modSp">
        <pc:chgData name="" userId="" providerId="" clId="Web-{6E8403B9-C474-4B99-9353-4E0EB3CC5CF0}" dt="2026-10-23T09:47:13.701" v="12" actId="34807"/>
        <pc:sldMkLst>
          <pc:docMk/>
          <pc:sldMk cId="3364259121" sldId="2734"/>
        </pc:sldMkLst>
        <pc:spChg chg="add mod">
          <ac:chgData name="" userId="" providerId="" clId="Web-{6E8403B9-C474-4B99-9353-4E0EB3CC5CF0}" dt="2026-10-23T09:47:12.263" v="10" actId="34807"/>
          <ac:spMkLst>
            <pc:docMk/>
            <pc:sldMk cId="3364259121" sldId="2734"/>
            <ac:spMk id="17373" creationId="{A6617F1B-C81B-2814-2C3B-8D29A8A8B9A0}"/>
          </ac:spMkLst>
        </pc:spChg>
        <pc:spChg chg="add mod">
          <ac:chgData name="" userId="" providerId="" clId="Web-{6E8403B9-C474-4B99-9353-4E0EB3CC5CF0}" dt="2026-10-23T09:47:12.263" v="10" actId="34807"/>
          <ac:spMkLst>
            <pc:docMk/>
            <pc:sldMk cId="3364259121" sldId="2734"/>
            <ac:spMk id="17375" creationId="{C13DA459-A980-25C1-4403-01FC830C4511}"/>
          </ac:spMkLst>
        </pc:spChg>
        <pc:spChg chg="add mod">
          <ac:chgData name="" userId="" providerId="" clId="Web-{6E8403B9-C474-4B99-9353-4E0EB3CC5CF0}" dt="2026-10-23T09:47:13.701" v="12" actId="34807"/>
          <ac:spMkLst>
            <pc:docMk/>
            <pc:sldMk cId="3364259121" sldId="2734"/>
            <ac:spMk id="17378" creationId="{9720273F-2DD5-75BD-EB8A-A2DC2C704828}"/>
          </ac:spMkLst>
        </pc:spChg>
        <pc:spChg chg="add mod">
          <ac:chgData name="" userId="" providerId="" clId="Web-{6E8403B9-C474-4B99-9353-4E0EB3CC5CF0}" dt="2026-10-23T09:47:12.263" v="10" actId="34807"/>
          <ac:spMkLst>
            <pc:docMk/>
            <pc:sldMk cId="3364259121" sldId="2734"/>
            <ac:spMk id="17382" creationId="{67C354C5-B402-87B1-0B39-A6B3035F0B23}"/>
          </ac:spMkLst>
        </pc:spChg>
        <pc:spChg chg="add mod">
          <ac:chgData name="" userId="" providerId="" clId="Web-{6E8403B9-C474-4B99-9353-4E0EB3CC5CF0}" dt="2026-10-23T09:47:12.263" v="10" actId="34807"/>
          <ac:spMkLst>
            <pc:docMk/>
            <pc:sldMk cId="3364259121" sldId="2734"/>
            <ac:spMk id="17387" creationId="{DFBED5C3-E0D2-87EA-875A-08075F5B20E0}"/>
          </ac:spMkLst>
        </pc:spChg>
        <pc:spChg chg="add mod">
          <ac:chgData name="" userId="" providerId="" clId="Web-{6E8403B9-C474-4B99-9353-4E0EB3CC5CF0}" dt="2026-10-23T09:47:12.263" v="10" actId="34807"/>
          <ac:spMkLst>
            <pc:docMk/>
            <pc:sldMk cId="3364259121" sldId="2734"/>
            <ac:spMk id="17393" creationId="{902E6927-66FA-1334-D11F-7ABEEF4550F4}"/>
          </ac:spMkLst>
        </pc:spChg>
        <pc:spChg chg="add mod">
          <ac:chgData name="" userId="" providerId="" clId="Web-{6E8403B9-C474-4B99-9353-4E0EB3CC5CF0}" dt="2026-10-23T09:47:12.263" v="10" actId="34807"/>
          <ac:spMkLst>
            <pc:docMk/>
            <pc:sldMk cId="3364259121" sldId="2734"/>
            <ac:spMk id="17400" creationId="{7EB5A36B-9E62-FC1A-74E1-BE2F3C842A92}"/>
          </ac:spMkLst>
        </pc:spChg>
        <pc:spChg chg="mod">
          <ac:chgData name="" userId="" providerId="" clId="Web-{6E8403B9-C474-4B99-9353-4E0EB3CC5CF0}" dt="2026-10-23T09:47:13.701" v="12" actId="34807"/>
          <ac:spMkLst>
            <pc:docMk/>
            <pc:sldMk cId="3364259121" sldId="2734"/>
            <ac:spMk id="17408" creationId="{A936FC66-0B5B-3C4D-D5E9-5C913582AE7C}"/>
          </ac:spMkLst>
        </pc:spChg>
        <pc:spChg chg="add mod">
          <ac:chgData name="" userId="" providerId="" clId="Web-{6E8403B9-C474-4B99-9353-4E0EB3CC5CF0}" dt="2026-10-23T09:47:12.263" v="10" actId="34807"/>
          <ac:spMkLst>
            <pc:docMk/>
            <pc:sldMk cId="3364259121" sldId="2734"/>
            <ac:spMk id="17417" creationId="{D556E4D6-AAF7-D2B5-5951-1EF3C649262F}"/>
          </ac:spMkLst>
        </pc:spChg>
        <pc:spChg chg="add mod">
          <ac:chgData name="" userId="" providerId="" clId="Web-{6E8403B9-C474-4B99-9353-4E0EB3CC5CF0}" dt="2026-10-23T09:47:12.263" v="10" actId="34807"/>
          <ac:spMkLst>
            <pc:docMk/>
            <pc:sldMk cId="3364259121" sldId="2734"/>
            <ac:spMk id="17438" creationId="{BED0069B-EE32-2ADD-C629-8EBE1BBC5E15}"/>
          </ac:spMkLst>
        </pc:spChg>
        <pc:spChg chg="add mod">
          <ac:chgData name="" userId="" providerId="" clId="Web-{6E8403B9-C474-4B99-9353-4E0EB3CC5CF0}" dt="2026-10-23T09:47:12.263" v="10" actId="34807"/>
          <ac:spMkLst>
            <pc:docMk/>
            <pc:sldMk cId="3364259121" sldId="2734"/>
            <ac:spMk id="17463" creationId="{F8913B7B-2EDC-B719-9A94-8FE5D0EE73EC}"/>
          </ac:spMkLst>
        </pc:spChg>
        <pc:picChg chg="add mod">
          <ac:chgData name="" userId="" providerId="" clId="Web-{6E8403B9-C474-4B99-9353-4E0EB3CC5CF0}" dt="2026-10-23T09:47:13.076" v="11" actId="34807"/>
          <ac:picMkLst>
            <pc:docMk/>
            <pc:sldMk cId="3364259121" sldId="2734"/>
            <ac:picMk id="17464" creationId="{32921782-5035-1965-0786-83734D33BE35}"/>
          </ac:picMkLst>
        </pc:picChg>
      </pc:sldChg>
      <pc:sldChg chg="addSp modSp">
        <pc:chgData name="" userId="" providerId="" clId="Web-{6E8403B9-C474-4B99-9353-4E0EB3CC5CF0}" dt="2026-10-23T09:48:18.233" v="18" actId="34807"/>
        <pc:sldMkLst>
          <pc:docMk/>
          <pc:sldMk cId="2014497201" sldId="2947"/>
        </pc:sldMkLst>
        <pc:spChg chg="add mod">
          <ac:chgData name="" userId="" providerId="" clId="Web-{6E8403B9-C474-4B99-9353-4E0EB3CC5CF0}" dt="2026-10-23T09:48:17.530" v="17" actId="34807"/>
          <ac:spMkLst>
            <pc:docMk/>
            <pc:sldMk cId="2014497201" sldId="2947"/>
            <ac:spMk id="17803" creationId="{F001A08A-4268-F7B4-FAF5-B7024145CE90}"/>
          </ac:spMkLst>
        </pc:spChg>
        <pc:spChg chg="mod">
          <ac:chgData name="" userId="" providerId="" clId="Web-{6E8403B9-C474-4B99-9353-4E0EB3CC5CF0}" dt="2026-10-23T09:48:18.233" v="18" actId="34807"/>
          <ac:spMkLst>
            <pc:docMk/>
            <pc:sldMk cId="2014497201" sldId="2947"/>
            <ac:spMk id="17805" creationId="{9801E313-1048-D175-5884-813AC12773C4}"/>
          </ac:spMkLst>
        </pc:spChg>
        <pc:spChg chg="add mod">
          <ac:chgData name="" userId="" providerId="" clId="Web-{6E8403B9-C474-4B99-9353-4E0EB3CC5CF0}" dt="2026-10-23T09:48:17.530" v="17" actId="34807"/>
          <ac:spMkLst>
            <pc:docMk/>
            <pc:sldMk cId="2014497201" sldId="2947"/>
            <ac:spMk id="17812" creationId="{0A5E4581-BFA8-B9D2-A616-7CD58C6D7C5E}"/>
          </ac:spMkLst>
        </pc:spChg>
        <pc:spChg chg="add mod">
          <ac:chgData name="" userId="" providerId="" clId="Web-{6E8403B9-C474-4B99-9353-4E0EB3CC5CF0}" dt="2026-10-23T09:48:18.233" v="18" actId="34807"/>
          <ac:spMkLst>
            <pc:docMk/>
            <pc:sldMk cId="2014497201" sldId="2947"/>
            <ac:spMk id="17823" creationId="{49F81668-5A6F-51E3-7D95-64C7C1A5A05A}"/>
          </ac:spMkLst>
        </pc:spChg>
        <pc:spChg chg="add mod">
          <ac:chgData name="" userId="" providerId="" clId="Web-{6E8403B9-C474-4B99-9353-4E0EB3CC5CF0}" dt="2026-10-23T09:48:17.530" v="17" actId="34807"/>
          <ac:spMkLst>
            <pc:docMk/>
            <pc:sldMk cId="2014497201" sldId="2947"/>
            <ac:spMk id="17830" creationId="{8750D6C3-DEA3-7AAA-B4C5-D94CBFD5C10A}"/>
          </ac:spMkLst>
        </pc:spChg>
        <pc:spChg chg="add mod">
          <ac:chgData name="" userId="" providerId="" clId="Web-{6E8403B9-C474-4B99-9353-4E0EB3CC5CF0}" dt="2026-10-23T09:48:18.233" v="18" actId="34807"/>
          <ac:spMkLst>
            <pc:docMk/>
            <pc:sldMk cId="2014497201" sldId="2947"/>
            <ac:spMk id="17847" creationId="{913BEABA-3DE1-0004-32AB-D13F0733300F}"/>
          </ac:spMkLst>
        </pc:spChg>
        <pc:spChg chg="add mod">
          <ac:chgData name="" userId="" providerId="" clId="Web-{6E8403B9-C474-4B99-9353-4E0EB3CC5CF0}" dt="2026-10-23T09:48:17.530" v="17" actId="34807"/>
          <ac:spMkLst>
            <pc:docMk/>
            <pc:sldMk cId="2014497201" sldId="2947"/>
            <ac:spMk id="17880" creationId="{1EB4B01F-B3B2-57F7-09B7-3B16B75387A6}"/>
          </ac:spMkLst>
        </pc:spChg>
        <pc:spChg chg="mod">
          <ac:chgData name="" userId="" providerId="" clId="Web-{6E8403B9-C474-4B99-9353-4E0EB3CC5CF0}" dt="2026-10-23T09:48:18.233" v="18" actId="34807"/>
          <ac:spMkLst>
            <pc:docMk/>
            <pc:sldMk cId="2014497201" sldId="2947"/>
            <ac:spMk id="17893" creationId="{0C847069-6499-5992-6836-EA81AB1E26E1}"/>
          </ac:spMkLst>
        </pc:spChg>
        <pc:spChg chg="add mod">
          <ac:chgData name="" userId="" providerId="" clId="Web-{6E8403B9-C474-4B99-9353-4E0EB3CC5CF0}" dt="2026-10-23T09:48:17.530" v="17" actId="34807"/>
          <ac:spMkLst>
            <pc:docMk/>
            <pc:sldMk cId="2014497201" sldId="2947"/>
            <ac:spMk id="17922" creationId="{3DCDE29C-50FD-3580-763B-E68E7E069E57}"/>
          </ac:spMkLst>
        </pc:spChg>
        <pc:spChg chg="mod">
          <ac:chgData name="" userId="" providerId="" clId="Web-{6E8403B9-C474-4B99-9353-4E0EB3CC5CF0}" dt="2026-10-23T09:48:18.233" v="18" actId="34807"/>
          <ac:spMkLst>
            <pc:docMk/>
            <pc:sldMk cId="2014497201" sldId="2947"/>
            <ac:spMk id="17938" creationId="{5979D694-FBF8-3C25-D7EE-7B7545CADF4B}"/>
          </ac:spMkLst>
        </pc:spChg>
        <pc:spChg chg="add mod">
          <ac:chgData name="" userId="" providerId="" clId="Web-{6E8403B9-C474-4B99-9353-4E0EB3CC5CF0}" dt="2026-10-23T09:48:17.530" v="17" actId="34807"/>
          <ac:spMkLst>
            <pc:docMk/>
            <pc:sldMk cId="2014497201" sldId="2947"/>
            <ac:spMk id="17955" creationId="{4455C911-F5CC-2264-B139-934460BFF2E6}"/>
          </ac:spMkLst>
        </pc:spChg>
        <pc:spChg chg="add mod">
          <ac:chgData name="" userId="" providerId="" clId="Web-{6E8403B9-C474-4B99-9353-4E0EB3CC5CF0}" dt="2026-10-23T09:48:17.530" v="17" actId="34807"/>
          <ac:spMkLst>
            <pc:docMk/>
            <pc:sldMk cId="2014497201" sldId="2947"/>
            <ac:spMk id="17992" creationId="{F4D5D292-2EF9-5BB0-2593-3ED25165016F}"/>
          </ac:spMkLst>
        </pc:spChg>
        <pc:spChg chg="mod">
          <ac:chgData name="" userId="" providerId="" clId="Web-{6E8403B9-C474-4B99-9353-4E0EB3CC5CF0}" dt="2026-10-23T09:48:18.233" v="18" actId="34807"/>
          <ac:spMkLst>
            <pc:docMk/>
            <pc:sldMk cId="2014497201" sldId="2947"/>
            <ac:spMk id="18012" creationId="{C8C91344-1AE7-02A4-7DF8-C0BE4F06126E}"/>
          </ac:spMkLst>
        </pc:spChg>
        <pc:spChg chg="add mod">
          <ac:chgData name="" userId="" providerId="" clId="Web-{6E8403B9-C474-4B99-9353-4E0EB3CC5CF0}" dt="2026-10-23T09:48:17.530" v="17" actId="34807"/>
          <ac:spMkLst>
            <pc:docMk/>
            <pc:sldMk cId="2014497201" sldId="2947"/>
            <ac:spMk id="18033" creationId="{A78946A7-2582-3AA4-0345-CB6EE56EB262}"/>
          </ac:spMkLst>
        </pc:spChg>
      </pc:sldChg>
      <pc:sldChg chg="addSp modSp">
        <pc:chgData name="" userId="" providerId="" clId="Web-{6E8403B9-C474-4B99-9353-4E0EB3CC5CF0}" dt="2026-10-23T09:49:33.812" v="20" actId="34807"/>
        <pc:sldMkLst>
          <pc:docMk/>
          <pc:sldMk cId="2602463977" sldId="3161"/>
        </pc:sldMkLst>
        <pc:spChg chg="add mod">
          <ac:chgData name="" userId="" providerId="" clId="Web-{6E8403B9-C474-4B99-9353-4E0EB3CC5CF0}" dt="2026-10-23T09:49:33.812" v="20" actId="34807"/>
          <ac:spMkLst>
            <pc:docMk/>
            <pc:sldMk cId="2602463977" sldId="3161"/>
            <ac:spMk id="18034" creationId="{B06E4733-149E-7449-7704-7B314EB2F54F}"/>
          </ac:spMkLst>
        </pc:spChg>
        <pc:spChg chg="add mod">
          <ac:chgData name="" userId="" providerId="" clId="Web-{6E8403B9-C474-4B99-9353-4E0EB3CC5CF0}" dt="2026-10-23T09:49:33.125" v="19" actId="34807"/>
          <ac:spMkLst>
            <pc:docMk/>
            <pc:sldMk cId="2602463977" sldId="3161"/>
            <ac:spMk id="18036" creationId="{08144A05-BD12-0C01-61B7-544B8B113A05}"/>
          </ac:spMkLst>
        </pc:spChg>
        <pc:spChg chg="mod">
          <ac:chgData name="" userId="" providerId="" clId="Web-{6E8403B9-C474-4B99-9353-4E0EB3CC5CF0}" dt="2026-10-23T09:49:33.812" v="20" actId="34807"/>
          <ac:spMkLst>
            <pc:docMk/>
            <pc:sldMk cId="2602463977" sldId="3161"/>
            <ac:spMk id="18043" creationId="{5665A472-863E-539B-A311-54BFED40058C}"/>
          </ac:spMkLst>
        </pc:spChg>
        <pc:spChg chg="add mod">
          <ac:chgData name="" userId="" providerId="" clId="Web-{6E8403B9-C474-4B99-9353-4E0EB3CC5CF0}" dt="2026-10-23T09:49:33.125" v="19" actId="34807"/>
          <ac:spMkLst>
            <pc:docMk/>
            <pc:sldMk cId="2602463977" sldId="3161"/>
            <ac:spMk id="18054" creationId="{3574D07D-B6E7-09EE-AAD2-F18A10389939}"/>
          </ac:spMkLst>
        </pc:spChg>
        <pc:spChg chg="add mod">
          <ac:chgData name="" userId="" providerId="" clId="Web-{6E8403B9-C474-4B99-9353-4E0EB3CC5CF0}" dt="2026-10-23T09:49:33.125" v="19" actId="34807"/>
          <ac:spMkLst>
            <pc:docMk/>
            <pc:sldMk cId="2602463977" sldId="3161"/>
            <ac:spMk id="18061" creationId="{20A61287-A499-881A-32D8-889CCAF3BBB8}"/>
          </ac:spMkLst>
        </pc:spChg>
        <pc:spChg chg="add mod">
          <ac:chgData name="" userId="" providerId="" clId="Web-{6E8403B9-C474-4B99-9353-4E0EB3CC5CF0}" dt="2026-10-23T09:49:33.125" v="19" actId="34807"/>
          <ac:spMkLst>
            <pc:docMk/>
            <pc:sldMk cId="2602463977" sldId="3161"/>
            <ac:spMk id="18069" creationId="{57DA7CB3-DAEC-57FE-EB2D-F27BE1F24D9D}"/>
          </ac:spMkLst>
        </pc:spChg>
        <pc:spChg chg="add mod">
          <ac:chgData name="" userId="" providerId="" clId="Web-{6E8403B9-C474-4B99-9353-4E0EB3CC5CF0}" dt="2026-10-23T09:49:33.125" v="19" actId="34807"/>
          <ac:spMkLst>
            <pc:docMk/>
            <pc:sldMk cId="2602463977" sldId="3161"/>
            <ac:spMk id="18078" creationId="{4C0FDE2A-B0EF-DDA9-05AE-5D33530C1388}"/>
          </ac:spMkLst>
        </pc:spChg>
        <pc:spChg chg="add mod">
          <ac:chgData name="" userId="" providerId="" clId="Web-{6E8403B9-C474-4B99-9353-4E0EB3CC5CF0}" dt="2026-10-23T09:49:33.125" v="19" actId="34807"/>
          <ac:spMkLst>
            <pc:docMk/>
            <pc:sldMk cId="2602463977" sldId="3161"/>
            <ac:spMk id="18088" creationId="{15E5B541-7E2D-B9A2-130D-E63CD877464C}"/>
          </ac:spMkLst>
        </pc:spChg>
        <pc:spChg chg="add mod">
          <ac:chgData name="" userId="" providerId="" clId="Web-{6E8403B9-C474-4B99-9353-4E0EB3CC5CF0}" dt="2026-10-23T09:49:33.125" v="19" actId="34807"/>
          <ac:spMkLst>
            <pc:docMk/>
            <pc:sldMk cId="2602463977" sldId="3161"/>
            <ac:spMk id="18099" creationId="{3B045C90-D5B8-4E71-19FA-5C3CFD2000F6}"/>
          </ac:spMkLst>
        </pc:spChg>
        <pc:spChg chg="add mod">
          <ac:chgData name="" userId="" providerId="" clId="Web-{6E8403B9-C474-4B99-9353-4E0EB3CC5CF0}" dt="2026-10-23T09:49:33.812" v="20" actId="34807"/>
          <ac:spMkLst>
            <pc:docMk/>
            <pc:sldMk cId="2602463977" sldId="3161"/>
            <ac:spMk id="18138" creationId="{383B22D8-9D96-8AF0-AC7C-85DEA2A29216}"/>
          </ac:spMkLst>
        </pc:spChg>
        <pc:spChg chg="add mod">
          <ac:chgData name="" userId="" providerId="" clId="Web-{6E8403B9-C474-4B99-9353-4E0EB3CC5CF0}" dt="2026-10-23T09:49:33.125" v="19" actId="34807"/>
          <ac:spMkLst>
            <pc:docMk/>
            <pc:sldMk cId="2602463977" sldId="3161"/>
            <ac:spMk id="18153" creationId="{80010AB0-2A13-BD7E-16EC-A11F0FC8CBB0}"/>
          </ac:spMkLst>
        </pc:spChg>
      </pc:sldChg>
      <pc:sldChg chg="addSp modSp">
        <pc:chgData name="" userId="" providerId="" clId="Web-{6E8403B9-C474-4B99-9353-4E0EB3CC5CF0}" dt="2026-10-23T09:51:04.798" v="27" actId="34807"/>
        <pc:sldMkLst>
          <pc:docMk/>
          <pc:sldMk cId="3469149878" sldId="3376"/>
        </pc:sldMkLst>
        <pc:spChg chg="add mod">
          <ac:chgData name="" userId="" providerId="" clId="Web-{6E8403B9-C474-4B99-9353-4E0EB3CC5CF0}" dt="2026-10-23T09:51:04.064" v="26" actId="34807"/>
          <ac:spMkLst>
            <pc:docMk/>
            <pc:sldMk cId="3469149878" sldId="3376"/>
            <ac:spMk id="18907" creationId="{FC076EF4-A5D3-F0C6-CA53-1DBC14B6E1E3}"/>
          </ac:spMkLst>
        </pc:spChg>
        <pc:spChg chg="mod">
          <ac:chgData name="" userId="" providerId="" clId="Web-{6E8403B9-C474-4B99-9353-4E0EB3CC5CF0}" dt="2026-10-23T09:51:04.798" v="27" actId="34807"/>
          <ac:spMkLst>
            <pc:docMk/>
            <pc:sldMk cId="3469149878" sldId="3376"/>
            <ac:spMk id="18912" creationId="{3AD65923-1AD3-4D8A-4EA1-F2C098458148}"/>
          </ac:spMkLst>
        </pc:spChg>
        <pc:spChg chg="add mod">
          <ac:chgData name="" userId="" providerId="" clId="Web-{6E8403B9-C474-4B99-9353-4E0EB3CC5CF0}" dt="2026-10-23T09:51:04.798" v="27" actId="34807"/>
          <ac:spMkLst>
            <pc:docMk/>
            <pc:sldMk cId="3469149878" sldId="3376"/>
            <ac:spMk id="18916" creationId="{7FC5D0B9-92A6-5642-C2EF-CFF586D68651}"/>
          </ac:spMkLst>
        </pc:spChg>
        <pc:spChg chg="add mod">
          <ac:chgData name="" userId="" providerId="" clId="Web-{6E8403B9-C474-4B99-9353-4E0EB3CC5CF0}" dt="2026-10-23T09:51:04.064" v="26" actId="34807"/>
          <ac:spMkLst>
            <pc:docMk/>
            <pc:sldMk cId="3469149878" sldId="3376"/>
            <ac:spMk id="18921" creationId="{DE9C08F2-8C9C-679A-807A-933F6E32EFCB}"/>
          </ac:spMkLst>
        </pc:spChg>
        <pc:spChg chg="add mod">
          <ac:chgData name="" userId="" providerId="" clId="Web-{6E8403B9-C474-4B99-9353-4E0EB3CC5CF0}" dt="2026-10-23T09:51:04.798" v="27" actId="34807"/>
          <ac:spMkLst>
            <pc:docMk/>
            <pc:sldMk cId="3469149878" sldId="3376"/>
            <ac:spMk id="18927" creationId="{EC03149F-0E82-2893-91B4-31182911D3AD}"/>
          </ac:spMkLst>
        </pc:spChg>
        <pc:spChg chg="mod">
          <ac:chgData name="" userId="" providerId="" clId="Web-{6E8403B9-C474-4B99-9353-4E0EB3CC5CF0}" dt="2026-10-23T09:51:04.798" v="27" actId="34807"/>
          <ac:spMkLst>
            <pc:docMk/>
            <pc:sldMk cId="3469149878" sldId="3376"/>
            <ac:spMk id="18934" creationId="{65E46ADA-72B5-EA7D-FB9C-651DE4AC728E}"/>
          </ac:spMkLst>
        </pc:spChg>
        <pc:spChg chg="add mod">
          <ac:chgData name="" userId="" providerId="" clId="Web-{6E8403B9-C474-4B99-9353-4E0EB3CC5CF0}" dt="2026-10-23T09:51:04.798" v="27" actId="34807"/>
          <ac:spMkLst>
            <pc:docMk/>
            <pc:sldMk cId="3469149878" sldId="3376"/>
            <ac:spMk id="18961" creationId="{4D6BBCC9-1762-88CD-AA88-B46022B8AAF1}"/>
          </ac:spMkLst>
        </pc:spChg>
        <pc:spChg chg="add mod">
          <ac:chgData name="" userId="" providerId="" clId="Web-{6E8403B9-C474-4B99-9353-4E0EB3CC5CF0}" dt="2026-10-23T09:51:04.064" v="26" actId="34807"/>
          <ac:spMkLst>
            <pc:docMk/>
            <pc:sldMk cId="3469149878" sldId="3376"/>
            <ac:spMk id="18972" creationId="{66ADD242-3151-4828-6709-6C4032729589}"/>
          </ac:spMkLst>
        </pc:spChg>
        <pc:spChg chg="add mod">
          <ac:chgData name="" userId="" providerId="" clId="Web-{6E8403B9-C474-4B99-9353-4E0EB3CC5CF0}" dt="2026-10-23T09:51:04.064" v="26" actId="34807"/>
          <ac:spMkLst>
            <pc:docMk/>
            <pc:sldMk cId="3469149878" sldId="3376"/>
            <ac:spMk id="18984" creationId="{322B204E-E1EF-2D55-64A7-E8263E481248}"/>
          </ac:spMkLst>
        </pc:spChg>
        <pc:spChg chg="mod">
          <ac:chgData name="" userId="" providerId="" clId="Web-{6E8403B9-C474-4B99-9353-4E0EB3CC5CF0}" dt="2026-10-23T09:51:04.798" v="27" actId="34807"/>
          <ac:spMkLst>
            <pc:docMk/>
            <pc:sldMk cId="3469149878" sldId="3376"/>
            <ac:spMk id="18997" creationId="{9E3ADB4F-88BA-578C-A907-33C1051AE35D}"/>
          </ac:spMkLst>
        </pc:spChg>
        <pc:spChg chg="add mod">
          <ac:chgData name="" userId="" providerId="" clId="Web-{6E8403B9-C474-4B99-9353-4E0EB3CC5CF0}" dt="2026-10-23T09:51:04.798" v="27" actId="34807"/>
          <ac:spMkLst>
            <pc:docMk/>
            <pc:sldMk cId="3469149878" sldId="3376"/>
            <ac:spMk id="19011" creationId="{82808F14-C084-8D2F-1D34-B0F56D761E99}"/>
          </ac:spMkLst>
        </pc:spChg>
        <pc:spChg chg="add mod">
          <ac:chgData name="" userId="" providerId="" clId="Web-{6E8403B9-C474-4B99-9353-4E0EB3CC5CF0}" dt="2026-10-23T09:51:04.798" v="27" actId="34807"/>
          <ac:spMkLst>
            <pc:docMk/>
            <pc:sldMk cId="3469149878" sldId="3376"/>
            <ac:spMk id="19042" creationId="{0818E01E-8B3D-14AE-7CC0-29B802FC1B2F}"/>
          </ac:spMkLst>
        </pc:spChg>
        <pc:spChg chg="add mod">
          <ac:chgData name="" userId="" providerId="" clId="Web-{6E8403B9-C474-4B99-9353-4E0EB3CC5CF0}" dt="2026-10-23T09:51:04.798" v="27" actId="34807"/>
          <ac:spMkLst>
            <pc:docMk/>
            <pc:sldMk cId="3469149878" sldId="3376"/>
            <ac:spMk id="19059" creationId="{E85F9BEA-66C5-7963-6041-60E35B060E3E}"/>
          </ac:spMkLst>
        </pc:spChg>
      </pc:sldChg>
      <pc:sldChg chg="addSp modSp">
        <pc:chgData name="" userId="" providerId="" clId="Web-{6E8403B9-C474-4B99-9353-4E0EB3CC5CF0}" dt="2026-10-23T09:52:25.255" v="36" actId="34807"/>
        <pc:sldMkLst>
          <pc:docMk/>
          <pc:sldMk cId="414339401" sldId="3592"/>
        </pc:sldMkLst>
        <pc:spChg chg="add mod">
          <ac:chgData name="" userId="" providerId="" clId="Web-{6E8403B9-C474-4B99-9353-4E0EB3CC5CF0}" dt="2026-10-23T09:52:25.255" v="36" actId="34807"/>
          <ac:spMkLst>
            <pc:docMk/>
            <pc:sldMk cId="414339401" sldId="3592"/>
            <ac:spMk id="20671" creationId="{6FD30530-B51B-486D-ACF0-48C7D55337C4}"/>
          </ac:spMkLst>
        </pc:spChg>
        <pc:spChg chg="add mod">
          <ac:chgData name="" userId="" providerId="" clId="Web-{6E8403B9-C474-4B99-9353-4E0EB3CC5CF0}" dt="2026-10-23T09:52:24.505" v="35" actId="34807"/>
          <ac:spMkLst>
            <pc:docMk/>
            <pc:sldMk cId="414339401" sldId="3592"/>
            <ac:spMk id="20680" creationId="{3A0A39F5-B774-95AB-324D-71292643553B}"/>
          </ac:spMkLst>
        </pc:spChg>
        <pc:spChg chg="add mod">
          <ac:chgData name="" userId="" providerId="" clId="Web-{6E8403B9-C474-4B99-9353-4E0EB3CC5CF0}" dt="2026-10-23T09:52:24.505" v="35" actId="34807"/>
          <ac:spMkLst>
            <pc:docMk/>
            <pc:sldMk cId="414339401" sldId="3592"/>
            <ac:spMk id="20686" creationId="{0EFDD053-4BDF-FABF-5DDA-9C3B0E2D40AE}"/>
          </ac:spMkLst>
        </pc:spChg>
        <pc:spChg chg="add mod">
          <ac:chgData name="" userId="" providerId="" clId="Web-{6E8403B9-C474-4B99-9353-4E0EB3CC5CF0}" dt="2026-10-23T09:52:25.255" v="36" actId="34807"/>
          <ac:spMkLst>
            <pc:docMk/>
            <pc:sldMk cId="414339401" sldId="3592"/>
            <ac:spMk id="20693" creationId="{81FEF7EB-A28F-B1C5-4AEC-F950ABE758A8}"/>
          </ac:spMkLst>
        </pc:spChg>
        <pc:spChg chg="add mod">
          <ac:chgData name="" userId="" providerId="" clId="Web-{6E8403B9-C474-4B99-9353-4E0EB3CC5CF0}" dt="2026-10-23T09:52:24.505" v="35" actId="34807"/>
          <ac:spMkLst>
            <pc:docMk/>
            <pc:sldMk cId="414339401" sldId="3592"/>
            <ac:spMk id="20701" creationId="{45FCC90C-6204-B588-CD2B-2118DECBCDCF}"/>
          </ac:spMkLst>
        </pc:spChg>
        <pc:spChg chg="add mod">
          <ac:chgData name="" userId="" providerId="" clId="Web-{6E8403B9-C474-4B99-9353-4E0EB3CC5CF0}" dt="2026-10-23T09:52:24.505" v="35" actId="34807"/>
          <ac:spMkLst>
            <pc:docMk/>
            <pc:sldMk cId="414339401" sldId="3592"/>
            <ac:spMk id="20720" creationId="{A08A20A9-68EF-E178-CEB4-47513AA0980B}"/>
          </ac:spMkLst>
        </pc:spChg>
        <pc:spChg chg="add mod">
          <ac:chgData name="" userId="" providerId="" clId="Web-{6E8403B9-C474-4B99-9353-4E0EB3CC5CF0}" dt="2026-10-23T09:52:25.255" v="36" actId="34807"/>
          <ac:spMkLst>
            <pc:docMk/>
            <pc:sldMk cId="414339401" sldId="3592"/>
            <ac:spMk id="20731" creationId="{24F2FD4A-3931-C551-0879-EDA403229BB6}"/>
          </ac:spMkLst>
        </pc:spChg>
        <pc:spChg chg="add mod">
          <ac:chgData name="" userId="" providerId="" clId="Web-{6E8403B9-C474-4B99-9353-4E0EB3CC5CF0}" dt="2026-10-23T09:52:24.505" v="35" actId="34807"/>
          <ac:spMkLst>
            <pc:docMk/>
            <pc:sldMk cId="414339401" sldId="3592"/>
            <ac:spMk id="20743" creationId="{D0CFC4C4-BAFA-7358-80A1-F0B56A3D6E7B}"/>
          </ac:spMkLst>
        </pc:spChg>
        <pc:spChg chg="mod">
          <ac:chgData name="" userId="" providerId="" clId="Web-{6E8403B9-C474-4B99-9353-4E0EB3CC5CF0}" dt="2026-10-23T09:52:25.255" v="36" actId="34807"/>
          <ac:spMkLst>
            <pc:docMk/>
            <pc:sldMk cId="414339401" sldId="3592"/>
            <ac:spMk id="20770" creationId="{923D548E-36C2-A4A1-1C1B-6B5A4C78E642}"/>
          </ac:spMkLst>
        </pc:spChg>
        <pc:spChg chg="add mod">
          <ac:chgData name="" userId="" providerId="" clId="Web-{6E8403B9-C474-4B99-9353-4E0EB3CC5CF0}" dt="2026-10-23T09:52:24.505" v="35" actId="34807"/>
          <ac:spMkLst>
            <pc:docMk/>
            <pc:sldMk cId="414339401" sldId="3592"/>
            <ac:spMk id="20785" creationId="{459C9EB9-A169-96D4-0377-E7ED48A68ABD}"/>
          </ac:spMkLst>
        </pc:spChg>
        <pc:spChg chg="mod">
          <ac:chgData name="" userId="" providerId="" clId="Web-{6E8403B9-C474-4B99-9353-4E0EB3CC5CF0}" dt="2026-10-23T09:52:25.255" v="36" actId="34807"/>
          <ac:spMkLst>
            <pc:docMk/>
            <pc:sldMk cId="414339401" sldId="3592"/>
            <ac:spMk id="20801" creationId="{0AFE4F5C-35DC-8C74-E28E-F25429558376}"/>
          </ac:spMkLst>
        </pc:spChg>
        <pc:spChg chg="mod">
          <ac:chgData name="" userId="" providerId="" clId="Web-{6E8403B9-C474-4B99-9353-4E0EB3CC5CF0}" dt="2026-10-23T09:52:25.255" v="36" actId="34807"/>
          <ac:spMkLst>
            <pc:docMk/>
            <pc:sldMk cId="414339401" sldId="3592"/>
            <ac:spMk id="20836" creationId="{DFD40209-BFAC-181D-1705-8370C1081392}"/>
          </ac:spMkLst>
        </pc:spChg>
        <pc:spChg chg="mod">
          <ac:chgData name="" userId="" providerId="" clId="Web-{6E8403B9-C474-4B99-9353-4E0EB3CC5CF0}" dt="2026-10-23T09:52:25.255" v="36" actId="34807"/>
          <ac:spMkLst>
            <pc:docMk/>
            <pc:sldMk cId="414339401" sldId="3592"/>
            <ac:spMk id="20875" creationId="{1C7D3170-9F71-9EAA-56CC-63DE1141AFCE}"/>
          </ac:spMkLst>
        </pc:spChg>
        <pc:spChg chg="add mod">
          <ac:chgData name="" userId="" providerId="" clId="Web-{6E8403B9-C474-4B99-9353-4E0EB3CC5CF0}" dt="2026-10-23T09:52:25.255" v="36" actId="34807"/>
          <ac:spMkLst>
            <pc:docMk/>
            <pc:sldMk cId="414339401" sldId="3592"/>
            <ac:spMk id="20896" creationId="{F50DB61D-707F-FFAB-70F4-8D588F4AA10B}"/>
          </ac:spMkLst>
        </pc:spChg>
        <pc:spChg chg="mod">
          <ac:chgData name="" userId="" providerId="" clId="Web-{6E8403B9-C474-4B99-9353-4E0EB3CC5CF0}" dt="2026-10-23T09:52:25.255" v="36" actId="34807"/>
          <ac:spMkLst>
            <pc:docMk/>
            <pc:sldMk cId="414339401" sldId="3592"/>
            <ac:spMk id="20965" creationId="{13510964-3C7B-F349-0E05-4221E817A53B}"/>
          </ac:spMkLst>
        </pc:spChg>
      </pc:sldChg>
      <pc:sldChg chg="addSp modSp">
        <pc:chgData name="" userId="" providerId="" clId="Web-{6E8403B9-C474-4B99-9353-4E0EB3CC5CF0}" dt="2026-10-23T09:53:20.977" v="37" actId="34807"/>
        <pc:sldMkLst>
          <pc:docMk/>
          <pc:sldMk cId="1244041262" sldId="3809"/>
        </pc:sldMkLst>
        <pc:spChg chg="add mod">
          <ac:chgData name="" userId="" providerId="" clId="Web-{6E8403B9-C474-4B99-9353-4E0EB3CC5CF0}" dt="2026-10-23T09:53:20.977" v="37" actId="34807"/>
          <ac:spMkLst>
            <pc:docMk/>
            <pc:sldMk cId="1244041262" sldId="3809"/>
            <ac:spMk id="20966" creationId="{A928A790-10E6-43F9-B8B7-5D45481E1D9A}"/>
          </ac:spMkLst>
        </pc:spChg>
        <pc:spChg chg="add mod">
          <ac:chgData name="" userId="" providerId="" clId="Web-{6E8403B9-C474-4B99-9353-4E0EB3CC5CF0}" dt="2026-10-23T09:53:20.977" v="37" actId="34807"/>
          <ac:spMkLst>
            <pc:docMk/>
            <pc:sldMk cId="1244041262" sldId="3809"/>
            <ac:spMk id="20968" creationId="{5A28494C-149D-D34E-17BD-0C0E20C7E8C0}"/>
          </ac:spMkLst>
        </pc:spChg>
      </pc:sldChg>
      <pc:sldChg chg="addSp modSp">
        <pc:chgData name="" userId="" providerId="" clId="Web-{6E8403B9-C474-4B99-9353-4E0EB3CC5CF0}" dt="2026-10-23T09:53:22.102" v="38" actId="34807"/>
        <pc:sldMkLst>
          <pc:docMk/>
          <pc:sldMk cId="3761642860" sldId="4027"/>
        </pc:sldMkLst>
        <pc:spChg chg="add mod">
          <ac:chgData name="" userId="" providerId="" clId="Web-{6E8403B9-C474-4B99-9353-4E0EB3CC5CF0}" dt="2026-10-23T09:53:20.977" v="37" actId="34807"/>
          <ac:spMkLst>
            <pc:docMk/>
            <pc:sldMk cId="3761642860" sldId="4027"/>
            <ac:spMk id="20975" creationId="{143C841B-3344-721A-7FE2-874158B23689}"/>
          </ac:spMkLst>
        </pc:spChg>
        <pc:spChg chg="add mod">
          <ac:chgData name="" userId="" providerId="" clId="Web-{6E8403B9-C474-4B99-9353-4E0EB3CC5CF0}" dt="2026-10-23T09:53:20.977" v="37" actId="34807"/>
          <ac:spMkLst>
            <pc:docMk/>
            <pc:sldMk cId="3761642860" sldId="4027"/>
            <ac:spMk id="20980" creationId="{42A29B48-44E5-BDA3-EEDD-5366AE1EC0C0}"/>
          </ac:spMkLst>
        </pc:spChg>
        <pc:spChg chg="add mod">
          <ac:chgData name="" userId="" providerId="" clId="Web-{6E8403B9-C474-4B99-9353-4E0EB3CC5CF0}" dt="2026-10-23T09:53:20.977" v="37" actId="34807"/>
          <ac:spMkLst>
            <pc:docMk/>
            <pc:sldMk cId="3761642860" sldId="4027"/>
            <ac:spMk id="20986" creationId="{5A2A7CC7-9AE6-6E6C-8806-51E82321FA41}"/>
          </ac:spMkLst>
        </pc:spChg>
        <pc:spChg chg="mod">
          <ac:chgData name="" userId="" providerId="" clId="Web-{6E8403B9-C474-4B99-9353-4E0EB3CC5CF0}" dt="2026-10-23T09:53:22.102" v="38" actId="34807"/>
          <ac:spMkLst>
            <pc:docMk/>
            <pc:sldMk cId="3761642860" sldId="4027"/>
            <ac:spMk id="21001" creationId="{7B6D216C-F948-9AD3-7271-0F4CB561FE6B}"/>
          </ac:spMkLst>
        </pc:spChg>
        <pc:spChg chg="mod">
          <ac:chgData name="" userId="" providerId="" clId="Web-{6E8403B9-C474-4B99-9353-4E0EB3CC5CF0}" dt="2026-10-23T09:53:22.102" v="38" actId="34807"/>
          <ac:spMkLst>
            <pc:docMk/>
            <pc:sldMk cId="3761642860" sldId="4027"/>
            <ac:spMk id="21043" creationId="{315AEF98-9DF3-8E6E-D8ED-92B833460F08}"/>
          </ac:spMkLst>
        </pc:spChg>
        <pc:spChg chg="mod">
          <ac:chgData name="" userId="" providerId="" clId="Web-{6E8403B9-C474-4B99-9353-4E0EB3CC5CF0}" dt="2026-10-23T09:53:22.102" v="38" actId="34807"/>
          <ac:spMkLst>
            <pc:docMk/>
            <pc:sldMk cId="3761642860" sldId="4027"/>
            <ac:spMk id="21056" creationId="{438024D9-5FB5-FAD6-9C0E-2FEC8A7D4F44}"/>
          </ac:spMkLst>
        </pc:spChg>
        <pc:spChg chg="add mod">
          <ac:chgData name="" userId="" providerId="" clId="Web-{6E8403B9-C474-4B99-9353-4E0EB3CC5CF0}" dt="2026-10-23T09:53:20.977" v="37" actId="34807"/>
          <ac:spMkLst>
            <pc:docMk/>
            <pc:sldMk cId="3761642860" sldId="4027"/>
            <ac:spMk id="21085" creationId="{D45A2A06-5BD7-5C28-66E1-CB324B32F396}"/>
          </ac:spMkLst>
        </pc:spChg>
        <pc:spChg chg="add mod">
          <ac:chgData name="" userId="" providerId="" clId="Web-{6E8403B9-C474-4B99-9353-4E0EB3CC5CF0}" dt="2026-10-23T09:53:20.977" v="37" actId="34807"/>
          <ac:spMkLst>
            <pc:docMk/>
            <pc:sldMk cId="3761642860" sldId="4027"/>
            <ac:spMk id="21101" creationId="{EAA47BB5-81F4-A599-C746-02DF3D607D4C}"/>
          </ac:spMkLst>
        </pc:spChg>
        <pc:spChg chg="add mod">
          <ac:chgData name="" userId="" providerId="" clId="Web-{6E8403B9-C474-4B99-9353-4E0EB3CC5CF0}" dt="2026-10-23T09:53:22.102" v="38" actId="34807"/>
          <ac:spMkLst>
            <pc:docMk/>
            <pc:sldMk cId="3761642860" sldId="4027"/>
            <ac:spMk id="21136" creationId="{1E10E3BB-934C-CC49-035C-60237243FBD6}"/>
          </ac:spMkLst>
        </pc:spChg>
        <pc:spChg chg="mod">
          <ac:chgData name="" userId="" providerId="" clId="Web-{6E8403B9-C474-4B99-9353-4E0EB3CC5CF0}" dt="2026-10-23T09:53:22.102" v="38" actId="34807"/>
          <ac:spMkLst>
            <pc:docMk/>
            <pc:sldMk cId="3761642860" sldId="4027"/>
            <ac:spMk id="21155" creationId="{3882D2FD-63F0-C6AF-2521-4337E1A604D3}"/>
          </ac:spMkLst>
        </pc:spChg>
        <pc:spChg chg="add mod">
          <ac:chgData name="" userId="" providerId="" clId="Web-{6E8403B9-C474-4B99-9353-4E0EB3CC5CF0}" dt="2026-10-23T09:53:20.977" v="37" actId="34807"/>
          <ac:spMkLst>
            <pc:docMk/>
            <pc:sldMk cId="3761642860" sldId="4027"/>
            <ac:spMk id="21218" creationId="{A76FF755-71B5-1BEF-7F37-3C9FA860ECD7}"/>
          </ac:spMkLst>
        </pc:spChg>
        <pc:spChg chg="add mod">
          <ac:chgData name="" userId="" providerId="" clId="Web-{6E8403B9-C474-4B99-9353-4E0EB3CC5CF0}" dt="2026-10-23T09:53:20.977" v="37" actId="34807"/>
          <ac:spMkLst>
            <pc:docMk/>
            <pc:sldMk cId="3761642860" sldId="4027"/>
            <ac:spMk id="21241" creationId="{A4A0BD5A-A7E2-32D4-1F95-ACD5EAEC10C6}"/>
          </ac:spMkLst>
        </pc:spChg>
        <pc:spChg chg="mod">
          <ac:chgData name="" userId="" providerId="" clId="Web-{6E8403B9-C474-4B99-9353-4E0EB3CC5CF0}" dt="2026-10-23T09:53:22.102" v="38" actId="34807"/>
          <ac:spMkLst>
            <pc:docMk/>
            <pc:sldMk cId="3761642860" sldId="4027"/>
            <ac:spMk id="21265" creationId="{04D8132E-726B-C7B0-2F8D-9234B67A3F29}"/>
          </ac:spMkLst>
        </pc:spChg>
        <pc:spChg chg="mod">
          <ac:chgData name="" userId="" providerId="" clId="Web-{6E8403B9-C474-4B99-9353-4E0EB3CC5CF0}" dt="2026-10-23T09:53:22.102" v="38" actId="34807"/>
          <ac:spMkLst>
            <pc:docMk/>
            <pc:sldMk cId="3761642860" sldId="4027"/>
            <ac:spMk id="21290" creationId="{10CECC5B-75B7-01AA-F736-5BD6CA1D2993}"/>
          </ac:spMkLst>
        </pc:spChg>
        <pc:spChg chg="add mod">
          <ac:chgData name="" userId="" providerId="" clId="Web-{6E8403B9-C474-4B99-9353-4E0EB3CC5CF0}" dt="2026-10-23T09:53:20.977" v="37" actId="34807"/>
          <ac:spMkLst>
            <pc:docMk/>
            <pc:sldMk cId="3761642860" sldId="4027"/>
            <ac:spMk id="21430" creationId="{6D672114-6EA8-9EF0-DE3D-711E03756CC1}"/>
          </ac:spMkLst>
        </pc:spChg>
        <pc:spChg chg="mod">
          <ac:chgData name="" userId="" providerId="" clId="Web-{6E8403B9-C474-4B99-9353-4E0EB3CC5CF0}" dt="2026-10-23T09:53:22.102" v="38" actId="34807"/>
          <ac:spMkLst>
            <pc:docMk/>
            <pc:sldMk cId="3761642860" sldId="4027"/>
            <ac:spMk id="21461" creationId="{1C42ED58-D940-DE9D-9BB2-AE1C4E4D10A3}"/>
          </ac:spMkLst>
        </pc:spChg>
        <pc:spChg chg="mod">
          <ac:chgData name="" userId="" providerId="" clId="Web-{6E8403B9-C474-4B99-9353-4E0EB3CC5CF0}" dt="2026-10-23T09:53:22.102" v="38" actId="34807"/>
          <ac:spMkLst>
            <pc:docMk/>
            <pc:sldMk cId="3761642860" sldId="4027"/>
            <ac:spMk id="21493" creationId="{9F85D5D1-05D4-9248-D001-AF353D876FFA}"/>
          </ac:spMkLst>
        </pc:spChg>
        <pc:spChg chg="add mod">
          <ac:chgData name="" userId="" providerId="" clId="Web-{6E8403B9-C474-4B99-9353-4E0EB3CC5CF0}" dt="2026-10-23T09:53:20.977" v="37" actId="34807"/>
          <ac:spMkLst>
            <pc:docMk/>
            <pc:sldMk cId="3761642860" sldId="4027"/>
            <ac:spMk id="21560" creationId="{C92C8888-DC6F-EBED-C655-FBDA92F20525}"/>
          </ac:spMkLst>
        </pc:spChg>
        <pc:spChg chg="mod">
          <ac:chgData name="" userId="" providerId="" clId="Web-{6E8403B9-C474-4B99-9353-4E0EB3CC5CF0}" dt="2026-10-23T09:53:22.102" v="38" actId="34807"/>
          <ac:spMkLst>
            <pc:docMk/>
            <pc:sldMk cId="3761642860" sldId="4027"/>
            <ac:spMk id="21595" creationId="{646B282A-7364-D81A-3A22-12DCCDFE303B}"/>
          </ac:spMkLst>
        </pc:spChg>
      </pc:sldChg>
      <pc:sldChg chg="addSp delSp modSp">
        <pc:chgData name="" userId="" providerId="" clId="Web-{6E8403B9-C474-4B99-9353-4E0EB3CC5CF0}" dt="2026-10-23T10:00:09.786" v="53" actId="34807"/>
        <pc:sldMkLst>
          <pc:docMk/>
          <pc:sldMk cId="3933574674" sldId="4246"/>
        </pc:sldMkLst>
        <pc:spChg chg="add mod">
          <ac:chgData name="" userId="" providerId="" clId="Web-{6E8403B9-C474-4B99-9353-4E0EB3CC5CF0}" dt="2026-10-23T09:45:23.605" v="9" actId="34807"/>
          <ac:spMkLst>
            <pc:docMk/>
            <pc:sldMk cId="3933574674" sldId="4246"/>
            <ac:spMk id="17075" creationId="{7413231B-0D1A-84DA-910F-5580CAFB766D}"/>
          </ac:spMkLst>
        </pc:spChg>
        <pc:spChg chg="mod">
          <ac:chgData name="" userId="" providerId="" clId="Web-{6E8403B9-C474-4B99-9353-4E0EB3CC5CF0}" dt="2026-10-23T09:45:23.605" v="9" actId="34807"/>
          <ac:spMkLst>
            <pc:docMk/>
            <pc:sldMk cId="3933574674" sldId="4246"/>
            <ac:spMk id="17078" creationId="{530EBFA5-53BB-57A2-80C0-2295AE98DF29}"/>
          </ac:spMkLst>
        </pc:spChg>
        <pc:spChg chg="add mod">
          <ac:chgData name="" userId="" providerId="" clId="Web-{6E8403B9-C474-4B99-9353-4E0EB3CC5CF0}" dt="2026-10-23T09:45:22.652" v="7" actId="34807"/>
          <ac:spMkLst>
            <pc:docMk/>
            <pc:sldMk cId="3933574674" sldId="4246"/>
            <ac:spMk id="17093" creationId="{1EAFD8D7-485F-A66A-0DD6-BB451D7CF5E8}"/>
          </ac:spMkLst>
        </pc:spChg>
        <pc:spChg chg="mod">
          <ac:chgData name="" userId="" providerId="" clId="Web-{6E8403B9-C474-4B99-9353-4E0EB3CC5CF0}" dt="2026-10-23T09:45:23.605" v="9" actId="34807"/>
          <ac:spMkLst>
            <pc:docMk/>
            <pc:sldMk cId="3933574674" sldId="4246"/>
            <ac:spMk id="17117" creationId="{7ACC2920-08EC-150D-6863-4265D7977CF3}"/>
          </ac:spMkLst>
        </pc:spChg>
        <pc:spChg chg="mod">
          <ac:chgData name="" userId="" providerId="" clId="Web-{6E8403B9-C474-4B99-9353-4E0EB3CC5CF0}" dt="2026-10-23T09:45:23.605" v="9" actId="34807"/>
          <ac:spMkLst>
            <pc:docMk/>
            <pc:sldMk cId="3933574674" sldId="4246"/>
            <ac:spMk id="17127" creationId="{E636BACD-B0A5-80C6-7BCB-F6BCAF2B90EF}"/>
          </ac:spMkLst>
        </pc:spChg>
        <pc:spChg chg="add mod">
          <ac:chgData name="" userId="" providerId="" clId="Web-{6E8403B9-C474-4B99-9353-4E0EB3CC5CF0}" dt="2026-10-23T09:45:23.605" v="9" actId="34807"/>
          <ac:spMkLst>
            <pc:docMk/>
            <pc:sldMk cId="3933574674" sldId="4246"/>
            <ac:spMk id="17150" creationId="{509F7E13-E3E6-CAE3-0766-EBF4A331A910}"/>
          </ac:spMkLst>
        </pc:spChg>
        <pc:spChg chg="add mod">
          <ac:chgData name="" userId="" providerId="" clId="Web-{6E8403B9-C474-4B99-9353-4E0EB3CC5CF0}" dt="2026-10-23T09:45:22.652" v="7" actId="34807"/>
          <ac:spMkLst>
            <pc:docMk/>
            <pc:sldMk cId="3933574674" sldId="4246"/>
            <ac:spMk id="17163" creationId="{A6F9A81E-7582-A9D4-1373-41AA90B3D4BF}"/>
          </ac:spMkLst>
        </pc:spChg>
        <pc:spChg chg="add mod">
          <ac:chgData name="" userId="" providerId="" clId="Web-{6E8403B9-C474-4B99-9353-4E0EB3CC5CF0}" dt="2026-10-23T09:45:22.652" v="7" actId="34807"/>
          <ac:spMkLst>
            <pc:docMk/>
            <pc:sldMk cId="3933574674" sldId="4246"/>
            <ac:spMk id="17177" creationId="{6DA12651-E417-CF7C-D120-4F701DD7088F}"/>
          </ac:spMkLst>
        </pc:spChg>
        <pc:spChg chg="add mod">
          <ac:chgData name="" userId="" providerId="" clId="Web-{6E8403B9-C474-4B99-9353-4E0EB3CC5CF0}" dt="2026-10-23T09:45:22.652" v="7" actId="34807"/>
          <ac:spMkLst>
            <pc:docMk/>
            <pc:sldMk cId="3933574674" sldId="4246"/>
            <ac:spMk id="17192" creationId="{DB2165C5-FDEA-8FAF-AC87-0566BDEEC749}"/>
          </ac:spMkLst>
        </pc:spChg>
        <pc:spChg chg="add mod">
          <ac:chgData name="" userId="" providerId="" clId="Web-{6E8403B9-C474-4B99-9353-4E0EB3CC5CF0}" dt="2026-10-23T09:45:23.605" v="9" actId="34807"/>
          <ac:spMkLst>
            <pc:docMk/>
            <pc:sldMk cId="3933574674" sldId="4246"/>
            <ac:spMk id="17208" creationId="{DD331B0E-86B4-F59C-2242-86EB229E31DE}"/>
          </ac:spMkLst>
        </pc:spChg>
        <pc:spChg chg="mod">
          <ac:chgData name="" userId="" providerId="" clId="Web-{6E8403B9-C474-4B99-9353-4E0EB3CC5CF0}" dt="2026-10-23T09:45:23.605" v="9" actId="34807"/>
          <ac:spMkLst>
            <pc:docMk/>
            <pc:sldMk cId="3933574674" sldId="4246"/>
            <ac:spMk id="17225" creationId="{3184E62D-9180-C88F-3DE6-34F2F31BB285}"/>
          </ac:spMkLst>
        </pc:spChg>
        <pc:spChg chg="mod">
          <ac:chgData name="" userId="" providerId="" clId="Web-{6E8403B9-C474-4B99-9353-4E0EB3CC5CF0}" dt="2026-10-23T09:45:23.605" v="9" actId="34807"/>
          <ac:spMkLst>
            <pc:docMk/>
            <pc:sldMk cId="3933574674" sldId="4246"/>
            <ac:spMk id="17262" creationId="{111E61C8-2117-97F6-3507-7CFFC77F0639}"/>
          </ac:spMkLst>
        </pc:spChg>
        <pc:spChg chg="del mod">
          <ac:chgData name="" userId="" providerId="" clId="Web-{6E8403B9-C474-4B99-9353-4E0EB3CC5CF0}" dt="2026-10-23T10:00:09.786" v="53" actId="34807"/>
          <ac:spMkLst>
            <pc:docMk/>
            <pc:sldMk cId="3933574674" sldId="4246"/>
            <ac:spMk id="17282" creationId="{D380AEE4-BED8-ACB8-88B3-8CA2EE8AC478}"/>
          </ac:spMkLst>
        </pc:spChg>
        <pc:spChg chg="add mod">
          <ac:chgData name="" userId="" providerId="" clId="Web-{6E8403B9-C474-4B99-9353-4E0EB3CC5CF0}" dt="2026-10-23T09:45:22.652" v="7" actId="34807"/>
          <ac:spMkLst>
            <pc:docMk/>
            <pc:sldMk cId="3933574674" sldId="4246"/>
            <ac:spMk id="17303" creationId="{5D309B5F-2952-2879-A69D-C7B1F4D79F6A}"/>
          </ac:spMkLst>
        </pc:spChg>
        <pc:spChg chg="add mod">
          <ac:chgData name="" userId="" providerId="" clId="Web-{6E8403B9-C474-4B99-9353-4E0EB3CC5CF0}" dt="2026-10-23T09:45:22.652" v="7" actId="34807"/>
          <ac:spMkLst>
            <pc:docMk/>
            <pc:sldMk cId="3933574674" sldId="4246"/>
            <ac:spMk id="17325" creationId="{2D77328C-31BC-A0C3-2EF8-BE86BB69A169}"/>
          </ac:spMkLst>
        </pc:spChg>
        <pc:spChg chg="del mod">
          <ac:chgData name="" userId="" providerId="" clId="Web-{6E8403B9-C474-4B99-9353-4E0EB3CC5CF0}" dt="2026-10-23T10:00:09.786" v="53" actId="34807"/>
          <ac:spMkLst>
            <pc:docMk/>
            <pc:sldMk cId="3933574674" sldId="4246"/>
            <ac:spMk id="17348" creationId="{9FF5E392-88FA-3955-14D1-6A94BEFC26F6}"/>
          </ac:spMkLst>
        </pc:spChg>
        <pc:spChg chg="add mod">
          <ac:chgData name="" userId="" providerId="" clId="Web-{6E8403B9-C474-4B99-9353-4E0EB3CC5CF0}" dt="2026-10-23T09:45:22.652" v="7" actId="34807"/>
          <ac:spMkLst>
            <pc:docMk/>
            <pc:sldMk cId="3933574674" sldId="4246"/>
            <ac:spMk id="17372" creationId="{C406FDC0-A10A-121E-DD5A-291406E824FF}"/>
          </ac:spMkLst>
        </pc:spChg>
        <pc:spChg chg="add mod">
          <ac:chgData name="" userId="" providerId="" clId="Web-{6E8403B9-C474-4B99-9353-4E0EB3CC5CF0}" dt="2026-10-23T10:00:09.005" v="52" actId="34807"/>
          <ac:spMkLst>
            <pc:docMk/>
            <pc:sldMk cId="3933574674" sldId="4246"/>
            <ac:spMk id="22433" creationId="{166C29DF-42BD-8FED-CC68-A1156FE16099}"/>
          </ac:spMkLst>
        </pc:spChg>
        <pc:spChg chg="add mod">
          <ac:chgData name="" userId="" providerId="" clId="Web-{6E8403B9-C474-4B99-9353-4E0EB3CC5CF0}" dt="2026-10-23T10:00:09.005" v="52" actId="34807"/>
          <ac:spMkLst>
            <pc:docMk/>
            <pc:sldMk cId="3933574674" sldId="4246"/>
            <ac:spMk id="22435" creationId="{594F42FF-841A-4461-4298-D7B4C6DE1789}"/>
          </ac:spMkLst>
        </pc:spChg>
      </pc:sldChg>
      <pc:sldChg chg="addSp delSp modSp">
        <pc:chgData name="" userId="" providerId="" clId="Web-{6E8403B9-C474-4B99-9353-4E0EB3CC5CF0}" dt="2026-10-23T10:00:16.083" v="55" actId="34807"/>
        <pc:sldMkLst>
          <pc:docMk/>
          <pc:sldMk cId="2931206922" sldId="4466"/>
        </pc:sldMkLst>
        <pc:spChg chg="add mod">
          <ac:chgData name="" userId="" providerId="" clId="Web-{6E8403B9-C474-4B99-9353-4E0EB3CC5CF0}" dt="2026-10-23T09:45:21.824" v="6" actId="34807"/>
          <ac:spMkLst>
            <pc:docMk/>
            <pc:sldMk cId="2931206922" sldId="4466"/>
            <ac:spMk id="16920" creationId="{FD78C37D-6DF2-0381-1D64-FF3A3A7845C6}"/>
          </ac:spMkLst>
        </pc:spChg>
        <pc:spChg chg="add mod">
          <ac:chgData name="" userId="" providerId="" clId="Web-{6E8403B9-C474-4B99-9353-4E0EB3CC5CF0}" dt="2026-10-23T09:45:23.605" v="9" actId="34807"/>
          <ac:spMkLst>
            <pc:docMk/>
            <pc:sldMk cId="2931206922" sldId="4466"/>
            <ac:spMk id="16925" creationId="{66566AEF-0154-D4C4-1272-70D39C070C52}"/>
          </ac:spMkLst>
        </pc:spChg>
        <pc:spChg chg="add mod">
          <ac:chgData name="" userId="" providerId="" clId="Web-{6E8403B9-C474-4B99-9353-4E0EB3CC5CF0}" dt="2026-10-23T09:45:23.605" v="9" actId="34807"/>
          <ac:spMkLst>
            <pc:docMk/>
            <pc:sldMk cId="2931206922" sldId="4466"/>
            <ac:spMk id="16934" creationId="{EDB8F4B6-4CBD-4D85-C984-8C6A0347146B}"/>
          </ac:spMkLst>
        </pc:spChg>
        <pc:spChg chg="add mod">
          <ac:chgData name="" userId="" providerId="" clId="Web-{6E8403B9-C474-4B99-9353-4E0EB3CC5CF0}" dt="2026-10-23T09:45:21.824" v="6" actId="34807"/>
          <ac:spMkLst>
            <pc:docMk/>
            <pc:sldMk cId="2931206922" sldId="4466"/>
            <ac:spMk id="16940" creationId="{015C4CA4-7B79-BF41-0CF2-AB10CBFEF30F}"/>
          </ac:spMkLst>
        </pc:spChg>
        <pc:spChg chg="add mod">
          <ac:chgData name="" userId="" providerId="" clId="Web-{6E8403B9-C474-4B99-9353-4E0EB3CC5CF0}" dt="2026-10-23T09:45:21.824" v="6" actId="34807"/>
          <ac:spMkLst>
            <pc:docMk/>
            <pc:sldMk cId="2931206922" sldId="4466"/>
            <ac:spMk id="16947" creationId="{2232715D-6FB0-1F85-8F62-13CA2E5124FD}"/>
          </ac:spMkLst>
        </pc:spChg>
        <pc:spChg chg="add del mod">
          <ac:chgData name="" userId="" providerId="" clId="Web-{6E8403B9-C474-4B99-9353-4E0EB3CC5CF0}" dt="2026-10-23T10:00:16.083" v="55" actId="34807"/>
          <ac:spMkLst>
            <pc:docMk/>
            <pc:sldMk cId="2931206922" sldId="4466"/>
            <ac:spMk id="16955" creationId="{F937ED10-9AD1-2AF6-27E7-704E7D07984B}"/>
          </ac:spMkLst>
        </pc:spChg>
        <pc:spChg chg="del mod">
          <ac:chgData name="" userId="" providerId="" clId="Web-{6E8403B9-C474-4B99-9353-4E0EB3CC5CF0}" dt="2026-10-23T10:00:16.083" v="55" actId="34807"/>
          <ac:spMkLst>
            <pc:docMk/>
            <pc:sldMk cId="2931206922" sldId="4466"/>
            <ac:spMk id="16964" creationId="{80FF1108-4280-F612-D42D-8D0CA78C0287}"/>
          </ac:spMkLst>
        </pc:spChg>
        <pc:spChg chg="del">
          <ac:chgData name="" userId="" providerId="" clId="Web-{6E8403B9-C474-4B99-9353-4E0EB3CC5CF0}" dt="2026-10-23T10:00:16.083" v="55" actId="34807"/>
          <ac:spMkLst>
            <pc:docMk/>
            <pc:sldMk cId="2931206922" sldId="4466"/>
            <ac:spMk id="16974" creationId="{31A2F47F-AD0A-AB42-633C-80CF71176B9E}"/>
          </ac:spMkLst>
        </pc:spChg>
        <pc:spChg chg="add del mod">
          <ac:chgData name="" userId="" providerId="" clId="Web-{6E8403B9-C474-4B99-9353-4E0EB3CC5CF0}" dt="2026-10-23T10:00:16.083" v="55" actId="34807"/>
          <ac:spMkLst>
            <pc:docMk/>
            <pc:sldMk cId="2931206922" sldId="4466"/>
            <ac:spMk id="16985" creationId="{874C031A-83DE-7B17-CB50-1F9806E7276A}"/>
          </ac:spMkLst>
        </pc:spChg>
        <pc:spChg chg="add del mod">
          <ac:chgData name="" userId="" providerId="" clId="Web-{6E8403B9-C474-4B99-9353-4E0EB3CC5CF0}" dt="2026-10-23T10:00:16.083" v="55" actId="34807"/>
          <ac:spMkLst>
            <pc:docMk/>
            <pc:sldMk cId="2931206922" sldId="4466"/>
            <ac:spMk id="16997" creationId="{8EB4EF55-0893-D298-02A9-830D1C04F3A9}"/>
          </ac:spMkLst>
        </pc:spChg>
        <pc:spChg chg="del mod">
          <ac:chgData name="" userId="" providerId="" clId="Web-{6E8403B9-C474-4B99-9353-4E0EB3CC5CF0}" dt="2026-10-23T10:00:16.083" v="55" actId="34807"/>
          <ac:spMkLst>
            <pc:docMk/>
            <pc:sldMk cId="2931206922" sldId="4466"/>
            <ac:spMk id="17010" creationId="{516AA494-6E9D-D628-8D20-B2AD55A9B69C}"/>
          </ac:spMkLst>
        </pc:spChg>
        <pc:spChg chg="add mod">
          <ac:chgData name="" userId="" providerId="" clId="Web-{6E8403B9-C474-4B99-9353-4E0EB3CC5CF0}" dt="2026-10-23T09:45:23.605" v="9" actId="34807"/>
          <ac:spMkLst>
            <pc:docMk/>
            <pc:sldMk cId="2931206922" sldId="4466"/>
            <ac:spMk id="17039" creationId="{6B2037E2-60E3-E482-C655-8F966423E61E}"/>
          </ac:spMkLst>
        </pc:spChg>
        <pc:spChg chg="add mod">
          <ac:chgData name="" userId="" providerId="" clId="Web-{6E8403B9-C474-4B99-9353-4E0EB3CC5CF0}" dt="2026-10-23T09:45:23.605" v="9" actId="34807"/>
          <ac:spMkLst>
            <pc:docMk/>
            <pc:sldMk cId="2931206922" sldId="4466"/>
            <ac:spMk id="17055" creationId="{BE02502F-EE02-9EB0-496A-D4583962E012}"/>
          </ac:spMkLst>
        </pc:spChg>
        <pc:spChg chg="add mod">
          <ac:chgData name="" userId="" providerId="" clId="Web-{6E8403B9-C474-4B99-9353-4E0EB3CC5CF0}" dt="2026-10-23T10:00:15.239" v="54" actId="34807"/>
          <ac:spMkLst>
            <pc:docMk/>
            <pc:sldMk cId="2931206922" sldId="4466"/>
            <ac:spMk id="22436" creationId="{15339C36-BB05-B47F-E1E7-AA3CABD0FAFB}"/>
          </ac:spMkLst>
        </pc:spChg>
        <pc:spChg chg="add mod">
          <ac:chgData name="" userId="" providerId="" clId="Web-{6E8403B9-C474-4B99-9353-4E0EB3CC5CF0}" dt="2026-10-23T10:00:15.239" v="54" actId="34807"/>
          <ac:spMkLst>
            <pc:docMk/>
            <pc:sldMk cId="2931206922" sldId="4466"/>
            <ac:spMk id="22438" creationId="{A206B548-A6E8-6B38-88CA-01F24C02E0BE}"/>
          </ac:spMkLst>
        </pc:spChg>
        <pc:spChg chg="add mod">
          <ac:chgData name="" userId="" providerId="" clId="Web-{6E8403B9-C474-4B99-9353-4E0EB3CC5CF0}" dt="2026-10-23T10:00:15.239" v="54" actId="34807"/>
          <ac:spMkLst>
            <pc:docMk/>
            <pc:sldMk cId="2931206922" sldId="4466"/>
            <ac:spMk id="22441" creationId="{D7A6BD57-66E0-5055-1922-727CA8FDCB12}"/>
          </ac:spMkLst>
        </pc:spChg>
      </pc:sldChg>
      <pc:sldChg chg="addSp delSp modSp">
        <pc:chgData name="" userId="" providerId="" clId="Web-{6E8403B9-C474-4B99-9353-4E0EB3CC5CF0}" dt="2026-10-23T10:00:24.364" v="57" actId="34807"/>
        <pc:sldMkLst>
          <pc:docMk/>
          <pc:sldMk cId="444193156" sldId="4687"/>
        </pc:sldMkLst>
        <pc:spChg chg="add del mod">
          <ac:chgData name="" userId="" providerId="" clId="Web-{6E8403B9-C474-4B99-9353-4E0EB3CC5CF0}" dt="2026-10-23T10:00:24.364" v="57" actId="34807"/>
          <ac:spMkLst>
            <pc:docMk/>
            <pc:sldMk cId="444193156" sldId="4687"/>
            <ac:spMk id="16269" creationId="{7DD70170-7E23-4E41-FD7F-3047D6FA4B1C}"/>
          </ac:spMkLst>
        </pc:spChg>
        <pc:spChg chg="add del mod">
          <ac:chgData name="" userId="" providerId="" clId="Web-{6E8403B9-C474-4B99-9353-4E0EB3CC5CF0}" dt="2026-10-23T10:00:24.364" v="57" actId="34807"/>
          <ac:spMkLst>
            <pc:docMk/>
            <pc:sldMk cId="444193156" sldId="4687"/>
            <ac:spMk id="16271" creationId="{C72CFDD1-C79B-92CF-1CDF-97FE57C1CC30}"/>
          </ac:spMkLst>
        </pc:spChg>
        <pc:spChg chg="add del mod">
          <ac:chgData name="" userId="" providerId="" clId="Web-{6E8403B9-C474-4B99-9353-4E0EB3CC5CF0}" dt="2026-10-23T10:00:24.364" v="57" actId="34807"/>
          <ac:spMkLst>
            <pc:docMk/>
            <pc:sldMk cId="444193156" sldId="4687"/>
            <ac:spMk id="16274" creationId="{00479B3A-A4C2-B045-26B1-72FD8826987A}"/>
          </ac:spMkLst>
        </pc:spChg>
        <pc:spChg chg="add del mod">
          <ac:chgData name="" userId="" providerId="" clId="Web-{6E8403B9-C474-4B99-9353-4E0EB3CC5CF0}" dt="2026-10-23T10:00:24.364" v="57" actId="34807"/>
          <ac:spMkLst>
            <pc:docMk/>
            <pc:sldMk cId="444193156" sldId="4687"/>
            <ac:spMk id="16278" creationId="{C2F5031B-8DDE-A4DD-2254-B6A9654E386F}"/>
          </ac:spMkLst>
        </pc:spChg>
        <pc:spChg chg="add del mod">
          <ac:chgData name="" userId="" providerId="" clId="Web-{6E8403B9-C474-4B99-9353-4E0EB3CC5CF0}" dt="2026-10-23T10:00:24.364" v="57" actId="34807"/>
          <ac:spMkLst>
            <pc:docMk/>
            <pc:sldMk cId="444193156" sldId="4687"/>
            <ac:spMk id="16283" creationId="{7629FBAD-09F1-559A-B072-7CF167AD4B45}"/>
          </ac:spMkLst>
        </pc:spChg>
        <pc:spChg chg="add mod">
          <ac:chgData name="" userId="" providerId="" clId="Web-{6E8403B9-C474-4B99-9353-4E0EB3CC5CF0}" dt="2026-10-23T10:00:23.599" v="56" actId="34807"/>
          <ac:spMkLst>
            <pc:docMk/>
            <pc:sldMk cId="444193156" sldId="4687"/>
            <ac:spMk id="22442" creationId="{36B674EB-6A4A-8970-3CDF-0382A19DF0A3}"/>
          </ac:spMkLst>
        </pc:spChg>
        <pc:spChg chg="add mod">
          <ac:chgData name="" userId="" providerId="" clId="Web-{6E8403B9-C474-4B99-9353-4E0EB3CC5CF0}" dt="2026-10-23T10:00:23.599" v="56" actId="34807"/>
          <ac:spMkLst>
            <pc:docMk/>
            <pc:sldMk cId="444193156" sldId="4687"/>
            <ac:spMk id="22444" creationId="{142CBE3E-5513-D4C9-415A-24CF9E21C853}"/>
          </ac:spMkLst>
        </pc:spChg>
        <pc:spChg chg="add mod">
          <ac:chgData name="" userId="" providerId="" clId="Web-{6E8403B9-C474-4B99-9353-4E0EB3CC5CF0}" dt="2026-10-23T10:00:23.599" v="56" actId="34807"/>
          <ac:spMkLst>
            <pc:docMk/>
            <pc:sldMk cId="444193156" sldId="4687"/>
            <ac:spMk id="22447" creationId="{7C6ECD59-914B-980C-02C3-5C139114260A}"/>
          </ac:spMkLst>
        </pc:spChg>
        <pc:spChg chg="add mod">
          <ac:chgData name="" userId="" providerId="" clId="Web-{6E8403B9-C474-4B99-9353-4E0EB3CC5CF0}" dt="2026-10-23T10:00:23.599" v="56" actId="34807"/>
          <ac:spMkLst>
            <pc:docMk/>
            <pc:sldMk cId="444193156" sldId="4687"/>
            <ac:spMk id="22451" creationId="{BF2D5AA6-234B-E05A-0158-DBB8832EC163}"/>
          </ac:spMkLst>
        </pc:spChg>
        <pc:spChg chg="add mod">
          <ac:chgData name="" userId="" providerId="" clId="Web-{6E8403B9-C474-4B99-9353-4E0EB3CC5CF0}" dt="2026-10-23T10:00:23.599" v="56" actId="34807"/>
          <ac:spMkLst>
            <pc:docMk/>
            <pc:sldMk cId="444193156" sldId="4687"/>
            <ac:spMk id="22456" creationId="{47CDB1E0-AA85-3C81-6DF0-B8DDD5B51995}"/>
          </ac:spMkLst>
        </pc:spChg>
        <pc:spChg chg="add mod">
          <ac:chgData name="" userId="" providerId="" clId="Web-{6E8403B9-C474-4B99-9353-4E0EB3CC5CF0}" dt="2026-10-23T10:00:23.599" v="56" actId="34807"/>
          <ac:spMkLst>
            <pc:docMk/>
            <pc:sldMk cId="444193156" sldId="4687"/>
            <ac:spMk id="22463" creationId="{05674F84-5FAF-5F30-7AE2-8E74B8E2F5C2}"/>
          </ac:spMkLst>
        </pc:spChg>
        <pc:spChg chg="add mod">
          <ac:chgData name="" userId="" providerId="" clId="Web-{6E8403B9-C474-4B99-9353-4E0EB3CC5CF0}" dt="2026-10-23T10:00:23.599" v="56" actId="34807"/>
          <ac:spMkLst>
            <pc:docMk/>
            <pc:sldMk cId="444193156" sldId="4687"/>
            <ac:spMk id="22471" creationId="{4FCE70D2-145D-CFED-3930-99657E911674}"/>
          </ac:spMkLst>
        </pc:spChg>
        <pc:graphicFrameChg chg="add del mod">
          <ac:chgData name="" userId="" providerId="" clId="Web-{6E8403B9-C474-4B99-9353-4E0EB3CC5CF0}" dt="2026-10-23T10:00:24.364" v="57" actId="34807"/>
          <ac:graphicFrameMkLst>
            <pc:docMk/>
            <pc:sldMk cId="444193156" sldId="4687"/>
            <ac:graphicFrameMk id="8" creationId="{2DB63EF5-6E19-4142-83DA-4A8AA15BCB9B}"/>
          </ac:graphicFrameMkLst>
        </pc:graphicFrameChg>
        <pc:graphicFrameChg chg="add mod">
          <ac:chgData name="" userId="" providerId="" clId="Web-{6E8403B9-C474-4B99-9353-4E0EB3CC5CF0}" dt="2026-10-23T10:00:23.599" v="56" actId="34807"/>
          <ac:graphicFrameMkLst>
            <pc:docMk/>
            <pc:sldMk cId="444193156" sldId="4687"/>
            <ac:graphicFrameMk id="11" creationId="{2A44A6ED-F93E-4C88-A3A7-E356AA78279F}"/>
          </ac:graphicFrameMkLst>
        </pc:graphicFrameChg>
      </pc:sldChg>
      <pc:sldChg chg="addSp modSp">
        <pc:chgData name="" userId="" providerId="" clId="Web-{6E8403B9-C474-4B99-9353-4E0EB3CC5CF0}" dt="2026-10-23T10:00:31.974" v="59" actId="34807"/>
        <pc:sldMkLst>
          <pc:docMk/>
          <pc:sldMk cId="18801219" sldId="4909"/>
        </pc:sldMkLst>
        <pc:spChg chg="add mod">
          <ac:chgData name="" userId="" providerId="" clId="Web-{6E8403B9-C474-4B99-9353-4E0EB3CC5CF0}" dt="2026-10-23T10:00:31.239" v="58" actId="34807"/>
          <ac:spMkLst>
            <pc:docMk/>
            <pc:sldMk cId="18801219" sldId="4909"/>
            <ac:spMk id="22472" creationId="{27175658-3919-890A-A660-1F6FA2760E85}"/>
          </ac:spMkLst>
        </pc:spChg>
        <pc:spChg chg="add mod">
          <ac:chgData name="" userId="" providerId="" clId="Web-{6E8403B9-C474-4B99-9353-4E0EB3CC5CF0}" dt="2026-10-23T10:00:31.239" v="58" actId="34807"/>
          <ac:spMkLst>
            <pc:docMk/>
            <pc:sldMk cId="18801219" sldId="4909"/>
            <ac:spMk id="22474" creationId="{212AC7AF-3471-4534-D59B-7FF331F5B6EF}"/>
          </ac:spMkLst>
        </pc:spChg>
        <pc:spChg chg="add mod">
          <ac:chgData name="" userId="" providerId="" clId="Web-{6E8403B9-C474-4B99-9353-4E0EB3CC5CF0}" dt="2026-10-23T10:00:31.239" v="58" actId="34807"/>
          <ac:spMkLst>
            <pc:docMk/>
            <pc:sldMk cId="18801219" sldId="4909"/>
            <ac:spMk id="22477" creationId="{515C7044-5C3E-36C8-7EC8-F0DAD040E061}"/>
          </ac:spMkLst>
        </pc:spChg>
        <pc:spChg chg="add mod">
          <ac:chgData name="" userId="" providerId="" clId="Web-{6E8403B9-C474-4B99-9353-4E0EB3CC5CF0}" dt="2026-10-23T10:00:31.239" v="58" actId="34807"/>
          <ac:spMkLst>
            <pc:docMk/>
            <pc:sldMk cId="18801219" sldId="4909"/>
            <ac:spMk id="22481" creationId="{F552AF7E-E572-48AE-8086-A7D5E04ABC78}"/>
          </ac:spMkLst>
        </pc:spChg>
        <pc:spChg chg="add mod">
          <ac:chgData name="" userId="" providerId="" clId="Web-{6E8403B9-C474-4B99-9353-4E0EB3CC5CF0}" dt="2026-10-23T10:00:31.239" v="58" actId="34807"/>
          <ac:spMkLst>
            <pc:docMk/>
            <pc:sldMk cId="18801219" sldId="4909"/>
            <ac:spMk id="22486" creationId="{74298CC0-8C55-B4D0-84C7-30B29935CF05}"/>
          </ac:spMkLst>
        </pc:spChg>
        <pc:spChg chg="mod">
          <ac:chgData name="" userId="" providerId="" clId="Web-{6E8403B9-C474-4B99-9353-4E0EB3CC5CF0}" dt="2026-10-23T10:00:31.974" v="59" actId="34807"/>
          <ac:spMkLst>
            <pc:docMk/>
            <pc:sldMk cId="18801219" sldId="4909"/>
            <ac:spMk id="22492" creationId="{40262515-DFF9-AEB0-1B21-5835A3950793}"/>
          </ac:spMkLst>
        </pc:spChg>
        <pc:spChg chg="add mod">
          <ac:chgData name="" userId="" providerId="" clId="Web-{6E8403B9-C474-4B99-9353-4E0EB3CC5CF0}" dt="2026-10-23T10:00:31.239" v="58" actId="34807"/>
          <ac:spMkLst>
            <pc:docMk/>
            <pc:sldMk cId="18801219" sldId="4909"/>
            <ac:spMk id="22499" creationId="{856163AE-E434-3CA8-E330-8162834C7CE0}"/>
          </ac:spMkLst>
        </pc:spChg>
        <pc:spChg chg="add mod">
          <ac:chgData name="" userId="" providerId="" clId="Web-{6E8403B9-C474-4B99-9353-4E0EB3CC5CF0}" dt="2026-10-23T10:00:31.974" v="59" actId="34807"/>
          <ac:spMkLst>
            <pc:docMk/>
            <pc:sldMk cId="18801219" sldId="4909"/>
            <ac:spMk id="22507" creationId="{A903BBE9-45B8-9F48-7F74-3F8343999FA2}"/>
          </ac:spMkLst>
        </pc:spChg>
        <pc:spChg chg="add mod">
          <ac:chgData name="" userId="" providerId="" clId="Web-{6E8403B9-C474-4B99-9353-4E0EB3CC5CF0}" dt="2026-10-23T10:00:31.239" v="58" actId="34807"/>
          <ac:spMkLst>
            <pc:docMk/>
            <pc:sldMk cId="18801219" sldId="4909"/>
            <ac:spMk id="22517" creationId="{1EFF6459-9D9F-A53D-ADE7-7F63F13DB4EC}"/>
          </ac:spMkLst>
        </pc:spChg>
        <pc:spChg chg="add mod">
          <ac:chgData name="" userId="" providerId="" clId="Web-{6E8403B9-C474-4B99-9353-4E0EB3CC5CF0}" dt="2026-10-23T10:00:31.239" v="58" actId="34807"/>
          <ac:spMkLst>
            <pc:docMk/>
            <pc:sldMk cId="18801219" sldId="4909"/>
            <ac:spMk id="22528" creationId="{CDD3CB36-CC26-5BBE-1EB8-AF2BFD6964C5}"/>
          </ac:spMkLst>
        </pc:spChg>
        <pc:spChg chg="add mod">
          <ac:chgData name="" userId="" providerId="" clId="Web-{6E8403B9-C474-4B99-9353-4E0EB3CC5CF0}" dt="2026-10-23T10:00:31.239" v="58" actId="34807"/>
          <ac:spMkLst>
            <pc:docMk/>
            <pc:sldMk cId="18801219" sldId="4909"/>
            <ac:spMk id="22540" creationId="{F1249BA4-DF0D-7B43-6E9D-DC013D517344}"/>
          </ac:spMkLst>
        </pc:spChg>
      </pc:sldChg>
      <pc:sldChg chg="addSp modSp">
        <pc:chgData name="" userId="" providerId="" clId="Web-{6E8403B9-C474-4B99-9353-4E0EB3CC5CF0}" dt="2026-10-23T10:00:41.114" v="60" actId="34807"/>
        <pc:sldMkLst>
          <pc:docMk/>
          <pc:sldMk cId="1994120710" sldId="5132"/>
        </pc:sldMkLst>
        <pc:spChg chg="add mod">
          <ac:chgData name="" userId="" providerId="" clId="Web-{6E8403B9-C474-4B99-9353-4E0EB3CC5CF0}" dt="2026-10-23T10:00:41.114" v="60" actId="34807"/>
          <ac:spMkLst>
            <pc:docMk/>
            <pc:sldMk cId="1994120710" sldId="5132"/>
            <ac:spMk id="22541" creationId="{72627532-1161-36DC-D7E4-EA4EC120F428}"/>
          </ac:spMkLst>
        </pc:spChg>
        <pc:spChg chg="add mod">
          <ac:chgData name="" userId="" providerId="" clId="Web-{6E8403B9-C474-4B99-9353-4E0EB3CC5CF0}" dt="2026-10-23T10:00:41.114" v="60" actId="34807"/>
          <ac:spMkLst>
            <pc:docMk/>
            <pc:sldMk cId="1994120710" sldId="5132"/>
            <ac:spMk id="22543" creationId="{16831651-A46C-C4E1-2531-20DC5500CE5A}"/>
          </ac:spMkLst>
        </pc:spChg>
        <pc:spChg chg="add mod">
          <ac:chgData name="" userId="" providerId="" clId="Web-{6E8403B9-C474-4B99-9353-4E0EB3CC5CF0}" dt="2026-10-23T10:00:41.114" v="60" actId="34807"/>
          <ac:spMkLst>
            <pc:docMk/>
            <pc:sldMk cId="1994120710" sldId="5132"/>
            <ac:spMk id="22546" creationId="{DF755256-A8D0-F73B-4478-5D98A71300C6}"/>
          </ac:spMkLst>
        </pc:spChg>
        <pc:spChg chg="add mod">
          <ac:chgData name="" userId="" providerId="" clId="Web-{6E8403B9-C474-4B99-9353-4E0EB3CC5CF0}" dt="2026-10-23T10:00:41.114" v="60" actId="34807"/>
          <ac:spMkLst>
            <pc:docMk/>
            <pc:sldMk cId="1994120710" sldId="5132"/>
            <ac:spMk id="22551" creationId="{27AA305F-4B63-2059-26E5-6E28B0DDBE38}"/>
          </ac:spMkLst>
        </pc:spChg>
        <pc:spChg chg="add mod">
          <ac:chgData name="" userId="" providerId="" clId="Web-{6E8403B9-C474-4B99-9353-4E0EB3CC5CF0}" dt="2026-10-23T10:00:41.114" v="60" actId="34807"/>
          <ac:spMkLst>
            <pc:docMk/>
            <pc:sldMk cId="1994120710" sldId="5132"/>
            <ac:spMk id="22557" creationId="{9752444A-8AAD-892E-F49E-C1878764E508}"/>
          </ac:spMkLst>
        </pc:spChg>
        <pc:graphicFrameChg chg="add mod">
          <ac:chgData name="" userId="" providerId="" clId="Web-{6E8403B9-C474-4B99-9353-4E0EB3CC5CF0}" dt="2026-10-23T10:00:41.114" v="60" actId="34807"/>
          <ac:graphicFrameMkLst>
            <pc:docMk/>
            <pc:sldMk cId="1994120710" sldId="5132"/>
            <ac:graphicFrameMk id="8" creationId="{7F56379E-718D-4E16-8B19-52588F825E24}"/>
          </ac:graphicFrameMkLst>
        </pc:graphicFrameChg>
      </pc:sldChg>
      <pc:sldChg chg="addSp modSp">
        <pc:chgData name="" userId="" providerId="" clId="Web-{6E8403B9-C474-4B99-9353-4E0EB3CC5CF0}" dt="2026-10-23T10:00:50.271" v="67" actId="34807"/>
        <pc:sldMkLst>
          <pc:docMk/>
          <pc:sldMk cId="2759033825" sldId="5356"/>
        </pc:sldMkLst>
        <pc:spChg chg="add mod">
          <ac:chgData name="" userId="" providerId="" clId="Web-{6E8403B9-C474-4B99-9353-4E0EB3CC5CF0}" dt="2026-10-23T10:00:49.474" v="66" actId="34807"/>
          <ac:spMkLst>
            <pc:docMk/>
            <pc:sldMk cId="2759033825" sldId="5356"/>
            <ac:spMk id="22565" creationId="{4A3FDDE7-1A68-9E1F-0090-5F6B7A638E42}"/>
          </ac:spMkLst>
        </pc:spChg>
        <pc:spChg chg="mod">
          <ac:chgData name="" userId="" providerId="" clId="Web-{6E8403B9-C474-4B99-9353-4E0EB3CC5CF0}" dt="2026-10-23T10:00:50.271" v="67" actId="34807"/>
          <ac:spMkLst>
            <pc:docMk/>
            <pc:sldMk cId="2759033825" sldId="5356"/>
            <ac:spMk id="22567" creationId="{36F52C3D-47B1-D3F6-30FF-3D9EFC26727D}"/>
          </ac:spMkLst>
        </pc:spChg>
        <pc:spChg chg="mod">
          <ac:chgData name="" userId="" providerId="" clId="Web-{6E8403B9-C474-4B99-9353-4E0EB3CC5CF0}" dt="2026-10-23T10:00:50.271" v="67" actId="34807"/>
          <ac:spMkLst>
            <pc:docMk/>
            <pc:sldMk cId="2759033825" sldId="5356"/>
            <ac:spMk id="22570" creationId="{2CBF20A9-9DEC-BA93-C8A1-4493B2E88143}"/>
          </ac:spMkLst>
        </pc:spChg>
        <pc:spChg chg="add mod">
          <ac:chgData name="" userId="" providerId="" clId="Web-{6E8403B9-C474-4B99-9353-4E0EB3CC5CF0}" dt="2026-10-23T10:00:49.474" v="66" actId="34807"/>
          <ac:spMkLst>
            <pc:docMk/>
            <pc:sldMk cId="2759033825" sldId="5356"/>
            <ac:spMk id="22574" creationId="{19470EBF-3C56-C17F-2CA6-382A72E29413}"/>
          </ac:spMkLst>
        </pc:spChg>
        <pc:spChg chg="mod">
          <ac:chgData name="" userId="" providerId="" clId="Web-{6E8403B9-C474-4B99-9353-4E0EB3CC5CF0}" dt="2026-10-23T10:00:50.271" v="67" actId="34807"/>
          <ac:spMkLst>
            <pc:docMk/>
            <pc:sldMk cId="2759033825" sldId="5356"/>
            <ac:spMk id="22579" creationId="{BF21CFF6-EC25-8D92-3AE9-7BCA22E0A20C}"/>
          </ac:spMkLst>
        </pc:spChg>
        <pc:spChg chg="mod">
          <ac:chgData name="" userId="" providerId="" clId="Web-{6E8403B9-C474-4B99-9353-4E0EB3CC5CF0}" dt="2026-10-23T10:00:50.271" v="67" actId="34807"/>
          <ac:spMkLst>
            <pc:docMk/>
            <pc:sldMk cId="2759033825" sldId="5356"/>
            <ac:spMk id="22585" creationId="{F9DF2783-BA15-D289-6518-E2BB8DA48F03}"/>
          </ac:spMkLst>
        </pc:spChg>
        <pc:spChg chg="add mod">
          <ac:chgData name="" userId="" providerId="" clId="Web-{6E8403B9-C474-4B99-9353-4E0EB3CC5CF0}" dt="2026-10-23T10:00:50.271" v="67" actId="34807"/>
          <ac:spMkLst>
            <pc:docMk/>
            <pc:sldMk cId="2759033825" sldId="5356"/>
            <ac:spMk id="22600" creationId="{450B94D9-1671-AF71-674D-7F4E3D37F549}"/>
          </ac:spMkLst>
        </pc:spChg>
        <pc:spChg chg="mod">
          <ac:chgData name="" userId="" providerId="" clId="Web-{6E8403B9-C474-4B99-9353-4E0EB3CC5CF0}" dt="2026-10-23T10:00:50.271" v="67" actId="34807"/>
          <ac:spMkLst>
            <pc:docMk/>
            <pc:sldMk cId="2759033825" sldId="5356"/>
            <ac:spMk id="22609" creationId="{AF8A918A-F0D0-2E9D-CD45-42E2D703B620}"/>
          </ac:spMkLst>
        </pc:spChg>
        <pc:spChg chg="add mod">
          <ac:chgData name="" userId="" providerId="" clId="Web-{6E8403B9-C474-4B99-9353-4E0EB3CC5CF0}" dt="2026-10-23T10:00:49.474" v="66" actId="34807"/>
          <ac:spMkLst>
            <pc:docMk/>
            <pc:sldMk cId="2759033825" sldId="5356"/>
            <ac:spMk id="22619" creationId="{511B8EAD-12CD-7373-0344-B915437F1631}"/>
          </ac:spMkLst>
        </pc:spChg>
        <pc:spChg chg="add mod">
          <ac:chgData name="" userId="" providerId="" clId="Web-{6E8403B9-C474-4B99-9353-4E0EB3CC5CF0}" dt="2026-10-23T10:00:50.271" v="67" actId="34807"/>
          <ac:spMkLst>
            <pc:docMk/>
            <pc:sldMk cId="2759033825" sldId="5356"/>
            <ac:spMk id="22630" creationId="{1AD0F606-F0A4-CA83-27C8-229C28F23817}"/>
          </ac:spMkLst>
        </pc:spChg>
        <pc:spChg chg="mod">
          <ac:chgData name="" userId="" providerId="" clId="Web-{6E8403B9-C474-4B99-9353-4E0EB3CC5CF0}" dt="2026-10-23T10:00:50.271" v="67" actId="34807"/>
          <ac:spMkLst>
            <pc:docMk/>
            <pc:sldMk cId="2759033825" sldId="5356"/>
            <ac:spMk id="22642" creationId="{203B336D-FFD8-A3D2-2012-3F93965AC647}"/>
          </ac:spMkLst>
        </pc:spChg>
        <pc:spChg chg="add mod">
          <ac:chgData name="" userId="" providerId="" clId="Web-{6E8403B9-C474-4B99-9353-4E0EB3CC5CF0}" dt="2026-10-23T10:00:49.474" v="66" actId="34807"/>
          <ac:spMkLst>
            <pc:docMk/>
            <pc:sldMk cId="2759033825" sldId="5356"/>
            <ac:spMk id="22655" creationId="{70D42058-8349-A2CA-C996-5AA290AF0AE4}"/>
          </ac:spMkLst>
        </pc:spChg>
        <pc:spChg chg="add mod">
          <ac:chgData name="" userId="" providerId="" clId="Web-{6E8403B9-C474-4B99-9353-4E0EB3CC5CF0}" dt="2026-10-23T10:00:49.474" v="66" actId="34807"/>
          <ac:spMkLst>
            <pc:docMk/>
            <pc:sldMk cId="2759033825" sldId="5356"/>
            <ac:spMk id="22669" creationId="{3EAEFA81-3ADA-478C-ECD3-CCD707EC497B}"/>
          </ac:spMkLst>
        </pc:spChg>
        <pc:spChg chg="add mod">
          <ac:chgData name="" userId="" providerId="" clId="Web-{6E8403B9-C474-4B99-9353-4E0EB3CC5CF0}" dt="2026-10-23T10:00:49.474" v="66" actId="34807"/>
          <ac:spMkLst>
            <pc:docMk/>
            <pc:sldMk cId="2759033825" sldId="5356"/>
            <ac:spMk id="22700" creationId="{F2B362E3-5208-562E-AEFD-EB3D5896CD08}"/>
          </ac:spMkLst>
        </pc:spChg>
        <pc:spChg chg="add mod">
          <ac:chgData name="" userId="" providerId="" clId="Web-{6E8403B9-C474-4B99-9353-4E0EB3CC5CF0}" dt="2026-10-23T10:00:49.474" v="66" actId="34807"/>
          <ac:spMkLst>
            <pc:docMk/>
            <pc:sldMk cId="2759033825" sldId="5356"/>
            <ac:spMk id="22735" creationId="{92FA0C26-AF36-AFC1-C093-B2FC03214F3E}"/>
          </ac:spMkLst>
        </pc:spChg>
        <pc:spChg chg="add mod">
          <ac:chgData name="" userId="" providerId="" clId="Web-{6E8403B9-C474-4B99-9353-4E0EB3CC5CF0}" dt="2026-10-23T10:00:49.474" v="66" actId="34807"/>
          <ac:spMkLst>
            <pc:docMk/>
            <pc:sldMk cId="2759033825" sldId="5356"/>
            <ac:spMk id="22817" creationId="{1A48C602-7F26-ED7D-896E-F692A1106F01}"/>
          </ac:spMkLst>
        </pc:spChg>
      </pc:sldChg>
      <pc:sldChg chg="addSp modSp">
        <pc:chgData name="" userId="" providerId="" clId="Web-{6E8403B9-C474-4B99-9353-4E0EB3CC5CF0}" dt="2026-10-23T10:00:57.255" v="69" actId="34807"/>
        <pc:sldMkLst>
          <pc:docMk/>
          <pc:sldMk cId="3209468076" sldId="5581"/>
        </pc:sldMkLst>
        <pc:spChg chg="add mod">
          <ac:chgData name="" userId="" providerId="" clId="Web-{6E8403B9-C474-4B99-9353-4E0EB3CC5CF0}" dt="2026-10-23T10:00:56.396" v="68" actId="34807"/>
          <ac:spMkLst>
            <pc:docMk/>
            <pc:sldMk cId="3209468076" sldId="5581"/>
            <ac:spMk id="22865" creationId="{383C4F8C-6E59-98EF-633F-AC7A0771B0A7}"/>
          </ac:spMkLst>
        </pc:spChg>
        <pc:spChg chg="add mod">
          <ac:chgData name="" userId="" providerId="" clId="Web-{6E8403B9-C474-4B99-9353-4E0EB3CC5CF0}" dt="2026-10-23T10:00:56.396" v="68" actId="34807"/>
          <ac:spMkLst>
            <pc:docMk/>
            <pc:sldMk cId="3209468076" sldId="5581"/>
            <ac:spMk id="22867" creationId="{5BF529F9-AC04-320B-41F1-B5D3356AF1A7}"/>
          </ac:spMkLst>
        </pc:spChg>
        <pc:spChg chg="mod">
          <ac:chgData name="" userId="" providerId="" clId="Web-{6E8403B9-C474-4B99-9353-4E0EB3CC5CF0}" dt="2026-10-23T10:00:57.255" v="69" actId="34807"/>
          <ac:spMkLst>
            <pc:docMk/>
            <pc:sldMk cId="3209468076" sldId="5581"/>
            <ac:spMk id="22879" creationId="{F3AFC0D5-B241-1500-692A-EB4872E99381}"/>
          </ac:spMkLst>
        </pc:spChg>
        <pc:spChg chg="mod">
          <ac:chgData name="" userId="" providerId="" clId="Web-{6E8403B9-C474-4B99-9353-4E0EB3CC5CF0}" dt="2026-10-23T10:00:57.255" v="69" actId="34807"/>
          <ac:spMkLst>
            <pc:docMk/>
            <pc:sldMk cId="3209468076" sldId="5581"/>
            <ac:spMk id="22900" creationId="{86905FC6-89EC-48AB-ED6E-806CE5426E89}"/>
          </ac:spMkLst>
        </pc:spChg>
        <pc:spChg chg="add mod">
          <ac:chgData name="" userId="" providerId="" clId="Web-{6E8403B9-C474-4B99-9353-4E0EB3CC5CF0}" dt="2026-10-23T10:00:56.396" v="68" actId="34807"/>
          <ac:spMkLst>
            <pc:docMk/>
            <pc:sldMk cId="3209468076" sldId="5581"/>
            <ac:spMk id="22919" creationId="{8C0A9C9E-73A8-C562-071D-E63825728555}"/>
          </ac:spMkLst>
        </pc:spChg>
        <pc:spChg chg="add mod">
          <ac:chgData name="" userId="" providerId="" clId="Web-{6E8403B9-C474-4B99-9353-4E0EB3CC5CF0}" dt="2026-10-23T10:00:57.255" v="69" actId="34807"/>
          <ac:spMkLst>
            <pc:docMk/>
            <pc:sldMk cId="3209468076" sldId="5581"/>
            <ac:spMk id="22930" creationId="{F17FF034-136A-71AE-9E4A-FD4B3C37330C}"/>
          </ac:spMkLst>
        </pc:spChg>
        <pc:spChg chg="add mod">
          <ac:chgData name="" userId="" providerId="" clId="Web-{6E8403B9-C474-4B99-9353-4E0EB3CC5CF0}" dt="2026-10-23T10:00:57.255" v="69" actId="34807"/>
          <ac:spMkLst>
            <pc:docMk/>
            <pc:sldMk cId="3209468076" sldId="5581"/>
            <ac:spMk id="22969" creationId="{A1B0B1F6-2956-3106-156D-65531E5AEA63}"/>
          </ac:spMkLst>
        </pc:spChg>
        <pc:spChg chg="add mod">
          <ac:chgData name="" userId="" providerId="" clId="Web-{6E8403B9-C474-4B99-9353-4E0EB3CC5CF0}" dt="2026-10-23T10:00:56.396" v="68" actId="34807"/>
          <ac:spMkLst>
            <pc:docMk/>
            <pc:sldMk cId="3209468076" sldId="5581"/>
            <ac:spMk id="23000" creationId="{A60B0E65-D9EA-31ED-B4BE-A1469D769DE7}"/>
          </ac:spMkLst>
        </pc:spChg>
        <pc:spChg chg="add mod">
          <ac:chgData name="" userId="" providerId="" clId="Web-{6E8403B9-C474-4B99-9353-4E0EB3CC5CF0}" dt="2026-10-23T10:00:56.396" v="68" actId="34807"/>
          <ac:spMkLst>
            <pc:docMk/>
            <pc:sldMk cId="3209468076" sldId="5581"/>
            <ac:spMk id="23017" creationId="{1B5228D0-642B-CDA7-C787-879003C75F3A}"/>
          </ac:spMkLst>
        </pc:spChg>
        <pc:spChg chg="add mod">
          <ac:chgData name="" userId="" providerId="" clId="Web-{6E8403B9-C474-4B99-9353-4E0EB3CC5CF0}" dt="2026-10-23T10:00:56.396" v="68" actId="34807"/>
          <ac:spMkLst>
            <pc:docMk/>
            <pc:sldMk cId="3209468076" sldId="5581"/>
            <ac:spMk id="23035" creationId="{800F697B-5C43-CE53-534E-FC0AC0648559}"/>
          </ac:spMkLst>
        </pc:spChg>
        <pc:spChg chg="add mod">
          <ac:chgData name="" userId="" providerId="" clId="Web-{6E8403B9-C474-4B99-9353-4E0EB3CC5CF0}" dt="2026-10-23T10:00:56.396" v="68" actId="34807"/>
          <ac:spMkLst>
            <pc:docMk/>
            <pc:sldMk cId="3209468076" sldId="5581"/>
            <ac:spMk id="23054" creationId="{85F969D4-F94A-0BD2-B132-B3A73ACE6F19}"/>
          </ac:spMkLst>
        </pc:spChg>
        <pc:spChg chg="add mod">
          <ac:chgData name="" userId="" providerId="" clId="Web-{6E8403B9-C474-4B99-9353-4E0EB3CC5CF0}" dt="2026-10-23T10:00:56.396" v="68" actId="34807"/>
          <ac:spMkLst>
            <pc:docMk/>
            <pc:sldMk cId="3209468076" sldId="5581"/>
            <ac:spMk id="23117" creationId="{E350CB69-7487-C846-E8AF-F9559090773A}"/>
          </ac:spMkLst>
        </pc:spChg>
        <pc:spChg chg="mod">
          <ac:chgData name="" userId="" providerId="" clId="Web-{6E8403B9-C474-4B99-9353-4E0EB3CC5CF0}" dt="2026-10-23T10:00:57.255" v="69" actId="34807"/>
          <ac:spMkLst>
            <pc:docMk/>
            <pc:sldMk cId="3209468076" sldId="5581"/>
            <ac:spMk id="23140" creationId="{815D384F-4ABD-F897-09FE-43B3C66FF94E}"/>
          </ac:spMkLst>
        </pc:spChg>
        <pc:spChg chg="mod">
          <ac:chgData name="" userId="" providerId="" clId="Web-{6E8403B9-C474-4B99-9353-4E0EB3CC5CF0}" dt="2026-10-23T10:00:57.255" v="69" actId="34807"/>
          <ac:spMkLst>
            <pc:docMk/>
            <pc:sldMk cId="3209468076" sldId="5581"/>
            <ac:spMk id="23164" creationId="{AFA452DB-2F9C-074F-31E9-90CCEAD5936D}"/>
          </ac:spMkLst>
        </pc:spChg>
        <pc:spChg chg="mod">
          <ac:chgData name="" userId="" providerId="" clId="Web-{6E8403B9-C474-4B99-9353-4E0EB3CC5CF0}" dt="2026-10-23T10:00:57.255" v="69" actId="34807"/>
          <ac:spMkLst>
            <pc:docMk/>
            <pc:sldMk cId="3209468076" sldId="5581"/>
            <ac:spMk id="23189" creationId="{2D3A699B-4ABA-2DA4-22A2-FA3DB3B66922}"/>
          </ac:spMkLst>
        </pc:spChg>
      </pc:sldChg>
      <pc:sldChg chg="addSp modSp">
        <pc:chgData name="" userId="" providerId="" clId="Web-{6E8403B9-C474-4B99-9353-4E0EB3CC5CF0}" dt="2026-10-23T10:01:08.740" v="72" actId="34807"/>
        <pc:sldMkLst>
          <pc:docMk/>
          <pc:sldMk cId="2251772608" sldId="5807"/>
        </pc:sldMkLst>
        <pc:spChg chg="mod">
          <ac:chgData name="" userId="" providerId="" clId="Web-{6E8403B9-C474-4B99-9353-4E0EB3CC5CF0}" dt="2026-10-23T10:01:08.740" v="72" actId="34807"/>
          <ac:spMkLst>
            <pc:docMk/>
            <pc:sldMk cId="2251772608" sldId="5807"/>
            <ac:spMk id="23338" creationId="{620F1B70-6E10-EFAA-9160-19E39185232A}"/>
          </ac:spMkLst>
        </pc:spChg>
        <pc:spChg chg="add mod">
          <ac:chgData name="" userId="" providerId="" clId="Web-{6E8403B9-C474-4B99-9353-4E0EB3CC5CF0}" dt="2026-10-23T10:01:07.896" v="71" actId="34807"/>
          <ac:spMkLst>
            <pc:docMk/>
            <pc:sldMk cId="2251772608" sldId="5807"/>
            <ac:spMk id="23341" creationId="{C6E70157-5A81-44E0-044B-71CC60FD4585}"/>
          </ac:spMkLst>
        </pc:spChg>
        <pc:spChg chg="add mod">
          <ac:chgData name="" userId="" providerId="" clId="Web-{6E8403B9-C474-4B99-9353-4E0EB3CC5CF0}" dt="2026-10-23T10:01:07.896" v="71" actId="34807"/>
          <ac:spMkLst>
            <pc:docMk/>
            <pc:sldMk cId="2251772608" sldId="5807"/>
            <ac:spMk id="23345" creationId="{0706ADE4-8D5F-164B-2E02-07BC774CAE74}"/>
          </ac:spMkLst>
        </pc:spChg>
        <pc:spChg chg="add mod">
          <ac:chgData name="" userId="" providerId="" clId="Web-{6E8403B9-C474-4B99-9353-4E0EB3CC5CF0}" dt="2026-10-23T10:01:07.896" v="71" actId="34807"/>
          <ac:spMkLst>
            <pc:docMk/>
            <pc:sldMk cId="2251772608" sldId="5807"/>
            <ac:spMk id="23350" creationId="{0F8D2577-5CA0-6680-5924-BE6D35FD96F4}"/>
          </ac:spMkLst>
        </pc:spChg>
        <pc:spChg chg="add mod">
          <ac:chgData name="" userId="" providerId="" clId="Web-{6E8403B9-C474-4B99-9353-4E0EB3CC5CF0}" dt="2026-10-23T10:01:07.896" v="71" actId="34807"/>
          <ac:spMkLst>
            <pc:docMk/>
            <pc:sldMk cId="2251772608" sldId="5807"/>
            <ac:spMk id="23356" creationId="{68D7271C-77E9-C361-4574-F2A254C0AA39}"/>
          </ac:spMkLst>
        </pc:spChg>
        <pc:spChg chg="mod">
          <ac:chgData name="" userId="" providerId="" clId="Web-{6E8403B9-C474-4B99-9353-4E0EB3CC5CF0}" dt="2026-10-23T10:01:08.740" v="72" actId="34807"/>
          <ac:spMkLst>
            <pc:docMk/>
            <pc:sldMk cId="2251772608" sldId="5807"/>
            <ac:spMk id="23363" creationId="{A27E9473-F0B5-BE96-AB80-C1168331AF8A}"/>
          </ac:spMkLst>
        </pc:spChg>
        <pc:spChg chg="add mod">
          <ac:chgData name="" userId="" providerId="" clId="Web-{6E8403B9-C474-4B99-9353-4E0EB3CC5CF0}" dt="2026-10-23T10:01:07.896" v="71" actId="34807"/>
          <ac:spMkLst>
            <pc:docMk/>
            <pc:sldMk cId="2251772608" sldId="5807"/>
            <ac:spMk id="23390" creationId="{5F201278-3DBA-8CC2-A249-A66775544D68}"/>
          </ac:spMkLst>
        </pc:spChg>
        <pc:spChg chg="add mod">
          <ac:chgData name="" userId="" providerId="" clId="Web-{6E8403B9-C474-4B99-9353-4E0EB3CC5CF0}" dt="2026-10-23T10:01:08.740" v="72" actId="34807"/>
          <ac:spMkLst>
            <pc:docMk/>
            <pc:sldMk cId="2251772608" sldId="5807"/>
            <ac:spMk id="23401" creationId="{6E227374-79ED-576C-884D-3B6BF562234D}"/>
          </ac:spMkLst>
        </pc:spChg>
        <pc:spChg chg="add mod">
          <ac:chgData name="" userId="" providerId="" clId="Web-{6E8403B9-C474-4B99-9353-4E0EB3CC5CF0}" dt="2026-10-23T10:01:07.896" v="71" actId="34807"/>
          <ac:spMkLst>
            <pc:docMk/>
            <pc:sldMk cId="2251772608" sldId="5807"/>
            <ac:spMk id="23413" creationId="{560D753C-460B-643A-3293-1528BD6AB39F}"/>
          </ac:spMkLst>
        </pc:spChg>
        <pc:spChg chg="add mod">
          <ac:chgData name="" userId="" providerId="" clId="Web-{6E8403B9-C474-4B99-9353-4E0EB3CC5CF0}" dt="2026-10-23T10:01:07.896" v="71" actId="34807"/>
          <ac:spMkLst>
            <pc:docMk/>
            <pc:sldMk cId="2251772608" sldId="5807"/>
            <ac:spMk id="23426" creationId="{41478368-3D2E-6D43-E889-3DFD04EB0D78}"/>
          </ac:spMkLst>
        </pc:spChg>
        <pc:spChg chg="add mod">
          <ac:chgData name="" userId="" providerId="" clId="Web-{6E8403B9-C474-4B99-9353-4E0EB3CC5CF0}" dt="2026-10-23T10:01:08.740" v="72" actId="34807"/>
          <ac:spMkLst>
            <pc:docMk/>
            <pc:sldMk cId="2251772608" sldId="5807"/>
            <ac:spMk id="23471" creationId="{C231ACCE-5B86-7617-D9FE-173018DEA795}"/>
          </ac:spMkLst>
        </pc:spChg>
        <pc:spChg chg="add mod">
          <ac:chgData name="" userId="" providerId="" clId="Web-{6E8403B9-C474-4B99-9353-4E0EB3CC5CF0}" dt="2026-10-23T10:01:07.896" v="71" actId="34807"/>
          <ac:spMkLst>
            <pc:docMk/>
            <pc:sldMk cId="2251772608" sldId="5807"/>
            <ac:spMk id="23566" creationId="{9ADF32F7-8B9C-C919-D8AE-BC6C53CD82BB}"/>
          </ac:spMkLst>
        </pc:spChg>
      </pc:sldChg>
      <pc:sldChg chg="addSp modSp">
        <pc:chgData name="" userId="" providerId="" clId="Web-{6E8403B9-C474-4B99-9353-4E0EB3CC5CF0}" dt="2026-10-23T10:01:18.334" v="75" actId="34807"/>
        <pc:sldMkLst>
          <pc:docMk/>
          <pc:sldMk cId="49037429" sldId="6034"/>
        </pc:sldMkLst>
        <pc:spChg chg="add mod">
          <ac:chgData name="" userId="" providerId="" clId="Web-{6E8403B9-C474-4B99-9353-4E0EB3CC5CF0}" dt="2026-10-23T10:01:17.412" v="74" actId="34807"/>
          <ac:spMkLst>
            <pc:docMk/>
            <pc:sldMk cId="49037429" sldId="6034"/>
            <ac:spMk id="23722" creationId="{B124ED34-5466-AAB8-8B1E-75EBEAB68A13}"/>
          </ac:spMkLst>
        </pc:spChg>
        <pc:spChg chg="mod">
          <ac:chgData name="" userId="" providerId="" clId="Web-{6E8403B9-C474-4B99-9353-4E0EB3CC5CF0}" dt="2026-10-23T10:01:18.334" v="75" actId="34807"/>
          <ac:spMkLst>
            <pc:docMk/>
            <pc:sldMk cId="49037429" sldId="6034"/>
            <ac:spMk id="23747" creationId="{2046DA33-B151-276E-DCE0-BB98A38E720E}"/>
          </ac:spMkLst>
        </pc:spChg>
        <pc:spChg chg="mod">
          <ac:chgData name="" userId="" providerId="" clId="Web-{6E8403B9-C474-4B99-9353-4E0EB3CC5CF0}" dt="2026-10-23T10:01:18.334" v="75" actId="34807"/>
          <ac:spMkLst>
            <pc:docMk/>
            <pc:sldMk cId="49037429" sldId="6034"/>
            <ac:spMk id="23764" creationId="{11B2E880-5A02-3CA4-29D0-DC90BC04C17F}"/>
          </ac:spMkLst>
        </pc:spChg>
        <pc:spChg chg="mod">
          <ac:chgData name="" userId="" providerId="" clId="Web-{6E8403B9-C474-4B99-9353-4E0EB3CC5CF0}" dt="2026-10-23T10:01:18.334" v="75" actId="34807"/>
          <ac:spMkLst>
            <pc:docMk/>
            <pc:sldMk cId="49037429" sldId="6034"/>
            <ac:spMk id="23774" creationId="{FF28D68F-4F19-198A-9F3B-B6E2A4B0FB6C}"/>
          </ac:spMkLst>
        </pc:spChg>
        <pc:spChg chg="mod">
          <ac:chgData name="" userId="" providerId="" clId="Web-{6E8403B9-C474-4B99-9353-4E0EB3CC5CF0}" dt="2026-10-23T10:01:18.334" v="75" actId="34807"/>
          <ac:spMkLst>
            <pc:docMk/>
            <pc:sldMk cId="49037429" sldId="6034"/>
            <ac:spMk id="23785" creationId="{11783B65-8979-F120-1C78-C60D9D4236B4}"/>
          </ac:spMkLst>
        </pc:spChg>
        <pc:spChg chg="mod">
          <ac:chgData name="" userId="" providerId="" clId="Web-{6E8403B9-C474-4B99-9353-4E0EB3CC5CF0}" dt="2026-10-23T10:01:18.334" v="75" actId="34807"/>
          <ac:spMkLst>
            <pc:docMk/>
            <pc:sldMk cId="49037429" sldId="6034"/>
            <ac:spMk id="23797" creationId="{C03E743C-42FC-A4A9-4E5A-1C929A2168A4}"/>
          </ac:spMkLst>
        </pc:spChg>
        <pc:spChg chg="add mod">
          <ac:chgData name="" userId="" providerId="" clId="Web-{6E8403B9-C474-4B99-9353-4E0EB3CC5CF0}" dt="2026-10-23T10:01:17.412" v="74" actId="34807"/>
          <ac:spMkLst>
            <pc:docMk/>
            <pc:sldMk cId="49037429" sldId="6034"/>
            <ac:spMk id="23824" creationId="{2438F64C-CAC4-2AD6-F6F7-9609E1B5A86F}"/>
          </ac:spMkLst>
        </pc:spChg>
        <pc:spChg chg="add mod">
          <ac:chgData name="" userId="" providerId="" clId="Web-{6E8403B9-C474-4B99-9353-4E0EB3CC5CF0}" dt="2026-10-23T10:01:17.412" v="74" actId="34807"/>
          <ac:spMkLst>
            <pc:docMk/>
            <pc:sldMk cId="49037429" sldId="6034"/>
            <ac:spMk id="23972" creationId="{7EB5FBD4-8ED9-667D-956B-E9747CFED897}"/>
          </ac:spMkLst>
        </pc:spChg>
        <pc:spChg chg="add mod">
          <ac:chgData name="" userId="" providerId="" clId="Web-{6E8403B9-C474-4B99-9353-4E0EB3CC5CF0}" dt="2026-10-23T10:01:18.334" v="75" actId="34807"/>
          <ac:spMkLst>
            <pc:docMk/>
            <pc:sldMk cId="49037429" sldId="6034"/>
            <ac:spMk id="23995" creationId="{0DA7A44D-D071-4F7C-9512-AF24101973AD}"/>
          </ac:spMkLst>
        </pc:spChg>
        <pc:spChg chg="add mod">
          <ac:chgData name="" userId="" providerId="" clId="Web-{6E8403B9-C474-4B99-9353-4E0EB3CC5CF0}" dt="2026-10-23T10:01:17.412" v="74" actId="34807"/>
          <ac:spMkLst>
            <pc:docMk/>
            <pc:sldMk cId="49037429" sldId="6034"/>
            <ac:spMk id="24019" creationId="{94C84F74-0877-32B6-117F-FCA7FCCF0799}"/>
          </ac:spMkLst>
        </pc:spChg>
        <pc:spChg chg="mod">
          <ac:chgData name="" userId="" providerId="" clId="Web-{6E8403B9-C474-4B99-9353-4E0EB3CC5CF0}" dt="2026-10-23T10:01:18.334" v="75" actId="34807"/>
          <ac:spMkLst>
            <pc:docMk/>
            <pc:sldMk cId="49037429" sldId="6034"/>
            <ac:spMk id="24044" creationId="{57BBE1BD-A8DC-58F1-B281-FF4EF4A2E980}"/>
          </ac:spMkLst>
        </pc:spChg>
        <pc:spChg chg="mod">
          <ac:chgData name="" userId="" providerId="" clId="Web-{6E8403B9-C474-4B99-9353-4E0EB3CC5CF0}" dt="2026-10-23T10:01:18.334" v="75" actId="34807"/>
          <ac:spMkLst>
            <pc:docMk/>
            <pc:sldMk cId="49037429" sldId="6034"/>
            <ac:spMk id="24097" creationId="{E12AE923-D0DC-9492-4DCB-DDDB228F9410}"/>
          </ac:spMkLst>
        </pc:spChg>
        <pc:spChg chg="mod">
          <ac:chgData name="" userId="" providerId="" clId="Web-{6E8403B9-C474-4B99-9353-4E0EB3CC5CF0}" dt="2026-10-23T10:01:18.334" v="75" actId="34807"/>
          <ac:spMkLst>
            <pc:docMk/>
            <pc:sldMk cId="49037429" sldId="6034"/>
            <ac:spMk id="24154" creationId="{A15C32FE-5849-90F1-4DC0-803CB4D7EF9C}"/>
          </ac:spMkLst>
        </pc:spChg>
        <pc:spChg chg="mod">
          <ac:chgData name="" userId="" providerId="" clId="Web-{6E8403B9-C474-4B99-9353-4E0EB3CC5CF0}" dt="2026-10-23T10:01:18.334" v="75" actId="34807"/>
          <ac:spMkLst>
            <pc:docMk/>
            <pc:sldMk cId="49037429" sldId="6034"/>
            <ac:spMk id="24215" creationId="{A33567D4-AD78-C2C7-EE76-E9DE87EDECA3}"/>
          </ac:spMkLst>
        </pc:spChg>
        <pc:spChg chg="add mod">
          <ac:chgData name="" userId="" providerId="" clId="Web-{6E8403B9-C474-4B99-9353-4E0EB3CC5CF0}" dt="2026-10-23T10:01:17.412" v="74" actId="34807"/>
          <ac:spMkLst>
            <pc:docMk/>
            <pc:sldMk cId="49037429" sldId="6034"/>
            <ac:spMk id="24247" creationId="{F40376B6-A249-11D5-CB7F-37F83DBF09DC}"/>
          </ac:spMkLst>
        </pc:spChg>
        <pc:spChg chg="add mod">
          <ac:chgData name="" userId="" providerId="" clId="Web-{6E8403B9-C474-4B99-9353-4E0EB3CC5CF0}" dt="2026-10-23T10:01:17.412" v="74" actId="34807"/>
          <ac:spMkLst>
            <pc:docMk/>
            <pc:sldMk cId="49037429" sldId="6034"/>
            <ac:spMk id="24280" creationId="{022D9964-A999-34E4-E747-9105BE8B8E0E}"/>
          </ac:spMkLst>
        </pc:spChg>
        <pc:spChg chg="add mod">
          <ac:chgData name="" userId="" providerId="" clId="Web-{6E8403B9-C474-4B99-9353-4E0EB3CC5CF0}" dt="2026-10-23T10:01:17.412" v="74" actId="34807"/>
          <ac:spMkLst>
            <pc:docMk/>
            <pc:sldMk cId="49037429" sldId="6034"/>
            <ac:spMk id="24349" creationId="{5C0E969A-4461-75A7-CBE6-141ECFCEC7D9}"/>
          </ac:spMkLst>
        </pc:spChg>
        <pc:spChg chg="add mod">
          <ac:chgData name="" userId="" providerId="" clId="Web-{6E8403B9-C474-4B99-9353-4E0EB3CC5CF0}" dt="2026-10-23T10:01:17.412" v="74" actId="34807"/>
          <ac:spMkLst>
            <pc:docMk/>
            <pc:sldMk cId="49037429" sldId="6034"/>
            <ac:spMk id="24385" creationId="{2C9C6162-085D-E1D1-EB5A-7F066E30D5B9}"/>
          </ac:spMkLst>
        </pc:spChg>
        <pc:spChg chg="add mod">
          <ac:chgData name="" userId="" providerId="" clId="Web-{6E8403B9-C474-4B99-9353-4E0EB3CC5CF0}" dt="2026-10-23T10:01:17.412" v="74" actId="34807"/>
          <ac:spMkLst>
            <pc:docMk/>
            <pc:sldMk cId="49037429" sldId="6034"/>
            <ac:spMk id="24460" creationId="{2F27510F-DB34-266A-A652-0C2777D8901A}"/>
          </ac:spMkLst>
        </pc:spChg>
      </pc:sldChg>
      <pc:sldChg chg="addSp delSp modSp">
        <pc:chgData name="" userId="" providerId="" clId="Web-{6E8403B9-C474-4B99-9353-4E0EB3CC5CF0}" dt="2026-10-23T10:00:45.990" v="62" actId="34807"/>
        <pc:sldMkLst>
          <pc:docMk/>
          <pc:sldMk cId="831072114" sldId="6262"/>
        </pc:sldMkLst>
        <pc:spChg chg="add mod">
          <ac:chgData name="" userId="" providerId="" clId="Web-{6E8403B9-C474-4B99-9353-4E0EB3CC5CF0}" dt="2026-10-23T09:42:21.556" v="1" actId="34807"/>
          <ac:spMkLst>
            <pc:docMk/>
            <pc:sldMk cId="831072114" sldId="6262"/>
            <ac:spMk id="16289" creationId="{D57A45E7-69F5-199D-B0AF-3ED6FDA58402}"/>
          </ac:spMkLst>
        </pc:spChg>
        <pc:spChg chg="add mod">
          <ac:chgData name="" userId="" providerId="" clId="Web-{6E8403B9-C474-4B99-9353-4E0EB3CC5CF0}" dt="2026-10-23T09:42:21.556" v="1" actId="34807"/>
          <ac:spMkLst>
            <pc:docMk/>
            <pc:sldMk cId="831072114" sldId="6262"/>
            <ac:spMk id="16293" creationId="{B9D477AC-31A7-05C9-40A0-95F33B4E8A03}"/>
          </ac:spMkLst>
        </pc:spChg>
        <pc:spChg chg="add mod">
          <ac:chgData name="" userId="" providerId="" clId="Web-{6E8403B9-C474-4B99-9353-4E0EB3CC5CF0}" dt="2026-10-23T09:42:21.556" v="1" actId="34807"/>
          <ac:spMkLst>
            <pc:docMk/>
            <pc:sldMk cId="831072114" sldId="6262"/>
            <ac:spMk id="16338" creationId="{0EB5A743-4A85-55DA-9239-D86E4113B159}"/>
          </ac:spMkLst>
        </pc:spChg>
        <pc:spChg chg="add mod">
          <ac:chgData name="" userId="" providerId="" clId="Web-{6E8403B9-C474-4B99-9353-4E0EB3CC5CF0}" dt="2026-10-23T09:42:21.556" v="1" actId="34807"/>
          <ac:spMkLst>
            <pc:docMk/>
            <pc:sldMk cId="831072114" sldId="6262"/>
            <ac:spMk id="16349" creationId="{AB413196-4547-7629-CBE0-48F991EE0985}"/>
          </ac:spMkLst>
        </pc:spChg>
        <pc:spChg chg="add mod">
          <ac:chgData name="" userId="" providerId="" clId="Web-{6E8403B9-C474-4B99-9353-4E0EB3CC5CF0}" dt="2026-10-23T09:42:21.556" v="1" actId="34807"/>
          <ac:spMkLst>
            <pc:docMk/>
            <pc:sldMk cId="831072114" sldId="6262"/>
            <ac:spMk id="16361" creationId="{F4E2969B-B009-0869-71DC-DAECA7A43FEF}"/>
          </ac:spMkLst>
        </pc:spChg>
        <pc:spChg chg="mod">
          <ac:chgData name="" userId="" providerId="" clId="Web-{6E8403B9-C474-4B99-9353-4E0EB3CC5CF0}" dt="2026-10-23T10:00:45.990" v="62" actId="34807"/>
          <ac:spMkLst>
            <pc:docMk/>
            <pc:sldMk cId="831072114" sldId="6262"/>
            <ac:spMk id="16403" creationId="{D5D7E2EA-859E-A446-FADA-ACF179856AB0}"/>
          </ac:spMkLst>
        </pc:spChg>
        <pc:spChg chg="add mod">
          <ac:chgData name="" userId="" providerId="" clId="Web-{6E8403B9-C474-4B99-9353-4E0EB3CC5CF0}" dt="2026-10-23T09:42:21.556" v="1" actId="34807"/>
          <ac:spMkLst>
            <pc:docMk/>
            <pc:sldMk cId="831072114" sldId="6262"/>
            <ac:spMk id="16514" creationId="{58267E46-8FD9-D01E-AE3F-EEA6EB29AB40}"/>
          </ac:spMkLst>
        </pc:spChg>
        <pc:spChg chg="add del mod">
          <ac:chgData name="" userId="" providerId="" clId="Web-{6E8403B9-C474-4B99-9353-4E0EB3CC5CF0}" dt="2026-10-23T10:00:45.990" v="62" actId="34807"/>
          <ac:spMkLst>
            <pc:docMk/>
            <pc:sldMk cId="831072114" sldId="6262"/>
            <ac:spMk id="16536" creationId="{5D68263B-4C7A-7546-5652-323F185EA0C2}"/>
          </ac:spMkLst>
        </pc:spChg>
        <pc:spChg chg="add del mod">
          <ac:chgData name="" userId="" providerId="" clId="Web-{6E8403B9-C474-4B99-9353-4E0EB3CC5CF0}" dt="2026-10-23T10:00:45.990" v="62" actId="34807"/>
          <ac:spMkLst>
            <pc:docMk/>
            <pc:sldMk cId="831072114" sldId="6262"/>
            <ac:spMk id="16559" creationId="{6C853A40-C4A8-D893-5BEC-C4EB5B002409}"/>
          </ac:spMkLst>
        </pc:spChg>
        <pc:spChg chg="del mod">
          <ac:chgData name="" userId="" providerId="" clId="Web-{6E8403B9-C474-4B99-9353-4E0EB3CC5CF0}" dt="2026-10-23T10:00:45.990" v="62" actId="34807"/>
          <ac:spMkLst>
            <pc:docMk/>
            <pc:sldMk cId="831072114" sldId="6262"/>
            <ac:spMk id="16583" creationId="{2CEF1D75-4F84-64CC-B579-3A80F121391F}"/>
          </ac:spMkLst>
        </pc:spChg>
        <pc:spChg chg="mod">
          <ac:chgData name="" userId="" providerId="" clId="Web-{6E8403B9-C474-4B99-9353-4E0EB3CC5CF0}" dt="2026-10-23T10:00:45.990" v="62" actId="34807"/>
          <ac:spMkLst>
            <pc:docMk/>
            <pc:sldMk cId="831072114" sldId="6262"/>
            <ac:spMk id="16608" creationId="{BFCDCC07-FD13-1093-DD3C-9859C289F977}"/>
          </ac:spMkLst>
        </pc:spChg>
        <pc:spChg chg="add mod">
          <ac:chgData name="" userId="" providerId="" clId="Web-{6E8403B9-C474-4B99-9353-4E0EB3CC5CF0}" dt="2026-10-23T09:42:21.556" v="1" actId="34807"/>
          <ac:spMkLst>
            <pc:docMk/>
            <pc:sldMk cId="831072114" sldId="6262"/>
            <ac:spMk id="16689" creationId="{A16C22D9-103D-6EDC-9FC0-C416ECC81C86}"/>
          </ac:spMkLst>
        </pc:spChg>
        <pc:spChg chg="add mod">
          <ac:chgData name="" userId="" providerId="" clId="Web-{6E8403B9-C474-4B99-9353-4E0EB3CC5CF0}" dt="2026-10-23T09:42:21.556" v="1" actId="34807"/>
          <ac:spMkLst>
            <pc:docMk/>
            <pc:sldMk cId="831072114" sldId="6262"/>
            <ac:spMk id="16718" creationId="{B0EB570E-D459-5F5B-EF87-757567E23C66}"/>
          </ac:spMkLst>
        </pc:spChg>
        <pc:spChg chg="add mod">
          <ac:chgData name="" userId="" providerId="" clId="Web-{6E8403B9-C474-4B99-9353-4E0EB3CC5CF0}" dt="2026-10-23T10:00:45.161" v="61" actId="34807"/>
          <ac:spMkLst>
            <pc:docMk/>
            <pc:sldMk cId="831072114" sldId="6262"/>
            <ac:spMk id="22558" creationId="{39B54147-513D-8DB8-9990-E9BB22DF18A3}"/>
          </ac:spMkLst>
        </pc:spChg>
        <pc:spChg chg="add mod">
          <ac:chgData name="" userId="" providerId="" clId="Web-{6E8403B9-C474-4B99-9353-4E0EB3CC5CF0}" dt="2026-10-23T10:00:45.161" v="61" actId="34807"/>
          <ac:spMkLst>
            <pc:docMk/>
            <pc:sldMk cId="831072114" sldId="6262"/>
            <ac:spMk id="22560" creationId="{E21544C4-8EE7-015A-E9C6-CF1387D1A3C5}"/>
          </ac:spMkLst>
        </pc:spChg>
        <pc:spChg chg="add mod">
          <ac:chgData name="" userId="" providerId="" clId="Web-{6E8403B9-C474-4B99-9353-4E0EB3CC5CF0}" dt="2026-10-23T10:00:45.161" v="61" actId="34807"/>
          <ac:spMkLst>
            <pc:docMk/>
            <pc:sldMk cId="831072114" sldId="6262"/>
            <ac:spMk id="22563" creationId="{4B134D04-6780-2B28-364E-EB83337FACA2}"/>
          </ac:spMkLst>
        </pc:spChg>
      </pc:sldChg>
      <pc:sldChg chg="addSp delSp modSp">
        <pc:chgData name="" userId="" providerId="" clId="Web-{6E8403B9-C474-4B99-9353-4E0EB3CC5CF0}" dt="2026-10-23T10:00:48.583" v="65" actId="34807"/>
        <pc:sldMkLst>
          <pc:docMk/>
          <pc:sldMk cId="811820232" sldId="6491"/>
        </pc:sldMkLst>
        <pc:spChg chg="add mod">
          <ac:chgData name="" userId="" providerId="" clId="Web-{6E8403B9-C474-4B99-9353-4E0EB3CC5CF0}" dt="2026-10-23T09:57:26.579" v="49" actId="34807"/>
          <ac:spMkLst>
            <pc:docMk/>
            <pc:sldMk cId="811820232" sldId="6491"/>
            <ac:spMk id="21966" creationId="{BE5ADF33-A590-18EC-FF6F-C056DA2855A8}"/>
          </ac:spMkLst>
        </pc:spChg>
        <pc:spChg chg="add mod">
          <ac:chgData name="" userId="" providerId="" clId="Web-{6E8403B9-C474-4B99-9353-4E0EB3CC5CF0}" dt="2026-10-23T09:57:26.579" v="49" actId="34807"/>
          <ac:spMkLst>
            <pc:docMk/>
            <pc:sldMk cId="811820232" sldId="6491"/>
            <ac:spMk id="21968" creationId="{0B6DCE7A-3AE3-2DA6-FE5B-4645B1A7F05D}"/>
          </ac:spMkLst>
        </pc:spChg>
        <pc:spChg chg="add mod">
          <ac:chgData name="" userId="" providerId="" clId="Web-{6E8403B9-C474-4B99-9353-4E0EB3CC5CF0}" dt="2026-10-23T09:57:26.579" v="49" actId="34807"/>
          <ac:spMkLst>
            <pc:docMk/>
            <pc:sldMk cId="811820232" sldId="6491"/>
            <ac:spMk id="21975" creationId="{319AA58A-2F42-B7E9-7D68-54F7F0FEBA69}"/>
          </ac:spMkLst>
        </pc:spChg>
        <pc:spChg chg="add mod">
          <ac:chgData name="" userId="" providerId="" clId="Web-{6E8403B9-C474-4B99-9353-4E0EB3CC5CF0}" dt="2026-10-23T09:57:26.579" v="49" actId="34807"/>
          <ac:spMkLst>
            <pc:docMk/>
            <pc:sldMk cId="811820232" sldId="6491"/>
            <ac:spMk id="21993" creationId="{AE95DB18-27F1-CC4D-A5EA-37D9604F0AAA}"/>
          </ac:spMkLst>
        </pc:spChg>
        <pc:spChg chg="add mod">
          <ac:chgData name="" userId="" providerId="" clId="Web-{6E8403B9-C474-4B99-9353-4E0EB3CC5CF0}" dt="2026-10-23T09:57:26.579" v="49" actId="34807"/>
          <ac:spMkLst>
            <pc:docMk/>
            <pc:sldMk cId="811820232" sldId="6491"/>
            <ac:spMk id="22001" creationId="{840B158F-3BEC-2775-319E-5FB42B061227}"/>
          </ac:spMkLst>
        </pc:spChg>
        <pc:spChg chg="add mod">
          <ac:chgData name="" userId="" providerId="" clId="Web-{6E8403B9-C474-4B99-9353-4E0EB3CC5CF0}" dt="2026-10-23T09:57:26.579" v="49" actId="34807"/>
          <ac:spMkLst>
            <pc:docMk/>
            <pc:sldMk cId="811820232" sldId="6491"/>
            <ac:spMk id="22010" creationId="{8137FD1B-3F23-C58D-099F-BE15E3CBC98D}"/>
          </ac:spMkLst>
        </pc:spChg>
        <pc:spChg chg="add mod">
          <ac:chgData name="" userId="" providerId="" clId="Web-{6E8403B9-C474-4B99-9353-4E0EB3CC5CF0}" dt="2026-10-23T09:57:26.579" v="49" actId="34807"/>
          <ac:spMkLst>
            <pc:docMk/>
            <pc:sldMk cId="811820232" sldId="6491"/>
            <ac:spMk id="22020" creationId="{6064A5E9-887C-D397-4092-9D9180CF8B90}"/>
          </ac:spMkLst>
        </pc:spChg>
        <pc:spChg chg="add mod">
          <ac:chgData name="" userId="" providerId="" clId="Web-{6E8403B9-C474-4B99-9353-4E0EB3CC5CF0}" dt="2026-10-23T09:57:26.579" v="49" actId="34807"/>
          <ac:spMkLst>
            <pc:docMk/>
            <pc:sldMk cId="811820232" sldId="6491"/>
            <ac:spMk id="22043" creationId="{3C89BDD8-1B1B-9C94-EDAA-1A9AA0106400}"/>
          </ac:spMkLst>
        </pc:spChg>
        <pc:spChg chg="add mod">
          <ac:chgData name="" userId="" providerId="" clId="Web-{6E8403B9-C474-4B99-9353-4E0EB3CC5CF0}" dt="2026-10-23T09:57:26.579" v="49" actId="34807"/>
          <ac:spMkLst>
            <pc:docMk/>
            <pc:sldMk cId="811820232" sldId="6491"/>
            <ac:spMk id="22056" creationId="{3C7A19E7-6795-F161-E047-E8263CD8C58B}"/>
          </ac:spMkLst>
        </pc:spChg>
        <pc:spChg chg="del">
          <ac:chgData name="" userId="" providerId="" clId="Web-{6E8403B9-C474-4B99-9353-4E0EB3CC5CF0}" dt="2026-10-23T10:00:48.583" v="65" actId="34807"/>
          <ac:spMkLst>
            <pc:docMk/>
            <pc:sldMk cId="811820232" sldId="6491"/>
            <ac:spMk id="22085" creationId="{5924970E-DBDA-5E47-C888-45F5078ECB66}"/>
          </ac:spMkLst>
        </pc:spChg>
        <pc:spChg chg="add mod">
          <ac:chgData name="" userId="" providerId="" clId="Web-{6E8403B9-C474-4B99-9353-4E0EB3CC5CF0}" dt="2026-10-23T09:57:26.579" v="49" actId="34807"/>
          <ac:spMkLst>
            <pc:docMk/>
            <pc:sldMk cId="811820232" sldId="6491"/>
            <ac:spMk id="22101" creationId="{C0B4FE84-9662-516A-464E-3CF74615D1B7}"/>
          </ac:spMkLst>
        </pc:spChg>
        <pc:spChg chg="add mod">
          <ac:chgData name="" userId="" providerId="" clId="Web-{6E8403B9-C474-4B99-9353-4E0EB3CC5CF0}" dt="2026-10-23T10:00:47.833" v="64" actId="34807"/>
          <ac:spMkLst>
            <pc:docMk/>
            <pc:sldMk cId="811820232" sldId="6491"/>
            <ac:spMk id="22564" creationId="{9F972788-5FA6-D335-4647-30A9706E40F6}"/>
          </ac:spMkLst>
        </pc:spChg>
      </pc:sldChg>
      <pc:sldChg chg="addSp modSp">
        <pc:chgData name="" userId="" providerId="" clId="Web-{6E8403B9-C474-4B99-9353-4E0EB3CC5CF0}" dt="2026-10-23T09:57:35.658" v="50" actId="34807"/>
        <pc:sldMkLst>
          <pc:docMk/>
          <pc:sldMk cId="1237582900" sldId="6721"/>
        </pc:sldMkLst>
        <pc:spChg chg="add mod">
          <ac:chgData name="" userId="" providerId="" clId="Web-{6E8403B9-C474-4B99-9353-4E0EB3CC5CF0}" dt="2026-10-23T09:57:35.658" v="50" actId="34807"/>
          <ac:spMkLst>
            <pc:docMk/>
            <pc:sldMk cId="1237582900" sldId="6721"/>
            <ac:spMk id="22102" creationId="{5EE3545D-B285-31BC-1B04-6012EB0A8985}"/>
          </ac:spMkLst>
        </pc:spChg>
        <pc:spChg chg="add mod">
          <ac:chgData name="" userId="" providerId="" clId="Web-{6E8403B9-C474-4B99-9353-4E0EB3CC5CF0}" dt="2026-10-23T09:57:35.658" v="50" actId="34807"/>
          <ac:spMkLst>
            <pc:docMk/>
            <pc:sldMk cId="1237582900" sldId="6721"/>
            <ac:spMk id="22104" creationId="{14846651-7D78-6E39-B9AA-6012E7FF397B}"/>
          </ac:spMkLst>
        </pc:spChg>
        <pc:spChg chg="add mod">
          <ac:chgData name="" userId="" providerId="" clId="Web-{6E8403B9-C474-4B99-9353-4E0EB3CC5CF0}" dt="2026-10-23T09:57:35.658" v="50" actId="34807"/>
          <ac:spMkLst>
            <pc:docMk/>
            <pc:sldMk cId="1237582900" sldId="6721"/>
            <ac:spMk id="22107" creationId="{9BD1ABCF-518B-5873-FA63-883310D86B92}"/>
          </ac:spMkLst>
        </pc:spChg>
        <pc:spChg chg="add mod">
          <ac:chgData name="" userId="" providerId="" clId="Web-{6E8403B9-C474-4B99-9353-4E0EB3CC5CF0}" dt="2026-10-23T09:57:35.658" v="50" actId="34807"/>
          <ac:spMkLst>
            <pc:docMk/>
            <pc:sldMk cId="1237582900" sldId="6721"/>
            <ac:spMk id="22122" creationId="{B8B746D2-49DB-AC1F-E31F-EC54BADCEBBD}"/>
          </ac:spMkLst>
        </pc:spChg>
        <pc:spChg chg="add mod">
          <ac:chgData name="" userId="" providerId="" clId="Web-{6E8403B9-C474-4B99-9353-4E0EB3CC5CF0}" dt="2026-10-23T09:57:35.658" v="50" actId="34807"/>
          <ac:spMkLst>
            <pc:docMk/>
            <pc:sldMk cId="1237582900" sldId="6721"/>
            <ac:spMk id="22129" creationId="{C3D8D303-64A3-489E-A8C1-62827AF3DDB8}"/>
          </ac:spMkLst>
        </pc:spChg>
        <pc:spChg chg="add mod">
          <ac:chgData name="" userId="" providerId="" clId="Web-{6E8403B9-C474-4B99-9353-4E0EB3CC5CF0}" dt="2026-10-23T09:57:35.658" v="50" actId="34807"/>
          <ac:spMkLst>
            <pc:docMk/>
            <pc:sldMk cId="1237582900" sldId="6721"/>
            <ac:spMk id="22137" creationId="{35FA112F-A1DD-C1F4-4920-D1F5DEEFCCD4}"/>
          </ac:spMkLst>
        </pc:spChg>
        <pc:spChg chg="add mod">
          <ac:chgData name="" userId="" providerId="" clId="Web-{6E8403B9-C474-4B99-9353-4E0EB3CC5CF0}" dt="2026-10-23T09:57:35.658" v="50" actId="34807"/>
          <ac:spMkLst>
            <pc:docMk/>
            <pc:sldMk cId="1237582900" sldId="6721"/>
            <ac:spMk id="22146" creationId="{A2F4A2F2-49F9-2A6D-771F-ADCAD226DD86}"/>
          </ac:spMkLst>
        </pc:spChg>
        <pc:spChg chg="add mod">
          <ac:chgData name="" userId="" providerId="" clId="Web-{6E8403B9-C474-4B99-9353-4E0EB3CC5CF0}" dt="2026-10-23T09:57:35.658" v="50" actId="34807"/>
          <ac:spMkLst>
            <pc:docMk/>
            <pc:sldMk cId="1237582900" sldId="6721"/>
            <ac:spMk id="22156" creationId="{340FF022-9A0D-1258-900F-C284816724D3}"/>
          </ac:spMkLst>
        </pc:spChg>
        <pc:spChg chg="add mod">
          <ac:chgData name="" userId="" providerId="" clId="Web-{6E8403B9-C474-4B99-9353-4E0EB3CC5CF0}" dt="2026-10-23T09:57:35.658" v="50" actId="34807"/>
          <ac:spMkLst>
            <pc:docMk/>
            <pc:sldMk cId="1237582900" sldId="6721"/>
            <ac:spMk id="22167" creationId="{CB9A6EB6-8B36-45F5-32BF-1D6703C3DC0F}"/>
          </ac:spMkLst>
        </pc:spChg>
        <pc:spChg chg="add mod">
          <ac:chgData name="" userId="" providerId="" clId="Web-{6E8403B9-C474-4B99-9353-4E0EB3CC5CF0}" dt="2026-10-23T09:57:35.658" v="50" actId="34807"/>
          <ac:spMkLst>
            <pc:docMk/>
            <pc:sldMk cId="1237582900" sldId="6721"/>
            <ac:spMk id="22179" creationId="{3EB721D3-162A-F734-0EB7-345573EFD45A}"/>
          </ac:spMkLst>
        </pc:spChg>
      </pc:sldChg>
      <pc:sldChg chg="addSp modSp">
        <pc:chgData name="" userId="" providerId="" clId="Web-{6E8403B9-C474-4B99-9353-4E0EB3CC5CF0}" dt="2026-10-23T10:00:46.927" v="63" actId="34807"/>
        <pc:sldMkLst>
          <pc:docMk/>
          <pc:sldMk cId="3413220349" sldId="6952"/>
        </pc:sldMkLst>
        <pc:spChg chg="add mod">
          <ac:chgData name="" userId="" providerId="" clId="Web-{6E8403B9-C474-4B99-9353-4E0EB3CC5CF0}" dt="2026-10-23T09:57:45.189" v="51" actId="34807"/>
          <ac:spMkLst>
            <pc:docMk/>
            <pc:sldMk cId="3413220349" sldId="6952"/>
            <ac:spMk id="22182" creationId="{DA266E8C-1135-4A7B-003A-4CAE6008268F}"/>
          </ac:spMkLst>
        </pc:spChg>
        <pc:spChg chg="add mod">
          <ac:chgData name="" userId="" providerId="" clId="Web-{6E8403B9-C474-4B99-9353-4E0EB3CC5CF0}" dt="2026-10-23T09:57:45.189" v="51" actId="34807"/>
          <ac:spMkLst>
            <pc:docMk/>
            <pc:sldMk cId="3413220349" sldId="6952"/>
            <ac:spMk id="22207" creationId="{548C899B-59A8-B31F-9F90-3963CAE636C8}"/>
          </ac:spMkLst>
        </pc:spChg>
        <pc:spChg chg="add mod">
          <ac:chgData name="" userId="" providerId="" clId="Web-{6E8403B9-C474-4B99-9353-4E0EB3CC5CF0}" dt="2026-10-23T09:57:45.189" v="51" actId="34807"/>
          <ac:spMkLst>
            <pc:docMk/>
            <pc:sldMk cId="3413220349" sldId="6952"/>
            <ac:spMk id="22245" creationId="{185A0EF0-12C9-1B36-F616-5F91FBA1EA6A}"/>
          </ac:spMkLst>
        </pc:spChg>
        <pc:spChg chg="add mod">
          <ac:chgData name="" userId="" providerId="" clId="Web-{6E8403B9-C474-4B99-9353-4E0EB3CC5CF0}" dt="2026-10-23T09:57:45.189" v="51" actId="34807"/>
          <ac:spMkLst>
            <pc:docMk/>
            <pc:sldMk cId="3413220349" sldId="6952"/>
            <ac:spMk id="22257" creationId="{DABAF8B4-D00B-ED45-12E9-73486E81A7CC}"/>
          </ac:spMkLst>
        </pc:spChg>
        <pc:spChg chg="add mod">
          <ac:chgData name="" userId="" providerId="" clId="Web-{6E8403B9-C474-4B99-9353-4E0EB3CC5CF0}" dt="2026-10-23T10:00:46.927" v="63" actId="34807"/>
          <ac:spMkLst>
            <pc:docMk/>
            <pc:sldMk cId="3413220349" sldId="6952"/>
            <ac:spMk id="22270" creationId="{A50F50A1-67F5-AA8D-B1F4-FBECFC17D2BC}"/>
          </ac:spMkLst>
        </pc:spChg>
        <pc:spChg chg="mod">
          <ac:chgData name="" userId="" providerId="" clId="Web-{6E8403B9-C474-4B99-9353-4E0EB3CC5CF0}" dt="2026-10-23T10:00:46.927" v="63" actId="34807"/>
          <ac:spMkLst>
            <pc:docMk/>
            <pc:sldMk cId="3413220349" sldId="6952"/>
            <ac:spMk id="22284" creationId="{6634B8E8-EAE8-D231-455C-30377921A82A}"/>
          </ac:spMkLst>
        </pc:spChg>
        <pc:spChg chg="add mod">
          <ac:chgData name="" userId="" providerId="" clId="Web-{6E8403B9-C474-4B99-9353-4E0EB3CC5CF0}" dt="2026-10-23T10:00:46.927" v="63" actId="34807"/>
          <ac:spMkLst>
            <pc:docMk/>
            <pc:sldMk cId="3413220349" sldId="6952"/>
            <ac:spMk id="22299" creationId="{0A39B345-540F-F990-2810-4107B63AB7EC}"/>
          </ac:spMkLst>
        </pc:spChg>
        <pc:spChg chg="mod">
          <ac:chgData name="" userId="" providerId="" clId="Web-{6E8403B9-C474-4B99-9353-4E0EB3CC5CF0}" dt="2026-10-23T10:00:46.927" v="63" actId="34807"/>
          <ac:spMkLst>
            <pc:docMk/>
            <pc:sldMk cId="3413220349" sldId="6952"/>
            <ac:spMk id="22315" creationId="{04615B2A-816E-E712-2353-7C26ADE6BF7E}"/>
          </ac:spMkLst>
        </pc:spChg>
        <pc:spChg chg="add mod">
          <ac:chgData name="" userId="" providerId="" clId="Web-{6E8403B9-C474-4B99-9353-4E0EB3CC5CF0}" dt="2026-10-23T09:57:45.189" v="51" actId="34807"/>
          <ac:spMkLst>
            <pc:docMk/>
            <pc:sldMk cId="3413220349" sldId="6952"/>
            <ac:spMk id="22332" creationId="{EDCA548C-6068-4BE9-02CD-469BABE05C6C}"/>
          </ac:spMkLst>
        </pc:spChg>
        <pc:spChg chg="add mod">
          <ac:chgData name="" userId="" providerId="" clId="Web-{6E8403B9-C474-4B99-9353-4E0EB3CC5CF0}" dt="2026-10-23T09:57:45.189" v="51" actId="34807"/>
          <ac:spMkLst>
            <pc:docMk/>
            <pc:sldMk cId="3413220349" sldId="6952"/>
            <ac:spMk id="22350" creationId="{00CC628B-50A5-C040-0D7F-6CC3A2314C16}"/>
          </ac:spMkLst>
        </pc:spChg>
        <pc:spChg chg="add mod">
          <ac:chgData name="" userId="" providerId="" clId="Web-{6E8403B9-C474-4B99-9353-4E0EB3CC5CF0}" dt="2026-10-23T09:57:45.189" v="51" actId="34807"/>
          <ac:spMkLst>
            <pc:docMk/>
            <pc:sldMk cId="3413220349" sldId="6952"/>
            <ac:spMk id="22369" creationId="{E4C18C6B-F52E-B3E4-F3EF-BA7384186641}"/>
          </ac:spMkLst>
        </pc:spChg>
        <pc:spChg chg="add mod">
          <ac:chgData name="" userId="" providerId="" clId="Web-{6E8403B9-C474-4B99-9353-4E0EB3CC5CF0}" dt="2026-10-23T09:57:45.189" v="51" actId="34807"/>
          <ac:spMkLst>
            <pc:docMk/>
            <pc:sldMk cId="3413220349" sldId="6952"/>
            <ac:spMk id="22389" creationId="{FAD9DCC6-E5AA-ABAE-5946-C85505529FC8}"/>
          </ac:spMkLst>
        </pc:spChg>
      </pc:sldChg>
      <pc:sldChg chg="addSp modSp">
        <pc:chgData name="" userId="" providerId="" clId="Web-{6E8403B9-C474-4B99-9353-4E0EB3CC5CF0}" dt="2026-10-23T10:01:02.334" v="70" actId="34807"/>
        <pc:sldMkLst>
          <pc:docMk/>
          <pc:sldMk cId="1068147822" sldId="7184"/>
        </pc:sldMkLst>
        <pc:spChg chg="add mod">
          <ac:chgData name="" userId="" providerId="" clId="Web-{6E8403B9-C474-4B99-9353-4E0EB3CC5CF0}" dt="2026-10-23T10:01:02.334" v="70" actId="34807"/>
          <ac:spMkLst>
            <pc:docMk/>
            <pc:sldMk cId="1068147822" sldId="7184"/>
            <ac:spMk id="23216" creationId="{1980FE38-4E37-9F49-A2ED-B33219E03A75}"/>
          </ac:spMkLst>
        </pc:spChg>
        <pc:spChg chg="add mod">
          <ac:chgData name="" userId="" providerId="" clId="Web-{6E8403B9-C474-4B99-9353-4E0EB3CC5CF0}" dt="2026-10-23T10:01:02.334" v="70" actId="34807"/>
          <ac:spMkLst>
            <pc:docMk/>
            <pc:sldMk cId="1068147822" sldId="7184"/>
            <ac:spMk id="23218" creationId="{0A275196-45C8-A0DE-16BD-679252A34924}"/>
          </ac:spMkLst>
        </pc:spChg>
        <pc:spChg chg="add mod">
          <ac:chgData name="" userId="" providerId="" clId="Web-{6E8403B9-C474-4B99-9353-4E0EB3CC5CF0}" dt="2026-10-23T10:01:02.334" v="70" actId="34807"/>
          <ac:spMkLst>
            <pc:docMk/>
            <pc:sldMk cId="1068147822" sldId="7184"/>
            <ac:spMk id="23230" creationId="{8A5E63DC-ED7B-9697-3F7A-C4BA5B3646D3}"/>
          </ac:spMkLst>
        </pc:spChg>
        <pc:spChg chg="add mod">
          <ac:chgData name="" userId="" providerId="" clId="Web-{6E8403B9-C474-4B99-9353-4E0EB3CC5CF0}" dt="2026-10-23T10:01:02.334" v="70" actId="34807"/>
          <ac:spMkLst>
            <pc:docMk/>
            <pc:sldMk cId="1068147822" sldId="7184"/>
            <ac:spMk id="23243" creationId="{A7131199-F982-36FE-81F2-6E02D2AEE6BC}"/>
          </ac:spMkLst>
        </pc:spChg>
        <pc:spChg chg="add mod">
          <ac:chgData name="" userId="" providerId="" clId="Web-{6E8403B9-C474-4B99-9353-4E0EB3CC5CF0}" dt="2026-10-23T10:01:02.334" v="70" actId="34807"/>
          <ac:spMkLst>
            <pc:docMk/>
            <pc:sldMk cId="1068147822" sldId="7184"/>
            <ac:spMk id="23251" creationId="{BA499910-BDE3-4465-38B8-2B6322376874}"/>
          </ac:spMkLst>
        </pc:spChg>
        <pc:spChg chg="add mod">
          <ac:chgData name="" userId="" providerId="" clId="Web-{6E8403B9-C474-4B99-9353-4E0EB3CC5CF0}" dt="2026-10-23T10:01:02.334" v="70" actId="34807"/>
          <ac:spMkLst>
            <pc:docMk/>
            <pc:sldMk cId="1068147822" sldId="7184"/>
            <ac:spMk id="23260" creationId="{B25E969C-CE27-F3D7-364C-BF3719FBDAF5}"/>
          </ac:spMkLst>
        </pc:spChg>
        <pc:spChg chg="add mod">
          <ac:chgData name="" userId="" providerId="" clId="Web-{6E8403B9-C474-4B99-9353-4E0EB3CC5CF0}" dt="2026-10-23T10:01:02.334" v="70" actId="34807"/>
          <ac:spMkLst>
            <pc:docMk/>
            <pc:sldMk cId="1068147822" sldId="7184"/>
            <ac:spMk id="23270" creationId="{E496D50D-E2A8-E8BE-DAE7-716FDD9DC726}"/>
          </ac:spMkLst>
        </pc:spChg>
        <pc:spChg chg="add mod">
          <ac:chgData name="" userId="" providerId="" clId="Web-{6E8403B9-C474-4B99-9353-4E0EB3CC5CF0}" dt="2026-10-23T10:01:02.334" v="70" actId="34807"/>
          <ac:spMkLst>
            <pc:docMk/>
            <pc:sldMk cId="1068147822" sldId="7184"/>
            <ac:spMk id="23306" creationId="{FC69042D-0B89-1F33-FCA1-AD0A996804D0}"/>
          </ac:spMkLst>
        </pc:spChg>
        <pc:spChg chg="add mod">
          <ac:chgData name="" userId="" providerId="" clId="Web-{6E8403B9-C474-4B99-9353-4E0EB3CC5CF0}" dt="2026-10-23T10:01:02.334" v="70" actId="34807"/>
          <ac:spMkLst>
            <pc:docMk/>
            <pc:sldMk cId="1068147822" sldId="7184"/>
            <ac:spMk id="23320" creationId="{517E479D-DDAA-0535-85BA-EA0D6F103618}"/>
          </ac:spMkLst>
        </pc:spChg>
        <pc:spChg chg="add mod">
          <ac:chgData name="" userId="" providerId="" clId="Web-{6E8403B9-C474-4B99-9353-4E0EB3CC5CF0}" dt="2026-10-23T10:01:02.334" v="70" actId="34807"/>
          <ac:spMkLst>
            <pc:docMk/>
            <pc:sldMk cId="1068147822" sldId="7184"/>
            <ac:spMk id="23335" creationId="{6F7DE62D-AA5B-BEAD-E6EF-4A4B0E1F0E3A}"/>
          </ac:spMkLst>
        </pc:spChg>
      </pc:sldChg>
      <pc:sldChg chg="addSp modSp">
        <pc:chgData name="" userId="" providerId="" clId="Web-{6E8403B9-C474-4B99-9353-4E0EB3CC5CF0}" dt="2026-10-23T10:01:09.584" v="73" actId="34807"/>
        <pc:sldMkLst>
          <pc:docMk/>
          <pc:sldMk cId="1196239488" sldId="7417"/>
        </pc:sldMkLst>
        <pc:spChg chg="add mod">
          <ac:chgData name="" userId="" providerId="" clId="Web-{6E8403B9-C474-4B99-9353-4E0EB3CC5CF0}" dt="2026-10-23T10:01:09.584" v="73" actId="34807"/>
          <ac:spMkLst>
            <pc:docMk/>
            <pc:sldMk cId="1196239488" sldId="7417"/>
            <ac:spMk id="23576" creationId="{AD409427-0CEB-EC98-AEE3-3D5A1898D04C}"/>
          </ac:spMkLst>
        </pc:spChg>
        <pc:spChg chg="add mod">
          <ac:chgData name="" userId="" providerId="" clId="Web-{6E8403B9-C474-4B99-9353-4E0EB3CC5CF0}" dt="2026-10-23T10:01:09.584" v="73" actId="34807"/>
          <ac:spMkLst>
            <pc:docMk/>
            <pc:sldMk cId="1196239488" sldId="7417"/>
            <ac:spMk id="23581" creationId="{C070DF34-B3D4-3C59-AA28-F1C8D2DBF5BF}"/>
          </ac:spMkLst>
        </pc:spChg>
        <pc:spChg chg="add mod">
          <ac:chgData name="" userId="" providerId="" clId="Web-{6E8403B9-C474-4B99-9353-4E0EB3CC5CF0}" dt="2026-10-23T10:01:09.584" v="73" actId="34807"/>
          <ac:spMkLst>
            <pc:docMk/>
            <pc:sldMk cId="1196239488" sldId="7417"/>
            <ac:spMk id="23594" creationId="{DF3C4E1D-9B50-40D4-42B5-AC1A0BF174FA}"/>
          </ac:spMkLst>
        </pc:spChg>
        <pc:spChg chg="add mod">
          <ac:chgData name="" userId="" providerId="" clId="Web-{6E8403B9-C474-4B99-9353-4E0EB3CC5CF0}" dt="2026-10-23T10:01:09.584" v="73" actId="34807"/>
          <ac:spMkLst>
            <pc:docMk/>
            <pc:sldMk cId="1196239488" sldId="7417"/>
            <ac:spMk id="23602" creationId="{F93F8582-614A-028F-35E4-AD922D74107D}"/>
          </ac:spMkLst>
        </pc:spChg>
        <pc:spChg chg="add mod">
          <ac:chgData name="" userId="" providerId="" clId="Web-{6E8403B9-C474-4B99-9353-4E0EB3CC5CF0}" dt="2026-10-23T10:01:09.584" v="73" actId="34807"/>
          <ac:spMkLst>
            <pc:docMk/>
            <pc:sldMk cId="1196239488" sldId="7417"/>
            <ac:spMk id="23611" creationId="{A1B12AAA-B899-C4E9-B98E-30B705BF63F9}"/>
          </ac:spMkLst>
        </pc:spChg>
        <pc:spChg chg="add mod">
          <ac:chgData name="" userId="" providerId="" clId="Web-{6E8403B9-C474-4B99-9353-4E0EB3CC5CF0}" dt="2026-10-23T10:01:09.584" v="73" actId="34807"/>
          <ac:spMkLst>
            <pc:docMk/>
            <pc:sldMk cId="1196239488" sldId="7417"/>
            <ac:spMk id="23632" creationId="{06220B0B-E8CB-B9D9-0763-9E5C6F580ED2}"/>
          </ac:spMkLst>
        </pc:spChg>
        <pc:spChg chg="add mod">
          <ac:chgData name="" userId="" providerId="" clId="Web-{6E8403B9-C474-4B99-9353-4E0EB3CC5CF0}" dt="2026-10-23T10:01:09.584" v="73" actId="34807"/>
          <ac:spMkLst>
            <pc:docMk/>
            <pc:sldMk cId="1196239488" sldId="7417"/>
            <ac:spMk id="23657" creationId="{C5A4AF96-F385-8510-23D7-4F7B439C6B06}"/>
          </ac:spMkLst>
        </pc:spChg>
        <pc:spChg chg="add mod">
          <ac:chgData name="" userId="" providerId="" clId="Web-{6E8403B9-C474-4B99-9353-4E0EB3CC5CF0}" dt="2026-10-23T10:01:09.584" v="73" actId="34807"/>
          <ac:spMkLst>
            <pc:docMk/>
            <pc:sldMk cId="1196239488" sldId="7417"/>
            <ac:spMk id="23671" creationId="{1858FB9D-2EDB-769E-AAE1-B0C44C8B1DF5}"/>
          </ac:spMkLst>
        </pc:spChg>
        <pc:spChg chg="add mod">
          <ac:chgData name="" userId="" providerId="" clId="Web-{6E8403B9-C474-4B99-9353-4E0EB3CC5CF0}" dt="2026-10-23T10:01:09.584" v="73" actId="34807"/>
          <ac:spMkLst>
            <pc:docMk/>
            <pc:sldMk cId="1196239488" sldId="7417"/>
            <ac:spMk id="23702" creationId="{D5F54292-C645-E913-D126-11645CA1FFA3}"/>
          </ac:spMkLst>
        </pc:spChg>
        <pc:spChg chg="add mod">
          <ac:chgData name="" userId="" providerId="" clId="Web-{6E8403B9-C474-4B99-9353-4E0EB3CC5CF0}" dt="2026-10-23T10:01:09.584" v="73" actId="34807"/>
          <ac:spMkLst>
            <pc:docMk/>
            <pc:sldMk cId="1196239488" sldId="7417"/>
            <ac:spMk id="23719" creationId="{2A8B6746-CFEF-0686-ED88-2FD49D8EB5DE}"/>
          </ac:spMkLst>
        </pc:spChg>
      </pc:sldChg>
      <pc:sldChg chg="addSp modSp">
        <pc:chgData name="" userId="" providerId="" clId="Web-{6E8403B9-C474-4B99-9353-4E0EB3CC5CF0}" dt="2026-10-23T10:01:21.428" v="78" actId="34807"/>
        <pc:sldMkLst>
          <pc:docMk/>
          <pc:sldMk cId="2289242127" sldId="7651"/>
        </pc:sldMkLst>
        <pc:spChg chg="add mod">
          <ac:chgData name="" userId="" providerId="" clId="Web-{6E8403B9-C474-4B99-9353-4E0EB3CC5CF0}" dt="2026-10-23T10:01:19.568" v="76" actId="34807"/>
          <ac:spMkLst>
            <pc:docMk/>
            <pc:sldMk cId="2289242127" sldId="7651"/>
            <ac:spMk id="24461" creationId="{C8A68FE3-88AF-8E43-7A3D-8F61CF0F79AA}"/>
          </ac:spMkLst>
        </pc:spChg>
        <pc:spChg chg="add mod">
          <ac:chgData name="" userId="" providerId="" clId="Web-{6E8403B9-C474-4B99-9353-4E0EB3CC5CF0}" dt="2026-10-23T10:01:19.568" v="76" actId="34807"/>
          <ac:spMkLst>
            <pc:docMk/>
            <pc:sldMk cId="2289242127" sldId="7651"/>
            <ac:spMk id="24470" creationId="{CDE09086-FBFA-13B2-B5DE-8A691D1D241D}"/>
          </ac:spMkLst>
        </pc:spChg>
        <pc:spChg chg="add mod">
          <ac:chgData name="" userId="" providerId="" clId="Web-{6E8403B9-C474-4B99-9353-4E0EB3CC5CF0}" dt="2026-10-23T10:01:19.568" v="76" actId="34807"/>
          <ac:spMkLst>
            <pc:docMk/>
            <pc:sldMk cId="2289242127" sldId="7651"/>
            <ac:spMk id="24475" creationId="{777BF9CB-BADD-D589-C156-65D9B4AF145B}"/>
          </ac:spMkLst>
        </pc:spChg>
        <pc:spChg chg="add mod">
          <ac:chgData name="" userId="" providerId="" clId="Web-{6E8403B9-C474-4B99-9353-4E0EB3CC5CF0}" dt="2026-10-23T10:01:19.568" v="76" actId="34807"/>
          <ac:spMkLst>
            <pc:docMk/>
            <pc:sldMk cId="2289242127" sldId="7651"/>
            <ac:spMk id="24481" creationId="{006FFFE0-5A2B-5A93-C2BA-BFEC0A3E18E3}"/>
          </ac:spMkLst>
        </pc:spChg>
        <pc:spChg chg="add mod">
          <ac:chgData name="" userId="" providerId="" clId="Web-{6E8403B9-C474-4B99-9353-4E0EB3CC5CF0}" dt="2026-10-23T10:01:19.568" v="76" actId="34807"/>
          <ac:spMkLst>
            <pc:docMk/>
            <pc:sldMk cId="2289242127" sldId="7651"/>
            <ac:spMk id="24505" creationId="{C22A7883-17E7-5F68-F7C1-01F7677B4E26}"/>
          </ac:spMkLst>
        </pc:spChg>
        <pc:spChg chg="add mod">
          <ac:chgData name="" userId="" providerId="" clId="Web-{6E8403B9-C474-4B99-9353-4E0EB3CC5CF0}" dt="2026-10-23T10:01:19.568" v="76" actId="34807"/>
          <ac:spMkLst>
            <pc:docMk/>
            <pc:sldMk cId="2289242127" sldId="7651"/>
            <ac:spMk id="24515" creationId="{B7C3F927-B1FA-68A3-B91D-E94BC96916D3}"/>
          </ac:spMkLst>
        </pc:spChg>
        <pc:spChg chg="mod">
          <ac:chgData name="" userId="" providerId="" clId="Web-{6E8403B9-C474-4B99-9353-4E0EB3CC5CF0}" dt="2026-10-23T10:01:21.428" v="78" actId="34807"/>
          <ac:spMkLst>
            <pc:docMk/>
            <pc:sldMk cId="2289242127" sldId="7651"/>
            <ac:spMk id="24580" creationId="{0BEAB4EC-A172-34F9-9AB5-B0181B1522D8}"/>
          </ac:spMkLst>
        </pc:spChg>
        <pc:spChg chg="add mod">
          <ac:chgData name="" userId="" providerId="" clId="Web-{6E8403B9-C474-4B99-9353-4E0EB3CC5CF0}" dt="2026-10-23T10:01:21.428" v="78" actId="34807"/>
          <ac:spMkLst>
            <pc:docMk/>
            <pc:sldMk cId="2289242127" sldId="7651"/>
            <ac:spMk id="24596" creationId="{1E9C7CA6-8145-2307-0DCB-14204F60A022}"/>
          </ac:spMkLst>
        </pc:spChg>
        <pc:spChg chg="add mod">
          <ac:chgData name="" userId="" providerId="" clId="Web-{6E8403B9-C474-4B99-9353-4E0EB3CC5CF0}" dt="2026-10-23T10:01:21.428" v="78" actId="34807"/>
          <ac:spMkLst>
            <pc:docMk/>
            <pc:sldMk cId="2289242127" sldId="7651"/>
            <ac:spMk id="24613" creationId="{FDCE4C2C-1B63-41BD-88C8-C1826C877D0E}"/>
          </ac:spMkLst>
        </pc:spChg>
        <pc:spChg chg="mod">
          <ac:chgData name="" userId="" providerId="" clId="Web-{6E8403B9-C474-4B99-9353-4E0EB3CC5CF0}" dt="2026-10-23T10:01:21.428" v="78" actId="34807"/>
          <ac:spMkLst>
            <pc:docMk/>
            <pc:sldMk cId="2289242127" sldId="7651"/>
            <ac:spMk id="24631" creationId="{3D71E01A-0DA5-50AC-5C25-4B1440BAE354}"/>
          </ac:spMkLst>
        </pc:spChg>
        <pc:spChg chg="mod">
          <ac:chgData name="" userId="" providerId="" clId="Web-{6E8403B9-C474-4B99-9353-4E0EB3CC5CF0}" dt="2026-10-23T10:01:21.428" v="78" actId="34807"/>
          <ac:spMkLst>
            <pc:docMk/>
            <pc:sldMk cId="2289242127" sldId="7651"/>
            <ac:spMk id="24650" creationId="{B10C4E40-265D-12A8-FD2A-A11182BBE821}"/>
          </ac:spMkLst>
        </pc:spChg>
        <pc:spChg chg="add mod">
          <ac:chgData name="" userId="" providerId="" clId="Web-{6E8403B9-C474-4B99-9353-4E0EB3CC5CF0}" dt="2026-10-23T10:01:21.428" v="78" actId="34807"/>
          <ac:spMkLst>
            <pc:docMk/>
            <pc:sldMk cId="2289242127" sldId="7651"/>
            <ac:spMk id="24670" creationId="{F4693400-30C9-E1FC-92E0-57FFB2CE87B7}"/>
          </ac:spMkLst>
        </pc:spChg>
        <pc:spChg chg="add mod">
          <ac:chgData name="" userId="" providerId="" clId="Web-{6E8403B9-C474-4B99-9353-4E0EB3CC5CF0}" dt="2026-10-23T10:01:19.568" v="76" actId="34807"/>
          <ac:spMkLst>
            <pc:docMk/>
            <pc:sldMk cId="2289242127" sldId="7651"/>
            <ac:spMk id="24713" creationId="{7DE0643D-F078-1B68-9853-B7F8D4F31FF1}"/>
          </ac:spMkLst>
        </pc:spChg>
        <pc:picChg chg="add mod">
          <ac:chgData name="" userId="" providerId="" clId="Web-{6E8403B9-C474-4B99-9353-4E0EB3CC5CF0}" dt="2026-10-23T10:01:20.412" v="77" actId="34807"/>
          <ac:picMkLst>
            <pc:docMk/>
            <pc:sldMk cId="2289242127" sldId="7651"/>
            <ac:picMk id="24786" creationId="{42F5E51E-5783-58C2-CC9A-22AB6E9C9803}"/>
          </ac:picMkLst>
        </pc:picChg>
        <pc:picChg chg="add mod">
          <ac:chgData name="" userId="" providerId="" clId="Web-{6E8403B9-C474-4B99-9353-4E0EB3CC5CF0}" dt="2026-10-23T10:01:20.412" v="77" actId="34807"/>
          <ac:picMkLst>
            <pc:docMk/>
            <pc:sldMk cId="2289242127" sldId="7651"/>
            <ac:picMk id="24787" creationId="{B9DA6489-F99F-7EC3-BC27-0F4D4C36ECEA}"/>
          </ac:picMkLst>
        </pc:picChg>
        <pc:picChg chg="add mod">
          <ac:chgData name="" userId="" providerId="" clId="Web-{6E8403B9-C474-4B99-9353-4E0EB3CC5CF0}" dt="2026-10-23T10:01:20.412" v="77" actId="34807"/>
          <ac:picMkLst>
            <pc:docMk/>
            <pc:sldMk cId="2289242127" sldId="7651"/>
            <ac:picMk id="24788" creationId="{F37F9080-641E-201B-812C-9AD5047B6F76}"/>
          </ac:picMkLst>
        </pc:picChg>
      </pc:sldChg>
      <pc:sldChg chg="addSp modSp">
        <pc:chgData name="" userId="" providerId="" clId="Web-{6E8403B9-C474-4B99-9353-4E0EB3CC5CF0}" dt="2026-10-23T10:01:30.459" v="79" actId="34807"/>
        <pc:sldMkLst>
          <pc:docMk/>
          <pc:sldMk cId="323294915" sldId="7886"/>
        </pc:sldMkLst>
        <pc:spChg chg="add mod">
          <ac:chgData name="" userId="" providerId="" clId="Web-{6E8403B9-C474-4B99-9353-4E0EB3CC5CF0}" dt="2026-10-23T10:01:30.459" v="79" actId="34807"/>
          <ac:spMkLst>
            <pc:docMk/>
            <pc:sldMk cId="323294915" sldId="7886"/>
            <ac:spMk id="24789" creationId="{9EA952B9-8B76-4988-321F-BCD44CB6A7C6}"/>
          </ac:spMkLst>
        </pc:spChg>
        <pc:spChg chg="add mod">
          <ac:chgData name="" userId="" providerId="" clId="Web-{6E8403B9-C474-4B99-9353-4E0EB3CC5CF0}" dt="2026-10-23T10:01:30.459" v="79" actId="34807"/>
          <ac:spMkLst>
            <pc:docMk/>
            <pc:sldMk cId="323294915" sldId="7886"/>
            <ac:spMk id="24794" creationId="{C6AA446A-9685-C64F-F51E-B70C95B9815F}"/>
          </ac:spMkLst>
        </pc:spChg>
        <pc:spChg chg="add mod">
          <ac:chgData name="" userId="" providerId="" clId="Web-{6E8403B9-C474-4B99-9353-4E0EB3CC5CF0}" dt="2026-10-23T10:01:30.459" v="79" actId="34807"/>
          <ac:spMkLst>
            <pc:docMk/>
            <pc:sldMk cId="323294915" sldId="7886"/>
            <ac:spMk id="24824" creationId="{3AF0DB07-B4FA-248D-3EC1-BCCAA0E4242B}"/>
          </ac:spMkLst>
        </pc:spChg>
        <pc:spChg chg="add mod">
          <ac:chgData name="" userId="" providerId="" clId="Web-{6E8403B9-C474-4B99-9353-4E0EB3CC5CF0}" dt="2026-10-23T10:01:30.459" v="79" actId="34807"/>
          <ac:spMkLst>
            <pc:docMk/>
            <pc:sldMk cId="323294915" sldId="7886"/>
            <ac:spMk id="24843" creationId="{F3959E92-D63B-0EAF-2712-CAC0198613EF}"/>
          </ac:spMkLst>
        </pc:spChg>
        <pc:spChg chg="add mod">
          <ac:chgData name="" userId="" providerId="" clId="Web-{6E8403B9-C474-4B99-9353-4E0EB3CC5CF0}" dt="2026-10-23T10:01:30.459" v="79" actId="34807"/>
          <ac:spMkLst>
            <pc:docMk/>
            <pc:sldMk cId="323294915" sldId="7886"/>
            <ac:spMk id="24854" creationId="{C880399A-4E4E-5AAE-4F19-14D1CB468CCF}"/>
          </ac:spMkLst>
        </pc:spChg>
        <pc:spChg chg="add mod">
          <ac:chgData name="" userId="" providerId="" clId="Web-{6E8403B9-C474-4B99-9353-4E0EB3CC5CF0}" dt="2026-10-23T10:01:30.459" v="79" actId="34807"/>
          <ac:spMkLst>
            <pc:docMk/>
            <pc:sldMk cId="323294915" sldId="7886"/>
            <ac:spMk id="25041" creationId="{575E853D-1D09-DCC1-76CD-60E6720CAB44}"/>
          </ac:spMkLst>
        </pc:spChg>
        <pc:spChg chg="add mod">
          <ac:chgData name="" userId="" providerId="" clId="Web-{6E8403B9-C474-4B99-9353-4E0EB3CC5CF0}" dt="2026-10-23T10:01:30.459" v="79" actId="34807"/>
          <ac:spMkLst>
            <pc:docMk/>
            <pc:sldMk cId="323294915" sldId="7886"/>
            <ac:spMk id="25088" creationId="{BF84BA00-EC72-D3BF-FE89-650FF6DCB034}"/>
          </ac:spMkLst>
        </pc:spChg>
        <pc:spChg chg="add mod">
          <ac:chgData name="" userId="" providerId="" clId="Web-{6E8403B9-C474-4B99-9353-4E0EB3CC5CF0}" dt="2026-10-23T10:01:30.459" v="79" actId="34807"/>
          <ac:spMkLst>
            <pc:docMk/>
            <pc:sldMk cId="323294915" sldId="7886"/>
            <ac:spMk id="25166" creationId="{A77C95A8-5430-1B34-68BC-B2B8D974E02C}"/>
          </ac:spMkLst>
        </pc:spChg>
        <pc:spChg chg="add mod">
          <ac:chgData name="" userId="" providerId="" clId="Web-{6E8403B9-C474-4B99-9353-4E0EB3CC5CF0}" dt="2026-10-23T10:01:30.459" v="79" actId="34807"/>
          <ac:spMkLst>
            <pc:docMk/>
            <pc:sldMk cId="323294915" sldId="7886"/>
            <ac:spMk id="25194" creationId="{E73C449A-658E-8BC3-BC20-9A10867D3793}"/>
          </ac:spMkLst>
        </pc:spChg>
        <pc:spChg chg="add mod">
          <ac:chgData name="" userId="" providerId="" clId="Web-{6E8403B9-C474-4B99-9353-4E0EB3CC5CF0}" dt="2026-10-23T10:01:30.459" v="79" actId="34807"/>
          <ac:spMkLst>
            <pc:docMk/>
            <pc:sldMk cId="323294915" sldId="7886"/>
            <ac:spMk id="25284" creationId="{A9C48948-A583-AA73-64A3-D39E144479C6}"/>
          </ac:spMkLst>
        </pc:spChg>
      </pc:sldChg>
      <pc:sldChg chg="addSp modSp">
        <pc:chgData name="" userId="" providerId="" clId="Web-{6E8403B9-C474-4B99-9353-4E0EB3CC5CF0}" dt="2026-10-23T10:01:40.647" v="80" actId="34807"/>
        <pc:sldMkLst>
          <pc:docMk/>
          <pc:sldMk cId="1785931516" sldId="8122"/>
        </pc:sldMkLst>
        <pc:spChg chg="add mod">
          <ac:chgData name="" userId="" providerId="" clId="Web-{6E8403B9-C474-4B99-9353-4E0EB3CC5CF0}" dt="2026-10-23T10:01:40.647" v="80" actId="34807"/>
          <ac:spMkLst>
            <pc:docMk/>
            <pc:sldMk cId="1785931516" sldId="8122"/>
            <ac:spMk id="25287" creationId="{2D20FF59-8079-78BF-3007-E22FB1C4DA95}"/>
          </ac:spMkLst>
        </pc:spChg>
        <pc:spChg chg="add mod">
          <ac:chgData name="" userId="" providerId="" clId="Web-{6E8403B9-C474-4B99-9353-4E0EB3CC5CF0}" dt="2026-10-23T10:01:40.647" v="80" actId="34807"/>
          <ac:spMkLst>
            <pc:docMk/>
            <pc:sldMk cId="1785931516" sldId="8122"/>
            <ac:spMk id="25290" creationId="{E62E2CAF-4347-206C-EB3F-4CFC1352B227}"/>
          </ac:spMkLst>
        </pc:spChg>
        <pc:spChg chg="add mod">
          <ac:chgData name="" userId="" providerId="" clId="Web-{6E8403B9-C474-4B99-9353-4E0EB3CC5CF0}" dt="2026-10-23T10:01:40.647" v="80" actId="34807"/>
          <ac:spMkLst>
            <pc:docMk/>
            <pc:sldMk cId="1785931516" sldId="8122"/>
            <ac:spMk id="25299" creationId="{AD4ACF71-924D-AB72-DC1D-52DBA32AF742}"/>
          </ac:spMkLst>
        </pc:spChg>
        <pc:spChg chg="add mod">
          <ac:chgData name="" userId="" providerId="" clId="Web-{6E8403B9-C474-4B99-9353-4E0EB3CC5CF0}" dt="2026-10-23T10:01:40.647" v="80" actId="34807"/>
          <ac:spMkLst>
            <pc:docMk/>
            <pc:sldMk cId="1785931516" sldId="8122"/>
            <ac:spMk id="25305" creationId="{CC864C82-8FE2-CF14-E608-1D7B2B2908CB}"/>
          </ac:spMkLst>
        </pc:spChg>
        <pc:spChg chg="add mod">
          <ac:chgData name="" userId="" providerId="" clId="Web-{6E8403B9-C474-4B99-9353-4E0EB3CC5CF0}" dt="2026-10-23T10:01:40.647" v="80" actId="34807"/>
          <ac:spMkLst>
            <pc:docMk/>
            <pc:sldMk cId="1785931516" sldId="8122"/>
            <ac:spMk id="25312" creationId="{73B1D725-09B8-6A0E-DFA7-A4549BEF2F78}"/>
          </ac:spMkLst>
        </pc:spChg>
        <pc:spChg chg="add mod">
          <ac:chgData name="" userId="" providerId="" clId="Web-{6E8403B9-C474-4B99-9353-4E0EB3CC5CF0}" dt="2026-10-23T10:01:40.647" v="80" actId="34807"/>
          <ac:spMkLst>
            <pc:docMk/>
            <pc:sldMk cId="1785931516" sldId="8122"/>
            <ac:spMk id="25320" creationId="{2EA6B6CB-F2F5-37A9-2634-835D9F046736}"/>
          </ac:spMkLst>
        </pc:spChg>
        <pc:spChg chg="add mod">
          <ac:chgData name="" userId="" providerId="" clId="Web-{6E8403B9-C474-4B99-9353-4E0EB3CC5CF0}" dt="2026-10-23T10:01:40.647" v="80" actId="34807"/>
          <ac:spMkLst>
            <pc:docMk/>
            <pc:sldMk cId="1785931516" sldId="8122"/>
            <ac:spMk id="25339" creationId="{E0DC64F6-F1DD-F4F9-F1F6-C1040B226875}"/>
          </ac:spMkLst>
        </pc:spChg>
        <pc:spChg chg="add mod">
          <ac:chgData name="" userId="" providerId="" clId="Web-{6E8403B9-C474-4B99-9353-4E0EB3CC5CF0}" dt="2026-10-23T10:01:40.647" v="80" actId="34807"/>
          <ac:spMkLst>
            <pc:docMk/>
            <pc:sldMk cId="1785931516" sldId="8122"/>
            <ac:spMk id="25362" creationId="{1DD22ED2-22D8-7121-2343-2960AC4715C9}"/>
          </ac:spMkLst>
        </pc:spChg>
        <pc:spChg chg="add mod">
          <ac:chgData name="" userId="" providerId="" clId="Web-{6E8403B9-C474-4B99-9353-4E0EB3CC5CF0}" dt="2026-10-23T10:01:40.647" v="80" actId="34807"/>
          <ac:spMkLst>
            <pc:docMk/>
            <pc:sldMk cId="1785931516" sldId="8122"/>
            <ac:spMk id="25375" creationId="{5FAED686-CFEC-2AE0-5234-7B0331E2410B}"/>
          </ac:spMkLst>
        </pc:spChg>
        <pc:spChg chg="add mod">
          <ac:chgData name="" userId="" providerId="" clId="Web-{6E8403B9-C474-4B99-9353-4E0EB3CC5CF0}" dt="2026-10-23T10:01:40.647" v="80" actId="34807"/>
          <ac:spMkLst>
            <pc:docMk/>
            <pc:sldMk cId="1785931516" sldId="8122"/>
            <ac:spMk id="25389" creationId="{9CC3AC06-2A0B-34AD-0263-4711F23F3CA4}"/>
          </ac:spMkLst>
        </pc:spChg>
      </pc:sldChg>
      <pc:sldChg chg="addSp modSp">
        <pc:chgData name="" userId="" providerId="" clId="Web-{6E8403B9-C474-4B99-9353-4E0EB3CC5CF0}" dt="2026-10-23T09:47:53.686" v="15" actId="34807"/>
        <pc:sldMkLst>
          <pc:docMk/>
          <pc:sldMk cId="2111836025" sldId="8359"/>
        </pc:sldMkLst>
        <pc:spChg chg="add mod">
          <ac:chgData name="" userId="" providerId="" clId="Web-{6E8403B9-C474-4B99-9353-4E0EB3CC5CF0}" dt="2026-10-23T09:47:52.154" v="13" actId="34807"/>
          <ac:spMkLst>
            <pc:docMk/>
            <pc:sldMk cId="2111836025" sldId="8359"/>
            <ac:spMk id="17467" creationId="{C4893E5F-6F6B-4772-649C-44A5F6FB1E51}"/>
          </ac:spMkLst>
        </pc:spChg>
        <pc:spChg chg="add mod">
          <ac:chgData name="" userId="" providerId="" clId="Web-{6E8403B9-C474-4B99-9353-4E0EB3CC5CF0}" dt="2026-10-23T09:47:52.154" v="13" actId="34807"/>
          <ac:spMkLst>
            <pc:docMk/>
            <pc:sldMk cId="2111836025" sldId="8359"/>
            <ac:spMk id="17470" creationId="{720423DE-EBD1-A453-5AE7-87CDAEDD7AB3}"/>
          </ac:spMkLst>
        </pc:spChg>
        <pc:spChg chg="add mod">
          <ac:chgData name="" userId="" providerId="" clId="Web-{6E8403B9-C474-4B99-9353-4E0EB3CC5CF0}" dt="2026-10-23T09:47:52.154" v="13" actId="34807"/>
          <ac:spMkLst>
            <pc:docMk/>
            <pc:sldMk cId="2111836025" sldId="8359"/>
            <ac:spMk id="17485" creationId="{E96DA572-0C88-AF72-A84E-2C6A33117C3F}"/>
          </ac:spMkLst>
        </pc:spChg>
        <pc:spChg chg="add mod">
          <ac:chgData name="" userId="" providerId="" clId="Web-{6E8403B9-C474-4B99-9353-4E0EB3CC5CF0}" dt="2026-10-23T09:47:53.686" v="15" actId="34807"/>
          <ac:spMkLst>
            <pc:docMk/>
            <pc:sldMk cId="2111836025" sldId="8359"/>
            <ac:spMk id="17492" creationId="{B3C4B488-7629-C432-0F19-8F1CE98C2D34}"/>
          </ac:spMkLst>
        </pc:spChg>
        <pc:spChg chg="mod">
          <ac:chgData name="" userId="" providerId="" clId="Web-{6E8403B9-C474-4B99-9353-4E0EB3CC5CF0}" dt="2026-10-23T09:47:53.686" v="15" actId="34807"/>
          <ac:spMkLst>
            <pc:docMk/>
            <pc:sldMk cId="2111836025" sldId="8359"/>
            <ac:spMk id="17519" creationId="{A05A6B23-BAC7-1230-2410-A5813CA45EB8}"/>
          </ac:spMkLst>
        </pc:spChg>
        <pc:spChg chg="add mod">
          <ac:chgData name="" userId="" providerId="" clId="Web-{6E8403B9-C474-4B99-9353-4E0EB3CC5CF0}" dt="2026-10-23T09:47:53.686" v="15" actId="34807"/>
          <ac:spMkLst>
            <pc:docMk/>
            <pc:sldMk cId="2111836025" sldId="8359"/>
            <ac:spMk id="17555" creationId="{BE236FE7-C957-8DF9-1AC2-04044E2CEE88}"/>
          </ac:spMkLst>
        </pc:spChg>
        <pc:spChg chg="add mod">
          <ac:chgData name="" userId="" providerId="" clId="Web-{6E8403B9-C474-4B99-9353-4E0EB3CC5CF0}" dt="2026-10-23T09:47:52.154" v="13" actId="34807"/>
          <ac:spMkLst>
            <pc:docMk/>
            <pc:sldMk cId="2111836025" sldId="8359"/>
            <ac:spMk id="17569" creationId="{6E8ADBB0-9E3B-7DC7-AE18-E589380CCA63}"/>
          </ac:spMkLst>
        </pc:spChg>
        <pc:spChg chg="add mod">
          <ac:chgData name="" userId="" providerId="" clId="Web-{6E8403B9-C474-4B99-9353-4E0EB3CC5CF0}" dt="2026-10-23T09:47:52.154" v="13" actId="34807"/>
          <ac:spMkLst>
            <pc:docMk/>
            <pc:sldMk cId="2111836025" sldId="8359"/>
            <ac:spMk id="17584" creationId="{0CFBB505-ADA1-124E-B337-32553D462842}"/>
          </ac:spMkLst>
        </pc:spChg>
        <pc:spChg chg="mod">
          <ac:chgData name="" userId="" providerId="" clId="Web-{6E8403B9-C474-4B99-9353-4E0EB3CC5CF0}" dt="2026-10-23T09:47:53.686" v="15" actId="34807"/>
          <ac:spMkLst>
            <pc:docMk/>
            <pc:sldMk cId="2111836025" sldId="8359"/>
            <ac:spMk id="17600" creationId="{8510B21D-C570-CFEA-9521-727C7BA8E14D}"/>
          </ac:spMkLst>
        </pc:spChg>
        <pc:spChg chg="add mod">
          <ac:chgData name="" userId="" providerId="" clId="Web-{6E8403B9-C474-4B99-9353-4E0EB3CC5CF0}" dt="2026-10-23T09:47:52.154" v="13" actId="34807"/>
          <ac:spMkLst>
            <pc:docMk/>
            <pc:sldMk cId="2111836025" sldId="8359"/>
            <ac:spMk id="17674" creationId="{A8C1D350-DF15-4EC6-F37A-E4E906F1753C}"/>
          </ac:spMkLst>
        </pc:spChg>
        <pc:spChg chg="add mod">
          <ac:chgData name="" userId="" providerId="" clId="Web-{6E8403B9-C474-4B99-9353-4E0EB3CC5CF0}" dt="2026-10-23T09:47:52.154" v="13" actId="34807"/>
          <ac:spMkLst>
            <pc:docMk/>
            <pc:sldMk cId="2111836025" sldId="8359"/>
            <ac:spMk id="17695" creationId="{CDBE544E-E01A-3BA0-DF57-0254B4385798}"/>
          </ac:spMkLst>
        </pc:spChg>
        <pc:spChg chg="add mod">
          <ac:chgData name="" userId="" providerId="" clId="Web-{6E8403B9-C474-4B99-9353-4E0EB3CC5CF0}" dt="2026-10-23T09:47:52.154" v="13" actId="34807"/>
          <ac:spMkLst>
            <pc:docMk/>
            <pc:sldMk cId="2111836025" sldId="8359"/>
            <ac:spMk id="17764" creationId="{C13CB2A0-A4B3-4070-DC50-B3BB5E587B80}"/>
          </ac:spMkLst>
        </pc:spChg>
        <pc:picChg chg="add mod">
          <ac:chgData name="" userId="" providerId="" clId="Web-{6E8403B9-C474-4B99-9353-4E0EB3CC5CF0}" dt="2026-10-23T09:47:52.967" v="14" actId="34807"/>
          <ac:picMkLst>
            <pc:docMk/>
            <pc:sldMk cId="2111836025" sldId="8359"/>
            <ac:picMk id="17790" creationId="{13BAD82B-A9ED-85F8-29A9-1A73B8DCFC2A}"/>
          </ac:picMkLst>
        </pc:picChg>
        <pc:picChg chg="add mod">
          <ac:chgData name="" userId="" providerId="" clId="Web-{6E8403B9-C474-4B99-9353-4E0EB3CC5CF0}" dt="2026-10-23T09:47:52.967" v="14" actId="34807"/>
          <ac:picMkLst>
            <pc:docMk/>
            <pc:sldMk cId="2111836025" sldId="8359"/>
            <ac:picMk id="17791" creationId="{1F6EC2C7-7CBC-744D-4F7C-984D6589445C}"/>
          </ac:picMkLst>
        </pc:picChg>
      </pc:sldChg>
      <pc:sldChg chg="addSp delSp modSp">
        <pc:chgData name="" userId="" providerId="" clId="Web-{6E8403B9-C474-4B99-9353-4E0EB3CC5CF0}" dt="2026-10-23T09:50:43.954" v="22" actId="34807"/>
        <pc:sldMkLst>
          <pc:docMk/>
          <pc:sldMk cId="1389944548" sldId="8597"/>
        </pc:sldMkLst>
        <pc:spChg chg="add del mod">
          <ac:chgData name="" userId="" providerId="" clId="Web-{6E8403B9-C474-4B99-9353-4E0EB3CC5CF0}" dt="2026-10-23T09:50:43.954" v="22" actId="34807"/>
          <ac:spMkLst>
            <pc:docMk/>
            <pc:sldMk cId="1389944548" sldId="8597"/>
            <ac:spMk id="17792" creationId="{AFC06537-EE16-95CB-99EE-88D625D7CEDE}"/>
          </ac:spMkLst>
        </pc:spChg>
        <pc:spChg chg="add del mod">
          <ac:chgData name="" userId="" providerId="" clId="Web-{6E8403B9-C474-4B99-9353-4E0EB3CC5CF0}" dt="2026-10-23T09:50:43.954" v="22" actId="34807"/>
          <ac:spMkLst>
            <pc:docMk/>
            <pc:sldMk cId="1389944548" sldId="8597"/>
            <ac:spMk id="17794" creationId="{FBADDD40-F3F7-0F69-7A7B-AB477A96B9F2}"/>
          </ac:spMkLst>
        </pc:spChg>
        <pc:spChg chg="add del mod">
          <ac:chgData name="" userId="" providerId="" clId="Web-{6E8403B9-C474-4B99-9353-4E0EB3CC5CF0}" dt="2026-10-23T09:50:43.954" v="22" actId="34807"/>
          <ac:spMkLst>
            <pc:docMk/>
            <pc:sldMk cId="1389944548" sldId="8597"/>
            <ac:spMk id="17797" creationId="{711B8C17-3984-7022-B2D9-B4AE7070644B}"/>
          </ac:spMkLst>
        </pc:spChg>
        <pc:spChg chg="add del mod">
          <ac:chgData name="" userId="" providerId="" clId="Web-{6E8403B9-C474-4B99-9353-4E0EB3CC5CF0}" dt="2026-10-23T09:50:43.954" v="22" actId="34807"/>
          <ac:spMkLst>
            <pc:docMk/>
            <pc:sldMk cId="1389944548" sldId="8597"/>
            <ac:spMk id="17802" creationId="{205FD2CA-1BDD-C7A9-9F3A-2056D17B6CB9}"/>
          </ac:spMkLst>
        </pc:spChg>
        <pc:spChg chg="add mod">
          <ac:chgData name="" userId="" providerId="" clId="Web-{6E8403B9-C474-4B99-9353-4E0EB3CC5CF0}" dt="2026-10-23T09:50:43.267" v="21" actId="34807"/>
          <ac:spMkLst>
            <pc:docMk/>
            <pc:sldMk cId="1389944548" sldId="8597"/>
            <ac:spMk id="18205" creationId="{E58D1CE2-0A86-8B0C-854E-776F3E2B1ADF}"/>
          </ac:spMkLst>
        </pc:spChg>
        <pc:spChg chg="add mod">
          <ac:chgData name="" userId="" providerId="" clId="Web-{6E8403B9-C474-4B99-9353-4E0EB3CC5CF0}" dt="2026-10-23T09:50:43.267" v="21" actId="34807"/>
          <ac:spMkLst>
            <pc:docMk/>
            <pc:sldMk cId="1389944548" sldId="8597"/>
            <ac:spMk id="18207" creationId="{657E5DDC-4B0D-B637-7221-983982A3337D}"/>
          </ac:spMkLst>
        </pc:spChg>
        <pc:spChg chg="add mod">
          <ac:chgData name="" userId="" providerId="" clId="Web-{6E8403B9-C474-4B99-9353-4E0EB3CC5CF0}" dt="2026-10-23T09:50:43.267" v="21" actId="34807"/>
          <ac:spMkLst>
            <pc:docMk/>
            <pc:sldMk cId="1389944548" sldId="8597"/>
            <ac:spMk id="18210" creationId="{5141A53F-4449-0BCA-F1FE-4EA7D90EA1D2}"/>
          </ac:spMkLst>
        </pc:spChg>
        <pc:spChg chg="add mod">
          <ac:chgData name="" userId="" providerId="" clId="Web-{6E8403B9-C474-4B99-9353-4E0EB3CC5CF0}" dt="2026-10-23T09:50:43.267" v="21" actId="34807"/>
          <ac:spMkLst>
            <pc:docMk/>
            <pc:sldMk cId="1389944548" sldId="8597"/>
            <ac:spMk id="18215" creationId="{2A4F11D3-682F-028C-3E6A-895FF4356CCB}"/>
          </ac:spMkLst>
        </pc:spChg>
        <pc:spChg chg="add mod">
          <ac:chgData name="" userId="" providerId="" clId="Web-{6E8403B9-C474-4B99-9353-4E0EB3CC5CF0}" dt="2026-10-23T09:50:43.267" v="21" actId="34807"/>
          <ac:spMkLst>
            <pc:docMk/>
            <pc:sldMk cId="1389944548" sldId="8597"/>
            <ac:spMk id="18221" creationId="{53AFFE88-4BB7-4646-8A33-F0F2FC0FCB07}"/>
          </ac:spMkLst>
        </pc:spChg>
        <pc:spChg chg="add mod">
          <ac:chgData name="" userId="" providerId="" clId="Web-{6E8403B9-C474-4B99-9353-4E0EB3CC5CF0}" dt="2026-10-23T09:50:43.267" v="21" actId="34807"/>
          <ac:spMkLst>
            <pc:docMk/>
            <pc:sldMk cId="1389944548" sldId="8597"/>
            <ac:spMk id="18228" creationId="{F701667E-0E2D-658D-CDD4-37C9611EAF1F}"/>
          </ac:spMkLst>
        </pc:spChg>
        <pc:graphicFrameChg chg="add del mod">
          <ac:chgData name="" userId="" providerId="" clId="Web-{6E8403B9-C474-4B99-9353-4E0EB3CC5CF0}" dt="2026-10-23T09:50:43.954" v="22" actId="34807"/>
          <ac:graphicFrameMkLst>
            <pc:docMk/>
            <pc:sldMk cId="1389944548" sldId="8597"/>
            <ac:graphicFrameMk id="7" creationId="{72394B0C-70C8-48DA-8D7E-3CBFD9414152}"/>
          </ac:graphicFrameMkLst>
        </pc:graphicFrameChg>
        <pc:graphicFrameChg chg="add mod">
          <ac:chgData name="" userId="" providerId="" clId="Web-{6E8403B9-C474-4B99-9353-4E0EB3CC5CF0}" dt="2026-10-23T09:50:43.267" v="21" actId="34807"/>
          <ac:graphicFrameMkLst>
            <pc:docMk/>
            <pc:sldMk cId="1389944548" sldId="8597"/>
            <ac:graphicFrameMk id="10" creationId="{EC61E8DB-4B5F-4849-941D-47976942E733}"/>
          </ac:graphicFrameMkLst>
        </pc:graphicFrameChg>
      </pc:sldChg>
      <pc:sldChg chg="addSp modSp">
        <pc:chgData name="" userId="" providerId="" clId="Web-{6E8403B9-C474-4B99-9353-4E0EB3CC5CF0}" dt="2026-10-23T09:50:50.345" v="24" actId="34807"/>
        <pc:sldMkLst>
          <pc:docMk/>
          <pc:sldMk cId="441665647" sldId="8836"/>
        </pc:sldMkLst>
        <pc:spChg chg="add mod">
          <ac:chgData name="" userId="" providerId="" clId="Web-{6E8403B9-C474-4B99-9353-4E0EB3CC5CF0}" dt="2026-10-23T09:50:49.595" v="23" actId="34807"/>
          <ac:spMkLst>
            <pc:docMk/>
            <pc:sldMk cId="441665647" sldId="8836"/>
            <ac:spMk id="18231" creationId="{9F45D86F-1B65-CA58-1644-CF45EADC99D2}"/>
          </ac:spMkLst>
        </pc:spChg>
        <pc:spChg chg="mod">
          <ac:chgData name="" userId="" providerId="" clId="Web-{6E8403B9-C474-4B99-9353-4E0EB3CC5CF0}" dt="2026-10-23T09:50:50.345" v="24" actId="34807"/>
          <ac:spMkLst>
            <pc:docMk/>
            <pc:sldMk cId="441665647" sldId="8836"/>
            <ac:spMk id="18243" creationId="{8D1F69DA-C18D-B75E-2C1D-BEF8111398C1}"/>
          </ac:spMkLst>
        </pc:spChg>
        <pc:spChg chg="add mod">
          <ac:chgData name="" userId="" providerId="" clId="Web-{6E8403B9-C474-4B99-9353-4E0EB3CC5CF0}" dt="2026-10-23T09:50:49.595" v="23" actId="34807"/>
          <ac:spMkLst>
            <pc:docMk/>
            <pc:sldMk cId="441665647" sldId="8836"/>
            <ac:spMk id="18256" creationId="{F197848C-E58A-F9AE-8080-E5A573B9A90B}"/>
          </ac:spMkLst>
        </pc:spChg>
        <pc:spChg chg="add mod">
          <ac:chgData name="" userId="" providerId="" clId="Web-{6E8403B9-C474-4B99-9353-4E0EB3CC5CF0}" dt="2026-10-23T09:50:50.345" v="24" actId="34807"/>
          <ac:spMkLst>
            <pc:docMk/>
            <pc:sldMk cId="441665647" sldId="8836"/>
            <ac:spMk id="18264" creationId="{793FBEEE-1FBB-AB00-F0BA-405C6B239BEA}"/>
          </ac:spMkLst>
        </pc:spChg>
        <pc:spChg chg="mod">
          <ac:chgData name="" userId="" providerId="" clId="Web-{6E8403B9-C474-4B99-9353-4E0EB3CC5CF0}" dt="2026-10-23T09:50:50.345" v="24" actId="34807"/>
          <ac:spMkLst>
            <pc:docMk/>
            <pc:sldMk cId="441665647" sldId="8836"/>
            <ac:spMk id="18294" creationId="{EB1A3F21-CCF5-345A-76FB-1F6137404BAC}"/>
          </ac:spMkLst>
        </pc:spChg>
        <pc:spChg chg="add mod">
          <ac:chgData name="" userId="" providerId="" clId="Web-{6E8403B9-C474-4B99-9353-4E0EB3CC5CF0}" dt="2026-10-23T09:50:49.595" v="23" actId="34807"/>
          <ac:spMkLst>
            <pc:docMk/>
            <pc:sldMk cId="441665647" sldId="8836"/>
            <ac:spMk id="18306" creationId="{3869F366-F774-B35A-6E5B-E68C262EBD53}"/>
          </ac:spMkLst>
        </pc:spChg>
        <pc:spChg chg="add mod">
          <ac:chgData name="" userId="" providerId="" clId="Web-{6E8403B9-C474-4B99-9353-4E0EB3CC5CF0}" dt="2026-10-23T09:50:50.345" v="24" actId="34807"/>
          <ac:spMkLst>
            <pc:docMk/>
            <pc:sldMk cId="441665647" sldId="8836"/>
            <ac:spMk id="18333" creationId="{E2AC2B6D-B668-75F3-E532-A5796CB7BED2}"/>
          </ac:spMkLst>
        </pc:spChg>
        <pc:spChg chg="add mod">
          <ac:chgData name="" userId="" providerId="" clId="Web-{6E8403B9-C474-4B99-9353-4E0EB3CC5CF0}" dt="2026-10-23T09:50:49.595" v="23" actId="34807"/>
          <ac:spMkLst>
            <pc:docMk/>
            <pc:sldMk cId="441665647" sldId="8836"/>
            <ac:spMk id="18348" creationId="{FE73680B-1447-590D-149D-A358C9A5E939}"/>
          </ac:spMkLst>
        </pc:spChg>
        <pc:spChg chg="add mod">
          <ac:chgData name="" userId="" providerId="" clId="Web-{6E8403B9-C474-4B99-9353-4E0EB3CC5CF0}" dt="2026-10-23T09:50:49.595" v="23" actId="34807"/>
          <ac:spMkLst>
            <pc:docMk/>
            <pc:sldMk cId="441665647" sldId="8836"/>
            <ac:spMk id="18381" creationId="{1FB83918-5EA5-E03E-351F-431D122FA5A0}"/>
          </ac:spMkLst>
        </pc:spChg>
        <pc:spChg chg="add mod">
          <ac:chgData name="" userId="" providerId="" clId="Web-{6E8403B9-C474-4B99-9353-4E0EB3CC5CF0}" dt="2026-10-23T09:50:49.595" v="23" actId="34807"/>
          <ac:spMkLst>
            <pc:docMk/>
            <pc:sldMk cId="441665647" sldId="8836"/>
            <ac:spMk id="18528" creationId="{F52A4F0E-A5F6-01D2-87B2-B2D7AEA540D4}"/>
          </ac:spMkLst>
        </pc:spChg>
        <pc:spChg chg="add mod">
          <ac:chgData name="" userId="" providerId="" clId="Web-{6E8403B9-C474-4B99-9353-4E0EB3CC5CF0}" dt="2026-10-23T09:50:49.595" v="23" actId="34807"/>
          <ac:spMkLst>
            <pc:docMk/>
            <pc:sldMk cId="441665647" sldId="8836"/>
            <ac:spMk id="18553" creationId="{60229714-7A4E-E45B-AE7E-7DFEFC7F2808}"/>
          </ac:spMkLst>
        </pc:spChg>
        <pc:spChg chg="add mod">
          <ac:chgData name="" userId="" providerId="" clId="Web-{6E8403B9-C474-4B99-9353-4E0EB3CC5CF0}" dt="2026-10-23T09:50:49.595" v="23" actId="34807"/>
          <ac:spMkLst>
            <pc:docMk/>
            <pc:sldMk cId="441665647" sldId="8836"/>
            <ac:spMk id="18606" creationId="{8B3B57AD-D226-4A5E-5767-9286908ADA5E}"/>
          </ac:spMkLst>
        </pc:spChg>
      </pc:sldChg>
      <pc:sldChg chg="addSp modSp">
        <pc:chgData name="" userId="" providerId="" clId="Web-{6E8403B9-C474-4B99-9353-4E0EB3CC5CF0}" dt="2026-10-23T09:51:00.205" v="25" actId="34807"/>
        <pc:sldMkLst>
          <pc:docMk/>
          <pc:sldMk cId="846757930" sldId="9076"/>
        </pc:sldMkLst>
        <pc:spChg chg="add mod">
          <ac:chgData name="" userId="" providerId="" clId="Web-{6E8403B9-C474-4B99-9353-4E0EB3CC5CF0}" dt="2026-10-23T09:51:00.205" v="25" actId="34807"/>
          <ac:spMkLst>
            <pc:docMk/>
            <pc:sldMk cId="846757930" sldId="9076"/>
            <ac:spMk id="18607" creationId="{D2240779-CB1C-5197-3408-803C7D0D3016}"/>
          </ac:spMkLst>
        </pc:spChg>
        <pc:spChg chg="add mod">
          <ac:chgData name="" userId="" providerId="" clId="Web-{6E8403B9-C474-4B99-9353-4E0EB3CC5CF0}" dt="2026-10-23T09:51:00.205" v="25" actId="34807"/>
          <ac:spMkLst>
            <pc:docMk/>
            <pc:sldMk cId="846757930" sldId="9076"/>
            <ac:spMk id="18612" creationId="{D7A64197-E3AD-790A-1147-FE69E38EAF46}"/>
          </ac:spMkLst>
        </pc:spChg>
        <pc:spChg chg="add mod">
          <ac:chgData name="" userId="" providerId="" clId="Web-{6E8403B9-C474-4B99-9353-4E0EB3CC5CF0}" dt="2026-10-23T09:51:00.205" v="25" actId="34807"/>
          <ac:spMkLst>
            <pc:docMk/>
            <pc:sldMk cId="846757930" sldId="9076"/>
            <ac:spMk id="18634" creationId="{ADEE509C-FA68-6BC0-47B5-2CA634AAB5BD}"/>
          </ac:spMkLst>
        </pc:spChg>
        <pc:spChg chg="add mod">
          <ac:chgData name="" userId="" providerId="" clId="Web-{6E8403B9-C474-4B99-9353-4E0EB3CC5CF0}" dt="2026-10-23T09:51:00.205" v="25" actId="34807"/>
          <ac:spMkLst>
            <pc:docMk/>
            <pc:sldMk cId="846757930" sldId="9076"/>
            <ac:spMk id="18684" creationId="{242AE9A8-384E-4715-3371-08F896A78CBA}"/>
          </ac:spMkLst>
        </pc:spChg>
        <pc:spChg chg="add mod">
          <ac:chgData name="" userId="" providerId="" clId="Web-{6E8403B9-C474-4B99-9353-4E0EB3CC5CF0}" dt="2026-10-23T09:51:00.205" v="25" actId="34807"/>
          <ac:spMkLst>
            <pc:docMk/>
            <pc:sldMk cId="846757930" sldId="9076"/>
            <ac:spMk id="18697" creationId="{107724DE-F577-C91F-97B5-F86B0EBEEB59}"/>
          </ac:spMkLst>
        </pc:spChg>
        <pc:spChg chg="add mod">
          <ac:chgData name="" userId="" providerId="" clId="Web-{6E8403B9-C474-4B99-9353-4E0EB3CC5CF0}" dt="2026-10-23T09:51:00.205" v="25" actId="34807"/>
          <ac:spMkLst>
            <pc:docMk/>
            <pc:sldMk cId="846757930" sldId="9076"/>
            <ac:spMk id="18726" creationId="{383900EA-05BF-D19B-8C31-9C583420601F}"/>
          </ac:spMkLst>
        </pc:spChg>
        <pc:spChg chg="add mod">
          <ac:chgData name="" userId="" providerId="" clId="Web-{6E8403B9-C474-4B99-9353-4E0EB3CC5CF0}" dt="2026-10-23T09:51:00.205" v="25" actId="34807"/>
          <ac:spMkLst>
            <pc:docMk/>
            <pc:sldMk cId="846757930" sldId="9076"/>
            <ac:spMk id="18759" creationId="{10C4A10A-443F-A3ED-F5D4-E4EB635FDDC1}"/>
          </ac:spMkLst>
        </pc:spChg>
        <pc:spChg chg="add mod">
          <ac:chgData name="" userId="" providerId="" clId="Web-{6E8403B9-C474-4B99-9353-4E0EB3CC5CF0}" dt="2026-10-23T09:51:00.205" v="25" actId="34807"/>
          <ac:spMkLst>
            <pc:docMk/>
            <pc:sldMk cId="846757930" sldId="9076"/>
            <ac:spMk id="18777" creationId="{2503EE2B-7A2B-4F1E-E358-E760D290771C}"/>
          </ac:spMkLst>
        </pc:spChg>
        <pc:spChg chg="add mod">
          <ac:chgData name="" userId="" providerId="" clId="Web-{6E8403B9-C474-4B99-9353-4E0EB3CC5CF0}" dt="2026-10-23T09:51:00.205" v="25" actId="34807"/>
          <ac:spMkLst>
            <pc:docMk/>
            <pc:sldMk cId="846757930" sldId="9076"/>
            <ac:spMk id="18859" creationId="{30CA1A04-608A-889A-255D-A05D810C7C1C}"/>
          </ac:spMkLst>
        </pc:spChg>
        <pc:spChg chg="add mod">
          <ac:chgData name="" userId="" providerId="" clId="Web-{6E8403B9-C474-4B99-9353-4E0EB3CC5CF0}" dt="2026-10-23T09:51:00.205" v="25" actId="34807"/>
          <ac:spMkLst>
            <pc:docMk/>
            <pc:sldMk cId="846757930" sldId="9076"/>
            <ac:spMk id="18882" creationId="{D8C5A995-4601-4A27-33E2-1D5DEBC72DC0}"/>
          </ac:spMkLst>
        </pc:spChg>
      </pc:sldChg>
      <pc:sldChg chg="addSp modSp">
        <pc:chgData name="" userId="" providerId="" clId="Web-{6E8403B9-C474-4B99-9353-4E0EB3CC5CF0}" dt="2026-10-23T09:51:08.298" v="28" actId="34807"/>
        <pc:sldMkLst>
          <pc:docMk/>
          <pc:sldMk cId="3458264873" sldId="9317"/>
        </pc:sldMkLst>
        <pc:spChg chg="add mod">
          <ac:chgData name="" userId="" providerId="" clId="Web-{6E8403B9-C474-4B99-9353-4E0EB3CC5CF0}" dt="2026-10-23T09:51:08.298" v="28" actId="34807"/>
          <ac:spMkLst>
            <pc:docMk/>
            <pc:sldMk cId="3458264873" sldId="9317"/>
            <ac:spMk id="19060" creationId="{AA70C03B-104B-F9AB-51BA-244567993836}"/>
          </ac:spMkLst>
        </pc:spChg>
        <pc:spChg chg="add mod">
          <ac:chgData name="" userId="" providerId="" clId="Web-{6E8403B9-C474-4B99-9353-4E0EB3CC5CF0}" dt="2026-10-23T09:51:08.298" v="28" actId="34807"/>
          <ac:spMkLst>
            <pc:docMk/>
            <pc:sldMk cId="3458264873" sldId="9317"/>
            <ac:spMk id="19062" creationId="{221CFE4D-0569-6088-1AF2-C581E32097C5}"/>
          </ac:spMkLst>
        </pc:spChg>
        <pc:spChg chg="add mod">
          <ac:chgData name="" userId="" providerId="" clId="Web-{6E8403B9-C474-4B99-9353-4E0EB3CC5CF0}" dt="2026-10-23T09:51:08.298" v="28" actId="34807"/>
          <ac:spMkLst>
            <pc:docMk/>
            <pc:sldMk cId="3458264873" sldId="9317"/>
            <ac:spMk id="19065" creationId="{1771B771-3FB3-D387-47E7-9941F5E3C842}"/>
          </ac:spMkLst>
        </pc:spChg>
        <pc:spChg chg="add mod">
          <ac:chgData name="" userId="" providerId="" clId="Web-{6E8403B9-C474-4B99-9353-4E0EB3CC5CF0}" dt="2026-10-23T09:51:08.298" v="28" actId="34807"/>
          <ac:spMkLst>
            <pc:docMk/>
            <pc:sldMk cId="3458264873" sldId="9317"/>
            <ac:spMk id="19114" creationId="{E8A92738-0F0F-F7E0-647C-2EF1A29D7842}"/>
          </ac:spMkLst>
        </pc:spChg>
        <pc:spChg chg="add mod">
          <ac:chgData name="" userId="" providerId="" clId="Web-{6E8403B9-C474-4B99-9353-4E0EB3CC5CF0}" dt="2026-10-23T09:51:08.298" v="28" actId="34807"/>
          <ac:spMkLst>
            <pc:docMk/>
            <pc:sldMk cId="3458264873" sldId="9317"/>
            <ac:spMk id="19137" creationId="{12FA20AE-9098-7529-8216-460215209768}"/>
          </ac:spMkLst>
        </pc:spChg>
        <pc:spChg chg="add mod">
          <ac:chgData name="" userId="" providerId="" clId="Web-{6E8403B9-C474-4B99-9353-4E0EB3CC5CF0}" dt="2026-10-23T09:51:08.298" v="28" actId="34807"/>
          <ac:spMkLst>
            <pc:docMk/>
            <pc:sldMk cId="3458264873" sldId="9317"/>
            <ac:spMk id="19150" creationId="{0CAB42F5-C63A-30D1-121D-9370F24D9E45}"/>
          </ac:spMkLst>
        </pc:spChg>
        <pc:spChg chg="add mod">
          <ac:chgData name="" userId="" providerId="" clId="Web-{6E8403B9-C474-4B99-9353-4E0EB3CC5CF0}" dt="2026-10-23T09:51:08.298" v="28" actId="34807"/>
          <ac:spMkLst>
            <pc:docMk/>
            <pc:sldMk cId="3458264873" sldId="9317"/>
            <ac:spMk id="19164" creationId="{F8C1A587-FED3-D985-645C-69B48107A1E1}"/>
          </ac:spMkLst>
        </pc:spChg>
        <pc:spChg chg="add mod">
          <ac:chgData name="" userId="" providerId="" clId="Web-{6E8403B9-C474-4B99-9353-4E0EB3CC5CF0}" dt="2026-10-23T09:51:08.298" v="28" actId="34807"/>
          <ac:spMkLst>
            <pc:docMk/>
            <pc:sldMk cId="3458264873" sldId="9317"/>
            <ac:spMk id="19195" creationId="{302DE0B0-50D2-EEBF-FD3F-1913F9EABC2F}"/>
          </ac:spMkLst>
        </pc:spChg>
        <pc:spChg chg="add mod">
          <ac:chgData name="" userId="" providerId="" clId="Web-{6E8403B9-C474-4B99-9353-4E0EB3CC5CF0}" dt="2026-10-23T09:51:08.298" v="28" actId="34807"/>
          <ac:spMkLst>
            <pc:docMk/>
            <pc:sldMk cId="3458264873" sldId="9317"/>
            <ac:spMk id="19212" creationId="{CB32CA2D-9AA6-2389-90BA-F26E4F3C1F4D}"/>
          </ac:spMkLst>
        </pc:spChg>
        <pc:spChg chg="add mod">
          <ac:chgData name="" userId="" providerId="" clId="Web-{6E8403B9-C474-4B99-9353-4E0EB3CC5CF0}" dt="2026-10-23T09:51:08.298" v="28" actId="34807"/>
          <ac:spMkLst>
            <pc:docMk/>
            <pc:sldMk cId="3458264873" sldId="9317"/>
            <ac:spMk id="19249" creationId="{5D81B813-BC0D-2722-1CFF-2144D50DA2BF}"/>
          </ac:spMkLst>
        </pc:spChg>
      </pc:sldChg>
      <pc:sldChg chg="addSp modSp">
        <pc:chgData name="" userId="" providerId="" clId="Web-{6E8403B9-C474-4B99-9353-4E0EB3CC5CF0}" dt="2026-10-23T09:51:19.314" v="29" actId="34807"/>
        <pc:sldMkLst>
          <pc:docMk/>
          <pc:sldMk cId="3232808632" sldId="9559"/>
        </pc:sldMkLst>
        <pc:spChg chg="add mod">
          <ac:chgData name="" userId="" providerId="" clId="Web-{6E8403B9-C474-4B99-9353-4E0EB3CC5CF0}" dt="2026-10-23T09:51:19.314" v="29" actId="34807"/>
          <ac:spMkLst>
            <pc:docMk/>
            <pc:sldMk cId="3232808632" sldId="9559"/>
            <ac:spMk id="19259" creationId="{6B872645-6C91-72F8-B246-0D8DA409FC73}"/>
          </ac:spMkLst>
        </pc:spChg>
        <pc:spChg chg="add mod">
          <ac:chgData name="" userId="" providerId="" clId="Web-{6E8403B9-C474-4B99-9353-4E0EB3CC5CF0}" dt="2026-10-23T09:51:19.314" v="29" actId="34807"/>
          <ac:spMkLst>
            <pc:docMk/>
            <pc:sldMk cId="3232808632" sldId="9559"/>
            <ac:spMk id="19270" creationId="{2F09A3A1-8B67-75C4-14E2-D0D2B9EC39A8}"/>
          </ac:spMkLst>
        </pc:spChg>
        <pc:spChg chg="add mod">
          <ac:chgData name="" userId="" providerId="" clId="Web-{6E8403B9-C474-4B99-9353-4E0EB3CC5CF0}" dt="2026-10-23T09:51:19.314" v="29" actId="34807"/>
          <ac:spMkLst>
            <pc:docMk/>
            <pc:sldMk cId="3232808632" sldId="9559"/>
            <ac:spMk id="19285" creationId="{55B42BCA-1C1C-6B77-BDCC-BD1FB9EFF795}"/>
          </ac:spMkLst>
        </pc:spChg>
        <pc:spChg chg="add mod">
          <ac:chgData name="" userId="" providerId="" clId="Web-{6E8403B9-C474-4B99-9353-4E0EB3CC5CF0}" dt="2026-10-23T09:51:19.314" v="29" actId="34807"/>
          <ac:spMkLst>
            <pc:docMk/>
            <pc:sldMk cId="3232808632" sldId="9559"/>
            <ac:spMk id="19304" creationId="{B18E7AA6-5036-951E-FD08-26FCD908BB5E}"/>
          </ac:spMkLst>
        </pc:spChg>
        <pc:spChg chg="add mod">
          <ac:chgData name="" userId="" providerId="" clId="Web-{6E8403B9-C474-4B99-9353-4E0EB3CC5CF0}" dt="2026-10-23T09:51:19.314" v="29" actId="34807"/>
          <ac:spMkLst>
            <pc:docMk/>
            <pc:sldMk cId="3232808632" sldId="9559"/>
            <ac:spMk id="19354" creationId="{9C94702A-89A8-EBE4-4B3B-80F9BC5A963C}"/>
          </ac:spMkLst>
        </pc:spChg>
        <pc:spChg chg="add mod">
          <ac:chgData name="" userId="" providerId="" clId="Web-{6E8403B9-C474-4B99-9353-4E0EB3CC5CF0}" dt="2026-10-23T09:51:19.314" v="29" actId="34807"/>
          <ac:spMkLst>
            <pc:docMk/>
            <pc:sldMk cId="3232808632" sldId="9559"/>
            <ac:spMk id="19385" creationId="{5DB94842-3743-003E-5B05-5C73BF7CAA0F}"/>
          </ac:spMkLst>
        </pc:spChg>
        <pc:spChg chg="add mod">
          <ac:chgData name="" userId="" providerId="" clId="Web-{6E8403B9-C474-4B99-9353-4E0EB3CC5CF0}" dt="2026-10-23T09:51:19.314" v="29" actId="34807"/>
          <ac:spMkLst>
            <pc:docMk/>
            <pc:sldMk cId="3232808632" sldId="9559"/>
            <ac:spMk id="19420" creationId="{ADA35AF3-AA79-C6DD-BFBC-2400066EAB91}"/>
          </ac:spMkLst>
        </pc:spChg>
        <pc:spChg chg="add mod">
          <ac:chgData name="" userId="" providerId="" clId="Web-{6E8403B9-C474-4B99-9353-4E0EB3CC5CF0}" dt="2026-10-23T09:51:19.314" v="29" actId="34807"/>
          <ac:spMkLst>
            <pc:docMk/>
            <pc:sldMk cId="3232808632" sldId="9559"/>
            <ac:spMk id="19480" creationId="{40B4C6F2-1BDF-1E97-E669-A882ACF9FA54}"/>
          </ac:spMkLst>
        </pc:spChg>
        <pc:spChg chg="add mod">
          <ac:chgData name="" userId="" providerId="" clId="Web-{6E8403B9-C474-4B99-9353-4E0EB3CC5CF0}" dt="2026-10-23T09:51:19.314" v="29" actId="34807"/>
          <ac:spMkLst>
            <pc:docMk/>
            <pc:sldMk cId="3232808632" sldId="9559"/>
            <ac:spMk id="19502" creationId="{F90A37CE-69D1-699A-5E95-64BD2492FF6B}"/>
          </ac:spMkLst>
        </pc:spChg>
        <pc:spChg chg="add mod">
          <ac:chgData name="" userId="" providerId="" clId="Web-{6E8403B9-C474-4B99-9353-4E0EB3CC5CF0}" dt="2026-10-23T09:51:19.314" v="29" actId="34807"/>
          <ac:spMkLst>
            <pc:docMk/>
            <pc:sldMk cId="3232808632" sldId="9559"/>
            <ac:spMk id="19549" creationId="{E05AAE92-A82E-A06B-0D11-A06454BEFC1B}"/>
          </ac:spMkLst>
        </pc:spChg>
      </pc:sldChg>
      <pc:sldChg chg="addSp delSp modSp">
        <pc:chgData name="" userId="" providerId="" clId="Web-{6E8403B9-C474-4B99-9353-4E0EB3CC5CF0}" dt="2026-10-23T09:54:57.434" v="45" actId="34807"/>
        <pc:sldMkLst>
          <pc:docMk/>
          <pc:sldMk cId="3812960141" sldId="9802"/>
        </pc:sldMkLst>
        <pc:spChg chg="add del mod">
          <ac:chgData name="" userId="" providerId="" clId="Web-{6E8403B9-C474-4B99-9353-4E0EB3CC5CF0}" dt="2026-10-23T09:54:57.434" v="45" actId="34807"/>
          <ac:spMkLst>
            <pc:docMk/>
            <pc:sldMk cId="3812960141" sldId="9802"/>
            <ac:spMk id="19628" creationId="{A2ECEAF1-25BA-7B23-60B0-C83F0A6AA5F3}"/>
          </ac:spMkLst>
        </pc:spChg>
        <pc:spChg chg="add del mod">
          <ac:chgData name="" userId="" providerId="" clId="Web-{6E8403B9-C474-4B99-9353-4E0EB3CC5CF0}" dt="2026-10-23T09:54:57.434" v="45" actId="34807"/>
          <ac:spMkLst>
            <pc:docMk/>
            <pc:sldMk cId="3812960141" sldId="9802"/>
            <ac:spMk id="19642" creationId="{EC988E9F-FC06-D5BD-E675-0B16D4510C00}"/>
          </ac:spMkLst>
        </pc:spChg>
        <pc:spChg chg="add del mod">
          <ac:chgData name="" userId="" providerId="" clId="Web-{6E8403B9-C474-4B99-9353-4E0EB3CC5CF0}" dt="2026-10-23T09:54:57.434" v="45" actId="34807"/>
          <ac:spMkLst>
            <pc:docMk/>
            <pc:sldMk cId="3812960141" sldId="9802"/>
            <ac:spMk id="19648" creationId="{D2789F94-6759-134D-9CEA-F8A21F3CDE2F}"/>
          </ac:spMkLst>
        </pc:spChg>
        <pc:spChg chg="add del mod">
          <ac:chgData name="" userId="" providerId="" clId="Web-{6E8403B9-C474-4B99-9353-4E0EB3CC5CF0}" dt="2026-10-23T09:54:57.434" v="45" actId="34807"/>
          <ac:spMkLst>
            <pc:docMk/>
            <pc:sldMk cId="3812960141" sldId="9802"/>
            <ac:spMk id="19655" creationId="{38852982-3D6E-74CC-E4FC-56C5065861C6}"/>
          </ac:spMkLst>
        </pc:spChg>
        <pc:spChg chg="add del mod">
          <ac:chgData name="" userId="" providerId="" clId="Web-{6E8403B9-C474-4B99-9353-4E0EB3CC5CF0}" dt="2026-10-23T09:54:57.434" v="45" actId="34807"/>
          <ac:spMkLst>
            <pc:docMk/>
            <pc:sldMk cId="3812960141" sldId="9802"/>
            <ac:spMk id="19693" creationId="{5CE2596D-6F4D-3293-B933-330EA6AAB54C}"/>
          </ac:spMkLst>
        </pc:spChg>
        <pc:spChg chg="add del mod">
          <ac:chgData name="" userId="" providerId="" clId="Web-{6E8403B9-C474-4B99-9353-4E0EB3CC5CF0}" dt="2026-10-23T09:54:57.434" v="45" actId="34807"/>
          <ac:spMkLst>
            <pc:docMk/>
            <pc:sldMk cId="3812960141" sldId="9802"/>
            <ac:spMk id="19705" creationId="{4D573208-A547-0DB9-E75E-711ECCD13C56}"/>
          </ac:spMkLst>
        </pc:spChg>
        <pc:spChg chg="add del mod">
          <ac:chgData name="" userId="" providerId="" clId="Web-{6E8403B9-C474-4B99-9353-4E0EB3CC5CF0}" dt="2026-10-23T09:54:57.434" v="45" actId="34807"/>
          <ac:spMkLst>
            <pc:docMk/>
            <pc:sldMk cId="3812960141" sldId="9802"/>
            <ac:spMk id="19718" creationId="{9BEF9BCD-81EE-D589-D771-37C951F9FF60}"/>
          </ac:spMkLst>
        </pc:spChg>
        <pc:spChg chg="add del mod">
          <ac:chgData name="" userId="" providerId="" clId="Web-{6E8403B9-C474-4B99-9353-4E0EB3CC5CF0}" dt="2026-10-23T09:54:57.434" v="45" actId="34807"/>
          <ac:spMkLst>
            <pc:docMk/>
            <pc:sldMk cId="3812960141" sldId="9802"/>
            <ac:spMk id="19747" creationId="{CA0C27E9-D046-2737-B7AC-C7A0CAB7DFED}"/>
          </ac:spMkLst>
        </pc:spChg>
        <pc:spChg chg="add del mod">
          <ac:chgData name="" userId="" providerId="" clId="Web-{6E8403B9-C474-4B99-9353-4E0EB3CC5CF0}" dt="2026-10-23T09:54:57.434" v="45" actId="34807"/>
          <ac:spMkLst>
            <pc:docMk/>
            <pc:sldMk cId="3812960141" sldId="9802"/>
            <ac:spMk id="19780" creationId="{3957B3B8-5A03-58E5-82B2-DE6D74989C51}"/>
          </ac:spMkLst>
        </pc:spChg>
        <pc:spChg chg="add del mod">
          <ac:chgData name="" userId="" providerId="" clId="Web-{6E8403B9-C474-4B99-9353-4E0EB3CC5CF0}" dt="2026-10-23T09:54:57.434" v="45" actId="34807"/>
          <ac:spMkLst>
            <pc:docMk/>
            <pc:sldMk cId="3812960141" sldId="9802"/>
            <ac:spMk id="19858" creationId="{5F298D50-2306-4B18-EDBE-AA6C4B92BF34}"/>
          </ac:spMkLst>
        </pc:spChg>
        <pc:spChg chg="add mod">
          <ac:chgData name="" userId="" providerId="" clId="Web-{6E8403B9-C474-4B99-9353-4E0EB3CC5CF0}" dt="2026-10-23T09:54:55.324" v="43" actId="34807"/>
          <ac:spMkLst>
            <pc:docMk/>
            <pc:sldMk cId="3812960141" sldId="9802"/>
            <ac:spMk id="21688" creationId="{2C084A3A-9E43-4D98-ABC8-6552068750A7}"/>
          </ac:spMkLst>
        </pc:spChg>
        <pc:spChg chg="add mod">
          <ac:chgData name="" userId="" providerId="" clId="Web-{6E8403B9-C474-4B99-9353-4E0EB3CC5CF0}" dt="2026-10-23T09:54:55.324" v="43" actId="34807"/>
          <ac:spMkLst>
            <pc:docMk/>
            <pc:sldMk cId="3812960141" sldId="9802"/>
            <ac:spMk id="21690" creationId="{071A4D8B-EAE9-EEEB-33E3-FEAECC88DB08}"/>
          </ac:spMkLst>
        </pc:spChg>
        <pc:spChg chg="add mod">
          <ac:chgData name="" userId="" providerId="" clId="Web-{6E8403B9-C474-4B99-9353-4E0EB3CC5CF0}" dt="2026-10-23T09:54:55.324" v="43" actId="34807"/>
          <ac:spMkLst>
            <pc:docMk/>
            <pc:sldMk cId="3812960141" sldId="9802"/>
            <ac:spMk id="21693" creationId="{5BA3F96C-159F-3170-3EC7-EA9AA2C39B4B}"/>
          </ac:spMkLst>
        </pc:spChg>
        <pc:spChg chg="add mod">
          <ac:chgData name="" userId="" providerId="" clId="Web-{6E8403B9-C474-4B99-9353-4E0EB3CC5CF0}" dt="2026-10-23T09:54:55.324" v="43" actId="34807"/>
          <ac:spMkLst>
            <pc:docMk/>
            <pc:sldMk cId="3812960141" sldId="9802"/>
            <ac:spMk id="21702" creationId="{00CA75E1-9763-3308-6D53-298FBEE48945}"/>
          </ac:spMkLst>
        </pc:spChg>
        <pc:spChg chg="add mod">
          <ac:chgData name="" userId="" providerId="" clId="Web-{6E8403B9-C474-4B99-9353-4E0EB3CC5CF0}" dt="2026-10-23T09:54:55.324" v="43" actId="34807"/>
          <ac:spMkLst>
            <pc:docMk/>
            <pc:sldMk cId="3812960141" sldId="9802"/>
            <ac:spMk id="21742" creationId="{4E5A6B40-B424-C31D-31AE-0A4AE0A60E18}"/>
          </ac:spMkLst>
        </pc:spChg>
        <pc:spChg chg="add mod">
          <ac:chgData name="" userId="" providerId="" clId="Web-{6E8403B9-C474-4B99-9353-4E0EB3CC5CF0}" dt="2026-10-23T09:54:55.324" v="43" actId="34807"/>
          <ac:spMkLst>
            <pc:docMk/>
            <pc:sldMk cId="3812960141" sldId="9802"/>
            <ac:spMk id="21807" creationId="{46D834C5-63B4-1D2D-C25A-05DAC101E8AD}"/>
          </ac:spMkLst>
        </pc:spChg>
        <pc:spChg chg="add mod">
          <ac:chgData name="" userId="" providerId="" clId="Web-{6E8403B9-C474-4B99-9353-4E0EB3CC5CF0}" dt="2026-10-23T09:54:55.324" v="43" actId="34807"/>
          <ac:spMkLst>
            <pc:docMk/>
            <pc:sldMk cId="3812960141" sldId="9802"/>
            <ac:spMk id="21840" creationId="{78A760AB-53DC-93EB-2162-0DEA02DCD8B8}"/>
          </ac:spMkLst>
        </pc:spChg>
        <pc:spChg chg="add mod">
          <ac:chgData name="" userId="" providerId="" clId="Web-{6E8403B9-C474-4B99-9353-4E0EB3CC5CF0}" dt="2026-10-23T09:54:55.324" v="43" actId="34807"/>
          <ac:spMkLst>
            <pc:docMk/>
            <pc:sldMk cId="3812960141" sldId="9802"/>
            <ac:spMk id="21858" creationId="{B309E6E4-A01A-A1B4-3CB1-3FCCCA011A5E}"/>
          </ac:spMkLst>
        </pc:spChg>
        <pc:spChg chg="add mod">
          <ac:chgData name="" userId="" providerId="" clId="Web-{6E8403B9-C474-4B99-9353-4E0EB3CC5CF0}" dt="2026-10-23T09:54:55.324" v="43" actId="34807"/>
          <ac:spMkLst>
            <pc:docMk/>
            <pc:sldMk cId="3812960141" sldId="9802"/>
            <ac:spMk id="21940" creationId="{EF62D3F8-F42C-DD96-E5A3-817BA2B7FF50}"/>
          </ac:spMkLst>
        </pc:spChg>
        <pc:spChg chg="add mod">
          <ac:chgData name="" userId="" providerId="" clId="Web-{6E8403B9-C474-4B99-9353-4E0EB3CC5CF0}" dt="2026-10-23T09:54:55.324" v="43" actId="34807"/>
          <ac:spMkLst>
            <pc:docMk/>
            <pc:sldMk cId="3812960141" sldId="9802"/>
            <ac:spMk id="21963" creationId="{C1F4DAEF-5DAE-6F36-ACDB-B94C5FE37A14}"/>
          </ac:spMkLst>
        </pc:spChg>
        <pc:picChg chg="add mod">
          <ac:chgData name="" userId="" providerId="" clId="Web-{6E8403B9-C474-4B99-9353-4E0EB3CC5CF0}" dt="2026-10-23T09:51:27.627" v="31" actId="34807"/>
          <ac:picMkLst>
            <pc:docMk/>
            <pc:sldMk cId="3812960141" sldId="9802"/>
            <ac:picMk id="19904" creationId="{CCDDBCD4-1F6E-41C4-AF63-BCD47798F230}"/>
          </ac:picMkLst>
        </pc:picChg>
        <pc:picChg chg="add mod">
          <ac:chgData name="" userId="" providerId="" clId="Web-{6E8403B9-C474-4B99-9353-4E0EB3CC5CF0}" dt="2026-10-23T09:51:27.627" v="31" actId="34807"/>
          <ac:picMkLst>
            <pc:docMk/>
            <pc:sldMk cId="3812960141" sldId="9802"/>
            <ac:picMk id="19905" creationId="{4901C746-36BE-3AEF-0F57-D49B297AF69E}"/>
          </ac:picMkLst>
        </pc:picChg>
        <pc:picChg chg="add mod">
          <ac:chgData name="" userId="" providerId="" clId="Web-{6E8403B9-C474-4B99-9353-4E0EB3CC5CF0}" dt="2026-10-23T09:54:56.356" v="44" actId="34807"/>
          <ac:picMkLst>
            <pc:docMk/>
            <pc:sldMk cId="3812960141" sldId="9802"/>
            <ac:picMk id="21964" creationId="{F9DF6736-E2FD-330B-77C9-BFBFD7F2788D}"/>
          </ac:picMkLst>
        </pc:picChg>
        <pc:picChg chg="add mod">
          <ac:chgData name="" userId="" providerId="" clId="Web-{6E8403B9-C474-4B99-9353-4E0EB3CC5CF0}" dt="2026-10-23T09:54:56.356" v="44" actId="34807"/>
          <ac:picMkLst>
            <pc:docMk/>
            <pc:sldMk cId="3812960141" sldId="9802"/>
            <ac:picMk id="21965" creationId="{1C9E2FF5-BE95-E6B1-72F7-4B662F4746D0}"/>
          </ac:picMkLst>
        </pc:picChg>
      </pc:sldChg>
      <pc:sldChg chg="addSp delSp modSp">
        <pc:chgData name="" userId="" providerId="" clId="Web-{6E8403B9-C474-4B99-9353-4E0EB3CC5CF0}" dt="2026-10-23T09:54:59.278" v="48" actId="34807"/>
        <pc:sldMkLst>
          <pc:docMk/>
          <pc:sldMk cId="1844880558" sldId="10046"/>
        </pc:sldMkLst>
        <pc:spChg chg="add mod">
          <ac:chgData name="" userId="" providerId="" clId="Web-{6E8403B9-C474-4B99-9353-4E0EB3CC5CF0}" dt="2026-10-23T09:51:41.612" v="32" actId="34807"/>
          <ac:spMkLst>
            <pc:docMk/>
            <pc:sldMk cId="1844880558" sldId="10046"/>
            <ac:spMk id="19906" creationId="{737D283F-43BA-DFD0-9343-9673E3D8B403}"/>
          </ac:spMkLst>
        </pc:spChg>
        <pc:spChg chg="add mod">
          <ac:chgData name="" userId="" providerId="" clId="Web-{6E8403B9-C474-4B99-9353-4E0EB3CC5CF0}" dt="2026-10-23T09:51:41.612" v="32" actId="34807"/>
          <ac:spMkLst>
            <pc:docMk/>
            <pc:sldMk cId="1844880558" sldId="10046"/>
            <ac:spMk id="19915" creationId="{40CC12D3-BD9A-5515-84A7-AAFE8D5F982F}"/>
          </ac:spMkLst>
        </pc:spChg>
        <pc:spChg chg="add mod">
          <ac:chgData name="" userId="" providerId="" clId="Web-{6E8403B9-C474-4B99-9353-4E0EB3CC5CF0}" dt="2026-10-23T09:51:41.612" v="32" actId="34807"/>
          <ac:spMkLst>
            <pc:docMk/>
            <pc:sldMk cId="1844880558" sldId="10046"/>
            <ac:spMk id="19926" creationId="{042E9A77-6FDC-6A58-025D-EAE90FA4786B}"/>
          </ac:spMkLst>
        </pc:spChg>
        <pc:spChg chg="add mod">
          <ac:chgData name="" userId="" providerId="" clId="Web-{6E8403B9-C474-4B99-9353-4E0EB3CC5CF0}" dt="2026-10-23T09:51:41.612" v="32" actId="34807"/>
          <ac:spMkLst>
            <pc:docMk/>
            <pc:sldMk cId="1844880558" sldId="10046"/>
            <ac:spMk id="19950" creationId="{D7B04290-3A75-F086-5136-262395D35BF6}"/>
          </ac:spMkLst>
        </pc:spChg>
        <pc:spChg chg="add mod">
          <ac:chgData name="" userId="" providerId="" clId="Web-{6E8403B9-C474-4B99-9353-4E0EB3CC5CF0}" dt="2026-10-23T09:51:41.612" v="32" actId="34807"/>
          <ac:spMkLst>
            <pc:docMk/>
            <pc:sldMk cId="1844880558" sldId="10046"/>
            <ac:spMk id="19960" creationId="{B205AA78-2593-0428-5D1F-B519FD7D59F1}"/>
          </ac:spMkLst>
        </pc:spChg>
        <pc:spChg chg="del mod">
          <ac:chgData name="" userId="" providerId="" clId="Web-{6E8403B9-C474-4B99-9353-4E0EB3CC5CF0}" dt="2026-10-23T09:54:52.371" v="40" actId="34807"/>
          <ac:spMkLst>
            <pc:docMk/>
            <pc:sldMk cId="1844880558" sldId="10046"/>
            <ac:spMk id="19971" creationId="{159496C0-9B8A-9BC0-9A3A-ADDE2C4AF963}"/>
          </ac:spMkLst>
        </pc:spChg>
        <pc:spChg chg="del">
          <ac:chgData name="" userId="" providerId="" clId="Web-{6E8403B9-C474-4B99-9353-4E0EB3CC5CF0}" dt="2026-10-23T09:54:52.371" v="40" actId="34807"/>
          <ac:spMkLst>
            <pc:docMk/>
            <pc:sldMk cId="1844880558" sldId="10046"/>
            <ac:spMk id="19983" creationId="{5E2E50DE-32F1-8F99-2C54-71A93F666C28}"/>
          </ac:spMkLst>
        </pc:spChg>
        <pc:spChg chg="del mod">
          <ac:chgData name="" userId="" providerId="" clId="Web-{6E8403B9-C474-4B99-9353-4E0EB3CC5CF0}" dt="2026-10-23T09:54:52.371" v="40" actId="34807"/>
          <ac:spMkLst>
            <pc:docMk/>
            <pc:sldMk cId="1844880558" sldId="10046"/>
            <ac:spMk id="19996" creationId="{FAB11D6D-FF2C-843F-B19A-E2D9C1CA99BA}"/>
          </ac:spMkLst>
        </pc:spChg>
        <pc:spChg chg="add del mod">
          <ac:chgData name="" userId="" providerId="" clId="Web-{6E8403B9-C474-4B99-9353-4E0EB3CC5CF0}" dt="2026-10-23T09:54:52.371" v="40" actId="34807"/>
          <ac:spMkLst>
            <pc:docMk/>
            <pc:sldMk cId="1844880558" sldId="10046"/>
            <ac:spMk id="20010" creationId="{B6967456-7717-D797-4793-E58D97CB6DA2}"/>
          </ac:spMkLst>
        </pc:spChg>
        <pc:spChg chg="del mod">
          <ac:chgData name="" userId="" providerId="" clId="Web-{6E8403B9-C474-4B99-9353-4E0EB3CC5CF0}" dt="2026-10-23T09:54:52.371" v="40" actId="34807"/>
          <ac:spMkLst>
            <pc:docMk/>
            <pc:sldMk cId="1844880558" sldId="10046"/>
            <ac:spMk id="20025" creationId="{470B9088-064E-709E-7839-F5822DA86FF2}"/>
          </ac:spMkLst>
        </pc:spChg>
        <pc:spChg chg="del mod">
          <ac:chgData name="" userId="" providerId="" clId="Web-{6E8403B9-C474-4B99-9353-4E0EB3CC5CF0}" dt="2026-10-23T09:54:52.371" v="40" actId="34807"/>
          <ac:spMkLst>
            <pc:docMk/>
            <pc:sldMk cId="1844880558" sldId="10046"/>
            <ac:spMk id="20041" creationId="{3A401616-7E5D-B736-45AB-407BF77D8B87}"/>
          </ac:spMkLst>
        </pc:spChg>
        <pc:spChg chg="del">
          <ac:chgData name="" userId="" providerId="" clId="Web-{6E8403B9-C474-4B99-9353-4E0EB3CC5CF0}" dt="2026-10-23T09:54:52.371" v="40" actId="34807"/>
          <ac:spMkLst>
            <pc:docMk/>
            <pc:sldMk cId="1844880558" sldId="10046"/>
            <ac:spMk id="20058" creationId="{5D2C9E71-59EE-B951-D934-2D9F91EF5669}"/>
          </ac:spMkLst>
        </pc:spChg>
        <pc:spChg chg="add del mod">
          <ac:chgData name="" userId="" providerId="" clId="Web-{6E8403B9-C474-4B99-9353-4E0EB3CC5CF0}" dt="2026-10-23T09:54:52.371" v="40" actId="34807"/>
          <ac:spMkLst>
            <pc:docMk/>
            <pc:sldMk cId="1844880558" sldId="10046"/>
            <ac:spMk id="20076" creationId="{C3143DEA-FD03-BF8D-C551-97DE2176C86B}"/>
          </ac:spMkLst>
        </pc:spChg>
        <pc:spChg chg="add mod">
          <ac:chgData name="" userId="" providerId="" clId="Web-{6E8403B9-C474-4B99-9353-4E0EB3CC5CF0}" dt="2026-10-23T09:51:41.612" v="32" actId="34807"/>
          <ac:spMkLst>
            <pc:docMk/>
            <pc:sldMk cId="1844880558" sldId="10046"/>
            <ac:spMk id="20095" creationId="{6351042F-5B5D-E1F2-17EA-7E328EBCC2E5}"/>
          </ac:spMkLst>
        </pc:spChg>
        <pc:spChg chg="add mod">
          <ac:chgData name="" userId="" providerId="" clId="Web-{6E8403B9-C474-4B99-9353-4E0EB3CC5CF0}" dt="2026-10-23T09:51:41.612" v="32" actId="34807"/>
          <ac:spMkLst>
            <pc:docMk/>
            <pc:sldMk cId="1844880558" sldId="10046"/>
            <ac:spMk id="20158" creationId="{80C0E363-C798-8FB1-664F-BC389313DB4F}"/>
          </ac:spMkLst>
        </pc:spChg>
        <pc:spChg chg="add mod">
          <ac:chgData name="" userId="" providerId="" clId="Web-{6E8403B9-C474-4B99-9353-4E0EB3CC5CF0}" dt="2026-10-23T09:51:41.612" v="32" actId="34807"/>
          <ac:spMkLst>
            <pc:docMk/>
            <pc:sldMk cId="1844880558" sldId="10046"/>
            <ac:spMk id="20311" creationId="{F2122C8D-8F7D-5F80-8297-03DD408AC976}"/>
          </ac:spMkLst>
        </pc:spChg>
        <pc:spChg chg="add mod">
          <ac:chgData name="" userId="" providerId="" clId="Web-{6E8403B9-C474-4B99-9353-4E0EB3CC5CF0}" dt="2026-10-23T09:54:59.278" v="48" actId="34807"/>
          <ac:spMkLst>
            <pc:docMk/>
            <pc:sldMk cId="1844880558" sldId="10046"/>
            <ac:spMk id="21596" creationId="{67206E21-A2CE-7A9B-6807-4364620A304C}"/>
          </ac:spMkLst>
        </pc:spChg>
        <pc:spChg chg="add mod">
          <ac:chgData name="" userId="" providerId="" clId="Web-{6E8403B9-C474-4B99-9353-4E0EB3CC5CF0}" dt="2026-10-23T09:54:51.512" v="39" actId="34807"/>
          <ac:spMkLst>
            <pc:docMk/>
            <pc:sldMk cId="1844880558" sldId="10046"/>
            <ac:spMk id="21598" creationId="{9CBB3B99-B2F5-6970-0B7F-9675441FBED3}"/>
          </ac:spMkLst>
        </pc:spChg>
        <pc:spChg chg="mod">
          <ac:chgData name="" userId="" providerId="" clId="Web-{6E8403B9-C474-4B99-9353-4E0EB3CC5CF0}" dt="2026-10-23T09:54:59.278" v="48" actId="34807"/>
          <ac:spMkLst>
            <pc:docMk/>
            <pc:sldMk cId="1844880558" sldId="10046"/>
            <ac:spMk id="21605" creationId="{FFC8B1E8-609C-6DD7-0428-B02C7F603C28}"/>
          </ac:spMkLst>
        </pc:spChg>
        <pc:spChg chg="add mod">
          <ac:chgData name="" userId="" providerId="" clId="Web-{6E8403B9-C474-4B99-9353-4E0EB3CC5CF0}" dt="2026-10-23T09:54:51.512" v="39" actId="34807"/>
          <ac:spMkLst>
            <pc:docMk/>
            <pc:sldMk cId="1844880558" sldId="10046"/>
            <ac:spMk id="21610" creationId="{5432B98F-F52E-E92B-33B5-5758DE217566}"/>
          </ac:spMkLst>
        </pc:spChg>
        <pc:spChg chg="add mod">
          <ac:chgData name="" userId="" providerId="" clId="Web-{6E8403B9-C474-4B99-9353-4E0EB3CC5CF0}" dt="2026-10-23T09:54:51.512" v="39" actId="34807"/>
          <ac:spMkLst>
            <pc:docMk/>
            <pc:sldMk cId="1844880558" sldId="10046"/>
            <ac:spMk id="21616" creationId="{3D768479-833A-B168-9F37-9368570EDD6E}"/>
          </ac:spMkLst>
        </pc:spChg>
        <pc:spChg chg="add mod">
          <ac:chgData name="" userId="" providerId="" clId="Web-{6E8403B9-C474-4B99-9353-4E0EB3CC5CF0}" dt="2026-10-23T09:54:51.512" v="39" actId="34807"/>
          <ac:spMkLst>
            <pc:docMk/>
            <pc:sldMk cId="1844880558" sldId="10046"/>
            <ac:spMk id="21623" creationId="{2AA9606A-535D-AC6B-77C7-5AF177B761F5}"/>
          </ac:spMkLst>
        </pc:spChg>
        <pc:spChg chg="add mod">
          <ac:chgData name="" userId="" providerId="" clId="Web-{6E8403B9-C474-4B99-9353-4E0EB3CC5CF0}" dt="2026-10-23T09:54:51.512" v="39" actId="34807"/>
          <ac:spMkLst>
            <pc:docMk/>
            <pc:sldMk cId="1844880558" sldId="10046"/>
            <ac:spMk id="21631" creationId="{794C5A93-4D89-1E20-6126-337663E2E285}"/>
          </ac:spMkLst>
        </pc:spChg>
        <pc:spChg chg="add mod">
          <ac:chgData name="" userId="" providerId="" clId="Web-{6E8403B9-C474-4B99-9353-4E0EB3CC5CF0}" dt="2026-10-23T09:54:51.512" v="39" actId="34807"/>
          <ac:spMkLst>
            <pc:docMk/>
            <pc:sldMk cId="1844880558" sldId="10046"/>
            <ac:spMk id="21640" creationId="{1AE72652-1F8E-911C-0639-3159FAB7B114}"/>
          </ac:spMkLst>
        </pc:spChg>
        <pc:spChg chg="add mod">
          <ac:chgData name="" userId="" providerId="" clId="Web-{6E8403B9-C474-4B99-9353-4E0EB3CC5CF0}" dt="2026-10-23T09:54:51.512" v="39" actId="34807"/>
          <ac:spMkLst>
            <pc:docMk/>
            <pc:sldMk cId="1844880558" sldId="10046"/>
            <ac:spMk id="21650" creationId="{3A535494-617A-319E-E870-50B4A11CDC05}"/>
          </ac:spMkLst>
        </pc:spChg>
        <pc:spChg chg="add mod">
          <ac:chgData name="" userId="" providerId="" clId="Web-{6E8403B9-C474-4B99-9353-4E0EB3CC5CF0}" dt="2026-10-23T09:54:51.512" v="39" actId="34807"/>
          <ac:spMkLst>
            <pc:docMk/>
            <pc:sldMk cId="1844880558" sldId="10046"/>
            <ac:spMk id="21661" creationId="{E193068C-2C16-88C0-D55E-E009BC8A503A}"/>
          </ac:spMkLst>
        </pc:spChg>
        <pc:spChg chg="add mod">
          <ac:chgData name="" userId="" providerId="" clId="Web-{6E8403B9-C474-4B99-9353-4E0EB3CC5CF0}" dt="2026-10-23T09:54:51.512" v="39" actId="34807"/>
          <ac:spMkLst>
            <pc:docMk/>
            <pc:sldMk cId="1844880558" sldId="10046"/>
            <ac:spMk id="21686" creationId="{719EBD6F-03D9-36EA-AD21-FBF1006ADCF9}"/>
          </ac:spMkLst>
        </pc:spChg>
      </pc:sldChg>
      <pc:sldChg chg="addSp delSp modSp">
        <pc:chgData name="" userId="" providerId="" clId="Web-{6E8403B9-C474-4B99-9353-4E0EB3CC5CF0}" dt="2026-10-23T09:54:54.278" v="42" actId="34807"/>
        <pc:sldMkLst>
          <pc:docMk/>
          <pc:sldMk cId="393294588" sldId="10291"/>
        </pc:sldMkLst>
        <pc:spChg chg="add mod">
          <ac:chgData name="" userId="" providerId="" clId="Web-{6E8403B9-C474-4B99-9353-4E0EB3CC5CF0}" dt="2026-10-23T09:51:48.487" v="34" actId="34807"/>
          <ac:spMkLst>
            <pc:docMk/>
            <pc:sldMk cId="393294588" sldId="10291"/>
            <ac:spMk id="20350" creationId="{BB379BA4-C409-3193-19DD-47D4E1EB30AD}"/>
          </ac:spMkLst>
        </pc:spChg>
        <pc:spChg chg="add mod">
          <ac:chgData name="" userId="" providerId="" clId="Web-{6E8403B9-C474-4B99-9353-4E0EB3CC5CF0}" dt="2026-10-23T09:51:48.487" v="34" actId="34807"/>
          <ac:spMkLst>
            <pc:docMk/>
            <pc:sldMk cId="393294588" sldId="10291"/>
            <ac:spMk id="20355" creationId="{152E1502-A749-8B88-DC07-3C80BE3A749A}"/>
          </ac:spMkLst>
        </pc:spChg>
        <pc:spChg chg="add mod">
          <ac:chgData name="" userId="" providerId="" clId="Web-{6E8403B9-C474-4B99-9353-4E0EB3CC5CF0}" dt="2026-10-23T09:51:48.487" v="34" actId="34807"/>
          <ac:spMkLst>
            <pc:docMk/>
            <pc:sldMk cId="393294588" sldId="10291"/>
            <ac:spMk id="20361" creationId="{C817C2D5-FC6C-CCEE-128A-945BEAD93BB2}"/>
          </ac:spMkLst>
        </pc:spChg>
        <pc:spChg chg="add mod">
          <ac:chgData name="" userId="" providerId="" clId="Web-{6E8403B9-C474-4B99-9353-4E0EB3CC5CF0}" dt="2026-10-23T09:51:48.487" v="34" actId="34807"/>
          <ac:spMkLst>
            <pc:docMk/>
            <pc:sldMk cId="393294588" sldId="10291"/>
            <ac:spMk id="20368" creationId="{FB8C4D8A-CFDC-4487-99EF-90795AE5985D}"/>
          </ac:spMkLst>
        </pc:spChg>
        <pc:spChg chg="add mod">
          <ac:chgData name="" userId="" providerId="" clId="Web-{6E8403B9-C474-4B99-9353-4E0EB3CC5CF0}" dt="2026-10-23T09:51:48.487" v="34" actId="34807"/>
          <ac:spMkLst>
            <pc:docMk/>
            <pc:sldMk cId="393294588" sldId="10291"/>
            <ac:spMk id="20385" creationId="{6D635E4C-1A69-E476-3FB6-563A4A692FF1}"/>
          </ac:spMkLst>
        </pc:spChg>
        <pc:spChg chg="add mod">
          <ac:chgData name="" userId="" providerId="" clId="Web-{6E8403B9-C474-4B99-9353-4E0EB3CC5CF0}" dt="2026-10-23T09:51:48.487" v="34" actId="34807"/>
          <ac:spMkLst>
            <pc:docMk/>
            <pc:sldMk cId="393294588" sldId="10291"/>
            <ac:spMk id="20395" creationId="{0189F84D-86F7-9116-9F00-634E87A02B97}"/>
          </ac:spMkLst>
        </pc:spChg>
        <pc:spChg chg="add mod">
          <ac:chgData name="" userId="" providerId="" clId="Web-{6E8403B9-C474-4B99-9353-4E0EB3CC5CF0}" dt="2026-10-23T09:51:48.487" v="34" actId="34807"/>
          <ac:spMkLst>
            <pc:docMk/>
            <pc:sldMk cId="393294588" sldId="10291"/>
            <ac:spMk id="20511" creationId="{349BC516-00F6-6B22-EE1D-92C023885882}"/>
          </ac:spMkLst>
        </pc:spChg>
        <pc:spChg chg="add mod">
          <ac:chgData name="" userId="" providerId="" clId="Web-{6E8403B9-C474-4B99-9353-4E0EB3CC5CF0}" dt="2026-10-23T09:51:48.487" v="34" actId="34807"/>
          <ac:spMkLst>
            <pc:docMk/>
            <pc:sldMk cId="393294588" sldId="10291"/>
            <ac:spMk id="20530" creationId="{A481AC72-B4FF-9E7E-A112-B1DDD27A13D5}"/>
          </ac:spMkLst>
        </pc:spChg>
        <pc:spChg chg="add del mod">
          <ac:chgData name="" userId="" providerId="" clId="Web-{6E8403B9-C474-4B99-9353-4E0EB3CC5CF0}" dt="2026-10-23T09:54:54.278" v="42" actId="34807"/>
          <ac:spMkLst>
            <pc:docMk/>
            <pc:sldMk cId="393294588" sldId="10291"/>
            <ac:spMk id="20593" creationId="{B9B702CE-6658-A39A-28C5-7451A11F1086}"/>
          </ac:spMkLst>
        </pc:spChg>
        <pc:spChg chg="add mod">
          <ac:chgData name="" userId="" providerId="" clId="Web-{6E8403B9-C474-4B99-9353-4E0EB3CC5CF0}" dt="2026-10-23T09:51:48.487" v="34" actId="34807"/>
          <ac:spMkLst>
            <pc:docMk/>
            <pc:sldMk cId="393294588" sldId="10291"/>
            <ac:spMk id="20616" creationId="{BF534471-1B70-EA3F-7541-9F227EF3F426}"/>
          </ac:spMkLst>
        </pc:spChg>
        <pc:spChg chg="add mod">
          <ac:chgData name="" userId="" providerId="" clId="Web-{6E8403B9-C474-4B99-9353-4E0EB3CC5CF0}" dt="2026-10-23T09:54:53.481" v="41" actId="34807"/>
          <ac:spMkLst>
            <pc:docMk/>
            <pc:sldMk cId="393294588" sldId="10291"/>
            <ac:spMk id="21687" creationId="{11F9F6B1-929E-0AE5-6DA1-D5D5D9618710}"/>
          </ac:spMkLst>
        </pc:spChg>
      </pc:sldChg>
    </pc:docChg>
  </pc:docChgLst>
  <pc:docChgLst>
    <pc:chgData clId="Web-{F214C2A1-A5A2-4CF4-98D2-8389168FE22F}"/>
    <pc:docChg chg="modSld">
      <pc:chgData name="" userId="" providerId="" clId="Web-{F214C2A1-A5A2-4CF4-98D2-8389168FE22F}" dt="2026-10-23T13:48:14.541" v="46" actId="34807"/>
      <pc:docMkLst>
        <pc:docMk/>
      </pc:docMkLst>
      <pc:sldChg chg="modSp modNotesTx">
        <pc:chgData name="" userId="" providerId="" clId="Web-{F214C2A1-A5A2-4CF4-98D2-8389168FE22F}" dt="2026-10-23T13:48:14.541" v="46" actId="34807"/>
        <pc:sldMkLst>
          <pc:docMk/>
          <pc:sldMk cId="2931206922" sldId="4466"/>
        </pc:sldMkLst>
        <pc:spChg chg="mod">
          <ac:chgData name="" userId="" providerId="" clId="Web-{F214C2A1-A5A2-4CF4-98D2-8389168FE22F}" dt="2026-10-23T13:48:14.541" v="46" actId="34807"/>
          <ac:spMkLst>
            <pc:docMk/>
            <pc:sldMk cId="2931206922" sldId="4466"/>
            <ac:spMk id="22441" creationId="{D7A6BD57-66E0-5055-1922-727CA8FDCB12}"/>
          </ac:spMkLst>
        </pc:spChg>
      </pc:sldChg>
      <pc:sldChg chg="addSp delSp modSp modNotesTx">
        <pc:chgData name="" userId="" providerId="" clId="Web-{F214C2A1-A5A2-4CF4-98D2-8389168FE22F}" dt="2026-10-23T13:48:14.541" v="46" actId="34807"/>
        <pc:sldMkLst>
          <pc:docMk/>
          <pc:sldMk cId="1237582900" sldId="6721"/>
        </pc:sldMkLst>
        <pc:spChg chg="del">
          <ac:chgData name="" userId="" providerId="" clId="Web-{F214C2A1-A5A2-4CF4-98D2-8389168FE22F}" dt="2026-10-23T13:48:14.541" v="46" actId="34807"/>
          <ac:spMkLst>
            <pc:docMk/>
            <pc:sldMk cId="1237582900" sldId="6721"/>
            <ac:spMk id="22156" creationId="{340FF022-9A0D-1258-900F-C284816724D3}"/>
          </ac:spMkLst>
        </pc:spChg>
        <pc:spChg chg="add mod">
          <ac:chgData name="" userId="" providerId="" clId="Web-{F214C2A1-A5A2-4CF4-98D2-8389168FE22F}" dt="2026-10-23T13:48:13.650" v="45" actId="34807"/>
          <ac:spMkLst>
            <pc:docMk/>
            <pc:sldMk cId="1237582900" sldId="6721"/>
            <ac:spMk id="67282" creationId="{133EAB88-24CC-FD99-9214-0B5EF6A5886C}"/>
          </ac:spMkLst>
        </pc:spChg>
      </pc:sldChg>
      <pc:sldChg chg="addSp delSp modSp modNotesTx">
        <pc:chgData name="" userId="" providerId="" clId="Web-{F214C2A1-A5A2-4CF4-98D2-8389168FE22F}" dt="2026-10-23T13:35:42.149" v="38" actId="34807"/>
        <pc:sldMkLst>
          <pc:docMk/>
          <pc:sldMk cId="2978975748" sldId="13844"/>
        </pc:sldMkLst>
        <pc:spChg chg="del">
          <ac:chgData name="" userId="" providerId="" clId="Web-{F214C2A1-A5A2-4CF4-98D2-8389168FE22F}" dt="2026-10-23T13:18:33.420" v="9" actId="34807"/>
          <ac:spMkLst>
            <pc:docMk/>
            <pc:sldMk cId="2978975748" sldId="13844"/>
            <ac:spMk id="62894" creationId="{A8D84EA3-B792-38B6-60DB-D070BEF3A89A}"/>
          </ac:spMkLst>
        </pc:spChg>
        <pc:spChg chg="del">
          <ac:chgData name="" userId="" providerId="" clId="Web-{F214C2A1-A5A2-4CF4-98D2-8389168FE22F}" dt="2026-10-23T13:18:33.420" v="9" actId="34807"/>
          <ac:spMkLst>
            <pc:docMk/>
            <pc:sldMk cId="2978975748" sldId="13844"/>
            <ac:spMk id="62896" creationId="{AEF61EE8-919B-DB40-A73C-8F5818DADA7F}"/>
          </ac:spMkLst>
        </pc:spChg>
        <pc:spChg chg="del">
          <ac:chgData name="" userId="" providerId="" clId="Web-{F214C2A1-A5A2-4CF4-98D2-8389168FE22F}" dt="2026-10-23T13:18:33.420" v="9" actId="34807"/>
          <ac:spMkLst>
            <pc:docMk/>
            <pc:sldMk cId="2978975748" sldId="13844"/>
            <ac:spMk id="62903" creationId="{B8498612-2FB2-CB09-1A7C-1C3F851D73C6}"/>
          </ac:spMkLst>
        </pc:spChg>
        <pc:spChg chg="del">
          <ac:chgData name="" userId="" providerId="" clId="Web-{F214C2A1-A5A2-4CF4-98D2-8389168FE22F}" dt="2026-10-23T13:18:33.420" v="9" actId="34807"/>
          <ac:spMkLst>
            <pc:docMk/>
            <pc:sldMk cId="2978975748" sldId="13844"/>
            <ac:spMk id="62921" creationId="{159B69BE-2DEB-CD6A-072D-03E7946DDD66}"/>
          </ac:spMkLst>
        </pc:spChg>
        <pc:spChg chg="del">
          <ac:chgData name="" userId="" providerId="" clId="Web-{F214C2A1-A5A2-4CF4-98D2-8389168FE22F}" dt="2026-10-23T13:18:33.420" v="9" actId="34807"/>
          <ac:spMkLst>
            <pc:docMk/>
            <pc:sldMk cId="2978975748" sldId="13844"/>
            <ac:spMk id="62929" creationId="{7F2557C3-E173-8BFE-C4B5-737443254797}"/>
          </ac:spMkLst>
        </pc:spChg>
        <pc:spChg chg="del">
          <ac:chgData name="" userId="" providerId="" clId="Web-{F214C2A1-A5A2-4CF4-98D2-8389168FE22F}" dt="2026-10-23T13:18:33.420" v="9" actId="34807"/>
          <ac:spMkLst>
            <pc:docMk/>
            <pc:sldMk cId="2978975748" sldId="13844"/>
            <ac:spMk id="62938" creationId="{3F6B8155-B5DF-89F4-2D96-AFC9773D8277}"/>
          </ac:spMkLst>
        </pc:spChg>
        <pc:spChg chg="del">
          <ac:chgData name="" userId="" providerId="" clId="Web-{F214C2A1-A5A2-4CF4-98D2-8389168FE22F}" dt="2026-10-23T13:18:33.420" v="9" actId="34807"/>
          <ac:spMkLst>
            <pc:docMk/>
            <pc:sldMk cId="2978975748" sldId="13844"/>
            <ac:spMk id="62984" creationId="{D9567DCD-FE16-6980-9127-4F5B257ADBCB}"/>
          </ac:spMkLst>
        </pc:spChg>
        <pc:spChg chg="del">
          <ac:chgData name="" userId="" providerId="" clId="Web-{F214C2A1-A5A2-4CF4-98D2-8389168FE22F}" dt="2026-10-23T13:18:33.420" v="9" actId="34807"/>
          <ac:spMkLst>
            <pc:docMk/>
            <pc:sldMk cId="2978975748" sldId="13844"/>
            <ac:spMk id="63013" creationId="{00EC1EA4-0706-A1BF-3866-B4C17390880C}"/>
          </ac:spMkLst>
        </pc:spChg>
        <pc:spChg chg="del">
          <ac:chgData name="" userId="" providerId="" clId="Web-{F214C2A1-A5A2-4CF4-98D2-8389168FE22F}" dt="2026-10-23T13:18:33.420" v="9" actId="34807"/>
          <ac:spMkLst>
            <pc:docMk/>
            <pc:sldMk cId="2978975748" sldId="13844"/>
            <ac:spMk id="63103" creationId="{4A367537-138F-6E31-B063-2529AA234D78}"/>
          </ac:spMkLst>
        </pc:spChg>
        <pc:spChg chg="del">
          <ac:chgData name="" userId="" providerId="" clId="Web-{F214C2A1-A5A2-4CF4-98D2-8389168FE22F}" dt="2026-10-23T13:18:33.420" v="9" actId="34807"/>
          <ac:spMkLst>
            <pc:docMk/>
            <pc:sldMk cId="2978975748" sldId="13844"/>
            <ac:spMk id="63146" creationId="{67036FF6-C996-8318-A8F0-F3BFF267B9AC}"/>
          </ac:spMkLst>
        </pc:spChg>
        <pc:spChg chg="add mod">
          <ac:chgData name="" userId="" providerId="" clId="Web-{F214C2A1-A5A2-4CF4-98D2-8389168FE22F}" dt="2026-10-23T13:18:40.498" v="12" actId="34807"/>
          <ac:spMkLst>
            <pc:docMk/>
            <pc:sldMk cId="2978975748" sldId="13844"/>
            <ac:spMk id="65975" creationId="{A5235A33-B091-8688-3BD4-B923343F6065}"/>
          </ac:spMkLst>
        </pc:spChg>
        <pc:spChg chg="add mod">
          <ac:chgData name="" userId="" providerId="" clId="Web-{F214C2A1-A5A2-4CF4-98D2-8389168FE22F}" dt="2026-10-23T13:18:40.498" v="12" actId="34807"/>
          <ac:spMkLst>
            <pc:docMk/>
            <pc:sldMk cId="2978975748" sldId="13844"/>
            <ac:spMk id="65980" creationId="{DC979B01-2E17-BC07-5213-E292E71294D2}"/>
          </ac:spMkLst>
        </pc:spChg>
        <pc:spChg chg="add mod">
          <ac:chgData name="" userId="" providerId="" clId="Web-{F214C2A1-A5A2-4CF4-98D2-8389168FE22F}" dt="2026-10-23T13:18:40.498" v="12" actId="34807"/>
          <ac:spMkLst>
            <pc:docMk/>
            <pc:sldMk cId="2978975748" sldId="13844"/>
            <ac:spMk id="66001" creationId="{D20081C8-7AC4-9A34-F7DD-E482AD672205}"/>
          </ac:spMkLst>
        </pc:spChg>
        <pc:spChg chg="add mod">
          <ac:chgData name="" userId="" providerId="" clId="Web-{F214C2A1-A5A2-4CF4-98D2-8389168FE22F}" dt="2026-10-23T13:18:40.498" v="12" actId="34807"/>
          <ac:spMkLst>
            <pc:docMk/>
            <pc:sldMk cId="2978975748" sldId="13844"/>
            <ac:spMk id="66031" creationId="{19A3F976-8CE9-AF43-1D87-6BA7990E0420}"/>
          </ac:spMkLst>
        </pc:spChg>
        <pc:spChg chg="add mod">
          <ac:chgData name="" userId="" providerId="" clId="Web-{F214C2A1-A5A2-4CF4-98D2-8389168FE22F}" dt="2026-10-23T13:18:40.498" v="12" actId="34807"/>
          <ac:spMkLst>
            <pc:docMk/>
            <pc:sldMk cId="2978975748" sldId="13844"/>
            <ac:spMk id="66043" creationId="{57FA41BA-5EC8-A6A4-D071-708CF2624D6E}"/>
          </ac:spMkLst>
        </pc:spChg>
        <pc:spChg chg="add mod">
          <ac:chgData name="" userId="" providerId="" clId="Web-{F214C2A1-A5A2-4CF4-98D2-8389168FE22F}" dt="2026-10-23T13:18:40.498" v="12" actId="34807"/>
          <ac:spMkLst>
            <pc:docMk/>
            <pc:sldMk cId="2978975748" sldId="13844"/>
            <ac:spMk id="66056" creationId="{7BC58E2E-7F79-7D9F-A166-BD49643F7A4C}"/>
          </ac:spMkLst>
        </pc:spChg>
        <pc:spChg chg="add mod">
          <ac:chgData name="" userId="" providerId="" clId="Web-{F214C2A1-A5A2-4CF4-98D2-8389168FE22F}" dt="2026-10-23T13:18:40.498" v="12" actId="34807"/>
          <ac:spMkLst>
            <pc:docMk/>
            <pc:sldMk cId="2978975748" sldId="13844"/>
            <ac:spMk id="66070" creationId="{C7F40F72-C9CA-E3C0-1FF9-0E71353569A6}"/>
          </ac:spMkLst>
        </pc:spChg>
        <pc:spChg chg="add mod">
          <ac:chgData name="" userId="" providerId="" clId="Web-{F214C2A1-A5A2-4CF4-98D2-8389168FE22F}" dt="2026-10-23T13:18:40.498" v="12" actId="34807"/>
          <ac:spMkLst>
            <pc:docMk/>
            <pc:sldMk cId="2978975748" sldId="13844"/>
            <ac:spMk id="66085" creationId="{687CECAB-D171-73D8-8B3C-538AEE8F5D6A}"/>
          </ac:spMkLst>
        </pc:spChg>
        <pc:spChg chg="del mod">
          <ac:chgData name="" userId="" providerId="" clId="Web-{F214C2A1-A5A2-4CF4-98D2-8389168FE22F}" dt="2026-10-23T13:35:42.149" v="38" actId="34807"/>
          <ac:spMkLst>
            <pc:docMk/>
            <pc:sldMk cId="2978975748" sldId="13844"/>
            <ac:spMk id="66136" creationId="{3640C9DD-9D0D-8C03-1200-DD31B7D26727}"/>
          </ac:spMkLst>
        </pc:spChg>
        <pc:spChg chg="del">
          <ac:chgData name="" userId="" providerId="" clId="Web-{F214C2A1-A5A2-4CF4-98D2-8389168FE22F}" dt="2026-10-23T13:35:42.149" v="38" actId="34807"/>
          <ac:spMkLst>
            <pc:docMk/>
            <pc:sldMk cId="2978975748" sldId="13844"/>
            <ac:spMk id="66155" creationId="{A45B79C1-9B5B-54D1-D617-6369956C86F7}"/>
          </ac:spMkLst>
        </pc:spChg>
        <pc:spChg chg="del mod">
          <ac:chgData name="" userId="" providerId="" clId="Web-{F214C2A1-A5A2-4CF4-98D2-8389168FE22F}" dt="2026-10-23T13:35:42.149" v="38" actId="34807"/>
          <ac:spMkLst>
            <pc:docMk/>
            <pc:sldMk cId="2978975748" sldId="13844"/>
            <ac:spMk id="66175" creationId="{E5CBB6FE-F304-B146-1F3D-BB89E5D3C9C4}"/>
          </ac:spMkLst>
        </pc:spChg>
        <pc:spChg chg="del">
          <ac:chgData name="" userId="" providerId="" clId="Web-{F214C2A1-A5A2-4CF4-98D2-8389168FE22F}" dt="2026-10-23T13:35:42.149" v="38" actId="34807"/>
          <ac:spMkLst>
            <pc:docMk/>
            <pc:sldMk cId="2978975748" sldId="13844"/>
            <ac:spMk id="66196" creationId="{7EAD2D3E-FC9D-6DB7-09B3-25DCF773CA38}"/>
          </ac:spMkLst>
        </pc:spChg>
        <pc:spChg chg="add mod">
          <ac:chgData name="" userId="" providerId="" clId="Web-{F214C2A1-A5A2-4CF4-98D2-8389168FE22F}" dt="2026-10-23T13:18:40.498" v="12" actId="34807"/>
          <ac:spMkLst>
            <pc:docMk/>
            <pc:sldMk cId="2978975748" sldId="13844"/>
            <ac:spMk id="66218" creationId="{D6FC0720-828B-88EA-BEB8-56D35113439F}"/>
          </ac:spMkLst>
        </pc:spChg>
        <pc:spChg chg="add mod">
          <ac:chgData name="" userId="" providerId="" clId="Web-{F214C2A1-A5A2-4CF4-98D2-8389168FE22F}" dt="2026-10-23T13:18:40.498" v="12" actId="34807"/>
          <ac:spMkLst>
            <pc:docMk/>
            <pc:sldMk cId="2978975748" sldId="13844"/>
            <ac:spMk id="66241" creationId="{65305AD2-3B41-8196-B798-8072ABA1F9D5}"/>
          </ac:spMkLst>
        </pc:spChg>
        <pc:spChg chg="add mod">
          <ac:chgData name="" userId="" providerId="" clId="Web-{F214C2A1-A5A2-4CF4-98D2-8389168FE22F}" dt="2026-10-23T13:35:39.946" v="37" actId="34807"/>
          <ac:spMkLst>
            <pc:docMk/>
            <pc:sldMk cId="2978975748" sldId="13844"/>
            <ac:spMk id="67267" creationId="{B1CA1FFB-1C5A-F35B-8873-010DF4ADE6A6}"/>
          </ac:spMkLst>
        </pc:spChg>
        <pc:spChg chg="add mod">
          <ac:chgData name="" userId="" providerId="" clId="Web-{F214C2A1-A5A2-4CF4-98D2-8389168FE22F}" dt="2026-10-23T13:35:39.946" v="37" actId="34807"/>
          <ac:spMkLst>
            <pc:docMk/>
            <pc:sldMk cId="2978975748" sldId="13844"/>
            <ac:spMk id="67269" creationId="{D8DC6089-6347-8A03-CEE9-A64DB74168EE}"/>
          </ac:spMkLst>
        </pc:spChg>
        <pc:picChg chg="add mod">
          <ac:chgData name="" userId="" providerId="" clId="Web-{F214C2A1-A5A2-4CF4-98D2-8389168FE22F}" dt="2026-10-23T13:18:42.639" v="13" actId="34807"/>
          <ac:picMkLst>
            <pc:docMk/>
            <pc:sldMk cId="2978975748" sldId="13844"/>
            <ac:picMk id="66266" creationId="{B542BDA5-2AC3-3010-819C-4B7ED5506A83}"/>
          </ac:picMkLst>
        </pc:picChg>
        <pc:picChg chg="add mod">
          <ac:chgData name="" userId="" providerId="" clId="Web-{F214C2A1-A5A2-4CF4-98D2-8389168FE22F}" dt="2026-10-23T13:35:42.149" v="38" actId="34807"/>
          <ac:picMkLst>
            <pc:docMk/>
            <pc:sldMk cId="2978975748" sldId="13844"/>
            <ac:picMk id="66267" creationId="{8508ECC8-3C6D-DFE5-42C0-3B9D46303A5F}"/>
          </ac:picMkLst>
        </pc:picChg>
        <pc:picChg chg="add mod">
          <ac:chgData name="" userId="" providerId="" clId="Web-{F214C2A1-A5A2-4CF4-98D2-8389168FE22F}" dt="2026-10-23T13:35:42.149" v="38" actId="34807"/>
          <ac:picMkLst>
            <pc:docMk/>
            <pc:sldMk cId="2978975748" sldId="13844"/>
            <ac:picMk id="66268" creationId="{41652622-A693-BCC9-2E67-7E20D0FFE61A}"/>
          </ac:picMkLst>
        </pc:picChg>
        <pc:picChg chg="add mod">
          <ac:chgData name="" userId="" providerId="" clId="Web-{F214C2A1-A5A2-4CF4-98D2-8389168FE22F}" dt="2026-10-23T13:18:42.639" v="13" actId="34807"/>
          <ac:picMkLst>
            <pc:docMk/>
            <pc:sldMk cId="2978975748" sldId="13844"/>
            <ac:picMk id="66269" creationId="{02E0B182-F372-A6D2-6FC8-48B885587052}"/>
          </ac:picMkLst>
        </pc:picChg>
      </pc:sldChg>
      <pc:sldChg chg="addSp delSp modSp modNotesTx">
        <pc:chgData name="" userId="" providerId="" clId="Web-{F214C2A1-A5A2-4CF4-98D2-8389168FE22F}" dt="2026-10-23T13:36:08.526" v="41" actId="34807"/>
        <pc:sldMkLst>
          <pc:docMk/>
          <pc:sldMk cId="1448202493" sldId="14062"/>
        </pc:sldMkLst>
        <pc:spChg chg="del">
          <ac:chgData name="" userId="" providerId="" clId="Web-{F214C2A1-A5A2-4CF4-98D2-8389168FE22F}" dt="2026-10-23T13:18:31.513" v="8" actId="34807"/>
          <ac:spMkLst>
            <pc:docMk/>
            <pc:sldMk cId="1448202493" sldId="14062"/>
            <ac:spMk id="61902" creationId="{4735CACC-A70A-4DE3-6230-C857086848F7}"/>
          </ac:spMkLst>
        </pc:spChg>
        <pc:spChg chg="del">
          <ac:chgData name="" userId="" providerId="" clId="Web-{F214C2A1-A5A2-4CF4-98D2-8389168FE22F}" dt="2026-10-23T13:18:31.513" v="8" actId="34807"/>
          <ac:spMkLst>
            <pc:docMk/>
            <pc:sldMk cId="1448202493" sldId="14062"/>
            <ac:spMk id="61987" creationId="{FAF54CA9-3C2D-CC88-FC13-88FDA32035B8}"/>
          </ac:spMkLst>
        </pc:spChg>
        <pc:spChg chg="del">
          <ac:chgData name="" userId="" providerId="" clId="Web-{F214C2A1-A5A2-4CF4-98D2-8389168FE22F}" dt="2026-10-23T13:18:31.513" v="8" actId="34807"/>
          <ac:spMkLst>
            <pc:docMk/>
            <pc:sldMk cId="1448202493" sldId="14062"/>
            <ac:spMk id="62016" creationId="{98519120-FD7F-9AA3-3055-CE2ED2B66E25}"/>
          </ac:spMkLst>
        </pc:spChg>
        <pc:spChg chg="del">
          <ac:chgData name="" userId="" providerId="" clId="Web-{F214C2A1-A5A2-4CF4-98D2-8389168FE22F}" dt="2026-10-23T13:18:31.513" v="8" actId="34807"/>
          <ac:spMkLst>
            <pc:docMk/>
            <pc:sldMk cId="1448202493" sldId="14062"/>
            <ac:spMk id="62032" creationId="{E2E3ED46-D3A1-1063-FBEF-44CB76AB9E7C}"/>
          </ac:spMkLst>
        </pc:spChg>
        <pc:spChg chg="del">
          <ac:chgData name="" userId="" providerId="" clId="Web-{F214C2A1-A5A2-4CF4-98D2-8389168FE22F}" dt="2026-10-23T13:18:31.513" v="8" actId="34807"/>
          <ac:spMkLst>
            <pc:docMk/>
            <pc:sldMk cId="1448202493" sldId="14062"/>
            <ac:spMk id="62196" creationId="{74D31010-12DD-BD48-6BF5-B6D3BC370095}"/>
          </ac:spMkLst>
        </pc:spChg>
        <pc:spChg chg="del">
          <ac:chgData name="" userId="" providerId="" clId="Web-{F214C2A1-A5A2-4CF4-98D2-8389168FE22F}" dt="2026-10-23T13:18:31.513" v="8" actId="34807"/>
          <ac:spMkLst>
            <pc:docMk/>
            <pc:sldMk cId="1448202493" sldId="14062"/>
            <ac:spMk id="62302" creationId="{40139959-0B0E-158B-C87B-63E641CCEBC8}"/>
          </ac:spMkLst>
        </pc:spChg>
        <pc:spChg chg="del">
          <ac:chgData name="" userId="" providerId="" clId="Web-{F214C2A1-A5A2-4CF4-98D2-8389168FE22F}" dt="2026-10-23T13:18:31.513" v="8" actId="34807"/>
          <ac:spMkLst>
            <pc:docMk/>
            <pc:sldMk cId="1448202493" sldId="14062"/>
            <ac:spMk id="62392" creationId="{9D13CB4F-1DEA-AF29-41C7-C5E24BDEA136}"/>
          </ac:spMkLst>
        </pc:spChg>
        <pc:spChg chg="del">
          <ac:chgData name="" userId="" providerId="" clId="Web-{F214C2A1-A5A2-4CF4-98D2-8389168FE22F}" dt="2026-10-23T13:18:31.513" v="8" actId="34807"/>
          <ac:spMkLst>
            <pc:docMk/>
            <pc:sldMk cId="1448202493" sldId="14062"/>
            <ac:spMk id="62424" creationId="{7423F2AC-2B80-F8C9-A0F3-24E575BA05F7}"/>
          </ac:spMkLst>
        </pc:spChg>
        <pc:spChg chg="del">
          <ac:chgData name="" userId="" providerId="" clId="Web-{F214C2A1-A5A2-4CF4-98D2-8389168FE22F}" dt="2026-10-23T13:18:31.513" v="8" actId="34807"/>
          <ac:spMkLst>
            <pc:docMk/>
            <pc:sldMk cId="1448202493" sldId="14062"/>
            <ac:spMk id="62457" creationId="{4C31DA0D-5FEC-29C8-250A-0BD72568B95D}"/>
          </ac:spMkLst>
        </pc:spChg>
        <pc:spChg chg="del">
          <ac:chgData name="" userId="" providerId="" clId="Web-{F214C2A1-A5A2-4CF4-98D2-8389168FE22F}" dt="2026-10-23T13:18:31.513" v="8" actId="34807"/>
          <ac:spMkLst>
            <pc:docMk/>
            <pc:sldMk cId="1448202493" sldId="14062"/>
            <ac:spMk id="62757" creationId="{1F483986-AA0B-53D3-7E49-FCEBF076C3D1}"/>
          </ac:spMkLst>
        </pc:spChg>
        <pc:spChg chg="add mod">
          <ac:chgData name="" userId="" providerId="" clId="Web-{F214C2A1-A5A2-4CF4-98D2-8389168FE22F}" dt="2026-10-23T13:18:47.295" v="15" actId="34807"/>
          <ac:spMkLst>
            <pc:docMk/>
            <pc:sldMk cId="1448202493" sldId="14062"/>
            <ac:spMk id="66270" creationId="{405288C7-2035-BD9F-5736-7ECEDB00B251}"/>
          </ac:spMkLst>
        </pc:spChg>
        <pc:spChg chg="add mod">
          <ac:chgData name="" userId="" providerId="" clId="Web-{F214C2A1-A5A2-4CF4-98D2-8389168FE22F}" dt="2026-10-23T13:18:47.295" v="15" actId="34807"/>
          <ac:spMkLst>
            <pc:docMk/>
            <pc:sldMk cId="1448202493" sldId="14062"/>
            <ac:spMk id="66272" creationId="{FF7EC53C-EC6A-2801-5E8A-8D5AFB3E461C}"/>
          </ac:spMkLst>
        </pc:spChg>
        <pc:spChg chg="add mod">
          <ac:chgData name="" userId="" providerId="" clId="Web-{F214C2A1-A5A2-4CF4-98D2-8389168FE22F}" dt="2026-10-23T13:18:47.295" v="15" actId="34807"/>
          <ac:spMkLst>
            <pc:docMk/>
            <pc:sldMk cId="1448202493" sldId="14062"/>
            <ac:spMk id="66360" creationId="{A5EE0BB3-1A82-568D-4F01-0667E92D0021}"/>
          </ac:spMkLst>
        </pc:spChg>
        <pc:spChg chg="add mod">
          <ac:chgData name="" userId="" providerId="" clId="Web-{F214C2A1-A5A2-4CF4-98D2-8389168FE22F}" dt="2026-10-23T13:18:47.295" v="15" actId="34807"/>
          <ac:spMkLst>
            <pc:docMk/>
            <pc:sldMk cId="1448202493" sldId="14062"/>
            <ac:spMk id="66389" creationId="{E391B81F-049A-09CE-160A-F5A71785E7DE}"/>
          </ac:spMkLst>
        </pc:spChg>
        <pc:spChg chg="add mod">
          <ac:chgData name="" userId="" providerId="" clId="Web-{F214C2A1-A5A2-4CF4-98D2-8389168FE22F}" dt="2026-10-23T13:18:47.295" v="15" actId="34807"/>
          <ac:spMkLst>
            <pc:docMk/>
            <pc:sldMk cId="1448202493" sldId="14062"/>
            <ac:spMk id="66405" creationId="{31980D45-0BC8-5CFA-F76B-B991FE10F14D}"/>
          </ac:spMkLst>
        </pc:spChg>
        <pc:spChg chg="add mod">
          <ac:chgData name="" userId="" providerId="" clId="Web-{F214C2A1-A5A2-4CF4-98D2-8389168FE22F}" dt="2026-10-23T13:18:47.295" v="15" actId="34807"/>
          <ac:spMkLst>
            <pc:docMk/>
            <pc:sldMk cId="1448202493" sldId="14062"/>
            <ac:spMk id="66545" creationId="{CBCBA464-773E-5863-AF5C-E9C2A07DD712}"/>
          </ac:spMkLst>
        </pc:spChg>
        <pc:spChg chg="del">
          <ac:chgData name="" userId="" providerId="" clId="Web-{F214C2A1-A5A2-4CF4-98D2-8389168FE22F}" dt="2026-10-23T13:36:08.526" v="41" actId="34807"/>
          <ac:spMkLst>
            <pc:docMk/>
            <pc:sldMk cId="1448202493" sldId="14062"/>
            <ac:spMk id="66830" creationId="{218FBBB9-7C27-682E-E932-9619CFA0824F}"/>
          </ac:spMkLst>
        </pc:spChg>
        <pc:spChg chg="del">
          <ac:chgData name="" userId="" providerId="" clId="Web-{F214C2A1-A5A2-4CF4-98D2-8389168FE22F}" dt="2026-10-23T13:36:08.526" v="41" actId="34807"/>
          <ac:spMkLst>
            <pc:docMk/>
            <pc:sldMk cId="1448202493" sldId="14062"/>
            <ac:spMk id="66864" creationId="{7CE0FB9B-B582-852A-DDE9-499A800FFA71}"/>
          </ac:spMkLst>
        </pc:spChg>
        <pc:spChg chg="add del mod">
          <ac:chgData name="" userId="" providerId="" clId="Web-{F214C2A1-A5A2-4CF4-98D2-8389168FE22F}" dt="2026-10-23T13:36:08.526" v="41" actId="34807"/>
          <ac:spMkLst>
            <pc:docMk/>
            <pc:sldMk cId="1448202493" sldId="14062"/>
            <ac:spMk id="66899" creationId="{67A20071-3AD8-C5AC-2FF3-70062DECD0D2}"/>
          </ac:spMkLst>
        </pc:spChg>
        <pc:spChg chg="del">
          <ac:chgData name="" userId="" providerId="" clId="Web-{F214C2A1-A5A2-4CF4-98D2-8389168FE22F}" dt="2026-10-23T13:36:08.526" v="41" actId="34807"/>
          <ac:spMkLst>
            <pc:docMk/>
            <pc:sldMk cId="1448202493" sldId="14062"/>
            <ac:spMk id="66935" creationId="{9CF5995D-9978-0E37-A66C-9DFBBAA4D841}"/>
          </ac:spMkLst>
        </pc:spChg>
        <pc:spChg chg="del">
          <ac:chgData name="" userId="" providerId="" clId="Web-{F214C2A1-A5A2-4CF4-98D2-8389168FE22F}" dt="2026-10-23T13:36:08.526" v="41" actId="34807"/>
          <ac:spMkLst>
            <pc:docMk/>
            <pc:sldMk cId="1448202493" sldId="14062"/>
            <ac:spMk id="66972" creationId="{D0E4D2A2-7689-4246-47EB-5888CFCAA572}"/>
          </ac:spMkLst>
        </pc:spChg>
        <pc:spChg chg="del">
          <ac:chgData name="" userId="" providerId="" clId="Web-{F214C2A1-A5A2-4CF4-98D2-8389168FE22F}" dt="2026-10-23T13:36:08.526" v="41" actId="34807"/>
          <ac:spMkLst>
            <pc:docMk/>
            <pc:sldMk cId="1448202493" sldId="14062"/>
            <ac:spMk id="67010" creationId="{E6804EC7-127F-3ED0-3934-08E91A2BCB42}"/>
          </ac:spMkLst>
        </pc:spChg>
        <pc:spChg chg="add mod">
          <ac:chgData name="" userId="" providerId="" clId="Web-{F214C2A1-A5A2-4CF4-98D2-8389168FE22F}" dt="2026-10-23T13:18:47.295" v="15" actId="34807"/>
          <ac:spMkLst>
            <pc:docMk/>
            <pc:sldMk cId="1448202493" sldId="14062"/>
            <ac:spMk id="67089" creationId="{CDE96196-E9E3-E5DC-543B-ECBF3C0B15A2}"/>
          </ac:spMkLst>
        </pc:spChg>
        <pc:spChg chg="add mod">
          <ac:chgData name="" userId="" providerId="" clId="Web-{F214C2A1-A5A2-4CF4-98D2-8389168FE22F}" dt="2026-10-23T13:18:47.295" v="15" actId="34807"/>
          <ac:spMkLst>
            <pc:docMk/>
            <pc:sldMk cId="1448202493" sldId="14062"/>
            <ac:spMk id="67130" creationId="{998D5ACD-DB97-E90A-EA15-8C67BD516648}"/>
          </ac:spMkLst>
        </pc:spChg>
        <pc:spChg chg="add mod">
          <ac:chgData name="" userId="" providerId="" clId="Web-{F214C2A1-A5A2-4CF4-98D2-8389168FE22F}" dt="2026-10-23T13:18:47.295" v="15" actId="34807"/>
          <ac:spMkLst>
            <pc:docMk/>
            <pc:sldMk cId="1448202493" sldId="14062"/>
            <ac:spMk id="67172" creationId="{6E834BCB-EF1E-746D-E743-720DA8FAE5D2}"/>
          </ac:spMkLst>
        </pc:spChg>
        <pc:spChg chg="add mod">
          <ac:chgData name="" userId="" providerId="" clId="Web-{F214C2A1-A5A2-4CF4-98D2-8389168FE22F}" dt="2026-10-23T13:36:05.947" v="40" actId="34807"/>
          <ac:spMkLst>
            <pc:docMk/>
            <pc:sldMk cId="1448202493" sldId="14062"/>
            <ac:spMk id="67270" creationId="{BEF058B0-B6D3-AC57-00BF-F8354CCF43DF}"/>
          </ac:spMkLst>
        </pc:spChg>
        <pc:spChg chg="add mod">
          <ac:chgData name="" userId="" providerId="" clId="Web-{F214C2A1-A5A2-4CF4-98D2-8389168FE22F}" dt="2026-10-23T13:36:05.947" v="40" actId="34807"/>
          <ac:spMkLst>
            <pc:docMk/>
            <pc:sldMk cId="1448202493" sldId="14062"/>
            <ac:spMk id="67272" creationId="{0663453D-79C0-3D42-992B-958195CA84A0}"/>
          </ac:spMkLst>
        </pc:spChg>
        <pc:spChg chg="add mod">
          <ac:chgData name="" userId="" providerId="" clId="Web-{F214C2A1-A5A2-4CF4-98D2-8389168FE22F}" dt="2026-10-23T13:36:05.947" v="40" actId="34807"/>
          <ac:spMkLst>
            <pc:docMk/>
            <pc:sldMk cId="1448202493" sldId="14062"/>
            <ac:spMk id="67275" creationId="{08BB5101-402C-3300-6812-B6C8C0CE2082}"/>
          </ac:spMkLst>
        </pc:spChg>
        <pc:picChg chg="mod">
          <ac:chgData name="" userId="" providerId="" clId="Web-{F214C2A1-A5A2-4CF4-98D2-8389168FE22F}" dt="2026-10-23T13:18:15.341" v="5" actId="34807"/>
          <ac:picMkLst>
            <pc:docMk/>
            <pc:sldMk cId="1448202493" sldId="14062"/>
            <ac:picMk id="62889" creationId="{E98A204D-E8E5-74FE-0026-3D4F801B7B9F}"/>
          </ac:picMkLst>
        </pc:picChg>
        <pc:picChg chg="mod">
          <ac:chgData name="" userId="" providerId="" clId="Web-{F214C2A1-A5A2-4CF4-98D2-8389168FE22F}" dt="2026-10-23T13:18:15.341" v="5" actId="34807"/>
          <ac:picMkLst>
            <pc:docMk/>
            <pc:sldMk cId="1448202493" sldId="14062"/>
            <ac:picMk id="62890" creationId="{BBBBBB76-24D1-9545-FA39-CCDD45AAF11D}"/>
          </ac:picMkLst>
        </pc:picChg>
        <pc:picChg chg="mod">
          <ac:chgData name="" userId="" providerId="" clId="Web-{F214C2A1-A5A2-4CF4-98D2-8389168FE22F}" dt="2026-10-23T13:18:15.341" v="5" actId="34807"/>
          <ac:picMkLst>
            <pc:docMk/>
            <pc:sldMk cId="1448202493" sldId="14062"/>
            <ac:picMk id="62891" creationId="{BC3B752F-A14A-E08E-D6D2-107CD74C5D34}"/>
          </ac:picMkLst>
        </pc:picChg>
        <pc:picChg chg="add mod">
          <ac:chgData name="" userId="" providerId="" clId="Web-{F214C2A1-A5A2-4CF4-98D2-8389168FE22F}" dt="2026-10-23T13:18:49.592" v="16" actId="34807"/>
          <ac:picMkLst>
            <pc:docMk/>
            <pc:sldMk cId="1448202493" sldId="14062"/>
            <ac:picMk id="67260" creationId="{7863C26F-80C7-F4F4-7B40-B0A2B1D88344}"/>
          </ac:picMkLst>
        </pc:picChg>
        <pc:picChg chg="add mod">
          <ac:chgData name="" userId="" providerId="" clId="Web-{F214C2A1-A5A2-4CF4-98D2-8389168FE22F}" dt="2026-10-23T13:18:49.592" v="16" actId="34807"/>
          <ac:picMkLst>
            <pc:docMk/>
            <pc:sldMk cId="1448202493" sldId="14062"/>
            <ac:picMk id="67261" creationId="{F07F0F1E-3BD1-AAF9-8B1B-3136B8DA3796}"/>
          </ac:picMkLst>
        </pc:picChg>
        <pc:picChg chg="add mod">
          <ac:chgData name="" userId="" providerId="" clId="Web-{F214C2A1-A5A2-4CF4-98D2-8389168FE22F}" dt="2026-10-23T13:36:08.526" v="41" actId="34807"/>
          <ac:picMkLst>
            <pc:docMk/>
            <pc:sldMk cId="1448202493" sldId="14062"/>
            <ac:picMk id="67262" creationId="{46B2A522-DCF4-A1F6-D7ED-DD172A056040}"/>
          </ac:picMkLst>
        </pc:picChg>
        <pc:picChg chg="add mod">
          <ac:chgData name="" userId="" providerId="" clId="Web-{F214C2A1-A5A2-4CF4-98D2-8389168FE22F}" dt="2026-10-23T13:36:08.526" v="41" actId="34807"/>
          <ac:picMkLst>
            <pc:docMk/>
            <pc:sldMk cId="1448202493" sldId="14062"/>
            <ac:picMk id="67263" creationId="{07F04C6E-5573-6445-5A12-3EAD41F190FA}"/>
          </ac:picMkLst>
        </pc:picChg>
        <pc:picChg chg="add mod">
          <ac:chgData name="" userId="" providerId="" clId="Web-{F214C2A1-A5A2-4CF4-98D2-8389168FE22F}" dt="2026-10-23T13:36:08.526" v="41" actId="34807"/>
          <ac:picMkLst>
            <pc:docMk/>
            <pc:sldMk cId="1448202493" sldId="14062"/>
            <ac:picMk id="67264" creationId="{686E7391-EFB9-4569-B3EF-133EE05C0C89}"/>
          </ac:picMkLst>
        </pc:picChg>
        <pc:picChg chg="add mod">
          <ac:chgData name="" userId="" providerId="" clId="Web-{F214C2A1-A5A2-4CF4-98D2-8389168FE22F}" dt="2026-10-23T13:18:49.592" v="16" actId="34807"/>
          <ac:picMkLst>
            <pc:docMk/>
            <pc:sldMk cId="1448202493" sldId="14062"/>
            <ac:picMk id="67265" creationId="{338EFB03-8D75-8CDB-C62F-8039FB6BF38A}"/>
          </ac:picMkLst>
        </pc:picChg>
        <pc:picChg chg="add mod">
          <ac:chgData name="" userId="" providerId="" clId="Web-{F214C2A1-A5A2-4CF4-98D2-8389168FE22F}" dt="2026-10-23T13:18:49.592" v="16" actId="34807"/>
          <ac:picMkLst>
            <pc:docMk/>
            <pc:sldMk cId="1448202493" sldId="14062"/>
            <ac:picMk id="67266" creationId="{46BC22AC-E4B2-A0CC-846F-45ABF757354E}"/>
          </ac:picMkLst>
        </pc:picChg>
      </pc:sldChg>
      <pc:sldChg chg="addSp delSp modSp modNotesTx">
        <pc:chgData name="" userId="" providerId="" clId="Web-{F214C2A1-A5A2-4CF4-98D2-8389168FE22F}" dt="2026-10-23T13:36:22.479" v="44" actId="34807"/>
        <pc:sldMkLst>
          <pc:docMk/>
          <pc:sldMk cId="302110903" sldId="14281"/>
        </pc:sldMkLst>
        <pc:spChg chg="del">
          <ac:chgData name="" userId="" providerId="" clId="Web-{F214C2A1-A5A2-4CF4-98D2-8389168FE22F}" dt="2026-10-23T13:17:57.230" v="0" actId="34807"/>
          <ac:spMkLst>
            <pc:docMk/>
            <pc:sldMk cId="302110903" sldId="14281"/>
            <ac:spMk id="60000" creationId="{8835A6BB-432D-C439-DA13-E89C74CCEA49}"/>
          </ac:spMkLst>
        </pc:spChg>
        <pc:spChg chg="del">
          <ac:chgData name="" userId="" providerId="" clId="Web-{F214C2A1-A5A2-4CF4-98D2-8389168FE22F}" dt="2026-10-23T13:17:57.230" v="0" actId="34807"/>
          <ac:spMkLst>
            <pc:docMk/>
            <pc:sldMk cId="302110903" sldId="14281"/>
            <ac:spMk id="60063" creationId="{8BE51542-DB5E-BE9D-6B94-A35B1386331C}"/>
          </ac:spMkLst>
        </pc:spChg>
        <pc:spChg chg="del">
          <ac:chgData name="" userId="" providerId="" clId="Web-{F214C2A1-A5A2-4CF4-98D2-8389168FE22F}" dt="2026-10-23T13:17:57.230" v="0" actId="34807"/>
          <ac:spMkLst>
            <pc:docMk/>
            <pc:sldMk cId="302110903" sldId="14281"/>
            <ac:spMk id="60187" creationId="{ABFF5AF4-C4ED-59B8-FDCC-D65D63A272A7}"/>
          </ac:spMkLst>
        </pc:spChg>
        <pc:spChg chg="del">
          <ac:chgData name="" userId="" providerId="" clId="Web-{F214C2A1-A5A2-4CF4-98D2-8389168FE22F}" dt="2026-10-23T13:17:57.230" v="0" actId="34807"/>
          <ac:spMkLst>
            <pc:docMk/>
            <pc:sldMk cId="302110903" sldId="14281"/>
            <ac:spMk id="60273" creationId="{73301BEC-6204-3CF7-1292-D5A906881352}"/>
          </ac:spMkLst>
        </pc:spChg>
        <pc:spChg chg="del">
          <ac:chgData name="" userId="" providerId="" clId="Web-{F214C2A1-A5A2-4CF4-98D2-8389168FE22F}" dt="2026-10-23T13:17:57.230" v="0" actId="34807"/>
          <ac:spMkLst>
            <pc:docMk/>
            <pc:sldMk cId="302110903" sldId="14281"/>
            <ac:spMk id="60558" creationId="{DCF0A1B0-CFB7-3C34-7DCC-073223FA0A1E}"/>
          </ac:spMkLst>
        </pc:spChg>
        <pc:spChg chg="del">
          <ac:chgData name="" userId="" providerId="" clId="Web-{F214C2A1-A5A2-4CF4-98D2-8389168FE22F}" dt="2026-10-23T13:17:57.230" v="0" actId="34807"/>
          <ac:spMkLst>
            <pc:docMk/>
            <pc:sldMk cId="302110903" sldId="14281"/>
            <ac:spMk id="60627" creationId="{273368F5-4A1E-F47F-6A7F-F4F4DE556947}"/>
          </ac:spMkLst>
        </pc:spChg>
        <pc:spChg chg="del">
          <ac:chgData name="" userId="" providerId="" clId="Web-{F214C2A1-A5A2-4CF4-98D2-8389168FE22F}" dt="2026-10-23T13:17:57.230" v="0" actId="34807"/>
          <ac:spMkLst>
            <pc:docMk/>
            <pc:sldMk cId="302110903" sldId="14281"/>
            <ac:spMk id="60663" creationId="{9EA99202-EA77-EC46-2FEF-69AF7C97DA36}"/>
          </ac:spMkLst>
        </pc:spChg>
        <pc:spChg chg="del">
          <ac:chgData name="" userId="" providerId="" clId="Web-{F214C2A1-A5A2-4CF4-98D2-8389168FE22F}" dt="2026-10-23T13:17:57.230" v="0" actId="34807"/>
          <ac:spMkLst>
            <pc:docMk/>
            <pc:sldMk cId="302110903" sldId="14281"/>
            <ac:spMk id="60987" creationId="{1FA02666-9ADF-D0A9-84F8-68E6B3CCDE24}"/>
          </ac:spMkLst>
        </pc:spChg>
        <pc:spChg chg="del">
          <ac:chgData name="" userId="" providerId="" clId="Web-{F214C2A1-A5A2-4CF4-98D2-8389168FE22F}" dt="2026-10-23T13:17:57.230" v="0" actId="34807"/>
          <ac:spMkLst>
            <pc:docMk/>
            <pc:sldMk cId="302110903" sldId="14281"/>
            <ac:spMk id="61032" creationId="{7DFC4A0C-0E0A-60AE-E59F-710D0483C8F3}"/>
          </ac:spMkLst>
        </pc:spChg>
        <pc:spChg chg="del">
          <ac:chgData name="" userId="" providerId="" clId="Web-{F214C2A1-A5A2-4CF4-98D2-8389168FE22F}" dt="2026-10-23T13:17:57.230" v="0" actId="34807"/>
          <ac:spMkLst>
            <pc:docMk/>
            <pc:sldMk cId="302110903" sldId="14281"/>
            <ac:spMk id="61323" creationId="{BBA209DB-7B83-D83D-7BFB-E8ACECFF3DD8}"/>
          </ac:spMkLst>
        </pc:spChg>
        <pc:spChg chg="add mod">
          <ac:chgData name="" userId="" providerId="" clId="Web-{F214C2A1-A5A2-4CF4-98D2-8389168FE22F}" dt="2026-10-23T13:18:07.731" v="2" actId="34807"/>
          <ac:spMkLst>
            <pc:docMk/>
            <pc:sldMk cId="302110903" sldId="14281"/>
            <ac:spMk id="64065" creationId="{14C624DB-6073-DE37-6844-6CD8309C33E0}"/>
          </ac:spMkLst>
        </pc:spChg>
        <pc:spChg chg="add mod">
          <ac:chgData name="" userId="" providerId="" clId="Web-{F214C2A1-A5A2-4CF4-98D2-8389168FE22F}" dt="2026-10-23T13:18:07.731" v="2" actId="34807"/>
          <ac:spMkLst>
            <pc:docMk/>
            <pc:sldMk cId="302110903" sldId="14281"/>
            <ac:spMk id="64092" creationId="{7C265752-78D2-59C5-E615-05506FD9C0B2}"/>
          </ac:spMkLst>
        </pc:spChg>
        <pc:spChg chg="add mod">
          <ac:chgData name="" userId="" providerId="" clId="Web-{F214C2A1-A5A2-4CF4-98D2-8389168FE22F}" dt="2026-10-23T13:18:07.731" v="2" actId="34807"/>
          <ac:spMkLst>
            <pc:docMk/>
            <pc:sldMk cId="302110903" sldId="14281"/>
            <ac:spMk id="64130" creationId="{E0EF79D5-56A4-D6AA-9144-AD78D612393A}"/>
          </ac:spMkLst>
        </pc:spChg>
        <pc:spChg chg="add mod">
          <ac:chgData name="" userId="" providerId="" clId="Web-{F214C2A1-A5A2-4CF4-98D2-8389168FE22F}" dt="2026-10-23T13:18:07.731" v="2" actId="34807"/>
          <ac:spMkLst>
            <pc:docMk/>
            <pc:sldMk cId="302110903" sldId="14281"/>
            <ac:spMk id="64169" creationId="{1AADF71C-BF9C-78BC-2E24-1F8120D3BC16}"/>
          </ac:spMkLst>
        </pc:spChg>
        <pc:spChg chg="add mod">
          <ac:chgData name="" userId="" providerId="" clId="Web-{F214C2A1-A5A2-4CF4-98D2-8389168FE22F}" dt="2026-10-23T13:18:07.731" v="2" actId="34807"/>
          <ac:spMkLst>
            <pc:docMk/>
            <pc:sldMk cId="302110903" sldId="14281"/>
            <ac:spMk id="64274" creationId="{7AB4337E-94FB-FC9A-4718-32D3AC62D19D}"/>
          </ac:spMkLst>
        </pc:spChg>
        <pc:spChg chg="add mod">
          <ac:chgData name="" userId="" providerId="" clId="Web-{F214C2A1-A5A2-4CF4-98D2-8389168FE22F}" dt="2026-10-23T13:18:07.731" v="2" actId="34807"/>
          <ac:spMkLst>
            <pc:docMk/>
            <pc:sldMk cId="302110903" sldId="14281"/>
            <ac:spMk id="64317" creationId="{70ED7AF7-A4EE-3ACF-B01C-3DFF32216A1B}"/>
          </ac:spMkLst>
        </pc:spChg>
        <pc:spChg chg="add mod">
          <ac:chgData name="" userId="" providerId="" clId="Web-{F214C2A1-A5A2-4CF4-98D2-8389168FE22F}" dt="2026-10-23T13:18:07.731" v="2" actId="34807"/>
          <ac:spMkLst>
            <pc:docMk/>
            <pc:sldMk cId="302110903" sldId="14281"/>
            <ac:spMk id="64470" creationId="{F40DF30E-368D-9AF1-53FC-FB39F33F21F5}"/>
          </ac:spMkLst>
        </pc:spChg>
        <pc:spChg chg="del">
          <ac:chgData name="" userId="" providerId="" clId="Web-{F214C2A1-A5A2-4CF4-98D2-8389168FE22F}" dt="2026-10-23T13:36:22.479" v="44" actId="34807"/>
          <ac:spMkLst>
            <pc:docMk/>
            <pc:sldMk cId="302110903" sldId="14281"/>
            <ac:spMk id="64805" creationId="{64F0217D-D891-FE32-0355-CA48FDDEA4F5}"/>
          </ac:spMkLst>
        </pc:spChg>
        <pc:spChg chg="del">
          <ac:chgData name="" userId="" providerId="" clId="Web-{F214C2A1-A5A2-4CF4-98D2-8389168FE22F}" dt="2026-10-23T13:36:22.479" v="44" actId="34807"/>
          <ac:spMkLst>
            <pc:docMk/>
            <pc:sldMk cId="302110903" sldId="14281"/>
            <ac:spMk id="64844" creationId="{BAAA1028-0CC0-51B7-6A18-EDF02B761871}"/>
          </ac:spMkLst>
        </pc:spChg>
        <pc:spChg chg="del">
          <ac:chgData name="" userId="" providerId="" clId="Web-{F214C2A1-A5A2-4CF4-98D2-8389168FE22F}" dt="2026-10-23T13:36:22.479" v="44" actId="34807"/>
          <ac:spMkLst>
            <pc:docMk/>
            <pc:sldMk cId="302110903" sldId="14281"/>
            <ac:spMk id="64884" creationId="{31D15296-522C-5685-0F57-115D69DB7FA6}"/>
          </ac:spMkLst>
        </pc:spChg>
        <pc:spChg chg="del">
          <ac:chgData name="" userId="" providerId="" clId="Web-{F214C2A1-A5A2-4CF4-98D2-8389168FE22F}" dt="2026-10-23T13:36:22.479" v="44" actId="34807"/>
          <ac:spMkLst>
            <pc:docMk/>
            <pc:sldMk cId="302110903" sldId="14281"/>
            <ac:spMk id="64925" creationId="{BB34DB22-749B-9BFD-3571-102091951106}"/>
          </ac:spMkLst>
        </pc:spChg>
        <pc:spChg chg="del">
          <ac:chgData name="" userId="" providerId="" clId="Web-{F214C2A1-A5A2-4CF4-98D2-8389168FE22F}" dt="2026-10-23T13:36:22.479" v="44" actId="34807"/>
          <ac:spMkLst>
            <pc:docMk/>
            <pc:sldMk cId="302110903" sldId="14281"/>
            <ac:spMk id="64967" creationId="{419D3316-43F1-3EFB-B97F-3404FEEA262C}"/>
          </ac:spMkLst>
        </pc:spChg>
        <pc:spChg chg="del">
          <ac:chgData name="" userId="" providerId="" clId="Web-{F214C2A1-A5A2-4CF4-98D2-8389168FE22F}" dt="2026-10-23T13:36:22.479" v="44" actId="34807"/>
          <ac:spMkLst>
            <pc:docMk/>
            <pc:sldMk cId="302110903" sldId="14281"/>
            <ac:spMk id="65010" creationId="{FFFD8B3B-24F8-FDB2-2DAE-9C0BA50995B7}"/>
          </ac:spMkLst>
        </pc:spChg>
        <pc:spChg chg="add mod">
          <ac:chgData name="" userId="" providerId="" clId="Web-{F214C2A1-A5A2-4CF4-98D2-8389168FE22F}" dt="2026-10-23T13:18:07.731" v="2" actId="34807"/>
          <ac:spMkLst>
            <pc:docMk/>
            <pc:sldMk cId="302110903" sldId="14281"/>
            <ac:spMk id="65145" creationId="{552DF66D-B786-1EFF-FA38-7F4AF11615D9}"/>
          </ac:spMkLst>
        </pc:spChg>
        <pc:spChg chg="add mod">
          <ac:chgData name="" userId="" providerId="" clId="Web-{F214C2A1-A5A2-4CF4-98D2-8389168FE22F}" dt="2026-10-23T13:18:07.731" v="2" actId="34807"/>
          <ac:spMkLst>
            <pc:docMk/>
            <pc:sldMk cId="302110903" sldId="14281"/>
            <ac:spMk id="65192" creationId="{05CAA288-729F-9C10-D880-55CB1AD8B7E2}"/>
          </ac:spMkLst>
        </pc:spChg>
        <pc:spChg chg="add mod">
          <ac:chgData name="" userId="" providerId="" clId="Web-{F214C2A1-A5A2-4CF4-98D2-8389168FE22F}" dt="2026-10-23T13:18:07.731" v="2" actId="34807"/>
          <ac:spMkLst>
            <pc:docMk/>
            <pc:sldMk cId="302110903" sldId="14281"/>
            <ac:spMk id="65604" creationId="{E5C9A7D4-A6CB-7ED3-A1FF-EC31EDA0FFE6}"/>
          </ac:spMkLst>
        </pc:spChg>
        <pc:spChg chg="add mod">
          <ac:chgData name="" userId="" providerId="" clId="Web-{F214C2A1-A5A2-4CF4-98D2-8389168FE22F}" dt="2026-10-23T13:36:19.807" v="43" actId="34807"/>
          <ac:spMkLst>
            <pc:docMk/>
            <pc:sldMk cId="302110903" sldId="14281"/>
            <ac:spMk id="67276" creationId="{1E4A0400-E3C0-DC1B-5F65-752F28C07D42}"/>
          </ac:spMkLst>
        </pc:spChg>
        <pc:spChg chg="add mod">
          <ac:chgData name="" userId="" providerId="" clId="Web-{F214C2A1-A5A2-4CF4-98D2-8389168FE22F}" dt="2026-10-23T13:36:19.807" v="43" actId="34807"/>
          <ac:spMkLst>
            <pc:docMk/>
            <pc:sldMk cId="302110903" sldId="14281"/>
            <ac:spMk id="67278" creationId="{28471B4D-26DC-5874-4267-614A0F7EEE26}"/>
          </ac:spMkLst>
        </pc:spChg>
        <pc:spChg chg="add mod">
          <ac:chgData name="" userId="" providerId="" clId="Web-{F214C2A1-A5A2-4CF4-98D2-8389168FE22F}" dt="2026-10-23T13:36:19.807" v="43" actId="34807"/>
          <ac:spMkLst>
            <pc:docMk/>
            <pc:sldMk cId="302110903" sldId="14281"/>
            <ac:spMk id="67281" creationId="{5C2FAF6C-1C77-70DE-1C3D-AF6C8E6B0B25}"/>
          </ac:spMkLst>
        </pc:spChg>
        <pc:picChg chg="add mod">
          <ac:chgData name="" userId="" providerId="" clId="Web-{F214C2A1-A5A2-4CF4-98D2-8389168FE22F}" dt="2026-10-23T13:18:10.231" v="3" actId="34807"/>
          <ac:picMkLst>
            <pc:docMk/>
            <pc:sldMk cId="302110903" sldId="14281"/>
            <ac:picMk id="65956" creationId="{3FAFCB9B-AA04-D6B3-8692-0DAD64AC9DDA}"/>
          </ac:picMkLst>
        </pc:picChg>
        <pc:picChg chg="add mod">
          <ac:chgData name="" userId="" providerId="" clId="Web-{F214C2A1-A5A2-4CF4-98D2-8389168FE22F}" dt="2026-10-23T13:18:10.231" v="3" actId="34807"/>
          <ac:picMkLst>
            <pc:docMk/>
            <pc:sldMk cId="302110903" sldId="14281"/>
            <ac:picMk id="65957" creationId="{4476BCE4-B260-6BD6-374D-252862AB4C22}"/>
          </ac:picMkLst>
        </pc:picChg>
        <pc:picChg chg="add mod">
          <ac:chgData name="" userId="" providerId="" clId="Web-{F214C2A1-A5A2-4CF4-98D2-8389168FE22F}" dt="2026-10-23T13:36:22.479" v="44" actId="34807"/>
          <ac:picMkLst>
            <pc:docMk/>
            <pc:sldMk cId="302110903" sldId="14281"/>
            <ac:picMk id="65958" creationId="{071A5864-9191-BDD7-3D6A-3478BDDF28C3}"/>
          </ac:picMkLst>
        </pc:picChg>
        <pc:picChg chg="add mod">
          <ac:chgData name="" userId="" providerId="" clId="Web-{F214C2A1-A5A2-4CF4-98D2-8389168FE22F}" dt="2026-10-23T13:36:22.479" v="44" actId="34807"/>
          <ac:picMkLst>
            <pc:docMk/>
            <pc:sldMk cId="302110903" sldId="14281"/>
            <ac:picMk id="65959" creationId="{A42F8925-4EF4-90A5-5B52-9A409F2EDD76}"/>
          </ac:picMkLst>
        </pc:picChg>
        <pc:picChg chg="add mod">
          <ac:chgData name="" userId="" providerId="" clId="Web-{F214C2A1-A5A2-4CF4-98D2-8389168FE22F}" dt="2026-10-23T13:36:22.479" v="44" actId="34807"/>
          <ac:picMkLst>
            <pc:docMk/>
            <pc:sldMk cId="302110903" sldId="14281"/>
            <ac:picMk id="65960" creationId="{EE1B7B3A-F7B6-BE80-CB7E-82A1771DF49A}"/>
          </ac:picMkLst>
        </pc:picChg>
        <pc:picChg chg="add mod">
          <ac:chgData name="" userId="" providerId="" clId="Web-{F214C2A1-A5A2-4CF4-98D2-8389168FE22F}" dt="2026-10-23T13:18:10.231" v="3" actId="34807"/>
          <ac:picMkLst>
            <pc:docMk/>
            <pc:sldMk cId="302110903" sldId="14281"/>
            <ac:picMk id="65961" creationId="{247B6AA6-32CB-0FF4-DD57-2BC800701005}"/>
          </ac:picMkLst>
        </pc:picChg>
        <pc:picChg chg="add mod">
          <ac:chgData name="" userId="" providerId="" clId="Web-{F214C2A1-A5A2-4CF4-98D2-8389168FE22F}" dt="2026-10-23T13:18:10.231" v="3" actId="34807"/>
          <ac:picMkLst>
            <pc:docMk/>
            <pc:sldMk cId="302110903" sldId="14281"/>
            <ac:picMk id="65962" creationId="{10F2D02F-2D0B-2CDC-A1D2-52980C9B231D}"/>
          </ac:picMkLst>
        </pc:picChg>
        <pc:picChg chg="add mod">
          <ac:chgData name="" userId="" providerId="" clId="Web-{F214C2A1-A5A2-4CF4-98D2-8389168FE22F}" dt="2026-10-23T13:18:10.231" v="3" actId="34807"/>
          <ac:picMkLst>
            <pc:docMk/>
            <pc:sldMk cId="302110903" sldId="14281"/>
            <ac:picMk id="65963" creationId="{2094F1BE-2647-2C83-8531-0E9872777BB4}"/>
          </ac:picMkLst>
        </pc:picChg>
      </pc:sldChg>
      <pc:sldChg chg="addSp delSp modSp">
        <pc:chgData name="" userId="" providerId="" clId="Web-{F214C2A1-A5A2-4CF4-98D2-8389168FE22F}" dt="2026-10-23T13:18:37.810" v="11" actId="34807"/>
        <pc:sldMkLst>
          <pc:docMk/>
          <pc:sldMk cId="3855353037" sldId="14501"/>
        </pc:sldMkLst>
        <pc:picChg chg="del">
          <ac:chgData name="" userId="" providerId="" clId="Web-{F214C2A1-A5A2-4CF4-98D2-8389168FE22F}" dt="2026-10-23T13:18:37.810" v="11" actId="34807"/>
          <ac:picMkLst>
            <pc:docMk/>
            <pc:sldMk cId="3855353037" sldId="14501"/>
            <ac:picMk id="63198" creationId="{297042CC-5707-1312-3472-7A463B54EFC5}"/>
          </ac:picMkLst>
        </pc:picChg>
        <pc:picChg chg="add mod">
          <ac:chgData name="" userId="" providerId="" clId="Web-{F214C2A1-A5A2-4CF4-98D2-8389168FE22F}" dt="2026-10-23T13:18:35.545" v="10" actId="34807"/>
          <ac:picMkLst>
            <pc:docMk/>
            <pc:sldMk cId="3855353037" sldId="14501"/>
            <ac:picMk id="65965" creationId="{2A9277EF-7144-1E70-3465-06DA68D2FBA8}"/>
          </ac:picMkLst>
        </pc:picChg>
      </pc:sldChg>
      <pc:sldChg chg="addSp delSp modSp">
        <pc:chgData name="" userId="" providerId="" clId="Web-{F214C2A1-A5A2-4CF4-98D2-8389168FE22F}" dt="2026-10-23T13:18:29.044" v="7" actId="34807"/>
        <pc:sldMkLst>
          <pc:docMk/>
          <pc:sldMk cId="75272732" sldId="14722"/>
        </pc:sldMkLst>
        <pc:spChg chg="del">
          <ac:chgData name="" userId="" providerId="" clId="Web-{F214C2A1-A5A2-4CF4-98D2-8389168FE22F}" dt="2026-10-23T13:18:29.044" v="7" actId="34807"/>
          <ac:spMkLst>
            <pc:docMk/>
            <pc:sldMk cId="75272732" sldId="14722"/>
            <ac:spMk id="63926" creationId="{CCB1FD02-88C0-FAA7-5526-FFE72743EBE7}"/>
          </ac:spMkLst>
        </pc:spChg>
        <pc:spChg chg="add mod">
          <ac:chgData name="" userId="" providerId="" clId="Web-{F214C2A1-A5A2-4CF4-98D2-8389168FE22F}" dt="2026-10-23T13:18:26.732" v="6" actId="34807"/>
          <ac:spMkLst>
            <pc:docMk/>
            <pc:sldMk cId="75272732" sldId="14722"/>
            <ac:spMk id="65964" creationId="{5542318A-6D65-75CB-56B0-54C423948A89}"/>
          </ac:spMkLst>
        </pc:spChg>
        <pc:picChg chg="mod">
          <ac:chgData name="" userId="" providerId="" clId="Web-{F214C2A1-A5A2-4CF4-98D2-8389168FE22F}" dt="2026-10-23T13:18:29.044" v="7" actId="34807"/>
          <ac:picMkLst>
            <pc:docMk/>
            <pc:sldMk cId="75272732" sldId="14722"/>
            <ac:picMk id="64063" creationId="{257FFCB3-B763-32E5-460D-48C4EF54D4CC}"/>
          </ac:picMkLst>
        </pc:picChg>
      </pc:sldChg>
    </pc:docChg>
  </pc:docChgLst>
  <pc:docChgLst>
    <pc:chgData name="Juan Manuel Servera Bondroit" userId="S::juanserv@microsoft.com::0495d4c8-905e-4096-beaa-e1d4e24f9049" providerId="AD" clId="Web-{52E5A2EB-913C-4389-A115-830EC3510622}"/>
    <pc:docChg chg="mod modMainMaster">
      <pc:chgData name="Juan Manuel Servera Bondroit" userId="S::juanserv@microsoft.com::0495d4c8-905e-4096-beaa-e1d4e24f9049" providerId="AD" clId="Web-{52E5A2EB-913C-4389-A115-830EC3510622}" dt="2026-10-23T09:03:21.807" v="1" actId="33475"/>
      <pc:docMkLst>
        <pc:docMk/>
      </pc:docMkLst>
      <pc:sldMasterChg chg="addSp">
        <pc:chgData name="Juan Manuel Servera Bondroit" userId="S::juanserv@microsoft.com::0495d4c8-905e-4096-beaa-e1d4e24f9049" providerId="AD" clId="Web-{52E5A2EB-913C-4389-A115-830EC3510622}" dt="2026-10-23T09:03:21.807" v="0" actId="33475"/>
        <pc:sldMasterMkLst>
          <pc:docMk/>
          <pc:sldMasterMk cId="2209977519" sldId="2147483648"/>
        </pc:sldMasterMkLst>
        <pc:spChg chg="add">
          <ac:chgData name="Juan Manuel Servera Bondroit" userId="S::juanserv@microsoft.com::0495d4c8-905e-4096-beaa-e1d4e24f9049" providerId="AD" clId="Web-{52E5A2EB-913C-4389-A115-830EC3510622}" dt="2026-10-23T09:03:21.807" v="0" actId="33475"/>
          <ac:spMkLst>
            <pc:docMk/>
            <pc:sldMasterMk cId="2209977519" sldId="2147483648"/>
            <ac:spMk id="8" creationId="{B7679F68-5AA6-388E-1CC7-C4126D92BBE2}"/>
          </ac:spMkLst>
        </pc:spChg>
      </pc:sldMasterChg>
    </pc:docChg>
  </pc:docChgLst>
  <pc:docChgLst>
    <pc:chgData clId="Web-{BDFB45A7-0074-4FE7-9366-070F382F8961}"/>
    <pc:docChg chg="modSld">
      <pc:chgData name="" userId="" providerId="" clId="Web-{BDFB45A7-0074-4FE7-9366-070F382F8961}" dt="2026-10-23T13:09:16.546" v="28" actId="34807"/>
      <pc:docMkLst>
        <pc:docMk/>
      </pc:docMkLst>
      <pc:sldChg chg="modSp modNotesTx">
        <pc:chgData name="" userId="" providerId="" clId="Web-{BDFB45A7-0074-4FE7-9366-070F382F8961}" dt="2026-10-23T13:01:36.799" v="3" actId="34807"/>
        <pc:sldMkLst>
          <pc:docMk/>
          <pc:sldMk cId="18801219" sldId="4909"/>
        </pc:sldMkLst>
        <pc:spChg chg="mod">
          <ac:chgData name="" userId="" providerId="" clId="Web-{BDFB45A7-0074-4FE7-9366-070F382F8961}" dt="2026-10-23T13:01:16.908" v="0" actId="34807"/>
          <ac:spMkLst>
            <pc:docMk/>
            <pc:sldMk cId="18801219" sldId="4909"/>
            <ac:spMk id="22540" creationId="{F1249BA4-DF0D-7B43-6E9D-DC013D517344}"/>
          </ac:spMkLst>
        </pc:spChg>
      </pc:sldChg>
      <pc:sldChg chg="addSp delSp modSp modNotesTx">
        <pc:chgData name="" userId="" providerId="" clId="Web-{BDFB45A7-0074-4FE7-9366-070F382F8961}" dt="2026-10-23T13:01:36.799" v="3" actId="34807"/>
        <pc:sldMkLst>
          <pc:docMk/>
          <pc:sldMk cId="1994120710" sldId="5132"/>
        </pc:sldMkLst>
        <pc:spChg chg="mod">
          <ac:chgData name="" userId="" providerId="" clId="Web-{BDFB45A7-0074-4FE7-9366-070F382F8961}" dt="2026-10-23T13:01:16.908" v="0" actId="34807"/>
          <ac:spMkLst>
            <pc:docMk/>
            <pc:sldMk cId="1994120710" sldId="5132"/>
            <ac:spMk id="22546" creationId="{DF755256-A8D0-F73B-4478-5D98A71300C6}"/>
          </ac:spMkLst>
        </pc:spChg>
        <pc:spChg chg="del">
          <ac:chgData name="" userId="" providerId="" clId="Web-{BDFB45A7-0074-4FE7-9366-070F382F8961}" dt="2026-10-23T13:01:30.643" v="2" actId="34807"/>
          <ac:spMkLst>
            <pc:docMk/>
            <pc:sldMk cId="1994120710" sldId="5132"/>
            <ac:spMk id="22551" creationId="{27AA305F-4B63-2059-26E5-6E28B0DDBE38}"/>
          </ac:spMkLst>
        </pc:spChg>
        <pc:spChg chg="add mod">
          <ac:chgData name="" userId="" providerId="" clId="Web-{BDFB45A7-0074-4FE7-9366-070F382F8961}" dt="2026-10-23T13:01:28.611" v="1" actId="34807"/>
          <ac:spMkLst>
            <pc:docMk/>
            <pc:sldMk cId="1994120710" sldId="5132"/>
            <ac:spMk id="59994" creationId="{468078B3-67A6-DD1B-98A3-FBED7D6622AB}"/>
          </ac:spMkLst>
        </pc:spChg>
      </pc:sldChg>
      <pc:sldChg chg="modNotesTx">
        <pc:chgData name="" userId="" providerId="" clId="Web-{BDFB45A7-0074-4FE7-9366-070F382F8961}" dt="2026-10-23T13:01:36.799" v="3" actId="34807"/>
        <pc:sldMkLst>
          <pc:docMk/>
          <pc:sldMk cId="2251772608" sldId="5807"/>
        </pc:sldMkLst>
      </pc:sldChg>
      <pc:sldChg chg="addSp delSp modSp modNotesTx">
        <pc:chgData name="" userId="" providerId="" clId="Web-{BDFB45A7-0074-4FE7-9366-070F382F8961}" dt="2026-10-23T13:01:36.799" v="3" actId="34807"/>
        <pc:sldMkLst>
          <pc:docMk/>
          <pc:sldMk cId="811820232" sldId="6491"/>
        </pc:sldMkLst>
        <pc:spChg chg="del">
          <ac:chgData name="" userId="" providerId="" clId="Web-{BDFB45A7-0074-4FE7-9366-070F382F8961}" dt="2026-10-23T13:01:30.643" v="2" actId="34807"/>
          <ac:spMkLst>
            <pc:docMk/>
            <pc:sldMk cId="811820232" sldId="6491"/>
            <ac:spMk id="22101" creationId="{C0B4FE84-9662-516A-464E-3CF74615D1B7}"/>
          </ac:spMkLst>
        </pc:spChg>
        <pc:spChg chg="del">
          <ac:chgData name="" userId="" providerId="" clId="Web-{BDFB45A7-0074-4FE7-9366-070F382F8961}" dt="2026-10-23T13:01:30.643" v="2" actId="34807"/>
          <ac:spMkLst>
            <pc:docMk/>
            <pc:sldMk cId="811820232" sldId="6491"/>
            <ac:spMk id="22564" creationId="{9F972788-5FA6-D335-4647-30A9706E40F6}"/>
          </ac:spMkLst>
        </pc:spChg>
        <pc:spChg chg="add mod">
          <ac:chgData name="" userId="" providerId="" clId="Web-{BDFB45A7-0074-4FE7-9366-070F382F8961}" dt="2026-10-23T13:01:28.611" v="1" actId="34807"/>
          <ac:spMkLst>
            <pc:docMk/>
            <pc:sldMk cId="811820232" sldId="6491"/>
            <ac:spMk id="59959" creationId="{56D9A094-965D-B609-CAD2-5CC3E8EC2DBF}"/>
          </ac:spMkLst>
        </pc:spChg>
        <pc:spChg chg="add mod">
          <ac:chgData name="" userId="" providerId="" clId="Web-{BDFB45A7-0074-4FE7-9366-070F382F8961}" dt="2026-10-23T13:01:28.611" v="1" actId="34807"/>
          <ac:spMkLst>
            <pc:docMk/>
            <pc:sldMk cId="811820232" sldId="6491"/>
            <ac:spMk id="59961" creationId="{48445B65-9CCF-9498-7B80-3D7792851785}"/>
          </ac:spMkLst>
        </pc:spChg>
      </pc:sldChg>
      <pc:sldChg chg="addSp delSp modSp modNotesTx">
        <pc:chgData name="" userId="" providerId="" clId="Web-{BDFB45A7-0074-4FE7-9366-070F382F8961}" dt="2026-10-23T13:07:25.168" v="6" actId="34807"/>
        <pc:sldMkLst>
          <pc:docMk/>
          <pc:sldMk cId="1237582900" sldId="6721"/>
        </pc:sldMkLst>
        <pc:spChg chg="mod">
          <ac:chgData name="" userId="" providerId="" clId="Web-{BDFB45A7-0074-4FE7-9366-070F382F8961}" dt="2026-10-23T13:01:16.908" v="0" actId="34807"/>
          <ac:spMkLst>
            <pc:docMk/>
            <pc:sldMk cId="1237582900" sldId="6721"/>
            <ac:spMk id="22102" creationId="{5EE3545D-B285-31BC-1B04-6012EB0A8985}"/>
          </ac:spMkLst>
        </pc:spChg>
        <pc:spChg chg="mod">
          <ac:chgData name="" userId="" providerId="" clId="Web-{BDFB45A7-0074-4FE7-9366-070F382F8961}" dt="2026-10-23T13:01:16.908" v="0" actId="34807"/>
          <ac:spMkLst>
            <pc:docMk/>
            <pc:sldMk cId="1237582900" sldId="6721"/>
            <ac:spMk id="22104" creationId="{14846651-7D78-6E39-B9AA-6012E7FF397B}"/>
          </ac:spMkLst>
        </pc:spChg>
        <pc:spChg chg="del">
          <ac:chgData name="" userId="" providerId="" clId="Web-{BDFB45A7-0074-4FE7-9366-070F382F8961}" dt="2026-10-23T13:01:30.643" v="2" actId="34807"/>
          <ac:spMkLst>
            <pc:docMk/>
            <pc:sldMk cId="1237582900" sldId="6721"/>
            <ac:spMk id="22122" creationId="{B8B746D2-49DB-AC1F-E31F-EC54BADCEBBD}"/>
          </ac:spMkLst>
        </pc:spChg>
        <pc:spChg chg="mod">
          <ac:chgData name="" userId="" providerId="" clId="Web-{BDFB45A7-0074-4FE7-9366-070F382F8961}" dt="2026-10-23T13:01:16.908" v="0" actId="34807"/>
          <ac:spMkLst>
            <pc:docMk/>
            <pc:sldMk cId="1237582900" sldId="6721"/>
            <ac:spMk id="22129" creationId="{C3D8D303-64A3-489E-A8C1-62827AF3DDB8}"/>
          </ac:spMkLst>
        </pc:spChg>
        <pc:spChg chg="del">
          <ac:chgData name="" userId="" providerId="" clId="Web-{BDFB45A7-0074-4FE7-9366-070F382F8961}" dt="2026-10-23T13:01:30.643" v="2" actId="34807"/>
          <ac:spMkLst>
            <pc:docMk/>
            <pc:sldMk cId="1237582900" sldId="6721"/>
            <ac:spMk id="22137" creationId="{35FA112F-A1DD-C1F4-4920-D1F5DEEFCCD4}"/>
          </ac:spMkLst>
        </pc:spChg>
        <pc:spChg chg="mod">
          <ac:chgData name="" userId="" providerId="" clId="Web-{BDFB45A7-0074-4FE7-9366-070F382F8961}" dt="2026-10-23T13:01:16.908" v="0" actId="34807"/>
          <ac:spMkLst>
            <pc:docMk/>
            <pc:sldMk cId="1237582900" sldId="6721"/>
            <ac:spMk id="22167" creationId="{CB9A6EB6-8B36-45F5-32BF-1D6703C3DC0F}"/>
          </ac:spMkLst>
        </pc:spChg>
        <pc:spChg chg="mod">
          <ac:chgData name="" userId="" providerId="" clId="Web-{BDFB45A7-0074-4FE7-9366-070F382F8961}" dt="2026-10-23T13:01:16.908" v="0" actId="34807"/>
          <ac:spMkLst>
            <pc:docMk/>
            <pc:sldMk cId="1237582900" sldId="6721"/>
            <ac:spMk id="22179" creationId="{3EB721D3-162A-F734-0EB7-345573EFD45A}"/>
          </ac:spMkLst>
        </pc:spChg>
        <pc:spChg chg="add del mod">
          <ac:chgData name="" userId="" providerId="" clId="Web-{BDFB45A7-0074-4FE7-9366-070F382F8961}" dt="2026-10-23T13:07:25.168" v="6" actId="34807"/>
          <ac:spMkLst>
            <pc:docMk/>
            <pc:sldMk cId="1237582900" sldId="6721"/>
            <ac:spMk id="59964" creationId="{FCB90D42-0487-FA6C-0061-A55EC6D9334C}"/>
          </ac:spMkLst>
        </pc:spChg>
        <pc:spChg chg="add mod">
          <ac:chgData name="" userId="" providerId="" clId="Web-{BDFB45A7-0074-4FE7-9366-070F382F8961}" dt="2026-10-23T13:01:28.611" v="1" actId="34807"/>
          <ac:spMkLst>
            <pc:docMk/>
            <pc:sldMk cId="1237582900" sldId="6721"/>
            <ac:spMk id="59968" creationId="{3847F507-9B73-ABEE-25C8-0AD8231AC291}"/>
          </ac:spMkLst>
        </pc:spChg>
        <pc:spChg chg="add mod">
          <ac:chgData name="" userId="" providerId="" clId="Web-{BDFB45A7-0074-4FE7-9366-070F382F8961}" dt="2026-10-23T13:07:23.903" v="5" actId="34807"/>
          <ac:spMkLst>
            <pc:docMk/>
            <pc:sldMk cId="1237582900" sldId="6721"/>
            <ac:spMk id="59995" creationId="{32B20C45-8AD7-CC8C-7331-80BE911FC2E5}"/>
          </ac:spMkLst>
        </pc:spChg>
      </pc:sldChg>
      <pc:sldChg chg="addSp delSp modSp">
        <pc:chgData name="" userId="" providerId="" clId="Web-{BDFB45A7-0074-4FE7-9366-070F382F8961}" dt="2026-10-23T13:01:30.643" v="2" actId="34807"/>
        <pc:sldMkLst>
          <pc:docMk/>
          <pc:sldMk cId="3413220349" sldId="6952"/>
        </pc:sldMkLst>
        <pc:spChg chg="del">
          <ac:chgData name="" userId="" providerId="" clId="Web-{BDFB45A7-0074-4FE7-9366-070F382F8961}" dt="2026-10-23T13:01:30.643" v="2" actId="34807"/>
          <ac:spMkLst>
            <pc:docMk/>
            <pc:sldMk cId="3413220349" sldId="6952"/>
            <ac:spMk id="22369" creationId="{E4C18C6B-F52E-B3E4-F3EF-BA7384186641}"/>
          </ac:spMkLst>
        </pc:spChg>
        <pc:spChg chg="add mod">
          <ac:chgData name="" userId="" providerId="" clId="Web-{BDFB45A7-0074-4FE7-9366-070F382F8961}" dt="2026-10-23T13:01:28.611" v="1" actId="34807"/>
          <ac:spMkLst>
            <pc:docMk/>
            <pc:sldMk cId="3413220349" sldId="6952"/>
            <ac:spMk id="59973" creationId="{CF4A1B15-D393-1008-DD57-D533D6374231}"/>
          </ac:spMkLst>
        </pc:spChg>
      </pc:sldChg>
      <pc:sldChg chg="modSp modNotesTx">
        <pc:chgData name="" userId="" providerId="" clId="Web-{BDFB45A7-0074-4FE7-9366-070F382F8961}" dt="2026-10-23T13:07:25.168" v="6" actId="34807"/>
        <pc:sldMkLst>
          <pc:docMk/>
          <pc:sldMk cId="2289242127" sldId="7651"/>
        </pc:sldMkLst>
        <pc:spChg chg="mod">
          <ac:chgData name="" userId="" providerId="" clId="Web-{BDFB45A7-0074-4FE7-9366-070F382F8961}" dt="2026-10-23T13:01:16.908" v="0" actId="34807"/>
          <ac:spMkLst>
            <pc:docMk/>
            <pc:sldMk cId="2289242127" sldId="7651"/>
            <ac:spMk id="24463" creationId="{813507E7-85A6-373B-A03C-FBE0ED48CE85}"/>
          </ac:spMkLst>
        </pc:spChg>
        <pc:spChg chg="mod">
          <ac:chgData name="" userId="" providerId="" clId="Web-{BDFB45A7-0074-4FE7-9366-070F382F8961}" dt="2026-10-23T13:01:16.908" v="0" actId="34807"/>
          <ac:spMkLst>
            <pc:docMk/>
            <pc:sldMk cId="2289242127" sldId="7651"/>
            <ac:spMk id="24515" creationId="{B7C3F927-B1FA-68A3-B91D-E94BC96916D3}"/>
          </ac:spMkLst>
        </pc:spChg>
        <pc:spChg chg="mod">
          <ac:chgData name="" userId="" providerId="" clId="Web-{BDFB45A7-0074-4FE7-9366-070F382F8961}" dt="2026-10-23T13:01:16.908" v="0" actId="34807"/>
          <ac:spMkLst>
            <pc:docMk/>
            <pc:sldMk cId="2289242127" sldId="7651"/>
            <ac:spMk id="24526" creationId="{E00231A1-2B5D-FF0B-7C24-8443ACC0B961}"/>
          </ac:spMkLst>
        </pc:spChg>
        <pc:spChg chg="mod">
          <ac:chgData name="" userId="" providerId="" clId="Web-{BDFB45A7-0074-4FE7-9366-070F382F8961}" dt="2026-10-23T13:01:16.908" v="0" actId="34807"/>
          <ac:spMkLst>
            <pc:docMk/>
            <pc:sldMk cId="2289242127" sldId="7651"/>
            <ac:spMk id="24538" creationId="{99B786CE-0AAF-BEE5-46D6-00566AF9FFC8}"/>
          </ac:spMkLst>
        </pc:spChg>
        <pc:spChg chg="mod">
          <ac:chgData name="" userId="" providerId="" clId="Web-{BDFB45A7-0074-4FE7-9366-070F382F8961}" dt="2026-10-23T13:01:16.908" v="0" actId="34807"/>
          <ac:spMkLst>
            <pc:docMk/>
            <pc:sldMk cId="2289242127" sldId="7651"/>
            <ac:spMk id="24551" creationId="{97D8A724-DAFF-81F1-0FF2-66F23CA043B0}"/>
          </ac:spMkLst>
        </pc:spChg>
        <pc:spChg chg="mod">
          <ac:chgData name="" userId="" providerId="" clId="Web-{BDFB45A7-0074-4FE7-9366-070F382F8961}" dt="2026-10-23T13:01:16.908" v="0" actId="34807"/>
          <ac:spMkLst>
            <pc:docMk/>
            <pc:sldMk cId="2289242127" sldId="7651"/>
            <ac:spMk id="24565" creationId="{05BF591F-5EFB-45FB-2CEB-A281DC4ECF62}"/>
          </ac:spMkLst>
        </pc:spChg>
        <pc:spChg chg="mod">
          <ac:chgData name="" userId="" providerId="" clId="Web-{BDFB45A7-0074-4FE7-9366-070F382F8961}" dt="2026-10-23T13:01:16.908" v="0" actId="34807"/>
          <ac:spMkLst>
            <pc:docMk/>
            <pc:sldMk cId="2289242127" sldId="7651"/>
            <ac:spMk id="24580" creationId="{0BEAB4EC-A172-34F9-9AB5-B0181B1522D8}"/>
          </ac:spMkLst>
        </pc:spChg>
        <pc:spChg chg="mod">
          <ac:chgData name="" userId="" providerId="" clId="Web-{BDFB45A7-0074-4FE7-9366-070F382F8961}" dt="2026-10-23T13:01:16.908" v="0" actId="34807"/>
          <ac:spMkLst>
            <pc:docMk/>
            <pc:sldMk cId="2289242127" sldId="7651"/>
            <ac:spMk id="24613" creationId="{FDCE4C2C-1B63-41BD-88C8-C1826C877D0E}"/>
          </ac:spMkLst>
        </pc:spChg>
        <pc:spChg chg="mod">
          <ac:chgData name="" userId="" providerId="" clId="Web-{BDFB45A7-0074-4FE7-9366-070F382F8961}" dt="2026-10-23T13:01:16.908" v="0" actId="34807"/>
          <ac:spMkLst>
            <pc:docMk/>
            <pc:sldMk cId="2289242127" sldId="7651"/>
            <ac:spMk id="24631" creationId="{3D71E01A-0DA5-50AC-5C25-4B1440BAE354}"/>
          </ac:spMkLst>
        </pc:spChg>
        <pc:spChg chg="mod">
          <ac:chgData name="" userId="" providerId="" clId="Web-{BDFB45A7-0074-4FE7-9366-070F382F8961}" dt="2026-10-23T13:01:16.908" v="0" actId="34807"/>
          <ac:spMkLst>
            <pc:docMk/>
            <pc:sldMk cId="2289242127" sldId="7651"/>
            <ac:spMk id="24650" creationId="{B10C4E40-265D-12A8-FD2A-A11182BBE821}"/>
          </ac:spMkLst>
        </pc:spChg>
        <pc:spChg chg="mod">
          <ac:chgData name="" userId="" providerId="" clId="Web-{BDFB45A7-0074-4FE7-9366-070F382F8961}" dt="2026-10-23T13:07:25.168" v="6" actId="34807"/>
          <ac:spMkLst>
            <pc:docMk/>
            <pc:sldMk cId="2289242127" sldId="7651"/>
            <ac:spMk id="24713" creationId="{7DE0643D-F078-1B68-9853-B7F8D4F31FF1}"/>
          </ac:spMkLst>
        </pc:spChg>
        <pc:spChg chg="mod">
          <ac:chgData name="" userId="" providerId="" clId="Web-{BDFB45A7-0074-4FE7-9366-070F382F8961}" dt="2026-10-23T13:07:25.168" v="6" actId="34807"/>
          <ac:spMkLst>
            <pc:docMk/>
            <pc:sldMk cId="2289242127" sldId="7651"/>
            <ac:spMk id="24736" creationId="{A10FD64A-2586-6021-1225-50F46302DAD8}"/>
          </ac:spMkLst>
        </pc:spChg>
      </pc:sldChg>
      <pc:sldChg chg="modNotesTx">
        <pc:chgData name="" userId="" providerId="" clId="Web-{BDFB45A7-0074-4FE7-9366-070F382F8961}" dt="2026-10-23T13:01:36.799" v="3" actId="34807"/>
        <pc:sldMkLst>
          <pc:docMk/>
          <pc:sldMk cId="323294915" sldId="7886"/>
        </pc:sldMkLst>
      </pc:sldChg>
      <pc:sldChg chg="modSp modNotesTx">
        <pc:chgData name="" userId="" providerId="" clId="Web-{BDFB45A7-0074-4FE7-9366-070F382F8961}" dt="2026-10-23T13:01:36.799" v="3" actId="34807"/>
        <pc:sldMkLst>
          <pc:docMk/>
          <pc:sldMk cId="2111836025" sldId="8359"/>
        </pc:sldMkLst>
        <pc:spChg chg="mod">
          <ac:chgData name="" userId="" providerId="" clId="Web-{BDFB45A7-0074-4FE7-9366-070F382F8961}" dt="2026-10-23T13:01:16.908" v="0" actId="34807"/>
          <ac:spMkLst>
            <pc:docMk/>
            <pc:sldMk cId="2111836025" sldId="8359"/>
            <ac:spMk id="17465" creationId="{6E75A322-9654-337A-3FD6-F78158C1E7D1}"/>
          </ac:spMkLst>
        </pc:spChg>
        <pc:spChg chg="mod">
          <ac:chgData name="" userId="" providerId="" clId="Web-{BDFB45A7-0074-4FE7-9366-070F382F8961}" dt="2026-10-23T13:01:16.908" v="0" actId="34807"/>
          <ac:spMkLst>
            <pc:docMk/>
            <pc:sldMk cId="2111836025" sldId="8359"/>
            <ac:spMk id="17467" creationId="{C4893E5F-6F6B-4772-649C-44A5F6FB1E51}"/>
          </ac:spMkLst>
        </pc:spChg>
        <pc:spChg chg="mod">
          <ac:chgData name="" userId="" providerId="" clId="Web-{BDFB45A7-0074-4FE7-9366-070F382F8961}" dt="2026-10-23T13:01:16.908" v="0" actId="34807"/>
          <ac:spMkLst>
            <pc:docMk/>
            <pc:sldMk cId="2111836025" sldId="8359"/>
            <ac:spMk id="17470" creationId="{720423DE-EBD1-A453-5AE7-87CDAEDD7AB3}"/>
          </ac:spMkLst>
        </pc:spChg>
      </pc:sldChg>
      <pc:sldChg chg="modNotesTx">
        <pc:chgData name="" userId="" providerId="" clId="Web-{BDFB45A7-0074-4FE7-9366-070F382F8961}" dt="2026-10-23T13:01:36.799" v="3" actId="34807"/>
        <pc:sldMkLst>
          <pc:docMk/>
          <pc:sldMk cId="1389944548" sldId="8597"/>
        </pc:sldMkLst>
      </pc:sldChg>
      <pc:sldChg chg="modSp modNotesTx">
        <pc:chgData name="" userId="" providerId="" clId="Web-{BDFB45A7-0074-4FE7-9366-070F382F8961}" dt="2026-10-23T13:01:36.799" v="3" actId="34807"/>
        <pc:sldMkLst>
          <pc:docMk/>
          <pc:sldMk cId="441665647" sldId="8836"/>
        </pc:sldMkLst>
        <pc:spChg chg="mod">
          <ac:chgData name="" userId="" providerId="" clId="Web-{BDFB45A7-0074-4FE7-9366-070F382F8961}" dt="2026-10-23T13:01:16.908" v="0" actId="34807"/>
          <ac:spMkLst>
            <pc:docMk/>
            <pc:sldMk cId="441665647" sldId="8836"/>
            <ac:spMk id="18229" creationId="{919889CC-97E7-648B-E08C-42223A133D5C}"/>
          </ac:spMkLst>
        </pc:spChg>
        <pc:spChg chg="mod">
          <ac:chgData name="" userId="" providerId="" clId="Web-{BDFB45A7-0074-4FE7-9366-070F382F8961}" dt="2026-10-23T13:01:16.908" v="0" actId="34807"/>
          <ac:spMkLst>
            <pc:docMk/>
            <pc:sldMk cId="441665647" sldId="8836"/>
            <ac:spMk id="18231" creationId="{9F45D86F-1B65-CA58-1644-CF45EADC99D2}"/>
          </ac:spMkLst>
        </pc:spChg>
        <pc:spChg chg="mod">
          <ac:chgData name="" userId="" providerId="" clId="Web-{BDFB45A7-0074-4FE7-9366-070F382F8961}" dt="2026-10-23T13:01:16.908" v="0" actId="34807"/>
          <ac:spMkLst>
            <pc:docMk/>
            <pc:sldMk cId="441665647" sldId="8836"/>
            <ac:spMk id="18234" creationId="{9D12C0F8-7ADB-4C55-EFF1-93C163F9D0F7}"/>
          </ac:spMkLst>
        </pc:spChg>
      </pc:sldChg>
      <pc:sldChg chg="modNotesTx">
        <pc:chgData name="" userId="" providerId="" clId="Web-{BDFB45A7-0074-4FE7-9366-070F382F8961}" dt="2026-10-23T13:01:36.799" v="3" actId="34807"/>
        <pc:sldMkLst>
          <pc:docMk/>
          <pc:sldMk cId="846757930" sldId="9076"/>
        </pc:sldMkLst>
      </pc:sldChg>
      <pc:sldChg chg="modNotesTx">
        <pc:chgData name="" userId="" providerId="" clId="Web-{BDFB45A7-0074-4FE7-9366-070F382F8961}" dt="2026-10-23T13:01:36.799" v="3" actId="34807"/>
        <pc:sldMkLst>
          <pc:docMk/>
          <pc:sldMk cId="3232808632" sldId="9559"/>
        </pc:sldMkLst>
      </pc:sldChg>
      <pc:sldChg chg="addSp delSp modSp modNotesTx">
        <pc:chgData name="" userId="" providerId="" clId="Web-{BDFB45A7-0074-4FE7-9366-070F382F8961}" dt="2026-10-23T13:07:25.168" v="6" actId="34807"/>
        <pc:sldMkLst>
          <pc:docMk/>
          <pc:sldMk cId="3812960141" sldId="9802"/>
        </pc:sldMkLst>
        <pc:spChg chg="mod">
          <ac:chgData name="" userId="" providerId="" clId="Web-{BDFB45A7-0074-4FE7-9366-070F382F8961}" dt="2026-10-23T13:01:16.908" v="0" actId="34807"/>
          <ac:spMkLst>
            <pc:docMk/>
            <pc:sldMk cId="3812960141" sldId="9802"/>
            <ac:spMk id="21697" creationId="{E7E6E06E-20CE-9BBE-043F-820B0114F85A}"/>
          </ac:spMkLst>
        </pc:spChg>
        <pc:spChg chg="mod">
          <ac:chgData name="" userId="" providerId="" clId="Web-{BDFB45A7-0074-4FE7-9366-070F382F8961}" dt="2026-10-23T13:01:16.908" v="0" actId="34807"/>
          <ac:spMkLst>
            <pc:docMk/>
            <pc:sldMk cId="3812960141" sldId="9802"/>
            <ac:spMk id="21702" creationId="{00CA75E1-9763-3308-6D53-298FBEE48945}"/>
          </ac:spMkLst>
        </pc:spChg>
        <pc:spChg chg="del">
          <ac:chgData name="" userId="" providerId="" clId="Web-{BDFB45A7-0074-4FE7-9366-070F382F8961}" dt="2026-10-23T13:01:30.643" v="2" actId="34807"/>
          <ac:spMkLst>
            <pc:docMk/>
            <pc:sldMk cId="3812960141" sldId="9802"/>
            <ac:spMk id="21715" creationId="{93961216-6D06-09F4-26B5-FC12C84EECA1}"/>
          </ac:spMkLst>
        </pc:spChg>
        <pc:spChg chg="mod">
          <ac:chgData name="" userId="" providerId="" clId="Web-{BDFB45A7-0074-4FE7-9366-070F382F8961}" dt="2026-10-23T13:01:16.908" v="0" actId="34807"/>
          <ac:spMkLst>
            <pc:docMk/>
            <pc:sldMk cId="3812960141" sldId="9802"/>
            <ac:spMk id="21732" creationId="{F37C0465-9E33-3FE4-49E2-8C821852B5E9}"/>
          </ac:spMkLst>
        </pc:spChg>
        <pc:spChg chg="del">
          <ac:chgData name="" userId="" providerId="" clId="Web-{BDFB45A7-0074-4FE7-9366-070F382F8961}" dt="2026-10-23T13:01:30.643" v="2" actId="34807"/>
          <ac:spMkLst>
            <pc:docMk/>
            <pc:sldMk cId="3812960141" sldId="9802"/>
            <ac:spMk id="21753" creationId="{E5B7CF4D-D603-2E30-AEFF-25C39EF92B17}"/>
          </ac:spMkLst>
        </pc:spChg>
        <pc:spChg chg="mod">
          <ac:chgData name="" userId="" providerId="" clId="Web-{BDFB45A7-0074-4FE7-9366-070F382F8961}" dt="2026-10-23T13:01:16.908" v="0" actId="34807"/>
          <ac:spMkLst>
            <pc:docMk/>
            <pc:sldMk cId="3812960141" sldId="9802"/>
            <ac:spMk id="21765" creationId="{9D8B1AAE-1C68-5AAB-DF30-4ED8579F866D}"/>
          </ac:spMkLst>
        </pc:spChg>
        <pc:spChg chg="mod">
          <ac:chgData name="" userId="" providerId="" clId="Web-{BDFB45A7-0074-4FE7-9366-070F382F8961}" dt="2026-10-23T13:01:16.908" v="0" actId="34807"/>
          <ac:spMkLst>
            <pc:docMk/>
            <pc:sldMk cId="3812960141" sldId="9802"/>
            <ac:spMk id="21792" creationId="{F127769D-63BA-57B7-DFE3-C4CE0E4D7532}"/>
          </ac:spMkLst>
        </pc:spChg>
        <pc:spChg chg="mod">
          <ac:chgData name="" userId="" providerId="" clId="Web-{BDFB45A7-0074-4FE7-9366-070F382F8961}" dt="2026-10-23T13:01:16.908" v="0" actId="34807"/>
          <ac:spMkLst>
            <pc:docMk/>
            <pc:sldMk cId="3812960141" sldId="9802"/>
            <ac:spMk id="21823" creationId="{08EC2677-6F36-F68D-1F7A-05381C125C1B}"/>
          </ac:spMkLst>
        </pc:spChg>
        <pc:spChg chg="mod">
          <ac:chgData name="" userId="" providerId="" clId="Web-{BDFB45A7-0074-4FE7-9366-070F382F8961}" dt="2026-10-23T13:01:16.908" v="0" actId="34807"/>
          <ac:spMkLst>
            <pc:docMk/>
            <pc:sldMk cId="3812960141" sldId="9802"/>
            <ac:spMk id="21840" creationId="{78A760AB-53DC-93EB-2162-0DEA02DCD8B8}"/>
          </ac:spMkLst>
        </pc:spChg>
        <pc:spChg chg="mod">
          <ac:chgData name="" userId="" providerId="" clId="Web-{BDFB45A7-0074-4FE7-9366-070F382F8961}" dt="2026-10-23T13:01:16.908" v="0" actId="34807"/>
          <ac:spMkLst>
            <pc:docMk/>
            <pc:sldMk cId="3812960141" sldId="9802"/>
            <ac:spMk id="21858" creationId="{B309E6E4-A01A-A1B4-3CB1-3FCCCA011A5E}"/>
          </ac:spMkLst>
        </pc:spChg>
        <pc:spChg chg="mod">
          <ac:chgData name="" userId="" providerId="" clId="Web-{BDFB45A7-0074-4FE7-9366-070F382F8961}" dt="2026-10-23T13:01:16.908" v="0" actId="34807"/>
          <ac:spMkLst>
            <pc:docMk/>
            <pc:sldMk cId="3812960141" sldId="9802"/>
            <ac:spMk id="21897" creationId="{B95AFF75-D9A2-8336-A8E6-5C1EC4789406}"/>
          </ac:spMkLst>
        </pc:spChg>
        <pc:spChg chg="mod">
          <ac:chgData name="" userId="" providerId="" clId="Web-{BDFB45A7-0074-4FE7-9366-070F382F8961}" dt="2026-10-23T13:01:16.908" v="0" actId="34807"/>
          <ac:spMkLst>
            <pc:docMk/>
            <pc:sldMk cId="3812960141" sldId="9802"/>
            <ac:spMk id="21918" creationId="{CF9E4629-9F42-F459-4AFE-A0EC1EF64776}"/>
          </ac:spMkLst>
        </pc:spChg>
        <pc:spChg chg="add mod">
          <ac:chgData name="" userId="" providerId="" clId="Web-{BDFB45A7-0074-4FE7-9366-070F382F8961}" dt="2026-10-23T13:01:28.611" v="1" actId="34807"/>
          <ac:spMkLst>
            <pc:docMk/>
            <pc:sldMk cId="3812960141" sldId="9802"/>
            <ac:spMk id="59979" creationId="{A528A0A1-153B-4704-9065-2DC470A405B7}"/>
          </ac:spMkLst>
        </pc:spChg>
        <pc:spChg chg="add del mod">
          <ac:chgData name="" userId="" providerId="" clId="Web-{BDFB45A7-0074-4FE7-9366-070F382F8961}" dt="2026-10-23T13:07:25.168" v="6" actId="34807"/>
          <ac:spMkLst>
            <pc:docMk/>
            <pc:sldMk cId="3812960141" sldId="9802"/>
            <ac:spMk id="59986" creationId="{88FB03A4-C626-BC34-036D-B7DAC0E590F1}"/>
          </ac:spMkLst>
        </pc:spChg>
        <pc:spChg chg="add mod">
          <ac:chgData name="" userId="" providerId="" clId="Web-{BDFB45A7-0074-4FE7-9366-070F382F8961}" dt="2026-10-23T13:07:23.903" v="5" actId="34807"/>
          <ac:spMkLst>
            <pc:docMk/>
            <pc:sldMk cId="3812960141" sldId="9802"/>
            <ac:spMk id="59997" creationId="{2F249FA7-FE93-7165-5D24-680363451B6B}"/>
          </ac:spMkLst>
        </pc:spChg>
      </pc:sldChg>
      <pc:sldChg chg="modNotesTx">
        <pc:chgData name="" userId="" providerId="" clId="Web-{BDFB45A7-0074-4FE7-9366-070F382F8961}" dt="2026-10-23T13:01:36.799" v="3" actId="34807"/>
        <pc:sldMkLst>
          <pc:docMk/>
          <pc:sldMk cId="393294588" sldId="10291"/>
        </pc:sldMkLst>
      </pc:sldChg>
      <pc:sldChg chg="modSp">
        <pc:chgData name="" userId="" providerId="" clId="Web-{BDFB45A7-0074-4FE7-9366-070F382F8961}" dt="2026-10-23T13:01:58.112" v="4" actId="34807"/>
        <pc:sldMkLst>
          <pc:docMk/>
          <pc:sldMk cId="3781609771" sldId="11719"/>
        </pc:sldMkLst>
        <pc:picChg chg="mod modCrop">
          <ac:chgData name="" userId="" providerId="" clId="Web-{BDFB45A7-0074-4FE7-9366-070F382F8961}" dt="2026-10-23T13:01:58.112" v="4" actId="34807"/>
          <ac:picMkLst>
            <pc:docMk/>
            <pc:sldMk cId="3781609771" sldId="11719"/>
            <ac:picMk id="33466" creationId="{FCC31DCE-56D6-64E7-3654-5D53B5CCCDEB}"/>
          </ac:picMkLst>
        </pc:picChg>
      </pc:sldChg>
      <pc:sldChg chg="addSp modSp modNotesTx">
        <pc:chgData name="" userId="" providerId="" clId="Web-{BDFB45A7-0074-4FE7-9366-070F382F8961}" dt="2026-10-23T13:08:44.811" v="18" actId="34807"/>
        <pc:sldMkLst>
          <pc:docMk/>
          <pc:sldMk cId="2978975748" sldId="13844"/>
        </pc:sldMkLst>
        <pc:spChg chg="add mod">
          <ac:chgData name="" userId="" providerId="" clId="Web-{BDFB45A7-0074-4FE7-9366-070F382F8961}" dt="2026-10-23T13:08:41.936" v="15" actId="34807"/>
          <ac:spMkLst>
            <pc:docMk/>
            <pc:sldMk cId="2978975748" sldId="13844"/>
            <ac:spMk id="62894" creationId="{A8D84EA3-B792-38B6-60DB-D070BEF3A89A}"/>
          </ac:spMkLst>
        </pc:spChg>
        <pc:spChg chg="add mod">
          <ac:chgData name="" userId="" providerId="" clId="Web-{BDFB45A7-0074-4FE7-9366-070F382F8961}" dt="2026-10-23T13:08:41.936" v="15" actId="34807"/>
          <ac:spMkLst>
            <pc:docMk/>
            <pc:sldMk cId="2978975748" sldId="13844"/>
            <ac:spMk id="62903" creationId="{B8498612-2FB2-CB09-1A7C-1C3F851D73C6}"/>
          </ac:spMkLst>
        </pc:spChg>
        <pc:spChg chg="add mod">
          <ac:chgData name="" userId="" providerId="" clId="Web-{BDFB45A7-0074-4FE7-9366-070F382F8961}" dt="2026-10-23T13:08:41.936" v="15" actId="34807"/>
          <ac:spMkLst>
            <pc:docMk/>
            <pc:sldMk cId="2978975748" sldId="13844"/>
            <ac:spMk id="62908" creationId="{34846577-812A-48E1-B9AB-4D109301C358}"/>
          </ac:spMkLst>
        </pc:spChg>
        <pc:spChg chg="add mod">
          <ac:chgData name="" userId="" providerId="" clId="Web-{BDFB45A7-0074-4FE7-9366-070F382F8961}" dt="2026-10-23T13:08:41.936" v="15" actId="34807"/>
          <ac:spMkLst>
            <pc:docMk/>
            <pc:sldMk cId="2978975748" sldId="13844"/>
            <ac:spMk id="62921" creationId="{159B69BE-2DEB-CD6A-072D-03E7946DDD66}"/>
          </ac:spMkLst>
        </pc:spChg>
        <pc:spChg chg="add mod">
          <ac:chgData name="" userId="" providerId="" clId="Web-{BDFB45A7-0074-4FE7-9366-070F382F8961}" dt="2026-10-23T13:08:41.936" v="15" actId="34807"/>
          <ac:spMkLst>
            <pc:docMk/>
            <pc:sldMk cId="2978975748" sldId="13844"/>
            <ac:spMk id="62929" creationId="{7F2557C3-E173-8BFE-C4B5-737443254797}"/>
          </ac:spMkLst>
        </pc:spChg>
        <pc:spChg chg="add mod">
          <ac:chgData name="" userId="" providerId="" clId="Web-{BDFB45A7-0074-4FE7-9366-070F382F8961}" dt="2026-10-23T13:08:41.936" v="15" actId="34807"/>
          <ac:spMkLst>
            <pc:docMk/>
            <pc:sldMk cId="2978975748" sldId="13844"/>
            <ac:spMk id="62938" creationId="{3F6B8155-B5DF-89F4-2D96-AFC9773D8277}"/>
          </ac:spMkLst>
        </pc:spChg>
        <pc:spChg chg="add mod">
          <ac:chgData name="" userId="" providerId="" clId="Web-{BDFB45A7-0074-4FE7-9366-070F382F8961}" dt="2026-10-23T13:08:41.936" v="15" actId="34807"/>
          <ac:spMkLst>
            <pc:docMk/>
            <pc:sldMk cId="2978975748" sldId="13844"/>
            <ac:spMk id="62948" creationId="{33D0D212-8547-EB57-F421-5A8E54995301}"/>
          </ac:spMkLst>
        </pc:spChg>
        <pc:spChg chg="add mod">
          <ac:chgData name="" userId="" providerId="" clId="Web-{BDFB45A7-0074-4FE7-9366-070F382F8961}" dt="2026-10-23T13:08:41.936" v="15" actId="34807"/>
          <ac:spMkLst>
            <pc:docMk/>
            <pc:sldMk cId="2978975748" sldId="13844"/>
            <ac:spMk id="63013" creationId="{00EC1EA4-0706-A1BF-3866-B4C17390880C}"/>
          </ac:spMkLst>
        </pc:spChg>
        <pc:spChg chg="add mod">
          <ac:chgData name="" userId="" providerId="" clId="Web-{BDFB45A7-0074-4FE7-9366-070F382F8961}" dt="2026-10-23T13:08:41.936" v="15" actId="34807"/>
          <ac:spMkLst>
            <pc:docMk/>
            <pc:sldMk cId="2978975748" sldId="13844"/>
            <ac:spMk id="63029" creationId="{86F113AE-796B-CD36-E30B-F59DE88CFC64}"/>
          </ac:spMkLst>
        </pc:spChg>
        <pc:spChg chg="add mod">
          <ac:chgData name="" userId="" providerId="" clId="Web-{BDFB45A7-0074-4FE7-9366-070F382F8961}" dt="2026-10-23T13:08:41.936" v="15" actId="34807"/>
          <ac:spMkLst>
            <pc:docMk/>
            <pc:sldMk cId="2978975748" sldId="13844"/>
            <ac:spMk id="63124" creationId="{E52E4401-450D-13F1-275C-35AA4B734A61}"/>
          </ac:spMkLst>
        </pc:spChg>
        <pc:spChg chg="mod">
          <ac:chgData name="" userId="" providerId="" clId="Web-{BDFB45A7-0074-4FE7-9366-070F382F8961}" dt="2026-10-23T13:08:44.811" v="18" actId="34807"/>
          <ac:spMkLst>
            <pc:docMk/>
            <pc:sldMk cId="2978975748" sldId="13844"/>
            <ac:spMk id="63146" creationId="{67036FF6-C996-8318-A8F0-F3BFF267B9AC}"/>
          </ac:spMkLst>
        </pc:spChg>
        <pc:picChg chg="add mod">
          <ac:chgData name="" userId="" providerId="" clId="Web-{BDFB45A7-0074-4FE7-9366-070F382F8961}" dt="2026-10-23T13:08:42.858" v="16" actId="34807"/>
          <ac:picMkLst>
            <pc:docMk/>
            <pc:sldMk cId="2978975748" sldId="13844"/>
            <ac:picMk id="63194" creationId="{45F032E3-92AF-3426-29B3-80751C95F16E}"/>
          </ac:picMkLst>
        </pc:picChg>
        <pc:picChg chg="add mod">
          <ac:chgData name="" userId="" providerId="" clId="Web-{BDFB45A7-0074-4FE7-9366-070F382F8961}" dt="2026-10-23T13:08:44.811" v="18" actId="34807"/>
          <ac:picMkLst>
            <pc:docMk/>
            <pc:sldMk cId="2978975748" sldId="13844"/>
            <ac:picMk id="63195" creationId="{FF2D3EAE-F1EF-3D41-1F52-25D062E18864}"/>
          </ac:picMkLst>
        </pc:picChg>
        <pc:picChg chg="add mod">
          <ac:chgData name="" userId="" providerId="" clId="Web-{BDFB45A7-0074-4FE7-9366-070F382F8961}" dt="2026-10-23T13:08:44.811" v="18" actId="34807"/>
          <ac:picMkLst>
            <pc:docMk/>
            <pc:sldMk cId="2978975748" sldId="13844"/>
            <ac:picMk id="63196" creationId="{7C1D5522-E5B5-6552-CCEB-9E760B30D5E9}"/>
          </ac:picMkLst>
        </pc:picChg>
        <pc:picChg chg="add mod">
          <ac:chgData name="" userId="" providerId="" clId="Web-{BDFB45A7-0074-4FE7-9366-070F382F8961}" dt="2026-10-23T13:08:42.858" v="16" actId="34807"/>
          <ac:picMkLst>
            <pc:docMk/>
            <pc:sldMk cId="2978975748" sldId="13844"/>
            <ac:picMk id="63197" creationId="{09824FCE-0A9D-EAA0-C0EB-E366E8735D15}"/>
          </ac:picMkLst>
        </pc:picChg>
      </pc:sldChg>
      <pc:sldChg chg="addSp modSp modNotesTx">
        <pc:chgData name="" userId="" providerId="" clId="Web-{BDFB45A7-0074-4FE7-9366-070F382F8961}" dt="2026-10-23T13:09:16.546" v="28" actId="34807"/>
        <pc:sldMkLst>
          <pc:docMk/>
          <pc:sldMk cId="1448202493" sldId="14062"/>
        </pc:sldMkLst>
        <pc:spChg chg="add mod">
          <ac:chgData name="" userId="" providerId="" clId="Web-{BDFB45A7-0074-4FE7-9366-070F382F8961}" dt="2026-10-23T13:08:29.123" v="11" actId="34807"/>
          <ac:spMkLst>
            <pc:docMk/>
            <pc:sldMk cId="1448202493" sldId="14062"/>
            <ac:spMk id="61924" creationId="{505F1140-6C30-2726-CC36-1A9EE54DFCD9}"/>
          </ac:spMkLst>
        </pc:spChg>
        <pc:spChg chg="add mod">
          <ac:chgData name="" userId="" providerId="" clId="Web-{BDFB45A7-0074-4FE7-9366-070F382F8961}" dt="2026-10-23T13:08:29.123" v="11" actId="34807"/>
          <ac:spMkLst>
            <pc:docMk/>
            <pc:sldMk cId="1448202493" sldId="14062"/>
            <ac:spMk id="61941" creationId="{D477153D-8E77-3194-185A-B5CF4F63B414}"/>
          </ac:spMkLst>
        </pc:spChg>
        <pc:spChg chg="add mod">
          <ac:chgData name="" userId="" providerId="" clId="Web-{BDFB45A7-0074-4FE7-9366-070F382F8961}" dt="2026-10-23T13:08:29.123" v="11" actId="34807"/>
          <ac:spMkLst>
            <pc:docMk/>
            <pc:sldMk cId="1448202493" sldId="14062"/>
            <ac:spMk id="62001" creationId="{0C51FB22-3017-A46C-41A6-D6FD20B490DB}"/>
          </ac:spMkLst>
        </pc:spChg>
        <pc:spChg chg="add mod">
          <ac:chgData name="" userId="" providerId="" clId="Web-{BDFB45A7-0074-4FE7-9366-070F382F8961}" dt="2026-10-23T13:08:29.123" v="11" actId="34807"/>
          <ac:spMkLst>
            <pc:docMk/>
            <pc:sldMk cId="1448202493" sldId="14062"/>
            <ac:spMk id="62106" creationId="{4707EE3A-BCB9-1303-BB38-FC9AB27D55C7}"/>
          </ac:spMkLst>
        </pc:spChg>
        <pc:spChg chg="add mod">
          <ac:chgData name="" userId="" providerId="" clId="Web-{BDFB45A7-0074-4FE7-9366-070F382F8961}" dt="2026-10-23T13:08:29.123" v="11" actId="34807"/>
          <ac:spMkLst>
            <pc:docMk/>
            <pc:sldMk cId="1448202493" sldId="14062"/>
            <ac:spMk id="62127" creationId="{F4AF7776-16D8-7ADE-BE6E-3B0CA02A7D39}"/>
          </ac:spMkLst>
        </pc:spChg>
        <pc:spChg chg="mod">
          <ac:chgData name="" userId="" providerId="" clId="Web-{BDFB45A7-0074-4FE7-9366-070F382F8961}" dt="2026-10-23T13:08:32.467" v="14" actId="34807"/>
          <ac:spMkLst>
            <pc:docMk/>
            <pc:sldMk cId="1448202493" sldId="14062"/>
            <ac:spMk id="62172" creationId="{934484B4-4247-E92D-5355-7D1A8A6DED11}"/>
          </ac:spMkLst>
        </pc:spChg>
        <pc:spChg chg="add mod">
          <ac:chgData name="" userId="" providerId="" clId="Web-{BDFB45A7-0074-4FE7-9366-070F382F8961}" dt="2026-10-23T13:08:29.123" v="11" actId="34807"/>
          <ac:spMkLst>
            <pc:docMk/>
            <pc:sldMk cId="1448202493" sldId="14062"/>
            <ac:spMk id="62196" creationId="{74D31010-12DD-BD48-6BF5-B6D3BC370095}"/>
          </ac:spMkLst>
        </pc:spChg>
        <pc:spChg chg="mod">
          <ac:chgData name="" userId="" providerId="" clId="Web-{BDFB45A7-0074-4FE7-9366-070F382F8961}" dt="2026-10-23T13:08:32.467" v="14" actId="34807"/>
          <ac:spMkLst>
            <pc:docMk/>
            <pc:sldMk cId="1448202493" sldId="14062"/>
            <ac:spMk id="62221" creationId="{6B4DB258-F6E6-03F2-5B34-82D7C72002A5}"/>
          </ac:spMkLst>
        </pc:spChg>
        <pc:spChg chg="mod">
          <ac:chgData name="" userId="" providerId="" clId="Web-{BDFB45A7-0074-4FE7-9366-070F382F8961}" dt="2026-10-23T13:08:32.467" v="14" actId="34807"/>
          <ac:spMkLst>
            <pc:docMk/>
            <pc:sldMk cId="1448202493" sldId="14062"/>
            <ac:spMk id="62392" creationId="{9D13CB4F-1DEA-AF29-41C7-C5E24BDEA136}"/>
          </ac:spMkLst>
        </pc:spChg>
        <pc:spChg chg="add mod">
          <ac:chgData name="" userId="" providerId="" clId="Web-{BDFB45A7-0074-4FE7-9366-070F382F8961}" dt="2026-10-23T13:08:29.123" v="11" actId="34807"/>
          <ac:spMkLst>
            <pc:docMk/>
            <pc:sldMk cId="1448202493" sldId="14062"/>
            <ac:spMk id="62491" creationId="{F90A56A0-E5CB-E07C-B362-4D22BE771967}"/>
          </ac:spMkLst>
        </pc:spChg>
        <pc:spChg chg="add mod">
          <ac:chgData name="" userId="" providerId="" clId="Web-{BDFB45A7-0074-4FE7-9366-070F382F8961}" dt="2026-10-23T13:08:29.123" v="11" actId="34807"/>
          <ac:spMkLst>
            <pc:docMk/>
            <pc:sldMk cId="1448202493" sldId="14062"/>
            <ac:spMk id="62526" creationId="{089B2FE7-E7FB-7718-4B60-C7DF12234FF1}"/>
          </ac:spMkLst>
        </pc:spChg>
        <pc:spChg chg="add mod">
          <ac:chgData name="" userId="" providerId="" clId="Web-{BDFB45A7-0074-4FE7-9366-070F382F8961}" dt="2026-10-23T13:08:29.123" v="11" actId="34807"/>
          <ac:spMkLst>
            <pc:docMk/>
            <pc:sldMk cId="1448202493" sldId="14062"/>
            <ac:spMk id="62562" creationId="{02FD5F36-D902-1123-31B0-19F36E1EB203}"/>
          </ac:spMkLst>
        </pc:spChg>
        <pc:spChg chg="add mod">
          <ac:chgData name="" userId="" providerId="" clId="Web-{BDFB45A7-0074-4FE7-9366-070F382F8961}" dt="2026-10-23T13:08:29.123" v="11" actId="34807"/>
          <ac:spMkLst>
            <pc:docMk/>
            <pc:sldMk cId="1448202493" sldId="14062"/>
            <ac:spMk id="62676" creationId="{4CCF981E-1AF5-B56C-AFAA-8DAC433FFD26}"/>
          </ac:spMkLst>
        </pc:spChg>
        <pc:spChg chg="mod">
          <ac:chgData name="" userId="" providerId="" clId="Web-{BDFB45A7-0074-4FE7-9366-070F382F8961}" dt="2026-10-23T13:08:32.467" v="14" actId="34807"/>
          <ac:spMkLst>
            <pc:docMk/>
            <pc:sldMk cId="1448202493" sldId="14062"/>
            <ac:spMk id="62716" creationId="{3A445FF5-2F0B-9721-4BF3-54AC527E6A5B}"/>
          </ac:spMkLst>
        </pc:spChg>
        <pc:picChg chg="add mod">
          <ac:chgData name="" userId="" providerId="" clId="Web-{BDFB45A7-0074-4FE7-9366-070F382F8961}" dt="2026-10-23T13:08:30.186" v="12" actId="34807"/>
          <ac:picMkLst>
            <pc:docMk/>
            <pc:sldMk cId="1448202493" sldId="14062"/>
            <ac:picMk id="62887" creationId="{10FCC486-9412-8053-990B-D0B304258232}"/>
          </ac:picMkLst>
        </pc:picChg>
        <pc:picChg chg="add mod">
          <ac:chgData name="" userId="" providerId="" clId="Web-{BDFB45A7-0074-4FE7-9366-070F382F8961}" dt="2026-10-23T13:08:30.186" v="12" actId="34807"/>
          <ac:picMkLst>
            <pc:docMk/>
            <pc:sldMk cId="1448202493" sldId="14062"/>
            <ac:picMk id="62888" creationId="{DC3976B2-03E2-A168-6E0C-FCB258AAB6E7}"/>
          </ac:picMkLst>
        </pc:picChg>
        <pc:picChg chg="add mod">
          <ac:chgData name="" userId="" providerId="" clId="Web-{BDFB45A7-0074-4FE7-9366-070F382F8961}" dt="2026-10-23T13:09:16.546" v="28" actId="34807"/>
          <ac:picMkLst>
            <pc:docMk/>
            <pc:sldMk cId="1448202493" sldId="14062"/>
            <ac:picMk id="62889" creationId="{E98A204D-E8E5-74FE-0026-3D4F801B7B9F}"/>
          </ac:picMkLst>
        </pc:picChg>
        <pc:picChg chg="add mod">
          <ac:chgData name="" userId="" providerId="" clId="Web-{BDFB45A7-0074-4FE7-9366-070F382F8961}" dt="2026-10-23T13:09:16.546" v="28" actId="34807"/>
          <ac:picMkLst>
            <pc:docMk/>
            <pc:sldMk cId="1448202493" sldId="14062"/>
            <ac:picMk id="62890" creationId="{BBBBBB76-24D1-9545-FA39-CCDD45AAF11D}"/>
          </ac:picMkLst>
        </pc:picChg>
        <pc:picChg chg="add mod">
          <ac:chgData name="" userId="" providerId="" clId="Web-{BDFB45A7-0074-4FE7-9366-070F382F8961}" dt="2026-10-23T13:09:16.546" v="28" actId="34807"/>
          <ac:picMkLst>
            <pc:docMk/>
            <pc:sldMk cId="1448202493" sldId="14062"/>
            <ac:picMk id="62891" creationId="{BC3B752F-A14A-E08E-D6D2-107CD74C5D34}"/>
          </ac:picMkLst>
        </pc:picChg>
        <pc:picChg chg="add mod">
          <ac:chgData name="" userId="" providerId="" clId="Web-{BDFB45A7-0074-4FE7-9366-070F382F8961}" dt="2026-10-23T13:08:30.186" v="12" actId="34807"/>
          <ac:picMkLst>
            <pc:docMk/>
            <pc:sldMk cId="1448202493" sldId="14062"/>
            <ac:picMk id="62892" creationId="{F7A1D1DB-BD53-EA48-B3D7-465B544FBDAA}"/>
          </ac:picMkLst>
        </pc:picChg>
        <pc:picChg chg="add mod">
          <ac:chgData name="" userId="" providerId="" clId="Web-{BDFB45A7-0074-4FE7-9366-070F382F8961}" dt="2026-10-23T13:08:30.186" v="12" actId="34807"/>
          <ac:picMkLst>
            <pc:docMk/>
            <pc:sldMk cId="1448202493" sldId="14062"/>
            <ac:picMk id="62893" creationId="{6963078B-5B67-350D-623E-306149E65FF6}"/>
          </ac:picMkLst>
        </pc:picChg>
      </pc:sldChg>
      <pc:sldChg chg="addSp modSp modNotesTx">
        <pc:chgData name="" userId="" providerId="" clId="Web-{BDFB45A7-0074-4FE7-9366-070F382F8961}" dt="2026-10-23T13:09:16.546" v="28" actId="34807"/>
        <pc:sldMkLst>
          <pc:docMk/>
          <pc:sldMk cId="302110903" sldId="14281"/>
        </pc:sldMkLst>
        <pc:spChg chg="add mod">
          <ac:chgData name="" userId="" providerId="" clId="Web-{BDFB45A7-0074-4FE7-9366-070F382F8961}" dt="2026-10-23T13:08:15.310" v="7" actId="34807"/>
          <ac:spMkLst>
            <pc:docMk/>
            <pc:sldMk cId="302110903" sldId="14281"/>
            <ac:spMk id="60007" creationId="{E213B07F-AA37-97F4-D139-9CE2518D720E}"/>
          </ac:spMkLst>
        </pc:spChg>
        <pc:spChg chg="add mod">
          <ac:chgData name="" userId="" providerId="" clId="Web-{BDFB45A7-0074-4FE7-9366-070F382F8961}" dt="2026-10-23T13:08:15.310" v="7" actId="34807"/>
          <ac:spMkLst>
            <pc:docMk/>
            <pc:sldMk cId="302110903" sldId="14281"/>
            <ac:spMk id="60042" creationId="{12E47F94-83E1-11C8-F506-D92CDAD6CFD7}"/>
          </ac:spMkLst>
        </pc:spChg>
        <pc:spChg chg="add mod">
          <ac:chgData name="" userId="" providerId="" clId="Web-{BDFB45A7-0074-4FE7-9366-070F382F8961}" dt="2026-10-23T13:08:15.310" v="7" actId="34807"/>
          <ac:spMkLst>
            <pc:docMk/>
            <pc:sldMk cId="302110903" sldId="14281"/>
            <ac:spMk id="60052" creationId="{C49ED646-6C63-3BCE-0D4D-3FEB3F070EF8}"/>
          </ac:spMkLst>
        </pc:spChg>
        <pc:spChg chg="add mod">
          <ac:chgData name="" userId="" providerId="" clId="Web-{BDFB45A7-0074-4FE7-9366-070F382F8961}" dt="2026-10-23T13:08:15.310" v="7" actId="34807"/>
          <ac:spMkLst>
            <pc:docMk/>
            <pc:sldMk cId="302110903" sldId="14281"/>
            <ac:spMk id="60168" creationId="{30289E4C-A64B-05B3-E1FC-A3674ED2AF60}"/>
          </ac:spMkLst>
        </pc:spChg>
        <pc:spChg chg="add mod">
          <ac:chgData name="" userId="" providerId="" clId="Web-{BDFB45A7-0074-4FE7-9366-070F382F8961}" dt="2026-10-23T13:08:19.295" v="10" actId="34807"/>
          <ac:spMkLst>
            <pc:docMk/>
            <pc:sldMk cId="302110903" sldId="14281"/>
            <ac:spMk id="60403" creationId="{9ED2A352-5AAF-BEE9-548B-A208D60C9F05}"/>
          </ac:spMkLst>
        </pc:spChg>
        <pc:spChg chg="mod">
          <ac:chgData name="" userId="" providerId="" clId="Web-{BDFB45A7-0074-4FE7-9366-070F382F8961}" dt="2026-10-23T13:08:19.295" v="10" actId="34807"/>
          <ac:spMkLst>
            <pc:docMk/>
            <pc:sldMk cId="302110903" sldId="14281"/>
            <ac:spMk id="60462" creationId="{7383F711-15AC-2C48-D1BC-434CB0224B67}"/>
          </ac:spMkLst>
        </pc:spChg>
        <pc:spChg chg="add mod">
          <ac:chgData name="" userId="" providerId="" clId="Web-{BDFB45A7-0074-4FE7-9366-070F382F8961}" dt="2026-10-23T13:08:15.310" v="7" actId="34807"/>
          <ac:spMkLst>
            <pc:docMk/>
            <pc:sldMk cId="302110903" sldId="14281"/>
            <ac:spMk id="60493" creationId="{A1F8495C-FB22-3FFC-56D0-956FB0B28711}"/>
          </ac:spMkLst>
        </pc:spChg>
        <pc:spChg chg="add mod">
          <ac:chgData name="" userId="" providerId="" clId="Web-{BDFB45A7-0074-4FE7-9366-070F382F8961}" dt="2026-10-23T13:08:19.295" v="10" actId="34807"/>
          <ac:spMkLst>
            <pc:docMk/>
            <pc:sldMk cId="302110903" sldId="14281"/>
            <ac:spMk id="60663" creationId="{9EA99202-EA77-EC46-2FEF-69AF7C97DA36}"/>
          </ac:spMkLst>
        </pc:spChg>
        <pc:spChg chg="add mod">
          <ac:chgData name="" userId="" providerId="" clId="Web-{BDFB45A7-0074-4FE7-9366-070F382F8961}" dt="2026-10-23T13:08:15.310" v="7" actId="34807"/>
          <ac:spMkLst>
            <pc:docMk/>
            <pc:sldMk cId="302110903" sldId="14281"/>
            <ac:spMk id="61032" creationId="{7DFC4A0C-0E0A-60AE-E59F-710D0483C8F3}"/>
          </ac:spMkLst>
        </pc:spChg>
        <pc:spChg chg="mod">
          <ac:chgData name="" userId="" providerId="" clId="Web-{BDFB45A7-0074-4FE7-9366-070F382F8961}" dt="2026-10-23T13:08:19.295" v="10" actId="34807"/>
          <ac:spMkLst>
            <pc:docMk/>
            <pc:sldMk cId="302110903" sldId="14281"/>
            <ac:spMk id="61125" creationId="{7E1C37BF-2D8F-1473-7887-0082A6B9FFC2}"/>
          </ac:spMkLst>
        </pc:spChg>
        <pc:spChg chg="mod">
          <ac:chgData name="" userId="" providerId="" clId="Web-{BDFB45A7-0074-4FE7-9366-070F382F8961}" dt="2026-10-23T13:08:19.295" v="10" actId="34807"/>
          <ac:spMkLst>
            <pc:docMk/>
            <pc:sldMk cId="302110903" sldId="14281"/>
            <ac:spMk id="61375" creationId="{42DBEA76-3D0D-4757-2D39-E0E03C9BD298}"/>
          </ac:spMkLst>
        </pc:spChg>
        <pc:spChg chg="mod">
          <ac:chgData name="" userId="" providerId="" clId="Web-{BDFB45A7-0074-4FE7-9366-070F382F8961}" dt="2026-10-23T13:08:19.295" v="10" actId="34807"/>
          <ac:spMkLst>
            <pc:docMk/>
            <pc:sldMk cId="302110903" sldId="14281"/>
            <ac:spMk id="61428" creationId="{D9B217E0-5F88-D15E-2EC5-57362F0BA834}"/>
          </ac:spMkLst>
        </pc:spChg>
        <pc:spChg chg="add mod">
          <ac:chgData name="" userId="" providerId="" clId="Web-{BDFB45A7-0074-4FE7-9366-070F382F8961}" dt="2026-10-23T13:08:19.295" v="10" actId="34807"/>
          <ac:spMkLst>
            <pc:docMk/>
            <pc:sldMk cId="302110903" sldId="14281"/>
            <ac:spMk id="61537" creationId="{59D463DD-D6E0-6EDA-593D-A9837C6CEA50}"/>
          </ac:spMkLst>
        </pc:spChg>
        <pc:spChg chg="mod">
          <ac:chgData name="" userId="" providerId="" clId="Web-{BDFB45A7-0074-4FE7-9366-070F382F8961}" dt="2026-10-23T13:08:19.295" v="10" actId="34807"/>
          <ac:spMkLst>
            <pc:docMk/>
            <pc:sldMk cId="302110903" sldId="14281"/>
            <ac:spMk id="61593" creationId="{11250B27-22E5-D945-0312-2D91A17B74FC}"/>
          </ac:spMkLst>
        </pc:spChg>
        <pc:spChg chg="mod">
          <ac:chgData name="" userId="" providerId="" clId="Web-{BDFB45A7-0074-4FE7-9366-070F382F8961}" dt="2026-10-23T13:08:19.295" v="10" actId="34807"/>
          <ac:spMkLst>
            <pc:docMk/>
            <pc:sldMk cId="302110903" sldId="14281"/>
            <ac:spMk id="61650" creationId="{78B6DD7C-5E09-5E7B-5A4B-8A2B40211EDE}"/>
          </ac:spMkLst>
        </pc:spChg>
        <pc:spChg chg="mod">
          <ac:chgData name="" userId="" providerId="" clId="Web-{BDFB45A7-0074-4FE7-9366-070F382F8961}" dt="2026-10-23T13:08:19.295" v="10" actId="34807"/>
          <ac:spMkLst>
            <pc:docMk/>
            <pc:sldMk cId="302110903" sldId="14281"/>
            <ac:spMk id="61708" creationId="{FCC78D01-1C99-2547-CC14-A1C9E29293FC}"/>
          </ac:spMkLst>
        </pc:spChg>
        <pc:spChg chg="add mod">
          <ac:chgData name="" userId="" providerId="" clId="Web-{BDFB45A7-0074-4FE7-9366-070F382F8961}" dt="2026-10-23T13:08:15.310" v="7" actId="34807"/>
          <ac:spMkLst>
            <pc:docMk/>
            <pc:sldMk cId="302110903" sldId="14281"/>
            <ac:spMk id="61767" creationId="{4B5F20AD-8879-5A17-40CB-60831AAB064F}"/>
          </ac:spMkLst>
        </pc:spChg>
        <pc:picChg chg="add mod">
          <ac:chgData name="" userId="" providerId="" clId="Web-{BDFB45A7-0074-4FE7-9366-070F382F8961}" dt="2026-10-23T13:08:16.685" v="8" actId="34807"/>
          <ac:picMkLst>
            <pc:docMk/>
            <pc:sldMk cId="302110903" sldId="14281"/>
            <ac:picMk id="61889" creationId="{ACDC6F6C-73EF-D81D-D4FB-DEC21BC8C187}"/>
          </ac:picMkLst>
        </pc:picChg>
        <pc:picChg chg="add mod">
          <ac:chgData name="" userId="" providerId="" clId="Web-{BDFB45A7-0074-4FE7-9366-070F382F8961}" dt="2026-10-23T13:08:16.685" v="8" actId="34807"/>
          <ac:picMkLst>
            <pc:docMk/>
            <pc:sldMk cId="302110903" sldId="14281"/>
            <ac:picMk id="61890" creationId="{5866B6B2-100A-ABF9-85C9-56DBD684414D}"/>
          </ac:picMkLst>
        </pc:picChg>
        <pc:picChg chg="add mod">
          <ac:chgData name="" userId="" providerId="" clId="Web-{BDFB45A7-0074-4FE7-9366-070F382F8961}" dt="2026-10-23T13:09:16.546" v="28" actId="34807"/>
          <ac:picMkLst>
            <pc:docMk/>
            <pc:sldMk cId="302110903" sldId="14281"/>
            <ac:picMk id="61891" creationId="{01B9D326-10D5-70DB-C141-D61AEC4F58A6}"/>
          </ac:picMkLst>
        </pc:picChg>
        <pc:picChg chg="add mod">
          <ac:chgData name="" userId="" providerId="" clId="Web-{BDFB45A7-0074-4FE7-9366-070F382F8961}" dt="2026-10-23T13:09:16.546" v="28" actId="34807"/>
          <ac:picMkLst>
            <pc:docMk/>
            <pc:sldMk cId="302110903" sldId="14281"/>
            <ac:picMk id="61892" creationId="{38888568-CCEE-E783-E827-40D6420097E7}"/>
          </ac:picMkLst>
        </pc:picChg>
        <pc:picChg chg="add mod">
          <ac:chgData name="" userId="" providerId="" clId="Web-{BDFB45A7-0074-4FE7-9366-070F382F8961}" dt="2026-10-23T13:09:16.546" v="28" actId="34807"/>
          <ac:picMkLst>
            <pc:docMk/>
            <pc:sldMk cId="302110903" sldId="14281"/>
            <ac:picMk id="61893" creationId="{60BEEC10-5DEE-219C-20E7-EB16BA06930F}"/>
          </ac:picMkLst>
        </pc:picChg>
        <pc:picChg chg="add mod">
          <ac:chgData name="" userId="" providerId="" clId="Web-{BDFB45A7-0074-4FE7-9366-070F382F8961}" dt="2026-10-23T13:08:16.685" v="8" actId="34807"/>
          <ac:picMkLst>
            <pc:docMk/>
            <pc:sldMk cId="302110903" sldId="14281"/>
            <ac:picMk id="61894" creationId="{68D557D9-A978-40DC-EF86-A0478FFD22A3}"/>
          </ac:picMkLst>
        </pc:picChg>
        <pc:picChg chg="add mod">
          <ac:chgData name="" userId="" providerId="" clId="Web-{BDFB45A7-0074-4FE7-9366-070F382F8961}" dt="2026-10-23T13:08:16.685" v="8" actId="34807"/>
          <ac:picMkLst>
            <pc:docMk/>
            <pc:sldMk cId="302110903" sldId="14281"/>
            <ac:picMk id="61895" creationId="{867C735F-E8DA-BB86-0ADF-880DFD022350}"/>
          </ac:picMkLst>
        </pc:picChg>
        <pc:picChg chg="add mod">
          <ac:chgData name="" userId="" providerId="" clId="Web-{BDFB45A7-0074-4FE7-9366-070F382F8961}" dt="2026-10-23T13:08:16.685" v="8" actId="34807"/>
          <ac:picMkLst>
            <pc:docMk/>
            <pc:sldMk cId="302110903" sldId="14281"/>
            <ac:picMk id="61896" creationId="{00726641-37D9-F8F6-640E-F0B02D348AD5}"/>
          </ac:picMkLst>
        </pc:picChg>
      </pc:sldChg>
      <pc:sldChg chg="addSp modSp modNotesTx">
        <pc:chgData name="" userId="" providerId="" clId="Web-{BDFB45A7-0074-4FE7-9366-070F382F8961}" dt="2026-10-23T13:09:03.312" v="23" actId="34807"/>
        <pc:sldMkLst>
          <pc:docMk/>
          <pc:sldMk cId="3855353037" sldId="14501"/>
        </pc:sldMkLst>
        <pc:spChg chg="add mod">
          <ac:chgData name="" userId="" providerId="" clId="Web-{BDFB45A7-0074-4FE7-9366-070F382F8961}" dt="2026-10-23T13:09:00.780" v="21" actId="34807"/>
          <ac:spMkLst>
            <pc:docMk/>
            <pc:sldMk cId="3855353037" sldId="14501"/>
            <ac:spMk id="63201" creationId="{C29611E2-D866-E597-6285-9A53ADBAD6DC}"/>
          </ac:spMkLst>
        </pc:spChg>
        <pc:spChg chg="add mod">
          <ac:chgData name="" userId="" providerId="" clId="Web-{BDFB45A7-0074-4FE7-9366-070F382F8961}" dt="2026-10-23T13:09:00.780" v="21" actId="34807"/>
          <ac:spMkLst>
            <pc:docMk/>
            <pc:sldMk cId="3855353037" sldId="14501"/>
            <ac:spMk id="63204" creationId="{02104AF6-D09C-E208-B41D-C793B395DD29}"/>
          </ac:spMkLst>
        </pc:spChg>
        <pc:spChg chg="add mod">
          <ac:chgData name="" userId="" providerId="" clId="Web-{BDFB45A7-0074-4FE7-9366-070F382F8961}" dt="2026-10-23T13:09:00.780" v="21" actId="34807"/>
          <ac:spMkLst>
            <pc:docMk/>
            <pc:sldMk cId="3855353037" sldId="14501"/>
            <ac:spMk id="63226" creationId="{8AAF52C2-B02B-F4AB-C740-E0BF9F78A318}"/>
          </ac:spMkLst>
        </pc:spChg>
        <pc:spChg chg="add mod">
          <ac:chgData name="" userId="" providerId="" clId="Web-{BDFB45A7-0074-4FE7-9366-070F382F8961}" dt="2026-10-23T13:09:00.780" v="21" actId="34807"/>
          <ac:spMkLst>
            <pc:docMk/>
            <pc:sldMk cId="3855353037" sldId="14501"/>
            <ac:spMk id="63264" creationId="{E64D5AE7-A5F7-7F42-9D54-40BA2D58006B}"/>
          </ac:spMkLst>
        </pc:spChg>
        <pc:spChg chg="add mod">
          <ac:chgData name="" userId="" providerId="" clId="Web-{BDFB45A7-0074-4FE7-9366-070F382F8961}" dt="2026-10-23T13:09:00.780" v="21" actId="34807"/>
          <ac:spMkLst>
            <pc:docMk/>
            <pc:sldMk cId="3855353037" sldId="14501"/>
            <ac:spMk id="63276" creationId="{0DB84D46-5C5C-BD83-5871-BB9021BD5B61}"/>
          </ac:spMkLst>
        </pc:spChg>
        <pc:spChg chg="add mod">
          <ac:chgData name="" userId="" providerId="" clId="Web-{BDFB45A7-0074-4FE7-9366-070F382F8961}" dt="2026-10-23T13:09:00.780" v="21" actId="34807"/>
          <ac:spMkLst>
            <pc:docMk/>
            <pc:sldMk cId="3855353037" sldId="14501"/>
            <ac:spMk id="63289" creationId="{F6D1CB88-97F9-46D0-97E8-57A2DE1317BF}"/>
          </ac:spMkLst>
        </pc:spChg>
        <pc:spChg chg="add mod">
          <ac:chgData name="" userId="" providerId="" clId="Web-{BDFB45A7-0074-4FE7-9366-070F382F8961}" dt="2026-10-23T13:09:00.780" v="21" actId="34807"/>
          <ac:spMkLst>
            <pc:docMk/>
            <pc:sldMk cId="3855353037" sldId="14501"/>
            <ac:spMk id="63451" creationId="{5F985032-1078-0345-11A3-09829939EA91}"/>
          </ac:spMkLst>
        </pc:spChg>
        <pc:spChg chg="add mod">
          <ac:chgData name="" userId="" providerId="" clId="Web-{BDFB45A7-0074-4FE7-9366-070F382F8961}" dt="2026-10-23T13:09:00.780" v="21" actId="34807"/>
          <ac:spMkLst>
            <pc:docMk/>
            <pc:sldMk cId="3855353037" sldId="14501"/>
            <ac:spMk id="63498" creationId="{3465733E-8E58-D4CD-78AD-CA29B561A18E}"/>
          </ac:spMkLst>
        </pc:spChg>
        <pc:spChg chg="add mod">
          <ac:chgData name="" userId="" providerId="" clId="Web-{BDFB45A7-0074-4FE7-9366-070F382F8961}" dt="2026-10-23T13:09:00.780" v="21" actId="34807"/>
          <ac:spMkLst>
            <pc:docMk/>
            <pc:sldMk cId="3855353037" sldId="14501"/>
            <ac:spMk id="63663" creationId="{AC85799B-B7C1-E0BB-81A2-F5A66241FEC9}"/>
          </ac:spMkLst>
        </pc:spChg>
        <pc:spChg chg="add mod">
          <ac:chgData name="" userId="" providerId="" clId="Web-{BDFB45A7-0074-4FE7-9366-070F382F8961}" dt="2026-10-23T13:09:00.780" v="21" actId="34807"/>
          <ac:spMkLst>
            <pc:docMk/>
            <pc:sldMk cId="3855353037" sldId="14501"/>
            <ac:spMk id="63694" creationId="{904903ED-06DA-941F-4A86-92350C97387B}"/>
          </ac:spMkLst>
        </pc:spChg>
        <pc:picChg chg="add mod">
          <ac:chgData name="" userId="" providerId="" clId="Web-{BDFB45A7-0074-4FE7-9366-070F382F8961}" dt="2026-10-23T13:08:52.546" v="19" actId="34807"/>
          <ac:picMkLst>
            <pc:docMk/>
            <pc:sldMk cId="3855353037" sldId="14501"/>
            <ac:picMk id="63198" creationId="{297042CC-5707-1312-3472-7A463B54EFC5}"/>
          </ac:picMkLst>
        </pc:picChg>
        <pc:picChg chg="add mod">
          <ac:chgData name="" userId="" providerId="" clId="Web-{BDFB45A7-0074-4FE7-9366-070F382F8961}" dt="2026-10-23T13:09:02.124" v="22" actId="34807"/>
          <ac:picMkLst>
            <pc:docMk/>
            <pc:sldMk cId="3855353037" sldId="14501"/>
            <ac:picMk id="63865" creationId="{C3DD2DA9-CEC3-16DA-E406-C05421D05608}"/>
          </ac:picMkLst>
        </pc:picChg>
        <pc:picChg chg="add mod">
          <ac:chgData name="" userId="" providerId="" clId="Web-{BDFB45A7-0074-4FE7-9366-070F382F8961}" dt="2026-10-23T13:09:02.124" v="22" actId="34807"/>
          <ac:picMkLst>
            <pc:docMk/>
            <pc:sldMk cId="3855353037" sldId="14501"/>
            <ac:picMk id="63866" creationId="{3607642C-9E0F-751E-431F-DDF7CF4F17CA}"/>
          </ac:picMkLst>
        </pc:picChg>
        <pc:picChg chg="add mod">
          <ac:chgData name="" userId="" providerId="" clId="Web-{BDFB45A7-0074-4FE7-9366-070F382F8961}" dt="2026-10-23T13:09:02.124" v="22" actId="34807"/>
          <ac:picMkLst>
            <pc:docMk/>
            <pc:sldMk cId="3855353037" sldId="14501"/>
            <ac:picMk id="63867" creationId="{ACE49770-856A-B52B-5CFD-D300B2D7BBEF}"/>
          </ac:picMkLst>
        </pc:picChg>
        <pc:picChg chg="add mod">
          <ac:chgData name="" userId="" providerId="" clId="Web-{BDFB45A7-0074-4FE7-9366-070F382F8961}" dt="2026-10-23T13:09:02.124" v="22" actId="34807"/>
          <ac:picMkLst>
            <pc:docMk/>
            <pc:sldMk cId="3855353037" sldId="14501"/>
            <ac:picMk id="63868" creationId="{F1EFA010-2603-6820-10EF-58B0A03456AA}"/>
          </ac:picMkLst>
        </pc:picChg>
        <pc:picChg chg="add mod">
          <ac:chgData name="" userId="" providerId="" clId="Web-{BDFB45A7-0074-4FE7-9366-070F382F8961}" dt="2026-10-23T13:09:02.124" v="22" actId="34807"/>
          <ac:picMkLst>
            <pc:docMk/>
            <pc:sldMk cId="3855353037" sldId="14501"/>
            <ac:picMk id="63869" creationId="{CEB89615-04E9-7F0D-6E81-9886AABAFB8B}"/>
          </ac:picMkLst>
        </pc:picChg>
        <pc:picChg chg="add mod">
          <ac:chgData name="" userId="" providerId="" clId="Web-{BDFB45A7-0074-4FE7-9366-070F382F8961}" dt="2026-10-23T13:09:02.124" v="22" actId="34807"/>
          <ac:picMkLst>
            <pc:docMk/>
            <pc:sldMk cId="3855353037" sldId="14501"/>
            <ac:picMk id="63870" creationId="{703399D0-7E8E-619D-E5D8-63986A330A34}"/>
          </ac:picMkLst>
        </pc:picChg>
        <pc:picChg chg="add mod">
          <ac:chgData name="" userId="" providerId="" clId="Web-{BDFB45A7-0074-4FE7-9366-070F382F8961}" dt="2026-10-23T13:09:02.124" v="22" actId="34807"/>
          <ac:picMkLst>
            <pc:docMk/>
            <pc:sldMk cId="3855353037" sldId="14501"/>
            <ac:picMk id="63871" creationId="{A3F884A9-A804-1D71-1F55-C316A4138046}"/>
          </ac:picMkLst>
        </pc:picChg>
      </pc:sldChg>
      <pc:sldChg chg="addSp modSp modNotesTx">
        <pc:chgData name="" userId="" providerId="" clId="Web-{BDFB45A7-0074-4FE7-9366-070F382F8961}" dt="2026-10-23T13:09:16.546" v="28" actId="34807"/>
        <pc:sldMkLst>
          <pc:docMk/>
          <pc:sldMk cId="75272732" sldId="14722"/>
        </pc:sldMkLst>
        <pc:spChg chg="add mod">
          <ac:chgData name="" userId="" providerId="" clId="Web-{BDFB45A7-0074-4FE7-9366-070F382F8961}" dt="2026-10-23T13:09:13.469" v="25" actId="34807"/>
          <ac:spMkLst>
            <pc:docMk/>
            <pc:sldMk cId="75272732" sldId="14722"/>
            <ac:spMk id="63874" creationId="{46D35F5E-35CB-007A-4E88-81D952617DF7}"/>
          </ac:spMkLst>
        </pc:spChg>
        <pc:spChg chg="add mod">
          <ac:chgData name="" userId="" providerId="" clId="Web-{BDFB45A7-0074-4FE7-9366-070F382F8961}" dt="2026-10-23T13:09:13.469" v="25" actId="34807"/>
          <ac:spMkLst>
            <pc:docMk/>
            <pc:sldMk cId="75272732" sldId="14722"/>
            <ac:spMk id="63877" creationId="{7E28B9A2-F135-0DBB-9206-2F5EFF71E1D3}"/>
          </ac:spMkLst>
        </pc:spChg>
        <pc:spChg chg="add mod">
          <ac:chgData name="" userId="" providerId="" clId="Web-{BDFB45A7-0074-4FE7-9366-070F382F8961}" dt="2026-10-23T13:09:13.469" v="25" actId="34807"/>
          <ac:spMkLst>
            <pc:docMk/>
            <pc:sldMk cId="75272732" sldId="14722"/>
            <ac:spMk id="63881" creationId="{AFE2FA15-0D68-491F-B994-C9A8A47A70F1}"/>
          </ac:spMkLst>
        </pc:spChg>
        <pc:spChg chg="add mod">
          <ac:chgData name="" userId="" providerId="" clId="Web-{BDFB45A7-0074-4FE7-9366-070F382F8961}" dt="2026-10-23T13:09:13.469" v="25" actId="34807"/>
          <ac:spMkLst>
            <pc:docMk/>
            <pc:sldMk cId="75272732" sldId="14722"/>
            <ac:spMk id="63892" creationId="{3C1D9BD1-4877-1531-0319-BD76FDAD52E0}"/>
          </ac:spMkLst>
        </pc:spChg>
        <pc:spChg chg="add mod">
          <ac:chgData name="" userId="" providerId="" clId="Web-{BDFB45A7-0074-4FE7-9366-070F382F8961}" dt="2026-10-23T13:09:13.469" v="25" actId="34807"/>
          <ac:spMkLst>
            <pc:docMk/>
            <pc:sldMk cId="75272732" sldId="14722"/>
            <ac:spMk id="63907" creationId="{C090F249-743A-C908-7B95-25F37D949529}"/>
          </ac:spMkLst>
        </pc:spChg>
        <pc:spChg chg="add mod">
          <ac:chgData name="" userId="" providerId="" clId="Web-{BDFB45A7-0074-4FE7-9366-070F382F8961}" dt="2026-10-23T13:09:13.469" v="25" actId="34807"/>
          <ac:spMkLst>
            <pc:docMk/>
            <pc:sldMk cId="75272732" sldId="14722"/>
            <ac:spMk id="63962" creationId="{63DEA41B-BDC0-CB45-7846-523C09A87897}"/>
          </ac:spMkLst>
        </pc:spChg>
        <pc:spChg chg="add mod">
          <ac:chgData name="" userId="" providerId="" clId="Web-{BDFB45A7-0074-4FE7-9366-070F382F8961}" dt="2026-10-23T13:09:16.546" v="28" actId="34807"/>
          <ac:spMkLst>
            <pc:docMk/>
            <pc:sldMk cId="75272732" sldId="14722"/>
            <ac:spMk id="64007" creationId="{851A200E-85BF-E80D-0261-377F5A40B44A}"/>
          </ac:spMkLst>
        </pc:spChg>
        <pc:spChg chg="add mod">
          <ac:chgData name="" userId="" providerId="" clId="Web-{BDFB45A7-0074-4FE7-9366-070F382F8961}" dt="2026-10-23T13:09:13.469" v="25" actId="34807"/>
          <ac:spMkLst>
            <pc:docMk/>
            <pc:sldMk cId="75272732" sldId="14722"/>
            <ac:spMk id="64024" creationId="{223D8F8A-3A5A-CFFA-11BD-E356B94FEADE}"/>
          </ac:spMkLst>
        </pc:spChg>
        <pc:spChg chg="add mod">
          <ac:chgData name="" userId="" providerId="" clId="Web-{BDFB45A7-0074-4FE7-9366-070F382F8961}" dt="2026-10-23T13:09:16.546" v="28" actId="34807"/>
          <ac:spMkLst>
            <pc:docMk/>
            <pc:sldMk cId="75272732" sldId="14722"/>
            <ac:spMk id="64042" creationId="{C916814D-3692-F18E-283A-D99D08E98601}"/>
          </ac:spMkLst>
        </pc:spChg>
        <pc:spChg chg="add mod">
          <ac:chgData name="" userId="" providerId="" clId="Web-{BDFB45A7-0074-4FE7-9366-070F382F8961}" dt="2026-10-23T13:09:13.469" v="25" actId="34807"/>
          <ac:spMkLst>
            <pc:docMk/>
            <pc:sldMk cId="75272732" sldId="14722"/>
            <ac:spMk id="64061" creationId="{7ABF3678-0AEA-3597-C59C-6BD804AA0526}"/>
          </ac:spMkLst>
        </pc:spChg>
        <pc:picChg chg="add mod">
          <ac:chgData name="" userId="" providerId="" clId="Web-{BDFB45A7-0074-4FE7-9366-070F382F8961}" dt="2026-10-23T13:09:14.500" v="26" actId="34807"/>
          <ac:picMkLst>
            <pc:docMk/>
            <pc:sldMk cId="75272732" sldId="14722"/>
            <ac:picMk id="64062" creationId="{1D31D405-F19C-D9C6-A8EE-307F1EAE6A9C}"/>
          </ac:picMkLst>
        </pc:picChg>
        <pc:picChg chg="add mod">
          <ac:chgData name="" userId="" providerId="" clId="Web-{BDFB45A7-0074-4FE7-9366-070F382F8961}" dt="2026-10-23T13:09:16.546" v="28" actId="34807"/>
          <ac:picMkLst>
            <pc:docMk/>
            <pc:sldMk cId="75272732" sldId="14722"/>
            <ac:picMk id="64063" creationId="{257FFCB3-B763-32E5-460D-48C4EF54D4CC}"/>
          </ac:picMkLst>
        </pc:picChg>
        <pc:picChg chg="add mod">
          <ac:chgData name="" userId="" providerId="" clId="Web-{BDFB45A7-0074-4FE7-9366-070F382F8961}" dt="2026-10-23T13:09:14.500" v="26" actId="34807"/>
          <ac:picMkLst>
            <pc:docMk/>
            <pc:sldMk cId="75272732" sldId="14722"/>
            <ac:picMk id="64064" creationId="{C6B3723C-7B53-660F-5682-3B77C1A35E2A}"/>
          </ac:picMkLst>
        </pc:picChg>
      </pc:sldChg>
    </pc:docChg>
  </pc:docChgLst>
  <pc:docChgLst>
    <pc:chgData clId="Web-{81618E40-B03A-458A-B64D-91834375107D}"/>
    <pc:docChg chg="addSld delSld modSld addSection delSection modSection">
      <pc:chgData name="" userId="" providerId="" clId="Web-{81618E40-B03A-458A-B64D-91834375107D}" dt="2026-10-23T11:45:20.261" v="2" actId="34807"/>
      <pc:docMkLst>
        <pc:docMk/>
      </pc:docMkLst>
      <pc:sldChg chg="del">
        <pc:chgData name="" userId="" providerId="" clId="Web-{81618E40-B03A-458A-B64D-91834375107D}" dt="2026-10-23T11:45:10.043" v="1" actId="34807"/>
        <pc:sldMkLst>
          <pc:docMk/>
          <pc:sldMk cId="0" sldId="256"/>
        </pc:sldMkLst>
      </pc:sldChg>
      <pc:sldChg chg="del">
        <pc:chgData name="" userId="" providerId="" clId="Web-{81618E40-B03A-458A-B64D-91834375107D}" dt="2026-10-23T11:45:10.043" v="1" actId="34807"/>
        <pc:sldMkLst>
          <pc:docMk/>
          <pc:sldMk cId="2946708342" sldId="457"/>
        </pc:sldMkLst>
      </pc:sldChg>
      <pc:sldChg chg="del">
        <pc:chgData name="" userId="" providerId="" clId="Web-{81618E40-B03A-458A-B64D-91834375107D}" dt="2026-10-23T11:45:10.043" v="1" actId="34807"/>
        <pc:sldMkLst>
          <pc:docMk/>
          <pc:sldMk cId="3281521090" sldId="659"/>
        </pc:sldMkLst>
      </pc:sldChg>
      <pc:sldChg chg="del">
        <pc:chgData name="" userId="" providerId="" clId="Web-{81618E40-B03A-458A-B64D-91834375107D}" dt="2026-10-23T11:45:10.043" v="1" actId="34807"/>
        <pc:sldMkLst>
          <pc:docMk/>
          <pc:sldMk cId="2238303342" sldId="862"/>
        </pc:sldMkLst>
      </pc:sldChg>
      <pc:sldChg chg="del">
        <pc:chgData name="" userId="" providerId="" clId="Web-{81618E40-B03A-458A-B64D-91834375107D}" dt="2026-10-23T11:45:10.043" v="1" actId="34807"/>
        <pc:sldMkLst>
          <pc:docMk/>
          <pc:sldMk cId="313053978" sldId="1066"/>
        </pc:sldMkLst>
      </pc:sldChg>
      <pc:sldChg chg="del">
        <pc:chgData name="" userId="" providerId="" clId="Web-{81618E40-B03A-458A-B64D-91834375107D}" dt="2026-10-23T11:45:10.043" v="1" actId="34807"/>
        <pc:sldMkLst>
          <pc:docMk/>
          <pc:sldMk cId="2321964649" sldId="1271"/>
        </pc:sldMkLst>
      </pc:sldChg>
      <pc:sldChg chg="del">
        <pc:chgData name="" userId="" providerId="" clId="Web-{81618E40-B03A-458A-B64D-91834375107D}" dt="2026-10-23T11:45:10.043" v="1" actId="34807"/>
        <pc:sldMkLst>
          <pc:docMk/>
          <pc:sldMk cId="3867487394" sldId="1477"/>
        </pc:sldMkLst>
      </pc:sldChg>
      <pc:sldChg chg="del">
        <pc:chgData name="" userId="" providerId="" clId="Web-{81618E40-B03A-458A-B64D-91834375107D}" dt="2026-10-23T11:45:10.043" v="1" actId="34807"/>
        <pc:sldMkLst>
          <pc:docMk/>
          <pc:sldMk cId="3294990815" sldId="1684"/>
        </pc:sldMkLst>
      </pc:sldChg>
      <pc:sldChg chg="del">
        <pc:chgData name="" userId="" providerId="" clId="Web-{81618E40-B03A-458A-B64D-91834375107D}" dt="2026-10-23T11:45:10.043" v="1" actId="34807"/>
        <pc:sldMkLst>
          <pc:docMk/>
          <pc:sldMk cId="2911958602" sldId="1892"/>
        </pc:sldMkLst>
      </pc:sldChg>
      <pc:sldChg chg="del">
        <pc:chgData name="" userId="" providerId="" clId="Web-{81618E40-B03A-458A-B64D-91834375107D}" dt="2026-10-23T11:45:10.043" v="1" actId="34807"/>
        <pc:sldMkLst>
          <pc:docMk/>
          <pc:sldMk cId="4267385204" sldId="2101"/>
        </pc:sldMkLst>
      </pc:sldChg>
      <pc:sldChg chg="del">
        <pc:chgData name="" userId="" providerId="" clId="Web-{81618E40-B03A-458A-B64D-91834375107D}" dt="2026-10-23T11:45:10.043" v="1" actId="34807"/>
        <pc:sldMkLst>
          <pc:docMk/>
          <pc:sldMk cId="2712577974" sldId="2311"/>
        </pc:sldMkLst>
      </pc:sldChg>
      <pc:sldChg chg="del">
        <pc:chgData name="" userId="" providerId="" clId="Web-{81618E40-B03A-458A-B64D-91834375107D}" dt="2026-10-23T11:45:10.043" v="1" actId="34807"/>
        <pc:sldMkLst>
          <pc:docMk/>
          <pc:sldMk cId="75817233" sldId="2522"/>
        </pc:sldMkLst>
      </pc:sldChg>
      <pc:sldChg chg="del">
        <pc:chgData name="" userId="" providerId="" clId="Web-{81618E40-B03A-458A-B64D-91834375107D}" dt="2026-10-23T11:45:10.043" v="1" actId="34807"/>
        <pc:sldMkLst>
          <pc:docMk/>
          <pc:sldMk cId="3364259121" sldId="2734"/>
        </pc:sldMkLst>
      </pc:sldChg>
      <pc:sldChg chg="del">
        <pc:chgData name="" userId="" providerId="" clId="Web-{81618E40-B03A-458A-B64D-91834375107D}" dt="2026-10-23T11:45:10.043" v="1" actId="34807"/>
        <pc:sldMkLst>
          <pc:docMk/>
          <pc:sldMk cId="2014497201" sldId="2947"/>
        </pc:sldMkLst>
      </pc:sldChg>
      <pc:sldChg chg="del">
        <pc:chgData name="" userId="" providerId="" clId="Web-{81618E40-B03A-458A-B64D-91834375107D}" dt="2026-10-23T11:45:10.043" v="1" actId="34807"/>
        <pc:sldMkLst>
          <pc:docMk/>
          <pc:sldMk cId="2602463977" sldId="3161"/>
        </pc:sldMkLst>
      </pc:sldChg>
      <pc:sldChg chg="del">
        <pc:chgData name="" userId="" providerId="" clId="Web-{81618E40-B03A-458A-B64D-91834375107D}" dt="2026-10-23T11:45:10.043" v="1" actId="34807"/>
        <pc:sldMkLst>
          <pc:docMk/>
          <pc:sldMk cId="3469149878" sldId="3376"/>
        </pc:sldMkLst>
      </pc:sldChg>
      <pc:sldChg chg="del">
        <pc:chgData name="" userId="" providerId="" clId="Web-{81618E40-B03A-458A-B64D-91834375107D}" dt="2026-10-23T11:45:10.043" v="1" actId="34807"/>
        <pc:sldMkLst>
          <pc:docMk/>
          <pc:sldMk cId="414339401" sldId="3592"/>
        </pc:sldMkLst>
      </pc:sldChg>
      <pc:sldChg chg="del">
        <pc:chgData name="" userId="" providerId="" clId="Web-{81618E40-B03A-458A-B64D-91834375107D}" dt="2026-10-23T11:45:10.043" v="1" actId="34807"/>
        <pc:sldMkLst>
          <pc:docMk/>
          <pc:sldMk cId="1244041262" sldId="3809"/>
        </pc:sldMkLst>
      </pc:sldChg>
      <pc:sldChg chg="add mod setBg">
        <pc:chgData name="" userId="" providerId="" clId="Web-{81618E40-B03A-458A-B64D-91834375107D}" dt="2026-10-23T11:45:20.261" v="2" actId="34807"/>
        <pc:sldMkLst>
          <pc:docMk/>
          <pc:sldMk cId="37000430" sldId="10492"/>
        </pc:sldMkLst>
      </pc:sldChg>
      <pc:sldChg chg="add mod setBg">
        <pc:chgData name="" userId="" providerId="" clId="Web-{81618E40-B03A-458A-B64D-91834375107D}" dt="2026-10-23T11:45:20.261" v="2" actId="34807"/>
        <pc:sldMkLst>
          <pc:docMk/>
          <pc:sldMk cId="3436143259" sldId="10694"/>
        </pc:sldMkLst>
      </pc:sldChg>
      <pc:sldChg chg="add mod setBg">
        <pc:chgData name="" userId="" providerId="" clId="Web-{81618E40-B03A-458A-B64D-91834375107D}" dt="2026-10-23T11:45:20.261" v="2" actId="34807"/>
        <pc:sldMkLst>
          <pc:docMk/>
          <pc:sldMk cId="3193345629" sldId="10897"/>
        </pc:sldMkLst>
      </pc:sldChg>
      <pc:sldChg chg="add mod setBg">
        <pc:chgData name="" userId="" providerId="" clId="Web-{81618E40-B03A-458A-B64D-91834375107D}" dt="2026-10-23T11:45:20.261" v="2" actId="34807"/>
        <pc:sldMkLst>
          <pc:docMk/>
          <pc:sldMk cId="3209283780" sldId="11101"/>
        </pc:sldMkLst>
      </pc:sldChg>
      <pc:sldChg chg="add mod setBg">
        <pc:chgData name="" userId="" providerId="" clId="Web-{81618E40-B03A-458A-B64D-91834375107D}" dt="2026-10-23T11:45:20.261" v="2" actId="34807"/>
        <pc:sldMkLst>
          <pc:docMk/>
          <pc:sldMk cId="726773401" sldId="11306"/>
        </pc:sldMkLst>
      </pc:sldChg>
      <pc:sldChg chg="add mod setBg">
        <pc:chgData name="" userId="" providerId="" clId="Web-{81618E40-B03A-458A-B64D-91834375107D}" dt="2026-10-23T11:45:20.261" v="2" actId="34807"/>
        <pc:sldMkLst>
          <pc:docMk/>
          <pc:sldMk cId="2139460247" sldId="11512"/>
        </pc:sldMkLst>
      </pc:sldChg>
      <pc:sldChg chg="add mod setBg">
        <pc:chgData name="" userId="" providerId="" clId="Web-{81618E40-B03A-458A-B64D-91834375107D}" dt="2026-10-23T11:45:20.261" v="2" actId="34807"/>
        <pc:sldMkLst>
          <pc:docMk/>
          <pc:sldMk cId="3781609771" sldId="11719"/>
        </pc:sldMkLst>
      </pc:sldChg>
      <pc:sldChg chg="add mod setBg">
        <pc:chgData name="" userId="" providerId="" clId="Web-{81618E40-B03A-458A-B64D-91834375107D}" dt="2026-10-23T11:45:20.261" v="2" actId="34807"/>
        <pc:sldMkLst>
          <pc:docMk/>
          <pc:sldMk cId="917117059" sldId="11927"/>
        </pc:sldMkLst>
      </pc:sldChg>
      <pc:sldChg chg="add mod setBg">
        <pc:chgData name="" userId="" providerId="" clId="Web-{81618E40-B03A-458A-B64D-91834375107D}" dt="2026-10-23T11:45:20.261" v="2" actId="34807"/>
        <pc:sldMkLst>
          <pc:docMk/>
          <pc:sldMk cId="1184318231" sldId="12136"/>
        </pc:sldMkLst>
      </pc:sldChg>
      <pc:sldChg chg="add mod setBg">
        <pc:chgData name="" userId="" providerId="" clId="Web-{81618E40-B03A-458A-B64D-91834375107D}" dt="2026-10-23T11:45:20.261" v="2" actId="34807"/>
        <pc:sldMkLst>
          <pc:docMk/>
          <pc:sldMk cId="1302422614" sldId="12346"/>
        </pc:sldMkLst>
      </pc:sldChg>
      <pc:sldChg chg="add mod setBg">
        <pc:chgData name="" userId="" providerId="" clId="Web-{81618E40-B03A-458A-B64D-91834375107D}" dt="2026-10-23T11:45:20.261" v="2" actId="34807"/>
        <pc:sldMkLst>
          <pc:docMk/>
          <pc:sldMk cId="1283465664" sldId="12557"/>
        </pc:sldMkLst>
      </pc:sldChg>
      <pc:sldChg chg="add mod setBg">
        <pc:chgData name="" userId="" providerId="" clId="Web-{81618E40-B03A-458A-B64D-91834375107D}" dt="2026-10-23T11:45:20.261" v="2" actId="34807"/>
        <pc:sldMkLst>
          <pc:docMk/>
          <pc:sldMk cId="1328341611" sldId="12769"/>
        </pc:sldMkLst>
      </pc:sldChg>
      <pc:sldChg chg="add mod setBg">
        <pc:chgData name="" userId="" providerId="" clId="Web-{81618E40-B03A-458A-B64D-91834375107D}" dt="2026-10-23T11:45:20.261" v="2" actId="34807"/>
        <pc:sldMkLst>
          <pc:docMk/>
          <pc:sldMk cId="2377474207" sldId="12982"/>
        </pc:sldMkLst>
      </pc:sldChg>
      <pc:sldChg chg="add mod setBg">
        <pc:chgData name="" userId="" providerId="" clId="Web-{81618E40-B03A-458A-B64D-91834375107D}" dt="2026-10-23T11:45:20.261" v="2" actId="34807"/>
        <pc:sldMkLst>
          <pc:docMk/>
          <pc:sldMk cId="303247563" sldId="13196"/>
        </pc:sldMkLst>
      </pc:sldChg>
      <pc:sldChg chg="add mod setBg">
        <pc:chgData name="" userId="" providerId="" clId="Web-{81618E40-B03A-458A-B64D-91834375107D}" dt="2026-10-23T11:45:20.261" v="2" actId="34807"/>
        <pc:sldMkLst>
          <pc:docMk/>
          <pc:sldMk cId="3162528261" sldId="13411"/>
        </pc:sldMkLst>
      </pc:sldChg>
      <pc:sldChg chg="add mod setBg">
        <pc:chgData name="" userId="" providerId="" clId="Web-{81618E40-B03A-458A-B64D-91834375107D}" dt="2026-10-23T11:45:20.261" v="2" actId="34807"/>
        <pc:sldMkLst>
          <pc:docMk/>
          <pc:sldMk cId="2661767293" sldId="13627"/>
        </pc:sldMkLst>
      </pc:sldChg>
      <pc:sldChg chg="add mod setBg">
        <pc:chgData name="" userId="" providerId="" clId="Web-{81618E40-B03A-458A-B64D-91834375107D}" dt="2026-10-23T11:45:20.261" v="2" actId="34807"/>
        <pc:sldMkLst>
          <pc:docMk/>
          <pc:sldMk cId="2978975748" sldId="13844"/>
        </pc:sldMkLst>
      </pc:sldChg>
      <pc:sldChg chg="add mod setBg">
        <pc:chgData name="" userId="" providerId="" clId="Web-{81618E40-B03A-458A-B64D-91834375107D}" dt="2026-10-23T11:45:20.261" v="2" actId="34807"/>
        <pc:sldMkLst>
          <pc:docMk/>
          <pc:sldMk cId="1448202493" sldId="14062"/>
        </pc:sldMkLst>
      </pc:sldChg>
      <pc:sldChg chg="add mod setBg">
        <pc:chgData name="" userId="" providerId="" clId="Web-{81618E40-B03A-458A-B64D-91834375107D}" dt="2026-10-23T11:45:20.261" v="2" actId="34807"/>
        <pc:sldMkLst>
          <pc:docMk/>
          <pc:sldMk cId="302110903" sldId="14281"/>
        </pc:sldMkLst>
      </pc:sldChg>
      <pc:sldChg chg="add mod setBg">
        <pc:chgData name="" userId="" providerId="" clId="Web-{81618E40-B03A-458A-B64D-91834375107D}" dt="2026-10-23T11:45:20.261" v="2" actId="34807"/>
        <pc:sldMkLst>
          <pc:docMk/>
          <pc:sldMk cId="3855353037" sldId="14501"/>
        </pc:sldMkLst>
      </pc:sldChg>
      <pc:sldChg chg="add mod setBg">
        <pc:chgData name="" userId="" providerId="" clId="Web-{81618E40-B03A-458A-B64D-91834375107D}" dt="2026-10-23T11:45:20.261" v="2" actId="34807"/>
        <pc:sldMkLst>
          <pc:docMk/>
          <pc:sldMk cId="75272732" sldId="14722"/>
        </pc:sldMkLst>
      </pc:sldChg>
      <pc:sldChg chg="add mod setBg">
        <pc:chgData name="" userId="" providerId="" clId="Web-{81618E40-B03A-458A-B64D-91834375107D}" dt="2026-10-23T11:45:20.261" v="2" actId="34807"/>
        <pc:sldMkLst>
          <pc:docMk/>
          <pc:sldMk cId="936607863" sldId="14944"/>
        </pc:sldMkLst>
      </pc:sldChg>
      <pc:sldChg chg="add mod setBg">
        <pc:chgData name="" userId="" providerId="" clId="Web-{81618E40-B03A-458A-B64D-91834375107D}" dt="2026-10-23T11:45:20.261" v="2" actId="34807"/>
        <pc:sldMkLst>
          <pc:docMk/>
          <pc:sldMk cId="4271561650" sldId="15167"/>
        </pc:sldMkLst>
      </pc:sldChg>
      <pc:sldChg chg="add mod setBg">
        <pc:chgData name="" userId="" providerId="" clId="Web-{81618E40-B03A-458A-B64D-91834375107D}" dt="2026-10-23T11:45:20.261" v="2" actId="34807"/>
        <pc:sldMkLst>
          <pc:docMk/>
          <pc:sldMk cId="2268151088" sldId="15391"/>
        </pc:sldMkLst>
      </pc:sldChg>
      <pc:sldChg chg="add mod setBg">
        <pc:chgData name="" userId="" providerId="" clId="Web-{81618E40-B03A-458A-B64D-91834375107D}" dt="2026-10-23T11:45:20.261" v="2" actId="34807"/>
        <pc:sldMkLst>
          <pc:docMk/>
          <pc:sldMk cId="299470252" sldId="15616"/>
        </pc:sldMkLst>
      </pc:sldChg>
      <pc:sldChg chg="add mod setBg">
        <pc:chgData name="" userId="" providerId="" clId="Web-{81618E40-B03A-458A-B64D-91834375107D}" dt="2026-10-23T11:45:20.261" v="2" actId="34807"/>
        <pc:sldMkLst>
          <pc:docMk/>
          <pc:sldMk cId="3776325952" sldId="15842"/>
        </pc:sldMkLst>
      </pc:sldChg>
    </pc:docChg>
  </pc:docChgLst>
</pc:chgInfo>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91448F3-5ACF-4753-96E0-AB44B969FEA6}" type="datetimeFigureOut">
              <a:t>23.10.2026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FA53654-600B-4302-80A0-D02B08D7C4DF}" type="slidenum">
              <a:t>‹#›</a:t>
            </a:fld>
            <a:endParaRPr lang="en-US"/>
          </a:p>
        </p:txBody>
      </p:sp>
    </p:spTree>
    <p:extLst>
      <p:ext uri="{BB962C8B-B14F-4D97-AF65-F5344CB8AC3E}">
        <p14:creationId xmlns:p14="http://schemas.microsoft.com/office/powerpoint/2010/main" val="172809173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S01 | More homes ready. Faster. With control intact.
TIMING: 40 s for this slide (all builds together) · 00:00-00:40 on the 23:45 narration clock.
SAY
Good morning. Zava North Homes has 60,000 homes and three legal clocks running. In the next 25 minutes I will show you the size of that challenge in hard numbers, how we analysed it, the product we designed for it and a forecast you can hold us to.
Zava Forward is one accountable workbench for the retrofit programme, with damp, mould and hazard referral built into every decision: every home has an owner, every decision has evidence, and AI does the preparation so your people can make the calls that matter.
My ask is simple and specific: fund the validation gate, then scale. Let me show you why it is worth it.
SOURCES AND CALCULATIONS
Case brief (E01); exercise addendum (E02).
</a:t>
            </a:r>
          </a:p>
        </p:txBody>
      </p:sp>
      <p:sp>
        <p:nvSpPr>
          <p:cNvPr id="4" name="Slide Number Placeholder 3"/>
          <p:cNvSpPr>
            <a:spLocks noGrp="1"/>
          </p:cNvSpPr>
          <p:nvPr>
            <p:ph type="sldNum" sz="quarter" idx="5"/>
          </p:nvPr>
        </p:nvSpPr>
        <p:spPr/>
        <p:txBody>
          <a:bodyPr/>
          <a:lstStyle/>
          <a:p>
            <a:fld id="{DFA53654-600B-4302-80A0-D02B08D7C4DF}" type="slidenum">
              <a:rPr lang="en-US"/>
              <a:t>1</a:t>
            </a:fld>
            <a:endParaRPr lang="en-US"/>
          </a:p>
        </p:txBody>
      </p:sp>
    </p:spTree>
    <p:extLst>
      <p:ext uri="{BB962C8B-B14F-4D97-AF65-F5344CB8AC3E}">
        <p14:creationId xmlns:p14="http://schemas.microsoft.com/office/powerpoint/2010/main" val="22076007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S02 | 15,600 homes to lift by 2030. Thousands more to keep safe.
TIMING: 70 s for this slide (all builds together) · 00:40-01:50 on the 23:45 narration clock.
SAY
Let me put numbers on the challenge. These are national statistics for social housing in England, applied to Zava's 60,000 homes.
Twenty-six per cent of social homes are still below EPC band C. For Zava that is about 15,600 homes that must be lifted by April 2030.
Six per cent of housing association homes have damp. That is about 3,600 homes. And 38 per cent of housing association households say they live with condensation, damp or mould: about 22,800 households who may pick up the phone.
The median landlord logs 53.5 stage-one complaints per 1,000 homes a year. For Zava, about 3,210 complaints, each one a test of whether the organisation knows what is happening in that home.
This is not a backlog you clear with more spreadsheets. It is a flow you have to run.
SOURCES AND CALCULATIONS
EHS 2024-25 Chapter 1 and Chapter 2 (MHCLG, 29 Jan 2026); SRS MEES final-stage impact assessment (DESNZ/MHCLG, 1 Apr 2026); Tenant Satisfaction Measures 2024/25 headline report (RSH, 4 Nov 2025). Calculation: rate × 60,000, rounded.
</a:t>
            </a:r>
          </a:p>
        </p:txBody>
      </p:sp>
      <p:sp>
        <p:nvSpPr>
          <p:cNvPr id="4" name="Slide Number Placeholder 3"/>
          <p:cNvSpPr>
            <a:spLocks noGrp="1"/>
          </p:cNvSpPr>
          <p:nvPr>
            <p:ph type="sldNum" sz="quarter" idx="5"/>
          </p:nvPr>
        </p:nvSpPr>
        <p:spPr/>
        <p:txBody>
          <a:bodyPr/>
          <a:lstStyle/>
          <a:p>
            <a:fld id="{DFA53654-600B-4302-80A0-D02B08D7C4DF}" type="slidenum">
              <a:rPr lang="en-US"/>
              <a:t>2</a:t>
            </a:fld>
            <a:endParaRPr lang="en-US"/>
          </a:p>
        </p:txBody>
      </p:sp>
    </p:spTree>
    <p:extLst>
      <p:ext uri="{BB962C8B-B14F-4D97-AF65-F5344CB8AC3E}">
        <p14:creationId xmlns:p14="http://schemas.microsoft.com/office/powerpoint/2010/main" val="205408907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S03 | Three clocks are already running.
TIMING: 70 s for this slide (all builds together) · 01:50-03:00 on the 23:45 narration clock.
SAY
Three regulatory clocks are already running, and they converge on the same homes.
First, Awaab's Law. Since 27 October 2025, social landlords must make emergency hazards safe within 24 hours and investigate significant damp and mould within 10 working days, with a written summary to the tenant within three working days.
Second, on 30 November 2026, five weeks from now, phase two adds excess cold and heat, falls, fire and electrical hazards. From that day a cold, inefficient home is a legal hazard, not just a carbon statistic. Retrofit and repairs become one programme.
Third, the government decided on 28 January 2026 that every social rented home must reach EPC band C by 1 April 2030, with a 10,000 pound spend cap per home. And from 2035 a new Decent Homes Standard applies, which on the government's own modelling 42 per cent of housing association homes would fail today.
Every one of these clocks needs the same thing: knowing the state of each home, who owns the next action and what evidence supports it.
SOURCES AND CALCULATIONS
Awaab's Law guidance for social landlords (MHCLG, updated 16 Jul 2026); Awaab's Law collection (MHCLG, 13 Jul 2026); Improving the energy efficiency of socially rented homes: government response (MHCLG/DESNZ, 1 Apr 2026) and summary of responses (28 Jan 2026); New Decent Homes Standard policy statement and EHS modelling briefing (MHCLG, 28 Jan 2026).
RELATED ANSWERS: B24 = slide 51. Question index = slide 27.
</a:t>
            </a:r>
          </a:p>
        </p:txBody>
      </p:sp>
      <p:sp>
        <p:nvSpPr>
          <p:cNvPr id="4" name="Slide Number Placeholder 3"/>
          <p:cNvSpPr>
            <a:spLocks noGrp="1"/>
          </p:cNvSpPr>
          <p:nvPr>
            <p:ph type="sldNum" sz="quarter" idx="5"/>
          </p:nvPr>
        </p:nvSpPr>
        <p:spPr/>
        <p:txBody>
          <a:bodyPr/>
          <a:lstStyle/>
          <a:p>
            <a:fld id="{DFA53654-600B-4302-80A0-D02B08D7C4DF}" type="slidenum">
              <a:rPr lang="en-US"/>
              <a:t>3</a:t>
            </a:fld>
            <a:endParaRPr lang="en-US"/>
          </a:p>
        </p:txBody>
      </p:sp>
    </p:spTree>
    <p:extLst>
      <p:ext uri="{BB962C8B-B14F-4D97-AF65-F5344CB8AC3E}">
        <p14:creationId xmlns:p14="http://schemas.microsoft.com/office/powerpoint/2010/main" val="13649352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S04 | Homes don't stall on ambition. They stall between teams.
TIMING: 50 s for this slide (all builds together) · 03:00-03:50 on the 23:45 narration clock.
SAY
Here is what we found when we walked the journey of a single home. The ambition is there. The money is there. Homes stall in the gaps between teams.
A survey says one thing and the stock record says another. Funding needs evidence the assessor has not signed. The resident has not agreed a date. The contractor finishes, but quality acceptance and handover are separate events. Every gap moves the delay to the next team, and on a dashboard it looks like progress because starts go up.
So we changed the management question. Not how many recommendations did we generate, but how many homes reached an accepted handover, how much effort it took and what is blocked, by whom, right now.
SOURCES AND CALCULATIONS
Exercise addendum and journey atlas (E02, E08); agent-request challenge (E03).
RELATED ANSWERS: B01 = slide 28. Question index = slide 27.
</a:t>
            </a:r>
          </a:p>
        </p:txBody>
      </p:sp>
      <p:sp>
        <p:nvSpPr>
          <p:cNvPr id="4" name="Slide Number Placeholder 3"/>
          <p:cNvSpPr>
            <a:spLocks noGrp="1"/>
          </p:cNvSpPr>
          <p:nvPr>
            <p:ph type="sldNum" sz="quarter" idx="5"/>
          </p:nvPr>
        </p:nvSpPr>
        <p:spPr/>
        <p:txBody>
          <a:bodyPr/>
          <a:lstStyle/>
          <a:p>
            <a:fld id="{DFA53654-600B-4302-80A0-D02B08D7C4DF}" type="slidenum">
              <a:rPr lang="en-US"/>
              <a:t>4</a:t>
            </a:fld>
            <a:endParaRPr lang="en-US"/>
          </a:p>
        </p:txBody>
      </p:sp>
    </p:spTree>
    <p:extLst>
      <p:ext uri="{BB962C8B-B14F-4D97-AF65-F5344CB8AC3E}">
        <p14:creationId xmlns:p14="http://schemas.microsoft.com/office/powerpoint/2010/main" val="157592632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S05 | Forecast: every Zava home at EPC C by April 2030.  [build 1 of 2 - click through to the next build]
TIMING: 90 s for this slide (all builds together) · 03:50-05:20 on the 23:45 narration clock.
SAY
Here is our forecast, and we want you to hold us to it.
Zava needs to lift about 15,600 homes to EPC C in the 41 months to April 2030. That is 88 homes every week from November. That pace is impossible to run on spreadsheets and email. It is exactly what Zava Forward is built to run.
[Click] The money works. At the national average cost for housing association homes, 6,082 pounds, the programme is about £95 million of works. Warm Homes: Social Housing Fund wave 3 pays up to 7,500 pounds a home with at least 50 per cent co-funding: up to about £47 million of grant potential, ahead of the 40 million pound ambition in the original brief. Zava's proportional share of the national wave 3 pot is only about £22.5 million, so capturing the full potential means winning bids with better evidence than our peers. Evidence-ready bids are a product feature.
And the AI that prepares that evidence costs almost nothing: even at ten times our observed task size and twenty AI tasks per home, inference for the whole programme is about 6,873 dollars at list price.
Forecast assumptions: national EPC and cost averages applied to the 60,000-home stock; straight-line delivery from 1 November 2026; grant at 50 per cent of the average cost, capped at 7,500 pounds; GPT-4.1 mini list price of 1.60 US dollars per million output tokens applied to every token.
SOURCES AND CALCULATIONS
EHS 2024-25 Ch.2 (avg cost to C, HA £6,082); SRS MEES final IA (26% below C; ~1.1m homes; Wave 3 £1.585bn); WH:SHF Wave 3 guidance (cap £7,500, 50% co-funding); case brief GBP 40m ambition (E01); operator token observation 6,884 tokens / 5 runs (E19); GPT-4.1 mini list price via third-party price trackers (Microsoft page did not load), checked 23 Oct 2026.
RELATED ANSWERS: B08 = slide 35. Question index = slide 27.
</a:t>
            </a:r>
          </a:p>
        </p:txBody>
      </p:sp>
      <p:sp>
        <p:nvSpPr>
          <p:cNvPr id="4" name="Slide Number Placeholder 3"/>
          <p:cNvSpPr>
            <a:spLocks noGrp="1"/>
          </p:cNvSpPr>
          <p:nvPr>
            <p:ph type="sldNum" sz="quarter" idx="5"/>
          </p:nvPr>
        </p:nvSpPr>
        <p:spPr/>
        <p:txBody>
          <a:bodyPr/>
          <a:lstStyle/>
          <a:p>
            <a:fld id="{DFA53654-600B-4302-80A0-D02B08D7C4DF}" type="slidenum">
              <a:rPr lang="en-US"/>
              <a:t>5</a:t>
            </a:fld>
            <a:endParaRPr lang="en-US"/>
          </a:p>
        </p:txBody>
      </p:sp>
    </p:spTree>
    <p:extLst>
      <p:ext uri="{BB962C8B-B14F-4D97-AF65-F5344CB8AC3E}">
        <p14:creationId xmlns:p14="http://schemas.microsoft.com/office/powerpoint/2010/main" val="26851121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S05 | Forecast: every Zava home at EPC C by April 2030.  [build 2 of 2 - complete slide]
TIMING: 90 s for this slide (all builds together) · 03:50-05:20 on the 23:45 narration clock.
SAY
Here is our forecast, and we want you to hold us to it.
Zava needs to lift about 15,600 homes to EPC C in the 41 months to April 2030. That is 88 homes every week from November. That pace is impossible to run on spreadsheets and email. It is exactly what Zava Forward is built to run.
[Click] The money works. At the national average cost for housing association homes, 6,082 pounds, the programme is about £95 million of works. Warm Homes: Social Housing Fund wave 3 pays up to 7,500 pounds a home with at least 50 per cent co-funding: up to about £47 million of grant potential, ahead of the 40 million pound ambition in the original brief. Zava's proportional share of the national wave 3 pot is only about £22.5 million, so capturing the full potential means winning bids with better evidence than our peers. Evidence-ready bids are a product feature.
And the AI that prepares that evidence costs almost nothing: even at ten times our observed task size and twenty AI tasks per home, inference for the whole programme is about 6,873 dollars at list price.
Forecast assumptions: national EPC and cost averages applied to the 60,000-home stock; straight-line delivery from 1 November 2026; grant at 50 per cent of the average cost, capped at 7,500 pounds; GPT-4.1 mini list price of 1.60 US dollars per million output tokens applied to every token.
SOURCES AND CALCULATIONS
EHS 2024-25 Ch.2 (avg cost to C, HA £6,082); SRS MEES final IA (26% below C; ~1.1m homes; Wave 3 £1.585bn); WH:SHF Wave 3 guidance (cap £7,500, 50% co-funding); case brief GBP 40m ambition (E01); operator token observation 6,884 tokens / 5 runs (E19); GPT-4.1 mini list price via third-party price trackers (Microsoft page did not load), checked 23 Oct 2026.
RELATED ANSWERS: B08 = slide 35. Question index = slide 27.
</a:t>
            </a:r>
          </a:p>
        </p:txBody>
      </p:sp>
      <p:sp>
        <p:nvSpPr>
          <p:cNvPr id="4" name="Slide Number Placeholder 3"/>
          <p:cNvSpPr>
            <a:spLocks noGrp="1"/>
          </p:cNvSpPr>
          <p:nvPr>
            <p:ph type="sldNum" sz="quarter" idx="5"/>
          </p:nvPr>
        </p:nvSpPr>
        <p:spPr/>
        <p:txBody>
          <a:bodyPr/>
          <a:lstStyle/>
          <a:p>
            <a:fld id="{DFA53654-600B-4302-80A0-D02B08D7C4DF}" type="slidenum">
              <a:rPr lang="en-US"/>
              <a:t>6</a:t>
            </a:fld>
            <a:endParaRPr lang="en-US"/>
          </a:p>
        </p:txBody>
      </p:sp>
    </p:spTree>
    <p:extLst>
      <p:ext uri="{BB962C8B-B14F-4D97-AF65-F5344CB8AC3E}">
        <p14:creationId xmlns:p14="http://schemas.microsoft.com/office/powerpoint/2010/main" val="17249194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S06 | Six weeks of product work sit under these slides.
TIMING: 60 s for this slide (all builds together) · 05:20-06:20 on the 23:45 narration clock.
SAY
Before we show you the product, I want you to see the work underneath it, because that is where the value is.
These slides sit on six weeks of product work: 480 commits, 233 merged pull requests and six architecture decision records. A business requirements document and a product requirements document with 142 requirements and 196 acceptance criteria. 34 research documents, 28 journey maps, a what-if study with 20 scenarios and a backlog of 189 items generated from all of it.
And here is the part I am proudest of: the contributors are one architect, GitHub Copilot and automation. That is the delivery model we are proposing for Zava too: a small accountable team, multiplied by AI, governed by evidence.
This is a product-management story first: understand the problem, test the assumptions, then build.
SOURCES AND CALCULATIONS
Repository home page and pull request search, 23 Oct 2026: 480 commits on main, 233 merged pull requests, 3 contributors; docs/adrs (6 ADRs); BRD v0.19.0 (52 FR, 12 NFR, 103 AC) and PRD v0.18.0 (61 FR, 17 NFR, 93 AC); docs/reference/research (34 documents); journey atlas (28 maps); agent what-if study (20 scenarios); AMA Plan board (189 items). BRD created 11 Sep 2026; first pull request 20 Sep 2026.
</a:t>
            </a:r>
          </a:p>
        </p:txBody>
      </p:sp>
      <p:sp>
        <p:nvSpPr>
          <p:cNvPr id="4" name="Slide Number Placeholder 3"/>
          <p:cNvSpPr>
            <a:spLocks noGrp="1"/>
          </p:cNvSpPr>
          <p:nvPr>
            <p:ph type="sldNum" sz="quarter" idx="5"/>
          </p:nvPr>
        </p:nvSpPr>
        <p:spPr/>
        <p:txBody>
          <a:bodyPr/>
          <a:lstStyle/>
          <a:p>
            <a:fld id="{DFA53654-600B-4302-80A0-D02B08D7C4DF}" type="slidenum">
              <a:rPr lang="en-US"/>
              <a:t>7</a:t>
            </a:fld>
            <a:endParaRPr lang="en-US"/>
          </a:p>
        </p:txBody>
      </p:sp>
    </p:spTree>
    <p:extLst>
      <p:ext uri="{BB962C8B-B14F-4D97-AF65-F5344CB8AC3E}">
        <p14:creationId xmlns:p14="http://schemas.microsoft.com/office/powerpoint/2010/main" val="355507518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S07 | We designed for the people who move a home forward.
TIMING: 60 s for this slide (all builds together) · 06:20-07:20 on the 23:45 narration clock.
SAY
We designed for the people who actually move a home forward, and we were specific about what each of them needs.
The Executive Director of Assets needs one view of progress and risk. Building Safety needs hazards that never wait behind a retrofit queue. The Retrofit Programme Manager needs every blocked home to have an owner. Finance needs grant-ready evidence and a clear cash position. Procurement needs committed contractor capacity and controlled work orders. Resident Engagement needs choice, consent and remedies on record. The Neighbourhood Housing Officer needs one story per home, so nobody has to explain the same problem twice. And the Data and Performance Lead needs numbers the board can trust.
At the centre is the resident and the household, with a real choice, a representative where they need one, and a non-digital route.
The pain points came straight out of our journey research: repeated explanations, unclear ownership, conflicting evidence, avoidable visits and premature completion claims. The product removes each of them.
SOURCES AND CALCULATIONS
Company profile research, 8-role decision map (sector-informed role hypotheses); customer journey atlas main finding (repeated explanations, unclear receiving ownership, conflicting evidence, avoidable visits, premature completion claims); PRD role perspectives; BRD "no single view of each home's state, blocker, owner and next step".
RELATED ANSWERS: B12 = slide 39. Question index = slide 27.
</a:t>
            </a:r>
          </a:p>
        </p:txBody>
      </p:sp>
      <p:sp>
        <p:nvSpPr>
          <p:cNvPr id="4" name="Slide Number Placeholder 3"/>
          <p:cNvSpPr>
            <a:spLocks noGrp="1"/>
          </p:cNvSpPr>
          <p:nvPr>
            <p:ph type="sldNum" sz="quarter" idx="5"/>
          </p:nvPr>
        </p:nvSpPr>
        <p:spPr/>
        <p:txBody>
          <a:bodyPr/>
          <a:lstStyle/>
          <a:p>
            <a:fld id="{DFA53654-600B-4302-80A0-D02B08D7C4DF}" type="slidenum">
              <a:rPr lang="en-US"/>
              <a:t>8</a:t>
            </a:fld>
            <a:endParaRPr lang="en-US"/>
          </a:p>
        </p:txBody>
      </p:sp>
    </p:spTree>
    <p:extLst>
      <p:ext uri="{BB962C8B-B14F-4D97-AF65-F5344CB8AC3E}">
        <p14:creationId xmlns:p14="http://schemas.microsoft.com/office/powerpoint/2010/main" val="194475913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S08 | We challenged the brief to make it shippable.
TIMING: 70 s for this slide (all builds together) · 07:20-08:30 on the 23:45 narration clock.
SAY
The original brief asked for five autonomous AI agents, from stock prioritisation to quality verification, with autonomy up to level four. We took the brief seriously, and that is exactly why we challenged it.
We ran it past nine role instruments. Their verdict was clear: none of the five should run end to end. So we kept all five responsibilities as five bounded assistants on one proposal service.
We also refused the easy story that the spreadsheets are the problem. As our requirements put it, Zava does not have a spreadsheet problem, it has a delivery control problem that spreadsheets make harder to see. The first investment is data ownership and workflow, then AI.
We kept AI, and changed its job: AI prepares, people decide, because consent, safety and money need a named human.
The portal is optional, not rejected. Issue #441 assesses resident self-service to reduce avoidable status calls and protect staff working time. Phone, email, letter and visits stay available. Portal/workflow comes first; any resident-answer assistant is separately gated, human-reviewed and off for routine automation. No benefit has been measured.
SOURCES AND CALCULATIONS
Issue #441, read 23 October 2026: owner-confirmed Option B reuses case/API authority; portal/workflow first, resident-answer task separately gated. Its latest public comment reports a Research-stage integration blocker and no published PR. The owner reports local work in progress, not inspected implementation or approval. Per-message human review remains normative; routine automation stays off pending requirements-owner disposition and separate release approval.
Original case brief: five agents with autonomy L2-L4 (E01); agent-request challenge and agent what-if study: "none of the five requested agents should be end-to-end" (E03, WIS); BRD L161-166 spreadsheet quote; discovery brief: first investment is data ownership and workflow instrumentation; PRD: one proposal service, not five applications; architecture README: no resident portal required, separate workers deferred, Foundry Agent Service not used.
RELATED ANSWERS: B03 = slide 30; B14 = slide 41. Question index = slide 27.
</a:t>
            </a:r>
          </a:p>
        </p:txBody>
      </p:sp>
      <p:sp>
        <p:nvSpPr>
          <p:cNvPr id="4" name="Slide Number Placeholder 3"/>
          <p:cNvSpPr>
            <a:spLocks noGrp="1"/>
          </p:cNvSpPr>
          <p:nvPr>
            <p:ph type="sldNum" sz="quarter" idx="5"/>
          </p:nvPr>
        </p:nvSpPr>
        <p:spPr/>
        <p:txBody>
          <a:bodyPr/>
          <a:lstStyle/>
          <a:p>
            <a:fld id="{DFA53654-600B-4302-80A0-D02B08D7C4DF}" type="slidenum">
              <a:rPr lang="en-US"/>
              <a:t>9</a:t>
            </a:fld>
            <a:endParaRPr lang="en-US"/>
          </a:p>
        </p:txBody>
      </p:sp>
    </p:spTree>
    <p:extLst>
      <p:ext uri="{BB962C8B-B14F-4D97-AF65-F5344CB8AC3E}">
        <p14:creationId xmlns:p14="http://schemas.microsoft.com/office/powerpoint/2010/main" val="271644725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S09 | Every prototype taught us something we kept.
TIMING: 50 s for this slide (all builds together) · 08:30-09:20 on the 23:45 narration clock.
SAY
We did not design this on a whiteboard. Every prototype taught us something we kept.
It started on 20 September with a review of the open decisions in the requirements. The first prototype gave each role its own perspective, and taught us that roles need their own queues. On 6 October we reviewed eleven perspectives, nine workflow filters and eight constructed cases, found inconsistent owner labels, and fixed them in the requirements. Two days later the MVP replaced the prototype with one shared workbench.
On 11 October we made real AI, Azure SQL and Blob storage mandatory, and the decision-model and generative calls worked. By 14 October five assistants were making real, citation-validated proposals backed by 73 SQL tests, and the evidence survived a service restart. This morning we merged the Tokenomics requirements: AI is managed by cost per accepted outcome.
Twenty-five days from the first prototype review to five real assistants. Every lesson became a requirement, a decision or a test.
SOURCES AND CALCULATIONS
PR #1 (opened 20 Sep 2026); PR #19 four role-based task perspectives (PRD L1726); 6 Oct HTML review (PRD L1736-1746); 8 Oct MVP replaced prototype (PRD L414-419); 11 Oct real AI, SQL and Azure required (ADD L182-213); PR #58 (ADD L277-285); five-assistant exercise 13-14 Oct (ADD L252-273; PRD L588-621): 5 citation-validated proposals, 6,884 tokens, 73 SQL tests, persistence across restart; PR #433 Tokenomics (merged 23 Oct 2026). "25 days" = 20 Sep to 14 Oct.
</a:t>
            </a:r>
          </a:p>
        </p:txBody>
      </p:sp>
      <p:sp>
        <p:nvSpPr>
          <p:cNvPr id="4" name="Slide Number Placeholder 3"/>
          <p:cNvSpPr>
            <a:spLocks noGrp="1"/>
          </p:cNvSpPr>
          <p:nvPr>
            <p:ph type="sldNum" sz="quarter" idx="5"/>
          </p:nvPr>
        </p:nvSpPr>
        <p:spPr/>
        <p:txBody>
          <a:bodyPr/>
          <a:lstStyle/>
          <a:p>
            <a:fld id="{DFA53654-600B-4302-80A0-D02B08D7C4DF}" type="slidenum">
              <a:rPr lang="en-US"/>
              <a:t>10</a:t>
            </a:fld>
            <a:endParaRPr lang="en-US"/>
          </a:p>
        </p:txBody>
      </p:sp>
    </p:spTree>
    <p:extLst>
      <p:ext uri="{BB962C8B-B14F-4D97-AF65-F5344CB8AC3E}">
        <p14:creationId xmlns:p14="http://schemas.microsoft.com/office/powerpoint/2010/main" val="301692332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S10 | We stress-tested the economics before we wrote the product.
TIMING: 70 s for this slide (all builds together) · 09:20-10:30 on the 23:45 narration clock.
SAY
We stress-tested the ideas and the money before we built the product.
First the ideas: a what-if study ran twenty scenarios across the five requested agents, a programme supervisor and a damp and mould loop. It told us where AI adds value for the least complexity, and it set our build order.
Then one home. The exercise fixture is a 20,000 pound base cost. A 7,500 pound grant leaves the provider funding 12,500. If the contingency is spent, exposure rises to 14,500. If the eligible cost falls to 12,000, the 50 per cent ceiling cuts the grant to 6,000 and the provider pays 14,000. Gross cash is 20,000 until the grant arrives. The product shows that per home, live.
Then the programme. A light-touch route to band C at the national average costs about £95 million; a deep retrofit at 20,000 pounds a home is £312 million. On grant, Zava's proportional share of wave 3 is about £22.5 million, while the full 7,500 pound cap across every home would be £117 million. The gap between those numbers is won with evidence, home by home. That is the product's job.
SOURCES AND CALCULATIONS
Agent what-if study (WIS, 27 Sep 2026): 20 scenarios; exercise per-home fixtures (ADD EXA-007/010/015, fictional); EHS 2024-25 costs to band C; BRD programme economics (15,600 x GBP 20,000 = GBP 312m; full GBP 7,500 cap = GBP 117m); proportional wave 3 share = £1.585bn x 15,600 / 1.1m homes below C.
RELATED ANSWERS: B09 = slide 36. Question index = slide 27.
</a:t>
            </a:r>
          </a:p>
        </p:txBody>
      </p:sp>
      <p:sp>
        <p:nvSpPr>
          <p:cNvPr id="4" name="Slide Number Placeholder 3"/>
          <p:cNvSpPr>
            <a:spLocks noGrp="1"/>
          </p:cNvSpPr>
          <p:nvPr>
            <p:ph type="sldNum" sz="quarter" idx="5"/>
          </p:nvPr>
        </p:nvSpPr>
        <p:spPr/>
        <p:txBody>
          <a:bodyPr/>
          <a:lstStyle/>
          <a:p>
            <a:fld id="{DFA53654-600B-4302-80A0-D02B08D7C4DF}" type="slidenum">
              <a:rPr lang="en-US"/>
              <a:t>11</a:t>
            </a:fld>
            <a:endParaRPr lang="en-US"/>
          </a:p>
        </p:txBody>
      </p:sp>
    </p:spTree>
    <p:extLst>
      <p:ext uri="{BB962C8B-B14F-4D97-AF65-F5344CB8AC3E}">
        <p14:creationId xmlns:p14="http://schemas.microsoft.com/office/powerpoint/2010/main" val="147128453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S11 | Meet the Workbench: every home, one owner, one next step.
TIMING: 70 s for this slide (all builds together) · 10:30-11:40 on the 23:45 narration clock.
SAY
This is the product. We call it the Workbench, and it is deliberately simple.
Every person opens to their cases. Every case shows one next owner, a plain status and the evidence behind it. When two sources disagree, the case does not disappear into an amber dot: it goes to the person who can resolve it, with the clock visible.
AI sits in the side panel. It prepares a summary, a letter or a funding pack, and a person accepts it or rejects it with a reason. Nothing is approved by a model.
This is not a slideware concept. The work-queue signals, controlled bulk edits, hazard referral, grant and claim states, forecasts and the accept-or-reject AI suggestions are already delivered in the MVP backlog. What you see here is the product view of that delivered work, with fictional homes.
SOURCES AND CALCULATIONS
AMA Plan project snapshot 2026-10-23 07:21 UTC (E20): Done items #77, #78, #85, #95, #102, #105, #106; epic #73 and feature #76. Prototype learnings and owner feedback PR #26 (E15).
RELATED ANSWERS: B02 = slide 29. Question index = slide 27.
</a:t>
            </a:r>
          </a:p>
        </p:txBody>
      </p:sp>
      <p:sp>
        <p:nvSpPr>
          <p:cNvPr id="4" name="Slide Number Placeholder 3"/>
          <p:cNvSpPr>
            <a:spLocks noGrp="1"/>
          </p:cNvSpPr>
          <p:nvPr>
            <p:ph type="sldNum" sz="quarter" idx="5"/>
          </p:nvPr>
        </p:nvSpPr>
        <p:spPr/>
        <p:txBody>
          <a:bodyPr/>
          <a:lstStyle/>
          <a:p>
            <a:fld id="{DFA53654-600B-4302-80A0-D02B08D7C4DF}" type="slidenum">
              <a:rPr lang="en-US"/>
              <a:t>12</a:t>
            </a:fld>
            <a:endParaRPr lang="en-US"/>
          </a:p>
        </p:txBody>
      </p:sp>
    </p:spTree>
    <p:extLst>
      <p:ext uri="{BB962C8B-B14F-4D97-AF65-F5344CB8AC3E}">
        <p14:creationId xmlns:p14="http://schemas.microsoft.com/office/powerpoint/2010/main" val="417696585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S12 | One home, end to end: the exception has an owner the moment it appears.
TIMING: 60 s for this slide (all builds together) · 11:40-12:40 on the 23:45 narration clock.
SAY
Let me walk one home through the product. It is fictional, but every step is a real capability.
A survey or a resident report arrives. If it is a hazard, the Awaab's Law clock starts and the hazard route goes straight to the people who own it, without waiting for the retrofit queue.
The assessor sees that two sources disagree about the home's energy evidence. The conflict becomes an owned task, and only the decisions that depend on it wait. Everything else keeps moving.
AI prepares the evidence summary and resident letter for human review. Phone, email, letter and officer visits remain available. Issue #441 assesses an optional portal so residents can find status without waiting for a call and staff can retain focused working time. This is a benefit hypothesis, not a delivered channel. Portal use, silence and access never become works consent.
The contractor works from a controlled work order; quality acceptance is independent; Finance closes the grant claim on the same record. One home, one trail, one owner at every step.
SOURCES AND CALCULATIONS
Customer journey atlas and ADR 0003 (E08); AMA Plan Done items #84 stock reconciliation and sign-off, #85 hazard referral, #87 offer versus commitment and appointments, #88 resident updates, #90 provider work orders, #91 per-measure quality acceptance, #95 grant states, #106 accept or reject with reason.
RELATED ANSWERS: B06 = slide 33; B23 = slide 50. Question index = slide 27.
</a:t>
            </a:r>
          </a:p>
        </p:txBody>
      </p:sp>
      <p:sp>
        <p:nvSpPr>
          <p:cNvPr id="4" name="Slide Number Placeholder 3"/>
          <p:cNvSpPr>
            <a:spLocks noGrp="1"/>
          </p:cNvSpPr>
          <p:nvPr>
            <p:ph type="sldNum" sz="quarter" idx="5"/>
          </p:nvPr>
        </p:nvSpPr>
        <p:spPr/>
        <p:txBody>
          <a:bodyPr/>
          <a:lstStyle/>
          <a:p>
            <a:fld id="{DFA53654-600B-4302-80A0-D02B08D7C4DF}" type="slidenum">
              <a:rPr lang="en-US"/>
              <a:t>13</a:t>
            </a:fld>
            <a:endParaRPr lang="en-US"/>
          </a:p>
        </p:txBody>
      </p:sp>
    </p:spTree>
    <p:extLst>
      <p:ext uri="{BB962C8B-B14F-4D97-AF65-F5344CB8AC3E}">
        <p14:creationId xmlns:p14="http://schemas.microsoft.com/office/powerpoint/2010/main" val="114341841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S13 | 189 backlog items, 16 epics, one coherent product.
TIMING: 50 s for this slide (all builds together) · 12:40-13:30 on the 23:45 narration clock.
SAY
Behind the workbench is a real, structured product backlog. 189 items across 16 epics, generated from the business requirements, the product requirements and the architecture decisions.
54 are delivered, 24 are in progress and 111 are queued and ready to be picked up in dependency order. Every item traces back to a requirement and forward to a pull request with its evidence.
This is what makes the plan credible: we are not asking you to imagine a product. We are showing you the inventory of one, and the order we will build the rest in.
SOURCES AND CALCULATIONS
AMA Plan project snapshot (E20): 189 items; labels: 16 epic, 110 feature, 34 story, 29 other; status 54 Done, 24 In Progress, 111 Todo. Per-epic counts computed from item area labels (items outside the 16 epic areas: 28).
</a:t>
            </a:r>
          </a:p>
        </p:txBody>
      </p:sp>
      <p:sp>
        <p:nvSpPr>
          <p:cNvPr id="4" name="Slide Number Placeholder 3"/>
          <p:cNvSpPr>
            <a:spLocks noGrp="1"/>
          </p:cNvSpPr>
          <p:nvPr>
            <p:ph type="sldNum" sz="quarter" idx="5"/>
          </p:nvPr>
        </p:nvSpPr>
        <p:spPr/>
        <p:txBody>
          <a:bodyPr/>
          <a:lstStyle/>
          <a:p>
            <a:fld id="{DFA53654-600B-4302-80A0-D02B08D7C4DF}" type="slidenum">
              <a:rPr lang="en-US"/>
              <a:t>14</a:t>
            </a:fld>
            <a:endParaRPr lang="en-US"/>
          </a:p>
        </p:txBody>
      </p:sp>
    </p:spTree>
    <p:extLst>
      <p:ext uri="{BB962C8B-B14F-4D97-AF65-F5344CB8AC3E}">
        <p14:creationId xmlns:p14="http://schemas.microsoft.com/office/powerpoint/2010/main" val="105425110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S14 | Start Monday with the spreadsheets you already run.
TIMING: 70 s for this slide (all builds together) · 13:30-14:40 on the 23:45 narration clock.
SAY
Adoption is where good products die, so we designed the first day, not just the hundredth.
Zava runs the programme on spreadsheets today. On day one the importer takes those workbooks, previews them, validates every row, quarantines anything that fails and never modifies the source file. Then we run side by side with named Excel editors, compare read-only, and only when the team trusts the numbers do the workbooks become read-only. It is a strangler plan, not a big bang.
Going the other way, anything in the workbench exports to Excel or CSV, without write-back, so Finance's models and the board pack keep working. Stakeholder progress packs are already delivered, and evidence export is being built.
And it lives inside Microsoft 365. Staff sign in with Entra ID today, the profile comes from Microsoft Graph, operations alerts can flow to a Teams channel, a SharePoint evidence library is designed in, and Teams review nudges are on the roadmap. Microsoft 365 is where people work and documents live; the workbench stays the system of record, and a hazard is never routed through a Teams nudge.
SOURCES AND CALCULATIONS
PRD FR-029/AC-031 (import declared Excel structures; quarantine; source unchanged), FR-030 (export to Excel or CSV, no write-back), NFR-010, transition plan L235-243, performance targets L1283; infra/main.bicep (entraClientId, teamsWebhookUrl, evidenceStore=sharepoint option); architecture README (EasyAuth sign-in; Graph User.Read profile photo; SharePoint adapter not yet implemented; Teams never an approval or safety path); AMA Plan #80 (Todo), #100 (In Progress), #102 (Done).
RELATED ANSWERS: B20 = slide 47. Question index = slide 27.
</a:t>
            </a:r>
          </a:p>
        </p:txBody>
      </p:sp>
      <p:sp>
        <p:nvSpPr>
          <p:cNvPr id="4" name="Slide Number Placeholder 3"/>
          <p:cNvSpPr>
            <a:spLocks noGrp="1"/>
          </p:cNvSpPr>
          <p:nvPr>
            <p:ph type="sldNum" sz="quarter" idx="5"/>
          </p:nvPr>
        </p:nvSpPr>
        <p:spPr/>
        <p:txBody>
          <a:bodyPr/>
          <a:lstStyle/>
          <a:p>
            <a:fld id="{DFA53654-600B-4302-80A0-D02B08D7C4DF}" type="slidenum">
              <a:rPr lang="en-US"/>
              <a:t>15</a:t>
            </a:fld>
            <a:endParaRPr lang="en-US"/>
          </a:p>
        </p:txBody>
      </p:sp>
    </p:spTree>
    <p:extLst>
      <p:ext uri="{BB962C8B-B14F-4D97-AF65-F5344CB8AC3E}">
        <p14:creationId xmlns:p14="http://schemas.microsoft.com/office/powerpoint/2010/main" val="52382194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S15 | AI where it earns its place: five assistants, one workbench, people decide.
TIMING: 70 s for this slide (all builds together) · 14:40-15:50 on the 23:45 narration clock.
SAY
We put AI exactly where it earns its keep, and nowhere else.
Known policy and arithmetic stay in rules: eligibility, freshness, consent and release gates are deterministic, fast and repeatable. Where the task is choosing between supplied candidates, a learned decision model scores them and can abstain. Where the job is explaining evidence or drafting a letter, generative AI writes a cited draft.
The original brief asked for five agents. We kept all five responsibilities as five assistants on one proposal service: prioritisation, assessment, funding evidence, coordination and quality evidence. The task registry and the accept-or-reject flow are delivered; the five assistants are being built on top.
Every suggestion is accepted or rejected with a reason, which means we learn from every decision, and if the AI is switched off the workflow keeps running.
SOURCES AND CALCULATIONS
AI placement diagram and Decision 1 research (E04); five-assistant runtime and proposal lifecycle (E09); AMA Plan #105 AI task registry and proposal envelope (Done), #106 suggestions, accept or reject with reason, workflow-only fallback (Done), #107 five reactive and proactive assistants on one proposal service (In Progress), #214 home-specific cited chat (In Progress).
RELATED ANSWERS: B04 = slide 31; B11 = slide 38. Question index = slide 27.
</a:t>
            </a:r>
          </a:p>
        </p:txBody>
      </p:sp>
      <p:sp>
        <p:nvSpPr>
          <p:cNvPr id="4" name="Slide Number Placeholder 3"/>
          <p:cNvSpPr>
            <a:spLocks noGrp="1"/>
          </p:cNvSpPr>
          <p:nvPr>
            <p:ph type="sldNum" sz="quarter" idx="5"/>
          </p:nvPr>
        </p:nvSpPr>
        <p:spPr/>
        <p:txBody>
          <a:bodyPr/>
          <a:lstStyle/>
          <a:p>
            <a:fld id="{DFA53654-600B-4302-80A0-D02B08D7C4DF}" type="slidenum">
              <a:rPr lang="en-US"/>
              <a:t>16</a:t>
            </a:fld>
            <a:endParaRPr lang="en-US"/>
          </a:p>
        </p:txBody>
      </p:sp>
    </p:spTree>
    <p:extLst>
      <p:ext uri="{BB962C8B-B14F-4D97-AF65-F5344CB8AC3E}">
        <p14:creationId xmlns:p14="http://schemas.microsoft.com/office/powerpoint/2010/main" val="28584243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S16 | Secure by design: every home record sits inside three boundaries.  [build 1 of 3 - click through to the next build]
TIMING: 110 s for this slide (all builds together) · 15:50-17:40 on the 23:45 narration clock.
SAY
Now the question every CIO asks: is it safe? Let me build the architecture up in three steps.
[Build 1] The core is deliberately simple. Staff use a browser. One API on Azure Container Apps runs the workflow, enforces permissions and hosts the five bounded assistants. Azure SQL holds the cases, proposals and audit, with ledger checks; Blob storage holds evidence files, hashed in SQL. Models, GPT-4.1 mini and GPT-4.1, are called through one scoped path and return proposals, never authoritative state.
[Build 2] Then three boundaries. Identity: everyone signs in with Microsoft Entra ID, and the API rechecks role, case and field on every request; switching the screen perspective never grants access, and nobody can approve their own work. Network: SQL and Key Vault sit on private endpoints with private DNS, public access is off by default in the production profile, four workloads authenticate with managed identities and there are no SQL logins at all. Edge: Front Door Premium with a web application firewall in prevention mode and a Private Link origin is designed into the infrastructure code. Operations alert on throttling, errors, restarts and any ledger digest mismatch.
[Build 3] And the edges where people work: spreadsheets come in through a validated import and go out as Excel, CSV, progress packs and evidence; Microsoft 365 provides sign-in, profile, operations alerts and, next, a SharePoint evidence library. The workbench stays the system of record.
SOURCES AND CALCULATIONS
infra/main.bicep at 140d8f4: production profile (SQL always private, allowPublicNetworkAccess false, Key Vault purge protection, registry quarantine), network module with private endpoints and private DNS for Key Vault and SQL, enablePublicEdge (Front Door Premium, WAF Prevention, Private Link origin), four managed identities, Entra admin group and no SQL logins, Foundry deployments gpt-4.1-mini and gpt-4.1 (GlobalStandard), alerts and budget; architecture README (EasyAuth sign-in, API recheck of role/case/field, Graph profile, Teams alerts, SharePoint option); PRD NFR-003 (perspective switch never grants access); BRD RULE-004/AC-013/AC-099 (no self-approval); PRD FR-029/FR-030.
RELATED ANSWERS: B10 = slide 37; B19 = slide 46; B22 = slide 49. Question index = slide 27.</a:t>
            </a:r>
          </a:p>
        </p:txBody>
      </p:sp>
      <p:sp>
        <p:nvSpPr>
          <p:cNvPr id="4" name="Slide Number Placeholder 3"/>
          <p:cNvSpPr>
            <a:spLocks noGrp="1"/>
          </p:cNvSpPr>
          <p:nvPr>
            <p:ph type="sldNum" sz="quarter" idx="5"/>
          </p:nvPr>
        </p:nvSpPr>
        <p:spPr/>
        <p:txBody>
          <a:bodyPr/>
          <a:lstStyle/>
          <a:p>
            <a:fld id="{DFA53654-600B-4302-80A0-D02B08D7C4DF}" type="slidenum">
              <a:rPr lang="en-US"/>
              <a:t>17</a:t>
            </a:fld>
            <a:endParaRPr lang="en-US"/>
          </a:p>
        </p:txBody>
      </p:sp>
    </p:spTree>
    <p:extLst>
      <p:ext uri="{BB962C8B-B14F-4D97-AF65-F5344CB8AC3E}">
        <p14:creationId xmlns:p14="http://schemas.microsoft.com/office/powerpoint/2010/main" val="135889973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S16 | Secure by design: every home record sits inside three boundaries.  [build 2 of 3 - click through to the next build]
TIMING: 110 s for this slide (all builds together) · 15:50-17:40 on the 23:45 narration clock.
SAY
Now the question every CIO asks: is it safe? Let me build the architecture up in three steps.
[Build 1] The core is deliberately simple. Staff use a browser. One API on Azure Container Apps runs the workflow, enforces permissions and hosts the five bounded assistants. Azure SQL holds the cases, proposals and audit, with ledger checks; Blob storage holds evidence files, hashed in SQL. Models, GPT-4.1 mini and GPT-4.1, are called through one scoped path and return proposals, never authoritative state.
[Build 2] Then three boundaries. Identity: everyone signs in with Microsoft Entra ID, and the API rechecks role, case and field on every request; switching the screen perspective never grants access, and nobody can approve their own work. Network: SQL and Key Vault sit on private endpoints with private DNS, public access is off by default in the production profile, four workloads authenticate with managed identities and there are no SQL logins at all. Edge: Front Door Premium with a web application firewall in prevention mode and a Private Link origin is designed into the infrastructure code. Operations alert on throttling, errors, restarts and any ledger digest mismatch.
[Build 3] And the edges where people work: spreadsheets come in through a validated import and go out as Excel, CSV, progress packs and evidence; Microsoft 365 provides sign-in, profile, operations alerts and, next, a SharePoint evidence library. The workbench stays the system of record.
SOURCES AND CALCULATIONS
infra/main.bicep at 140d8f4: production profile (SQL always private, allowPublicNetworkAccess false, Key Vault purge protection, registry quarantine), network module with private endpoints and private DNS for Key Vault and SQL, enablePublicEdge (Front Door Premium, WAF Prevention, Private Link origin), four managed identities, Entra admin group and no SQL logins, Foundry deployments gpt-4.1-mini and gpt-4.1 (GlobalStandard), alerts and budget; architecture README (EasyAuth sign-in, API recheck of role/case/field, Graph profile, Teams alerts, SharePoint option); PRD NFR-003 (perspective switch never grants access); BRD RULE-004/AC-013/AC-099 (no self-approval); PRD FR-029/FR-030.
RELATED ANSWERS: B10 = slide 37; B19 = slide 46; B22 = slide 49. Question index = slide 27.</a:t>
            </a:r>
          </a:p>
        </p:txBody>
      </p:sp>
      <p:sp>
        <p:nvSpPr>
          <p:cNvPr id="4" name="Slide Number Placeholder 3"/>
          <p:cNvSpPr>
            <a:spLocks noGrp="1"/>
          </p:cNvSpPr>
          <p:nvPr>
            <p:ph type="sldNum" sz="quarter" idx="5"/>
          </p:nvPr>
        </p:nvSpPr>
        <p:spPr/>
        <p:txBody>
          <a:bodyPr/>
          <a:lstStyle/>
          <a:p>
            <a:fld id="{DFA53654-600B-4302-80A0-D02B08D7C4DF}" type="slidenum">
              <a:rPr lang="en-US"/>
              <a:t>18</a:t>
            </a:fld>
            <a:endParaRPr lang="en-US"/>
          </a:p>
        </p:txBody>
      </p:sp>
    </p:spTree>
    <p:extLst>
      <p:ext uri="{BB962C8B-B14F-4D97-AF65-F5344CB8AC3E}">
        <p14:creationId xmlns:p14="http://schemas.microsoft.com/office/powerpoint/2010/main" val="563537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S16 | Secure by design: every home record sits inside three boundaries.  [build 3 of 3 - complete slide]
TIMING: 110 s for this slide (all builds together) · 15:50-17:40 on the 23:45 narration clock.
SAY
Now the question every CIO asks: is it safe? Let me build the architecture up in three steps.
[Build 1] The core is deliberately simple. Staff use a browser. One API on Azure Container Apps runs the workflow, enforces permissions and hosts the five bounded assistants. Azure SQL holds the cases, proposals and audit, with ledger checks; Blob storage holds evidence files, hashed in SQL. Models, GPT-4.1 mini and GPT-4.1, are called through one scoped path and return proposals, never authoritative state.
[Build 2] Then three boundaries. Identity: everyone signs in with Microsoft Entra ID, and the API rechecks role, case and field on every request; switching the screen perspective never grants access, and nobody can approve their own work. Network: SQL and Key Vault sit on private endpoints with private DNS, public access is off by default in the production profile, four workloads authenticate with managed identities and there are no SQL logins at all. Edge: Front Door Premium with a web application firewall in prevention mode and a Private Link origin is designed into the infrastructure code. Operations alert on throttling, errors, restarts and any ledger digest mismatch.
[Build 3] In-use monitoring closes the feedback loop: sensors or a labelled simulator send temperature and humidity via IoT Hub Basic, through API checks into SQL; deterministic signals ask a person to review. This accepted exercise design is not live integration or diagnosis. Resident reports bypass it. Excel and Microsoft 365 remain; #441 assesses optional resident self-service, not a deployed portal.
SOURCES AND CALCULATIONS
ADR 0003, decision 6 and implementation status: Basic IoT Hub is accepted for exercise device-to-cloud telemetry; live identity, transport, derived analysis and review-task acceptance remain separate gates. Signals never suppress resident reports, diagnose hazards, change priority or release holds. Issue #441, read 23 October 2026: optional portal/workflow first; bounded resident-answer task separately gated, per-message human review normative and routine automation off. No measured call reduction or time saving is claimed.
infra/main.bicep at 140d8f4: production profile (SQL always private, allowPublicNetworkAccess false, Key Vault purge protection, registry quarantine), network module with private endpoints and private DNS for Key Vault and SQL, enablePublicEdge (Front Door Premium, WAF Prevention, Private Link origin), four managed identities, Entra admin group and no SQL logins, Foundry deployments gpt-4.1-mini and gpt-4.1 (GlobalStandard), alerts and budget; architecture README (EasyAuth sign-in, API recheck of role/case/field, Graph profile, Teams alerts, SharePoint option); PRD NFR-003 (perspective switch never grants access); BRD RULE-004/AC-013/AC-099 (no self-approval); PRD FR-029/FR-030.
RELATED ANSWERS: B10 = slide 37; B19 = slide 46; B22 = slide 49. Question index = slide 27.</a:t>
            </a:r>
          </a:p>
        </p:txBody>
      </p:sp>
      <p:sp>
        <p:nvSpPr>
          <p:cNvPr id="4" name="Slide Number Placeholder 3"/>
          <p:cNvSpPr>
            <a:spLocks noGrp="1"/>
          </p:cNvSpPr>
          <p:nvPr>
            <p:ph type="sldNum" sz="quarter" idx="5"/>
          </p:nvPr>
        </p:nvSpPr>
        <p:spPr/>
        <p:txBody>
          <a:bodyPr/>
          <a:lstStyle/>
          <a:p>
            <a:fld id="{DFA53654-600B-4302-80A0-D02B08D7C4DF}" type="slidenum">
              <a:rPr lang="en-US"/>
              <a:t>19</a:t>
            </a:fld>
            <a:endParaRPr lang="en-US"/>
          </a:p>
        </p:txBody>
      </p:sp>
    </p:spTree>
    <p:extLst>
      <p:ext uri="{BB962C8B-B14F-4D97-AF65-F5344CB8AC3E}">
        <p14:creationId xmlns:p14="http://schemas.microsoft.com/office/powerpoint/2010/main" val="69138699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S17 | Seven checkpoints between an AI draft and a real-world decision.
TIMING: 60 s for this slide (all builds together) · 17:40-18:40 on the 23:45 narration clock.
SAY
Here is how we keep AI useful and safe at the same time. Seven checkpoints sit between an AI draft and anything that happens in the real world.
The user is signed in. Their role and case scope are checked. The model only sees permitted evidence, with source and version IDs. The call is bounded, with a finite allowance and an expiry. The output is checked for schema, citations and freshness, and anything stale or broken stops. A person with current permissions accepts it or rejects it with a reason. And the real decision, consent, quality acceptance or a Finance approval, is a separate step with its own audit trail.
If anything fails, the work falls back to its owner, never to an approval. And safety hazards bypass the AI path entirely: they go straight to the people who own them.
SOURCES AND CALCULATIONS
Controlled AI flow text alternative (diagram 04); five-assistant runtime, scoped evidence, finite allowances, unreviewed output (E09); AMA Plan #105 task registry and proposal envelope, #106 accept or reject with reason and workflow-only fallback (Done).
RELATED ANSWERS: B07 = slide 34; B16 = slide 43; B21 = slide 48. Question index = slide 27.</a:t>
            </a:r>
          </a:p>
        </p:txBody>
      </p:sp>
      <p:sp>
        <p:nvSpPr>
          <p:cNvPr id="4" name="Slide Number Placeholder 3"/>
          <p:cNvSpPr>
            <a:spLocks noGrp="1"/>
          </p:cNvSpPr>
          <p:nvPr>
            <p:ph type="sldNum" sz="quarter" idx="5"/>
          </p:nvPr>
        </p:nvSpPr>
        <p:spPr/>
        <p:txBody>
          <a:bodyPr/>
          <a:lstStyle/>
          <a:p>
            <a:fld id="{DFA53654-600B-4302-80A0-D02B08D7C4DF}" type="slidenum">
              <a:rPr lang="en-US"/>
              <a:t>20</a:t>
            </a:fld>
            <a:endParaRPr lang="en-US"/>
          </a:p>
        </p:txBody>
      </p:sp>
    </p:spTree>
    <p:extLst>
      <p:ext uri="{BB962C8B-B14F-4D97-AF65-F5344CB8AC3E}">
        <p14:creationId xmlns:p14="http://schemas.microsoft.com/office/powerpoint/2010/main" val="31220567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S18 | AI is the cheapest line in the business case.
TIMING: 50 s for this slide (all builds together) · 18:40-19:30 on the 23:45 narration clock.
SAY
Let me close the trust section with the number everyone asks about: what does the AI cost?
In our operator runs, five assistant tasks used 6,884 tokens. Priced entirely at the GPT-4.1 mini output rate, that is about 0.22 US cents per run.
Now be generous. Assume every real task is ten times bigger and every home needs twenty AI tasks. Inference for the whole 15,600-home programme is still about 6,873 dollars, against roughly £95 million of works.
So the economics question is not the token bill. It is whether each AI draft is accepted and saves real effort. That is why we manage AI by cost per accepted outcome. Today the assistants already run inside finite call and token allowances that expire. Money budgets per task and period and per-request limits are designed and next on the roadmap, and the pilot reports cost per accepted outcome.
SOURCES AND CALCULATIONS
6,884 tokens / five runs, finite allowances and partial metering (E19, ai-cost-evidence); GPT-4.1 mini Global Standard list price $0.40 input / $1.60 output per 1M tokens (AzureSpeed, Bifrost, ComputePrices; Microsoft pricing page states prices are estimates and did not load the figures), checked 23 Oct 2026; Tokenomics requirements BRD FR-052, NFR-012, OD-51 and PRD AC-107 to AC-110 (E05).
RELATED ANSWERS: B05 = slide 32; B25 = slide 52; B26 = slide 53; B27 = slide 54. Question index = slide 27.</a:t>
            </a:r>
          </a:p>
        </p:txBody>
      </p:sp>
      <p:sp>
        <p:nvSpPr>
          <p:cNvPr id="4" name="Slide Number Placeholder 3"/>
          <p:cNvSpPr>
            <a:spLocks noGrp="1"/>
          </p:cNvSpPr>
          <p:nvPr>
            <p:ph type="sldNum" sz="quarter" idx="5"/>
          </p:nvPr>
        </p:nvSpPr>
        <p:spPr/>
        <p:txBody>
          <a:bodyPr/>
          <a:lstStyle/>
          <a:p>
            <a:fld id="{DFA53654-600B-4302-80A0-D02B08D7C4DF}" type="slidenum">
              <a:rPr lang="en-US"/>
              <a:t>21</a:t>
            </a:fld>
            <a:endParaRPr lang="en-US"/>
          </a:p>
        </p:txBody>
      </p:sp>
    </p:spTree>
    <p:extLst>
      <p:ext uri="{BB962C8B-B14F-4D97-AF65-F5344CB8AC3E}">
        <p14:creationId xmlns:p14="http://schemas.microsoft.com/office/powerpoint/2010/main" val="83132178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S19 | Built with AI, governed by people.
TIMING: 60 s for this slide (all builds together) · 19:30-20:30 on the 23:45 narration clock.
SAY
How did a small team produce this much in six weeks? We put AI to work on the build itself, with the same discipline we apply to the product.
480 commits and 233 merged pull requests, from one architect, GitHub Copilot and automation. Every requirement becomes an epic, features and stories. Each story becomes one bounded task: research, plan, implement, review, on its own branch, ending in a pull request with tests and evidence. Agents implement; people and independent review keep the gate.
Here is a real trace: the home case epic 73, the role-based queue feature 76, the work-queue story 77, delivered in pull request 376 with browser verification.
That is the delivery engine Zava gets with this product: small, fast and accountable.
SOURCES AND CALCULATIONS
Repository counts on 23 Oct 2026 (480 commits, 233 merged PRs, 3 contributors); AMA Plan board (E20); trace #73 → #76 → #77 → PR #376 (E16); delivery method evidence (E14).
RELATED ANSWERS: B13 = slide 40. Question index = slide 27.
</a:t>
            </a:r>
          </a:p>
        </p:txBody>
      </p:sp>
      <p:sp>
        <p:nvSpPr>
          <p:cNvPr id="4" name="Slide Number Placeholder 3"/>
          <p:cNvSpPr>
            <a:spLocks noGrp="1"/>
          </p:cNvSpPr>
          <p:nvPr>
            <p:ph type="sldNum" sz="quarter" idx="5"/>
          </p:nvPr>
        </p:nvSpPr>
        <p:spPr/>
        <p:txBody>
          <a:bodyPr/>
          <a:lstStyle/>
          <a:p>
            <a:fld id="{DFA53654-600B-4302-80A0-D02B08D7C4DF}" type="slidenum">
              <a:rPr lang="en-US"/>
              <a:t>22</a:t>
            </a:fld>
            <a:endParaRPr lang="en-US"/>
          </a:p>
        </p:txBody>
      </p:sp>
    </p:spTree>
    <p:extLst>
      <p:ext uri="{BB962C8B-B14F-4D97-AF65-F5344CB8AC3E}">
        <p14:creationId xmlns:p14="http://schemas.microsoft.com/office/powerpoint/2010/main" val="41953664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S20 | Validate, pilot, scale: on the clock to April 2030.
TIMING: 60 s for this slide (all builds together) · 20:30-21:30 on the 23:45 narration clock.
SAY
Here is the plan, on the real calendar.
Phase 0, six to eight weeks: validate one connected journey against a paired comparator, so we measure what the workflow improves and what the AI adds on top.
Then a six to nine month pilot with clear targets from our requirements: at least 50 accepted handovers from 80 to 100 candidate homes, cycle time at least 20 per cent shorter and 25 per cent fewer coordination hours per home. It lands inside the wave 3 funding window, which runs to March 2028.
Then scale. The arithmetic is fixed: 88 homes a week to reach 15,600 homes by 1 April 2030. The workbench is how Zava runs that pace with control intact.
SOURCES AND CALCULATIONS
BRD BG-011 pilot proposal (Phase 0 6-8 weeks; pilot 6-9 months; ≥50 accepted handovers from 80-100 candidates; ≥20% shorter cycle time; 25% fewer coordination hours per home; targets under review, OD-18); measurement design (E10); Awaab's Law phase 2 30 Nov 2026 (MHCLG); WH:SHF wave 3 spend by 31 Mar 2028; EPC C 1 Apr 2030 (MHCLG/DESNZ); pace from the forecast slide.
RELATED ANSWERS: B17 = slide 44. Question index = slide 27.
</a:t>
            </a:r>
          </a:p>
        </p:txBody>
      </p:sp>
      <p:sp>
        <p:nvSpPr>
          <p:cNvPr id="4" name="Slide Number Placeholder 3"/>
          <p:cNvSpPr>
            <a:spLocks noGrp="1"/>
          </p:cNvSpPr>
          <p:nvPr>
            <p:ph type="sldNum" sz="quarter" idx="5"/>
          </p:nvPr>
        </p:nvSpPr>
        <p:spPr/>
        <p:txBody>
          <a:bodyPr/>
          <a:lstStyle/>
          <a:p>
            <a:fld id="{DFA53654-600B-4302-80A0-D02B08D7C4DF}" type="slidenum">
              <a:rPr lang="en-US"/>
              <a:t>23</a:t>
            </a:fld>
            <a:endParaRPr lang="en-US"/>
          </a:p>
        </p:txBody>
      </p:sp>
    </p:spTree>
    <p:extLst>
      <p:ext uri="{BB962C8B-B14F-4D97-AF65-F5344CB8AC3E}">
        <p14:creationId xmlns:p14="http://schemas.microsoft.com/office/powerpoint/2010/main" val="239536377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S21 | Decision today: fund the validation gate.
TIMING: 60 s for this slide (all builds together) · 21:30-22:30 on the 23:45 narration clock.
SAY
So here is the decision I am asking for today: fund Phase 0, six to eight weeks to validate one connected journey.
The scope is one connected journey and a paired comparator. The owners are named roles: the programme defines accepted progress, Finance sets the cost boundary and approves the spend, the technical owner proves the deployment, and control reviewers own acceptance.
We measure accepted handovers per week, preparation and review time, rework and the cost per accepted outcome. When quality, control and net value clear the bar, we scale. That is a small, finite commitment that buys a decision-quality answer, on the way to 88 homes a week.
SOURCES AND CALCULATIONS
Decision card from the authoring package S16 (E02, E10, E11, E13).
RELATED ANSWERS: B15 = slide 42. Question index = slide 27.
</a:t>
            </a:r>
          </a:p>
        </p:txBody>
      </p:sp>
      <p:sp>
        <p:nvSpPr>
          <p:cNvPr id="4" name="Slide Number Placeholder 3"/>
          <p:cNvSpPr>
            <a:spLocks noGrp="1"/>
          </p:cNvSpPr>
          <p:nvPr>
            <p:ph type="sldNum" sz="quarter" idx="5"/>
          </p:nvPr>
        </p:nvSpPr>
        <p:spPr/>
        <p:txBody>
          <a:bodyPr/>
          <a:lstStyle/>
          <a:p>
            <a:fld id="{DFA53654-600B-4302-80A0-D02B08D7C4DF}" type="slidenum">
              <a:rPr lang="en-US"/>
              <a:t>24</a:t>
            </a:fld>
            <a:endParaRPr lang="en-US"/>
          </a:p>
        </p:txBody>
      </p:sp>
    </p:spTree>
    <p:extLst>
      <p:ext uri="{BB962C8B-B14F-4D97-AF65-F5344CB8AC3E}">
        <p14:creationId xmlns:p14="http://schemas.microsoft.com/office/powerpoint/2010/main" val="19805573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S22 | See it work: one home, one exception, one accountable next step.
TIMING: 45 s for this slide (all builds together) · 22:30-23:15 on the 23:45 narration clock.
SAY
Now let me show you, rather than tell you. In the next ten minutes, watch three things.
Watch the evidence conflict find its owner. Watch what the AI drafts, and what only a person can approve. And watch the record keep the next action, so nothing disappears between teams.
We confirm the route at preflight: the live exercise, or a recorded walkthrough of the same steps. Either way you will see the same home, the same exception and the same accountable next step.
SOURCES AND CALCULATIONS
Ten-minute demo runbook: routes L and E, preflight checklist, eight-minute core route (E07, E13).
RELATED ANSWERS: B18 = slide 45. Question index = slide 27.
</a:t>
            </a:r>
          </a:p>
        </p:txBody>
      </p:sp>
      <p:sp>
        <p:nvSpPr>
          <p:cNvPr id="4" name="Slide Number Placeholder 3"/>
          <p:cNvSpPr>
            <a:spLocks noGrp="1"/>
          </p:cNvSpPr>
          <p:nvPr>
            <p:ph type="sldNum" sz="quarter" idx="5"/>
          </p:nvPr>
        </p:nvSpPr>
        <p:spPr/>
        <p:txBody>
          <a:bodyPr/>
          <a:lstStyle/>
          <a:p>
            <a:fld id="{DFA53654-600B-4302-80A0-D02B08D7C4DF}" type="slidenum">
              <a:rPr lang="en-US"/>
              <a:t>25</a:t>
            </a:fld>
            <a:endParaRPr lang="en-US"/>
          </a:p>
        </p:txBody>
      </p:sp>
    </p:spTree>
    <p:extLst>
      <p:ext uri="{BB962C8B-B14F-4D97-AF65-F5344CB8AC3E}">
        <p14:creationId xmlns:p14="http://schemas.microsoft.com/office/powerpoint/2010/main" val="341625738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S23 | More homes ready, with control intact.
TIMING: 30 s for this slide (all builds together) · 23:15-23:45 on the 23:45 narration clock.
SAY
Let me close where we started. 15,600 homes to lift by 2030, thousands more to keep safe, and a product that runs that programme one accountable decision at a time.
Agree the validation gate. Name the owners. And let's start the 2030 run.
Thank you.
SOURCES AND CALCULATIONS
Summary of the forecast and decision slides.
</a:t>
            </a:r>
          </a:p>
        </p:txBody>
      </p:sp>
      <p:sp>
        <p:nvSpPr>
          <p:cNvPr id="4" name="Slide Number Placeholder 3"/>
          <p:cNvSpPr>
            <a:spLocks noGrp="1"/>
          </p:cNvSpPr>
          <p:nvPr>
            <p:ph type="sldNum" sz="quarter" idx="5"/>
          </p:nvPr>
        </p:nvSpPr>
        <p:spPr/>
        <p:txBody>
          <a:bodyPr/>
          <a:lstStyle/>
          <a:p>
            <a:fld id="{DFA53654-600B-4302-80A0-D02B08D7C4DF}" type="slidenum">
              <a:rPr lang="en-US"/>
              <a:t>26</a:t>
            </a:fld>
            <a:endParaRPr lang="en-US"/>
          </a:p>
        </p:txBody>
      </p:sp>
    </p:spTree>
    <p:extLst>
      <p:ext uri="{BB962C8B-B14F-4D97-AF65-F5344CB8AC3E}">
        <p14:creationId xmlns:p14="http://schemas.microsoft.com/office/powerpoint/2010/main" val="374301915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QX | Question index - appendix, navigation only
NOT PART OF THE SPOKEN ROUTE. Slide 26 (S23, the close) is the last spoken slide. Do not advance into the appendix during the talk.
HOW TO NAVIGATE
In Slide Show, type the slide number and press Enter to jump to an answer (for example 52 + Enter for B25). Each answer slide shows the main slide to return to and its number. Question index = slide 27.
The live build engine could not create clickable internal hyperlinks or hidden slides; add them in desktop PowerPoint using the link map in the build handoff before delivery, then validate them in the target viewer.
INTERRUPTION PROTOCOL (from audience-and-delivery.md)
1. Restate: "Your question is whether [business concern], rather than simply whether the model works."
2. Answer first in one sentence. State the relevant evidence and its limit.
3. Ask for a decision only when appropriate; otherwise park the deeper detail with an owner and return to the current main slide.
Bridges: "The short answer is no: that is a proposed control, not an observed one." | "There are two questions there: whether the workflow works, and whether AI improves it. We test them separately." | "I do not have a defensible unit price today. Here is the denominator and evidence the next gate must produce." | "We retained the five responsibilities and changed the autonomy." | "That would change the authority boundary; it needs a separate decision."
Do not say a decision has been made because the audience did not object. A full backup explanation replaces detail on the main route; it does not add free time.
FULL QUESTION LIST (slide titles B01-B27)
B01 (slide 28, return S04 slide 4): Why not fix the process and hire more people instead?
B02 (slide 29, return S11 slide 12): Is this replacing our housing system or integrating with it?
B03 (slide 30, return S08 slide 9): Why did you not build exactly the five agents we requested?
B04 (slide 31, return S15 slide 16): How do Decision Models reduce cost and response time?
B05 (slide 32, return S18 slide 21): What does the technology cost today?
B06 (slide 33, return S12 slide 13): How do residents retain choice, especially without digital access?
B07 (slide 34, return S17 slide 20): What stops a human from rubber-stamping AI?
B08 (slide 35, return S05 slide 6): Will this double retrofit delivery and capture GBP 40 million?
B09 (slide 36, return S10 slide 11): What is the per-home business case and cash exposure?
B10 (slide 37, return S16 slide 19): Why not deploy each agent independently?
B11 (slide 38, return S15 slide 16): What proves the AI is real and useful rather than a template?
B12 (slide 39, return S07 slide 8): Did you validate this with real residents and staff?
B13 (slide 40, return S19 slide 22): How did the requirements become an agent-delivered backlog?
B14 (slide 41, return S08 slide 9): Is this actually agentic if so much is deterministic?
B15 (slide 42, return S21 slide 24): What exactly must happen before a pilot or production decision?
B16 (slide 43, return S17 slide 20): What happens if the model, cloud or deployment fails?
B17 (slide 44, return S20 slide 23): When can we go live and who owns the next step?
B18 (slide 45, return S22 slide 25): Can you demonstrate a new live action right now?
B19 (slide 46, return S16 slide 19): Where do sensors fit and can AI diagnose damp or mould?
B20 (slide 47, return S14 slide 15): Why Azure instead of M365, Power Platform or buying a product?
B21 (slide 48, return S17 slide 20): How do you prevent hallucinations and prompt injection?
B22 (slide 49, return S16 slide 19): Can customer data leave the UK or train a provider's model?
B23 (slide 50, return S12 slide 13): How will you know this is fair and accessible?
B24 (slide 51, return S03 slide 3): How will you keep policy, law and funding rules current?
B25 (slide 52, return S18 slide 21): What is your Tokenomics unit and can the AI bill run away?
B26 (slide 53, return S18 slide 21): Why not cache every answer and route everything to the cheapest model?
B27 (slide 54, return S18 slide 21): What stops chat and agent sprawl multiplying hidden calls?
</a:t>
            </a:r>
          </a:p>
        </p:txBody>
      </p:sp>
      <p:sp>
        <p:nvSpPr>
          <p:cNvPr id="4" name="Slide Number Placeholder 3"/>
          <p:cNvSpPr>
            <a:spLocks noGrp="1"/>
          </p:cNvSpPr>
          <p:nvPr>
            <p:ph type="sldNum" sz="quarter" idx="5"/>
          </p:nvPr>
        </p:nvSpPr>
        <p:spPr/>
        <p:txBody>
          <a:bodyPr/>
          <a:lstStyle/>
          <a:p>
            <a:fld id="{DFA53654-600B-4302-80A0-D02B08D7C4DF}" type="slidenum">
              <a:t>27</a:t>
            </a:fld>
            <a:endParaRPr lang="en-US"/>
          </a:p>
        </p:txBody>
      </p:sp>
    </p:spTree>
    <p:extLst>
      <p:ext uri="{BB962C8B-B14F-4D97-AF65-F5344CB8AC3E}">
        <p14:creationId xmlns:p14="http://schemas.microsoft.com/office/powerpoint/2010/main" val="368543085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B01 | Why not fix the process and hire more people instead?
Question-led appendix answer | Audience: CEO / COO | Not part of the spoken route; show only when asked.
ANSWER FIRST (one sentence), THEN THE STRONGEST EVIDENCE AND ITS LIMIT
We should fix the process regardless. Clear ownership, valid evidence and reliable handoffs are prerequisites, not an AI benefit. The proposal separates workflow improvement from incremental AI value through two comparisons. Additional staff or contractor capacity may still be necessary; the demonstrator does not establish the staffing plan. If rules and templates deliver the better accepted-task result, retain them and report the negative AI finding.
ON-SLIDE COPY (slides.json, verbatim)
- Process improvement is the baseline
- AI must beat the same workflow without AI
- Physical delivery capacity still limits throughput
VISUAL
Three options with explicit trade-offs: manual/process only; workflow + rules; workflow + bounded AI.
RETURN
Return to S04 (slide 4), the bottleneck between teams. Question index = slide 27. In Slide Show type the number and press Enter.
A full backup explanation replaces detail on the main route; it does not add free time.
EVIDENCE AND CLAIM CLASSIFICATION
E02 | docs/case_study_48_addendum.md | Purpose and Status; Owner-Approved Exercise Baseline; Numerical Targets and Attribution; Subsequent Application Exercise Builds
   Classification: Declared exercise assumptions, subsequent owner directions and proposals
   Supports: One-home story, human boundaries, GBP fixture arithmetic, real AI/SQL/Azure requirement and value hypotheses
   Limit: Not company commitments, formal governance approval or operational outcomes.
E10 | docs/reference/research/company/pilot-measurement-challenge.md | Comparison 1 and Comparison 2; frozen protocol; benefits scorecard and attribution caveat
   Classification: Measurement design and owner-directed modernisation comparison
   Supports: Separate workflow improvement from incremental AI value; accepted handover and net total effort
   Limit: Not an executed comparison, causal proof or numerical benefit.
EVIDENCE GUARDRAILS FOR THIS SLIDE
- Saved time is capacity until Finance confirms a real value destination.
</a:t>
            </a:r>
          </a:p>
        </p:txBody>
      </p:sp>
      <p:sp>
        <p:nvSpPr>
          <p:cNvPr id="4" name="Slide Number Placeholder 3"/>
          <p:cNvSpPr>
            <a:spLocks noGrp="1"/>
          </p:cNvSpPr>
          <p:nvPr>
            <p:ph type="sldNum" sz="quarter" idx="5"/>
          </p:nvPr>
        </p:nvSpPr>
        <p:spPr/>
        <p:txBody>
          <a:bodyPr/>
          <a:lstStyle/>
          <a:p>
            <a:fld id="{DFA53654-600B-4302-80A0-D02B08D7C4DF}" type="slidenum">
              <a:t>28</a:t>
            </a:fld>
            <a:endParaRPr lang="en-US"/>
          </a:p>
        </p:txBody>
      </p:sp>
    </p:spTree>
    <p:extLst>
      <p:ext uri="{BB962C8B-B14F-4D97-AF65-F5344CB8AC3E}">
        <p14:creationId xmlns:p14="http://schemas.microsoft.com/office/powerpoint/2010/main" val="377298749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B02 | Is this replacing our housing system or integrating with it?
Question-led appendix answer | Audience: CIO / COO | Not part of the spoken route; show only when asked.
ANSWER FIRST (one sentence), THEN THE STRONGEST EVIDENCE AND ITS LIMIT
Do not treat the demonstrator as a replacement decision. It explores the coordination layer and controlled records. Current application documentation explicitly says there is no live integration with housing or repairs systems. Production appraisal must identify authoritative systems, field ownership, APIs, event and reconciliation contracts, security, retention and the manual service route. A configured or designed M365 path is not an implemented enterprise integration.
ON-SLIDE COPY (slides.json, verbatim)
- Demonstrator of coordination and evidence contracts
- No live housing/repairs integration proven
- Integration scope, authority and migration need separate discovery
VISUAL
Current workbench solid; customer systems outlined and labelled 'future integration appraisal'.
RETURN
Return to S11 (slide 12), meet the workbench. Question index = slide 27. In Slide Show type the number and press Enter.
A full backup explanation replaces detail on the main route; it does not add free time.
EVIDENCE AND CLAIM CLASSIFICATION
E06 | docs/architecture/README.md; docs/architecture/assets/README.md; infra/main.bicep | Executive and Technical Architecture; interaction contracts; Icon Source and Terms; modelDeployments and profile parameters
   Classification: Source-based architecture and dated historical handover
   Supports: Single-API assistants, SQL/Blob, Entra, managed identities, model contracts, configured operations and official icons
   Limit: Historical source/deployment evidence, not fresh Azure inventory. GlobalStandard does not establish UK-only processing.
E07 | src/api/README.md | Honest limits; Run it locally; role/context and controlled feature contracts
   Classification: Implementation documentation with explicit dated limitations
   Supports: Real historical Azure SQL/model checks, 60,000 stock versus 980 programme cases, no live housing integration and current acceptance boundaries
   Limit: Local/scripted checks and older deployment results do not establish current staff access, production scale, restore or semantic quality.</a:t>
            </a:r>
          </a:p>
        </p:txBody>
      </p:sp>
      <p:sp>
        <p:nvSpPr>
          <p:cNvPr id="4" name="Slide Number Placeholder 3"/>
          <p:cNvSpPr>
            <a:spLocks noGrp="1"/>
          </p:cNvSpPr>
          <p:nvPr>
            <p:ph type="sldNum" sz="quarter" idx="5"/>
          </p:nvPr>
        </p:nvSpPr>
        <p:spPr/>
        <p:txBody>
          <a:bodyPr/>
          <a:lstStyle/>
          <a:p>
            <a:fld id="{DFA53654-600B-4302-80A0-D02B08D7C4DF}" type="slidenum">
              <a:t>29</a:t>
            </a:fld>
            <a:endParaRPr lang="en-US"/>
          </a:p>
        </p:txBody>
      </p:sp>
    </p:spTree>
    <p:extLst>
      <p:ext uri="{BB962C8B-B14F-4D97-AF65-F5344CB8AC3E}">
        <p14:creationId xmlns:p14="http://schemas.microsoft.com/office/powerpoint/2010/main" val="353209656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B03 | Why did you not build exactly the five agents we requested?
Question-led appendix answer | Audience: CEO / sponsor / CTO | Not part of the spoken route; show only when asked.
ANSWER FIRST (one sentence), THEN THE STRONGEST EVIDENCE AND ITS LIMIT
We kept stock prioritisation, assessment preparation, funding evidence, coordination and quality evidence. We changed the mechanism where the original autonomy could imply authority that belongs to residents or accountable professionals. Known policy remains deterministic, models prepare unreviewed proposals and people make separate controlled decisions. One API hosts the current assistants; independent queue workers remain deferred. Historical five-path real inference is evidence of bounded invocation, not standing autonomy.
ON-SLIDE COPY (slides.json, verbatim)
- Five requested responsibilities are preserved
- Autonomy is bounded by decision rights and risk
- Five assistants != five independent runtimes
VISUAL
Five-row mapping: original responsibility -&gt; bounded help -&gt; human decision owner. Funding -&gt; Finance submits; quality -&gt; independent professional accepts; coordination -&gt; resident agrees; stock -&gt; approved policy/human review; assessment -&gt; qualified reviewer.
RETURN
Return to S08 (slide 9), what we challenged. Question index = slide 27. In Slide Show type the number and press Enter.
A full backup explanation replaces detail on the main route; it does not add free time.
EVIDENCE AND CLAIM CLASSIFICATION
E01 | docs/case_study_48_original.md | Business Challenge; Agentic Architecture Brief; Expected Outcomes; Business Case
   Classification: Original case brief, including unvalidated outcome ambitions
   Supports: 60,000-home scale and five requested responsibilities/autonomy levels
   Limit: Original regulatory wording and GBP 40m/doubling claims are not current legal findings or observed results.
E03 | docs/reference/research/company/agent-request-challenge.md | Summary and five-agent request challenge; see ai-cost-evidence.md for precise line citations
   Classification: Consultative design analysis
   Supports: Retain five business capabilities while challenging autonomy, service proliferation and agent-first design
   Limit: Not a customer approval or a measured comparison of architecture options.
E06 | docs/architecture/README.md; docs/architecture/assets/README.md; infra/main.bicep | Executive and Technical Architecture; interaction contracts; Icon Source and Terms; modelDeployments and profile parameters
   Classification: Source-based architecture and dated historical handover
   Supports: Single-API assistants, SQL/Blob, Entra, managed identities, model contracts, configured operations and official icons
   Limit: Historical source/deployment evidence, not fresh Azure inventory. GlobalStandard does not establish UK-only processing.
E09 | docs/adrs/0002-pilot-readiness-architecture.md; src/agents/README.md; src/core/src/zava_forward/core/assistants.py | Five-assistant exercise runtime and finite operator authority; proposal capture/review and token handling
   Classification: Source controls and dated bounded operator observations
   Supports: Five current API assistants, SQL transactions, scoped evidence, inference outside locks, finite allowances, expired/disabled denial and unreviewed output
   Limit: Normal authority/scans off after bounded QA; token allowances are not currency caps or complete per-request/period budgets.
EVIDENCE GUARDRAILS FOR THIS SLIDE
- Five assistants are not five autonomous managers or five active workers.
</a:t>
            </a:r>
          </a:p>
        </p:txBody>
      </p:sp>
      <p:sp>
        <p:nvSpPr>
          <p:cNvPr id="4" name="Slide Number Placeholder 3"/>
          <p:cNvSpPr>
            <a:spLocks noGrp="1"/>
          </p:cNvSpPr>
          <p:nvPr>
            <p:ph type="sldNum" sz="quarter" idx="5"/>
          </p:nvPr>
        </p:nvSpPr>
        <p:spPr/>
        <p:txBody>
          <a:bodyPr/>
          <a:lstStyle/>
          <a:p>
            <a:fld id="{DFA53654-600B-4302-80A0-D02B08D7C4DF}" type="slidenum">
              <a:t>30</a:t>
            </a:fld>
            <a:endParaRPr lang="en-US"/>
          </a:p>
        </p:txBody>
      </p:sp>
    </p:spTree>
    <p:extLst>
      <p:ext uri="{BB962C8B-B14F-4D97-AF65-F5344CB8AC3E}">
        <p14:creationId xmlns:p14="http://schemas.microsoft.com/office/powerpoint/2010/main" val="18201934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B04 | How do Decision Models reduce cost and response time?
Question-led appendix answer | Audience: CFO / CTO | Not part of the spoken route; show only when asked.
ANSWER FIRST (one sentence), THEN THE STRONGEST EVIDENCE AND ITS LIMIT
Decision 1 has historical narrow real-call feasibility for source-bound candidate selection; it is a learned scorer, not a deterministic decision table. A bounded scoring call may need less generation, but access, serving method, candidate count and human correction determine the result. Cheaper and faster results are calibrated in the pilot. Compare rules/manual, parser/templates, Decision 1 and generation on identical held-out tasks, counting abstentions, errors, review, retries, hosting and usage. Separately, a historical prototype recorded 0.03 ms workflow-only gates versus a 12.5 s median agent drafting step. Those are different outputs, not an equivalent-task speedup: keep explicit policy and arithmetic deterministic, then test whether drafting earns its cost.
ON-SLIDE COPY (slides.json, verbatim)
- Bounded candidates may avoid long-form generation
- Compare complete tasks, not endpoint prices
- Cheaper and faster results are calibrated in the pilot
VISUAL
Task-cost equation plus a blank comparison table marked 'Not measured', never invented bars. Columns: accepted quality, total staff time, p50/p95 latency, cost/accepted task, critical errors.
RETURN
Return to S15 (slide 16), AI where it earns its place. Question index = slide 27. In Slide Show type the number and press Enter.
A full backup explanation replaces detail on the main route; it does not add free time.
EVIDENCE AND CLAIM CLASSIFICATION
E04 | docs/ideas/typesafe-system-one-agent-fit.md | Observed Feasibility and Parallel Value Experiment, 2026-10-11; task suitability and serving limitations
   Classification: Dated research, feasibility observations and experiment proposals
   Supports: Decision 1 candidate scoring and screening distinct from rules and generation
   Limit: No general cheaper/faster, calibrated quality, Foundry tier availability or accepted-outcome saving claim.
E05 | docs/brds/agentic-retrofit-programme-brd.md; docs/prds/zava-forward-retrofit-programme-demonstrator.md | Merged Tokenomics delta: BRD FR-052/NFR-012/OD-51; PRD AC-108/AC-109; RULE-016/RULE-019
   Classification: Requirements and acceptance proposals, not execution results
   Supports: Complete metering, quality floor, monetary/task/period budgets and request/depth bounds to test
   Limit: New criteria remain unexecuted; time saved is capacity until Finance validates a value destination.
E15 | docs/reference/research/ux/prototype-learnings-and-simplicity-review.md; docs/reference/research/ux/zava-forward-prototype-profile-review.md | Prototype learnings; owner feedback; shared workbench direction; profile review and validation limits
   Classification: Owner feedback, expert artifact review and role-instrument hypotheses
   Supports: Simpler workbench, ownership, evidence and assisted routes; prototype/MVP design learning
   Limit: Not a resident interview, observed workforce acceptance or complete usability/accessibility result.
EVIDENCE GUARDRAILS FOR THIS SLIDE
- Decision 1 is learned scoring, not deterministic rules. Its cheaper/faster advantage is not yet measured and it is not a proven deployed Foundry tier.</a:t>
            </a:r>
          </a:p>
        </p:txBody>
      </p:sp>
      <p:sp>
        <p:nvSpPr>
          <p:cNvPr id="4" name="Slide Number Placeholder 3"/>
          <p:cNvSpPr>
            <a:spLocks noGrp="1"/>
          </p:cNvSpPr>
          <p:nvPr>
            <p:ph type="sldNum" sz="quarter" idx="5"/>
          </p:nvPr>
        </p:nvSpPr>
        <p:spPr/>
        <p:txBody>
          <a:bodyPr/>
          <a:lstStyle/>
          <a:p>
            <a:fld id="{DFA53654-600B-4302-80A0-D02B08D7C4DF}" type="slidenum">
              <a:t>31</a:t>
            </a:fld>
            <a:endParaRPr lang="en-US"/>
          </a:p>
        </p:txBody>
      </p:sp>
    </p:spTree>
    <p:extLst>
      <p:ext uri="{BB962C8B-B14F-4D97-AF65-F5344CB8AC3E}">
        <p14:creationId xmlns:p14="http://schemas.microsoft.com/office/powerpoint/2010/main" val="390120137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B05 | What does the technology cost today?
Question-led appendix answer | Audience: CFO | Not part of the spoken route; show only when asked.
ANSWER FIRST (one sentence), THEN THE STRONGEST EVIDENCE AND ITS LIMIT
The 22 October owner decision sets USD 700 as the replacement calendar-month all-in forecast ceiling, not additional spend or a production quote. It retains the 25 October 16:02 UTC expiry. The planning options do not execute or accept anything: the refreshed forecast, outside-group spend measured in the pilot and remaining prerequisites still block paid tranches. The recorded USD 242.36 accrued amount is a partial 11-22 October resource-group observation, estimated until invoiced; USD 535.33 is a pre-change scenario, not the current forecast. Do not add overlapping cost reads or credit unmeasured savings after edge deletion and scale-down. A spending alert is not a hard stop.
ON-SLIDE COPY (slides.json, verbatim)
- USD 700 owner-set October all-in forecast ceiling
- Execution gates remain; authority expires 25 October 16:02 UTC
- Refresh the post-change forecast; outside-group costs measured in the pilot
VISUAL
Dated cost ledger with scope, actual/forecast/proposal and 'superseded for authorisation' label. Use evidence/ai-cost-evidence.md for exact historical actual, not a live-bill claim.
RETURN
Return to S18 (slide 21), AI economics. Question index = slide 27. In Slide Show type the number and press Enter.
A full backup explanation replaces detail on the main route; it does not add free time.
EVIDENCE AND CLAIM CLASSIFICATION
E11 | docs/case_study_48_addendum.md; docs/reference/README.md | Finite Costed Execution Plan Options, 2026-10-20; 2026-10-22 USD 700 revision and post-change correction
   Classification: 2026-10-22 owner budget decision, separate unexecuted planning proposals and historical scoped observations
   Supports: USD 700 owner-set October all-in forecast ceiling with 2026-10-25T16:02Z expiry; USD 535.33 pre-change forecast requires refresh; outside-group costs unknown
   Limit: Not a production price, current bill or unconditional tranche approval. Separate planning and acceptance gates remain blocked.
E05 | docs/brds/agentic-retrofit-programme-brd.md; docs/prds/zava-forward-retrofit-programme-demonstrator.md | Merged Tokenomics delta: BRD FR-052/NFR-012/OD-51; PRD AC-108/AC-109; RULE-016/RULE-019
   Classification: Requirements and acceptance proposals, not execution results
   Supports: Complete metering, quality floor, monetary/task/period budgets and request/depth bounds to test
   Limit: New criteria remain unexecuted; time saved is capacity until Finance validates a value destination.
EVIDENCE GUARDRAILS FOR THIS SLIDE
- USD 700 is the owner-set October all-in forecast ceiling - not a monthly production cost or unconditional tranche authority. Execution prerequisites remain blocked and authority expires 2026-10-25T16:02Z. USD 450/month is historical.</a:t>
            </a:r>
          </a:p>
        </p:txBody>
      </p:sp>
      <p:sp>
        <p:nvSpPr>
          <p:cNvPr id="4" name="Slide Number Placeholder 3"/>
          <p:cNvSpPr>
            <a:spLocks noGrp="1"/>
          </p:cNvSpPr>
          <p:nvPr>
            <p:ph type="sldNum" sz="quarter" idx="5"/>
          </p:nvPr>
        </p:nvSpPr>
        <p:spPr/>
        <p:txBody>
          <a:bodyPr/>
          <a:lstStyle/>
          <a:p>
            <a:fld id="{DFA53654-600B-4302-80A0-D02B08D7C4DF}" type="slidenum">
              <a:t>32</a:t>
            </a:fld>
            <a:endParaRPr lang="en-US"/>
          </a:p>
        </p:txBody>
      </p:sp>
    </p:spTree>
    <p:extLst>
      <p:ext uri="{BB962C8B-B14F-4D97-AF65-F5344CB8AC3E}">
        <p14:creationId xmlns:p14="http://schemas.microsoft.com/office/powerpoint/2010/main" val="13407329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B06 | How do residents retain choice, especially without digital access?
Question-led appendix answer | Audience: CEO / resident-services leader | Not part of the spoken route; show only when asked.
ANSWER FIRST (one sentence), THEN THE STRONGEST EVIDENCE AND ITS LIMIT
The current workbench is staff-facing; an optional resident portal is under assessment in issue #441. The hypothesis is that self-service status access could reduce avoidable calls and long interruptions of staff working time, without shifting work onto residents. Test staff interruption time, total handling/review effort, resident effort, access and comprehension; no saving is measured. Owner-confirmed Option B reuses existing case/API authority: portal/workflow first, any bounded resident-answer task separately gated. Per-message human review remains normative and routine automation is off. Phone, email, letters, visits and accessible assisted routes remain available without detriment. Preferred/safe contact and task-limited representative rights must be explicit. Sent does not mean received; silence, portal use and access never mean works consent. The issue remains open with a Research-stage integration blocker and no published PR at the retrieved snapshot. Direct resident research, privacy and accessibility acceptance remain separate gates.
ON-SLIDE COPY (slides.json, verbatim)
- Optional portal under assessment; assisted routes stay. Issue #441 retrieved 2026-10-23: https://github.com/jmservera/ama/issues/441 and latest comment https://github.com/jmservera/ama/issues/441#issuecomment-6374724922. The owner reports unpublished local work; this presentation does not inspect or accept it.
- Offer != agreement; silence != consent
- Representative authority is task-limited
VISUAL
Resident at the centre, digital and assisted routes of equal visual weight. No invented quote or photograph presented as a real resident.
RETURN
Return to S12 (slide 13), one home, end to end. Question index = slide 27. In Slide Show type the number and press Enter.
A full backup explanation replaces detail on the main route; it does not add free time.
EVIDENCE AND CLAIM CLASSIFICATION
E02 | docs/case_study_48_addendum.md | Purpose and Status; Owner-Approved Exercise Baseline; Numerical Targets and Attribution; Subsequent Application Exercise Builds
   Classification: Declared exercise assumptions, subsequent owner directions and proposals
   Supports: One-home story, human boundaries, GBP fixture arithmetic, real AI/SQL/Azure requirement and value hypotheses
   Limit: Not company commitments, formal governance approval or operational outcomes.
E08 | docs/adrs/0003-journey-derived-capabilities-runtime-fit.md; docs/reference/research/ux/customer-journeys/customer-journey-atlas.md | Context and Decisions 1-5; journey-derived authority, offer/commitment and independent closure
   Classification: Owner-accepted scoped ADR direction and role-instrument desk research
   Supports: Separate offers, resident decisions, representative authority, remedies and controlled progression
   Limit: No direct resident/staff validation, professional appointment or lawful-processing acceptance.
E12 | docs/adrs/0003-journey-derived-capabilities-runtime-fit.md; docs/case_study_48_addendum.md; docs/reference/regulatory/README.md | ADR Decision 6 and Implementation Status; Responsible AI release boundary; source authority and human acceptance
   Classification: Accepted Basic IoT Hub exercise direction; partial engineering; separate human/legal gates
   Supports: Offline consumer is not live Hub integration; no diagnosis or suppressed hazard route; human/legal/privacy acceptance remains distinct
   Limit: No current legal determination, live telemetry, qualified assessment, fairness or WCAG-conformance claim.
EVIDENCE GUARDRAILS FOR THIS SLIDE
- The home is fictional and explicitly labelled as such; no resident, testimonial or approval is invented.
- No legal-currentness, WCAG-conformance, production-readiness or completed human-validation claim follows from this package.
</a:t>
            </a:r>
          </a:p>
        </p:txBody>
      </p:sp>
      <p:sp>
        <p:nvSpPr>
          <p:cNvPr id="4" name="Slide Number Placeholder 3"/>
          <p:cNvSpPr>
            <a:spLocks noGrp="1"/>
          </p:cNvSpPr>
          <p:nvPr>
            <p:ph type="sldNum" sz="quarter" idx="5"/>
          </p:nvPr>
        </p:nvSpPr>
        <p:spPr/>
        <p:txBody>
          <a:bodyPr/>
          <a:lstStyle/>
          <a:p>
            <a:fld id="{DFA53654-600B-4302-80A0-D02B08D7C4DF}" type="slidenum">
              <a:t>33</a:t>
            </a:fld>
            <a:endParaRPr lang="en-US"/>
          </a:p>
        </p:txBody>
      </p:sp>
    </p:spTree>
    <p:extLst>
      <p:ext uri="{BB962C8B-B14F-4D97-AF65-F5344CB8AC3E}">
        <p14:creationId xmlns:p14="http://schemas.microsoft.com/office/powerpoint/2010/main" val="122116942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B07 | What stops a human from rubber-stamping AI?
Question-led appendix answer | Audience: Risk / compliance / COO | Not part of the spoken route; show only when asked.
ANSWER FIRST (one sentence), THEN THE STRONGEST EVIDENCE AND ITS LIMIT
The contract requires source verification, current permissions and version checks. Proposal acceptance does not execute the separate domain approval. No-self-approval and distinct professional decisions reduce the risk of one actor accepting everything. But a workflow control cannot prove that a human has enough competence, time or incentive to challenge a draft. That requires an agreed review protocol, realistic task tests, challenge/correction and monitoring. The package does not claim that protocol has been ratified.
ON-SLIDE COPY (slides.json, verbatim)
- Source verification before proposal acceptance
- Current permission, evidence and independent authority
- Meaningful oversight remains a human acceptance gate
VISUAL
diagrams/04-controlled-ai-flow.svg, with review and separate domain action highlighted.
RETURN
Return to S17 (slide 20), controls by design. Question index = slide 27. In Slide Show type the number and press Enter.
A full backup explanation replaces detail on the main route; it does not add free time.
EVIDENCE AND CLAIM CLASSIFICATION
E02 | docs/case_study_48_addendum.md | Purpose and Status; Owner-Approved Exercise Baseline; Numerical Targets and Attribution; Subsequent Application Exercise Builds
   Classification: Declared exercise assumptions, subsequent owner directions and proposals
   Supports: One-home story, human boundaries, GBP fixture arithmetic, real AI/SQL/Azure requirement and value hypotheses
   Limit: Not company commitments, formal governance approval or operational outcomes.
E09 | docs/adrs/0002-pilot-readiness-architecture.md; src/agents/README.md; src/core/src/zava_forward/core/assistants.py | Five-assistant exercise runtime and finite operator authority; proposal capture/review and token handling
   Classification: Source controls and dated bounded operator observations
   Supports: Five current API assistants, SQL transactions, scoped evidence, inference outside locks, finite allowances, expired/disabled denial and unreviewed output
   Limit: Normal authority/scans off after bounded QA; token allowances are not currency caps or complete per-request/period budgets.
E12 | docs/adrs/0003-journey-derived-capabilities-runtime-fit.md; docs/case_study_48_addendum.md; docs/reference/regulatory/README.md | ADR Decision 6 and Implementation Status; Responsible AI release boundary; source authority and human acceptance
   Classification: Accepted Basic IoT Hub exercise direction; partial engineering; separate human/legal gates
   Supports: Offline consumer is not live Hub integration; no diagnosis or suppressed hazard route; human/legal/privacy acceptance remains distinct
   Limit: No current legal determination, live telemetry, qualified assessment, fairness or WCAG-conformance claim.
TEXT ALTERNATIVE (diagram 04: controlled AI flow)
Capture current role/case scope, permitted evidence and source/version IDs. Make a bounded model call outside the database lock. Validate schema, citations and freshness; reject or retain explicit errors rather than fabricate a success. Store a valid output as unreviewed. A person checks the source and current permissions; a separate domain action still needs its own authority. Model failure, disabled assistance or exhausted allowance leaves owned manual work. Hazards bypass the optional AI path. Citation presence is not semantic truth.
Use four appears for explanation; keep the failure strip always visible. Do not animate a token stream to imply fresh inference.
Shared legend: deep green text and solid rails = application, human or logical workflow relationships described in the sources, not a fresh deployment test; pale blue = evidence, identity or configured dependencies; pale purple = bounded model assistance; amber = unknown, proposed or deferred work (read the words; colour alone is not the status). These are curated static source views of the exercise, not live inventory. A service icon does not prove deployment.
</a:t>
            </a:r>
          </a:p>
        </p:txBody>
      </p:sp>
      <p:sp>
        <p:nvSpPr>
          <p:cNvPr id="4" name="Slide Number Placeholder 3"/>
          <p:cNvSpPr>
            <a:spLocks noGrp="1"/>
          </p:cNvSpPr>
          <p:nvPr>
            <p:ph type="sldNum" sz="quarter" idx="5"/>
          </p:nvPr>
        </p:nvSpPr>
        <p:spPr/>
        <p:txBody>
          <a:bodyPr/>
          <a:lstStyle/>
          <a:p>
            <a:fld id="{DFA53654-600B-4302-80A0-D02B08D7C4DF}" type="slidenum">
              <a:t>34</a:t>
            </a:fld>
            <a:endParaRPr lang="en-US"/>
          </a:p>
        </p:txBody>
      </p:sp>
    </p:spTree>
    <p:extLst>
      <p:ext uri="{BB962C8B-B14F-4D97-AF65-F5344CB8AC3E}">
        <p14:creationId xmlns:p14="http://schemas.microsoft.com/office/powerpoint/2010/main" val="4050752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B08 | Will this double retrofit delivery and capture GBP 40 million?
Question-led appendix answer | Audience: CEO / CFO | Not part of the spoken route; show only when asked.
ANSWER FIRST (one sentence), THEN THE STRONGEST EVIDENCE AND ITS LIMIT
Those are original brief ambitions: the outcomes the pilot measures. Programme throughput depends on survey, technical, contractor, material, resident and QA capacity as well as administration. The modelled scenarios cannot establish actual grant availability or secured cash. Measure accepted handovers and the whole cost of the work. Present benefit ranges only after a baseline, causal limitations and sensitivity analysis are agreed. Do not turn saved minutes into a cash saving without a Finance-approved mechanism.
ON-SLIDE COPY (slides.json, verbatim)
- Original brief ambitions: the outcomes the pilot measures
- Capacity, scope, eligibility and cash all constrain value
- Frozen cohorts and attributable comparisons required
VISUAL
Ambition -&gt; dependencies -&gt; test -&gt; observed result, with the final cell explicitly outstanding.
RETURN
Return to S05 (slide 6), the forecast. Question index = slide 27. In Slide Show type the number and press Enter.
A full backup explanation replaces detail on the main route; it does not add free time.
EVIDENCE AND CLAIM CLASSIFICATION
E01 | docs/case_study_48_original.md | Business Challenge; Agentic Architecture Brief; Expected Outcomes; Business Case
   Classification: Original case brief, including unvalidated outcome ambitions
   Supports: 60,000-home scale and five requested responsibilities/autonomy levels
   Limit: Original regulatory wording and GBP 40m/doubling claims are not current legal findings or observed results.
E02 | docs/case_study_48_addendum.md | Purpose and Status; Owner-Approved Exercise Baseline; Numerical Targets and Attribution; Subsequent Application Exercise Builds
   Classification: Declared exercise assumptions, subsequent owner directions and proposals
   Supports: One-home story, human boundaries, GBP fixture arithmetic, real AI/SQL/Azure requirement and value hypotheses
   Limit: Not company commitments, formal governance approval or operational outcomes.
E10 | docs/reference/research/company/pilot-measurement-challenge.md | Comparison 1 and Comparison 2; frozen protocol; benefits scorecard and attribution caveat
   Classification: Measurement design and owner-directed modernisation comparison
   Supports: Separate workflow improvement from incremental AI value; accepted handover and net total effort
   Limit: Not an executed comparison, causal proof or numerical benefit.
EVIDENCE GUARDRAILS FOR THIS SLIDE
- The 60,000-home stock, the 980-case retained programme and small test cohorts are different populations.
- Saved time is capacity until Finance confirms a real value destination.</a:t>
            </a:r>
          </a:p>
        </p:txBody>
      </p:sp>
      <p:sp>
        <p:nvSpPr>
          <p:cNvPr id="4" name="Slide Number Placeholder 3"/>
          <p:cNvSpPr>
            <a:spLocks noGrp="1"/>
          </p:cNvSpPr>
          <p:nvPr>
            <p:ph type="sldNum" sz="quarter" idx="5"/>
          </p:nvPr>
        </p:nvSpPr>
        <p:spPr/>
        <p:txBody>
          <a:bodyPr/>
          <a:lstStyle/>
          <a:p>
            <a:fld id="{DFA53654-600B-4302-80A0-D02B08D7C4DF}" type="slidenum">
              <a:t>35</a:t>
            </a:fld>
            <a:endParaRPr lang="en-US"/>
          </a:p>
        </p:txBody>
      </p:sp>
    </p:spTree>
    <p:extLst>
      <p:ext uri="{BB962C8B-B14F-4D97-AF65-F5344CB8AC3E}">
        <p14:creationId xmlns:p14="http://schemas.microsoft.com/office/powerpoint/2010/main" val="259355566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B09 | What is the per-home business case and cash exposure?
Question-led appendix answer | Audience: CFO / asset executive | Not part of the spoken route; show only when asked.
ANSWER FIRST (one sentence), THEN THE STRONGEST EVIDENCE AND ITS LIMIT
The declared exercise is GBP 18,000 contractor cost plus GBP 2,000 internal allocation, with GBP 2,000 contingency. Eligible cost is GBP 16,000. A fictional GBP 7,500 grant leaves GBP 8,500 eligible match plus GBP 4,000 ineligible cost: GBP 12,500 provider base. Fully spent contingency raises provider exposure to GBP 14,500. If eligible cost falls to GBP 12,000, the fictional 50% ceiling limits grant to GBP 6,000, so provider base becomes GBP 14,000. Gross base cash remains GBP 20,000 until grant receipt. No real award, legal funding term or company balance sheet is asserted.
ON-SLIDE COPY (slides.json, verbatim)
- Fictional base: GBP 20,000; envelope: GBP 22,000
- Fictional grant: GBP 7,500; provider base: GBP 12,500
- Gross cash before grant receipt: GBP 20,000
VISUAL
Waterfall with separate gross cash and grant receivable lanes. Keep GBP distinct from technology USD.
RETURN
Return to S10 (slide 11), what-if scenarios. Question index = slide 27. In Slide Show type the number and press Enter.
A full backup explanation replaces detail on the main route; it does not add free time.
EVIDENCE AND CLAIM CLASSIFICATION
E02 | docs/case_study_48_addendum.md | Purpose and Status; Owner-Approved Exercise Baseline; Numerical Targets and Attribution; Subsequent Application Exercise Builds
   Classification: Declared exercise assumptions, subsequent owner directions and proposals
   Supports: One-home story, human boundaries, GBP fixture arithmetic, real AI/SQL/Azure requirement and value hypotheses
   Limit: Not company commitments, formal governance approval or operational outcomes.
EVIDENCE GUARDRAILS FOR THIS SLIDE
- GBP retrofit fixture arithmetic is fictional exercise arithmetic - not a technology quote or a real award.
</a:t>
            </a:r>
          </a:p>
        </p:txBody>
      </p:sp>
      <p:sp>
        <p:nvSpPr>
          <p:cNvPr id="4" name="Slide Number Placeholder 3"/>
          <p:cNvSpPr>
            <a:spLocks noGrp="1"/>
          </p:cNvSpPr>
          <p:nvPr>
            <p:ph type="sldNum" sz="quarter" idx="5"/>
          </p:nvPr>
        </p:nvSpPr>
        <p:spPr/>
        <p:txBody>
          <a:bodyPr/>
          <a:lstStyle/>
          <a:p>
            <a:fld id="{DFA53654-600B-4302-80A0-D02B08D7C4DF}" type="slidenum">
              <a:t>36</a:t>
            </a:fld>
            <a:endParaRPr lang="en-US"/>
          </a:p>
        </p:txBody>
      </p:sp>
    </p:spTree>
    <p:extLst>
      <p:ext uri="{BB962C8B-B14F-4D97-AF65-F5344CB8AC3E}">
        <p14:creationId xmlns:p14="http://schemas.microsoft.com/office/powerpoint/2010/main" val="117862323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B10 | Why not deploy each agent independently?
Question-led appendix answer | Audience: CTO / CIO | Not part of the spoken route; show only when asked.
ANSWER FIRST (one sentence), THEN THE STRONGEST EVIDENCE AND ITS LIMIT
Independent workers can be appropriate when load, isolation, deployment cadence or resilience requires them. They also introduce queue ownership, retries, duplicate handling and distributed state. The five assistants currently use the API proposal service, with short SQL transactions and inference outside locks. Do not draw deferred orchestrator/queue/worker placeholders as the active five-agent implementation. A future split needs explicit contracts, operational evidence and a separate decision.
ON-SLIDE COPY (slides.json, verbatim)
- Current runtime: shared API and SQL
- Separate workers add failure and operating boundaries
- Split when measured isolation or load justifies it
VISUAL
Current single runtime left; future split right, dashed and labelled deferred. No suggestion of a deployed Service Bus or Foundry Agent Service.
RETURN
Return to S16 (slide 19), architecture and security boundaries. Question index = slide 27. In Slide Show type the number and press Enter.
A full backup explanation replaces detail on the main route; it does not add free time.
EVIDENCE AND CLAIM CLASSIFICATION
E06 | docs/architecture/README.md; docs/architecture/assets/README.md; infra/main.bicep | Executive and Technical Architecture; interaction contracts; Icon Source and Terms; modelDeployments and profile parameters
   Classification: Source-based architecture and dated historical handover
   Supports: Single-API assistants, SQL/Blob, Entra, managed identities, model contracts, configured operations and official icons
   Limit: Historical source/deployment evidence, not fresh Azure inventory. GlobalStandard does not establish UK-only processing.
E09 | docs/adrs/0002-pilot-readiness-architecture.md; src/agents/README.md; src/core/src/zava_forward/core/assistants.py | Five-assistant exercise runtime and finite operator authority; proposal capture/review and token handling
   Classification: Source controls and dated bounded operator observations
   Supports: Five current API assistants, SQL transactions, scoped evidence, inference outside locks, finite allowances, expired/disabled denial and unreviewed output
   Limit: Normal authority/scans off after bounded QA; token allowances are not currency caps or complete per-request/period budgets.
E13 | docs/architecture/cutover-evidence-pack.md; infra/README.md | Bounded RG Publication Continuation, 2026-10-19; Current Exercise Handover; Direct Entra Setup and Acceptance
   Classification: Dated actual cloud observations, failed attempts and source runbook
   Supports: Current cutover blockers; exact live versus local evidence; preflight, rollback, private backing and owner sign-off requirements
   Limit: No fresh deployment, paid call or genuine staff session performed for this presentation package.
EVIDENCE GUARDRAILS FOR THIS SLIDE
- Five assistants are not five autonomous managers or five active workers.
</a:t>
            </a:r>
          </a:p>
        </p:txBody>
      </p:sp>
      <p:sp>
        <p:nvSpPr>
          <p:cNvPr id="4" name="Slide Number Placeholder 3"/>
          <p:cNvSpPr>
            <a:spLocks noGrp="1"/>
          </p:cNvSpPr>
          <p:nvPr>
            <p:ph type="sldNum" sz="quarter" idx="5"/>
          </p:nvPr>
        </p:nvSpPr>
        <p:spPr/>
        <p:txBody>
          <a:bodyPr/>
          <a:lstStyle/>
          <a:p>
            <a:fld id="{DFA53654-600B-4302-80A0-D02B08D7C4DF}" type="slidenum">
              <a:t>37</a:t>
            </a:fld>
            <a:endParaRPr lang="en-US"/>
          </a:p>
        </p:txBody>
      </p:sp>
    </p:spTree>
    <p:extLst>
      <p:ext uri="{BB962C8B-B14F-4D97-AF65-F5344CB8AC3E}">
        <p14:creationId xmlns:p14="http://schemas.microsoft.com/office/powerpoint/2010/main" val="66189712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B11 | What proves the AI is real and useful rather than a template?
Question-led appendix answer | Audience: CTO / panel | Not part of the spoken route; show only when asked.
ANSWER FIRST (one sentence), THEN THE STRONGEST EVIDENCE AND ITS LIMIT
Use the dated provider/model/usage receipt and actual output source, not a visually fluent paragraph. Historical real calls and persistence are documented. A template or replay can support a fallback demonstration only when labelled; it cannot pass the real-inference gate. Semantic quality, critical omissions, unsafe advice, fairness, review burden and incremental value require separate evaluation. Current live readiness must be re-established rather than inferred from the historical call.
ON-SLIDE COPY (slides.json, verbatim)
- Provider/model/usage and source=ai evidence
- Template/replay is clearly labelled as a fallback
- Real invocation proven; calibrated quality and value come from the pilot
VISUAL
Three evidence cards: invocation; semantic acceptance; incremental value. Keep the latter gates outstanding.
RETURN
Return to S15 (slide 16), AI where it earns its place. Question index = slide 27. In Slide Show type the number and press Enter.
A full backup explanation replaces detail on the main route; it does not add free time.
EVIDENCE AND CLAIM CLASSIFICATION
E07 | src/api/README.md | Honest limits; Run it locally; role/context and controlled feature contracts
   Classification: Implementation documentation with explicit dated limitations
   Supports: Real historical Azure SQL/model checks, 60,000 stock versus 980 programme cases, no live housing integration and current acceptance boundaries
   Limit: Local/scripted checks and older deployment results do not establish current staff access, production scale, restore or semantic quality.
E09 | docs/adrs/0002-pilot-readiness-architecture.md; src/agents/README.md; src/core/src/zava_forward/core/assistants.py | Five-assistant exercise runtime and finite operator authority; proposal capture/review and token handling
   Classification: Source controls and dated bounded operator observations
   Supports: Five current API assistants, SQL transactions, scoped evidence, inference outside locks, finite allowances, expired/disabled denial and unreviewed output
   Limit: Normal authority/scans off after bounded QA; token allowances are not currency caps or complete per-request/period budgets.
E04 | docs/ideas/typesafe-system-one-agent-fit.md | Observed Feasibility and Parallel Value Experiment, 2026-10-11; task suitability and serving limitations
   Classification: Dated research, feasibility observations and experiment proposals
   Supports: Decision 1 candidate scoring and screening distinct from rules and generation
   Limit: No general cheaper/faster, calibrated quality, Foundry tier availability or accepted-outcome saving claim.
E13 | docs/architecture/cutover-evidence-pack.md; infra/README.md | Bounded RG Publication Continuation, 2026-10-19; Current Exercise Handover; Direct Entra Setup and Acceptance
   Classification: Dated actual cloud observations, failed attempts and source runbook
   Supports: Current cutover blockers; exact live versus local evidence; preflight, rollback, private backing and owner sign-off requirements
   Limit: No fresh deployment, paid call or genuine staff session performed for this presentation package.
EVIDENCE GUARDRAILS FOR THIS SLIDE
- 6,884 tokens across five runs is a historical observation without human acceptance - not a price, a quality result or an accepted-outcome denominator.</a:t>
            </a:r>
          </a:p>
        </p:txBody>
      </p:sp>
      <p:sp>
        <p:nvSpPr>
          <p:cNvPr id="4" name="Slide Number Placeholder 3"/>
          <p:cNvSpPr>
            <a:spLocks noGrp="1"/>
          </p:cNvSpPr>
          <p:nvPr>
            <p:ph type="sldNum" sz="quarter" idx="5"/>
          </p:nvPr>
        </p:nvSpPr>
        <p:spPr/>
        <p:txBody>
          <a:bodyPr/>
          <a:lstStyle/>
          <a:p>
            <a:fld id="{DFA53654-600B-4302-80A0-D02B08D7C4DF}" type="slidenum">
              <a:t>38</a:t>
            </a:fld>
            <a:endParaRPr lang="en-US"/>
          </a:p>
        </p:txBody>
      </p:sp>
    </p:spTree>
    <p:extLst>
      <p:ext uri="{BB962C8B-B14F-4D97-AF65-F5344CB8AC3E}">
        <p14:creationId xmlns:p14="http://schemas.microsoft.com/office/powerpoint/2010/main" val="76606962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B12 | Did you validate this with real residents and staff?
Question-led appendix answer | Audience: CEO / COO / panel | Not part of the spoken route; show only when asked.
ANSWER FIRST (one sentence), THEN THE STRONGEST EVIDENCE AND ITS LIMIT
There is useful owner feedback, prototype review and structured role-instrument research. Those sources can expose plausible tensions but cannot speak for real residents, establish workforce acceptance or approve a service. The pilot tests the design with the right people and accessible routes, under privacy and research controls. No invented testimonial, persona quote or expert artifact review should be presented as a real customer's endorsement.
ON-SLIDE COPY (slides.json, verbatim)
- Owner feedback and role-instrument review informed design
- Role agents sharpened the design; customers validate it
- Human task and comprehension validation: next milestone
VISUAL
Evidence categories in separate boxes: owner feedback; desk/role research; actual human validation outstanding.
RETURN
Return to S07 (slide 8), who we designed for. Question index = slide 27. In Slide Show type the number and press Enter.
A full backup explanation replaces detail on the main route; it does not add free time.
EVIDENCE AND CLAIM CLASSIFICATION
E14 | docs/reference/log.md; delivery-method-evidence.md | Dated prototype/MVP and knowledge-base history; HVE/RPI milestone citations in bundled report
   Classification: Repository chronology and documented method
   Supports: Iterative learning and evidence-led research/plan/implement/review
   Limit: Method and artifact evidence, not a measured productivity gain or real customer validation.
E15 | docs/reference/research/ux/prototype-learnings-and-simplicity-review.md; docs/reference/research/ux/zava-forward-prototype-profile-review.md | Prototype learnings; owner feedback; shared workbench direction; profile review and validation limits
   Classification: Owner feedback, expert artifact review and role-instrument hypotheses
   Supports: Simpler workbench, ownership, evidence and assisted routes; prototype/MVP design learning
   Limit: Not a resident interview, observed workforce acceptance or complete usability/accessibility result.
E12 | docs/adrs/0003-journey-derived-capabilities-runtime-fit.md; docs/case_study_48_addendum.md; docs/reference/regulatory/README.md | ADR Decision 6 and Implementation Status; Responsible AI release boundary; source authority and human acceptance
   Classification: Accepted Basic IoT Hub exercise direction; partial engineering; separate human/legal gates
   Supports: Offline consumer is not live Hub integration; no diagnosis or suppressed hazard route; human/legal/privacy acceptance remains distinct
   Limit: No current legal determination, live telemetry, qualified assessment, fairness or WCAG-conformance claim.
EVIDENCE GUARDRAILS FOR THIS SLIDE
- No legal-currentness, WCAG-conformance, production-readiness or completed human-validation claim follows from this package.</a:t>
            </a:r>
          </a:p>
        </p:txBody>
      </p:sp>
      <p:sp>
        <p:nvSpPr>
          <p:cNvPr id="4" name="Slide Number Placeholder 3"/>
          <p:cNvSpPr>
            <a:spLocks noGrp="1"/>
          </p:cNvSpPr>
          <p:nvPr>
            <p:ph type="sldNum" sz="quarter" idx="5"/>
          </p:nvPr>
        </p:nvSpPr>
        <p:spPr/>
        <p:txBody>
          <a:bodyPr/>
          <a:lstStyle/>
          <a:p>
            <a:fld id="{DFA53654-600B-4302-80A0-D02B08D7C4DF}" type="slidenum">
              <a:t>39</a:t>
            </a:fld>
            <a:endParaRPr lang="en-US"/>
          </a:p>
        </p:txBody>
      </p:sp>
    </p:spTree>
    <p:extLst>
      <p:ext uri="{BB962C8B-B14F-4D97-AF65-F5344CB8AC3E}">
        <p14:creationId xmlns:p14="http://schemas.microsoft.com/office/powerpoint/2010/main" val="74712346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B13 | How did the requirements become an agent-delivered backlog?
Question-led appendix answer | Audience: CIO / engineering leader / panel | Not part of the spoken route; show only when asked.
ANSWER FIRST (one sentence), THEN THE STRONGEST EVIDENCE AND ITS LIMIT
The owner recalls approximately 180 issues including epics and stories; today's board has 189 items across epics, features, stories and other issues. Keep historical waves and dated scopes separate. One concrete chain is epic #73 -&gt; feature #76 -&gt; story #77: the story cites PRD FR-004/032/034, specifies queue definitions and versioned reset behaviour, and records delivery/local browser evidence in PR #376. That trace is inspectable, but a closed story is not whole-epic or current cloud/human acceptance. BRD, PRD and ADRs constrain bounded research/plan/implementation/review tasks. Independent review and owner decisions remain separate; counts are not measured productivity.
ON-SLIDE COPY (slides.json, verbatim)
- BRD, PRD and ADRs generated a hierarchical issue backlog
- Current board: 189 items; 16 epic, 110 feature, 34 story, 29 other
- Bounded RPI, dependencies, pull requests and retained findings
VISUAL
Use epic #73 -&gt; feature #76 -&gt; story #77 -&gt; PR #376 as the concrete trace. Show the story's PRD FR-004/032/034 and local-browser versus human/cloud acceptance boundary. No accepted-completion pie chart.
RETURN
Return to S19 (slide 22), how we build. Question index = slide 27. In Slide Show type the number and press Enter.
A full backup explanation replaces detail on the main route; it does not add free time.
EVIDENCE AND CLAIM CLASSIFICATION
E14 | docs/reference/log.md; delivery-method-evidence.md | Dated prototype/MVP and knowledge-base history; HVE/RPI milestone citations in bundled report
   Classification: Repository chronology and documented method
   Supports: Iterative learning and evidence-led research/plan/implement/review
   Limit: Method and artifact evidence, not a measured productivity gain or real customer validation.
E16 | docs/reference/log.md; docs/reference/research/ux/zava-forward-prototype-profile-review.md; delivery-method-evidence.md; project-snapshot.json; https://github.com/jmservera/ama/issues/73; https://github.com/jmservera/ama/issues/77 | Historical generation waves and source versions; dated hierarchy and current board projection
   Classification: Repository/GitHub historical snapshots plus owner's approximate scale recollection
   Supports: BRD/PRD/ADR-derived backlog across epics, features and stories; around 180 issues is not 180 agents or stories alone
   Limit: Counts are snapshot-specific. Current board status and original generation count are not accepted completion.
E17 | docs/reference/method/ama-capstone-assessment-guide.md; delivery-method-evidence.md; docs/capstone/README.md | Full 20 assessment criteria, individual/section floors and required evidence
   Classification: Published assessment requirements and preparation gap mapping
   Supports: Full final deck/architecture/pitch challenge, including live delivery and thought-leadership evidence
   Limit: This authoring package is not a fresh rubric score, final deck acceptance or a rehearsal transcript.
E20 | project-snapshot.json; project-snapshot.html; project-snapshot.png | AMA Plan project 7, retrieved 2026-10-23T07:21:14Z
   Classification: Read-only GitHub API projection, not a screenshot of the GitHub website
   Supports: 189 current board items; 16 epic, 110 feature, 34 story labels, 29 unclassified; 111 Todo, 24 In Progress, 54 Done
   Limit: Private board. Readme says originally generated 2026-10-15 excluding agentic-workflows-labelled issues and includes open/closed issues. Current statuses do not establish acceptance; no exact historical 180 count inferred.
EVIDENCE GUARDRAILS FOR THIS SLIDE
- Approximately 180 describes the owner's historical backlog scale (epics, features and user stories) - not agents, not stories alone, not accepted completion. Use the dated snapshots in E16/E20 for exact figures (189 board items on 2026-10-23 07:21 UTC).
</a:t>
            </a:r>
          </a:p>
        </p:txBody>
      </p:sp>
      <p:sp>
        <p:nvSpPr>
          <p:cNvPr id="4" name="Slide Number Placeholder 3"/>
          <p:cNvSpPr>
            <a:spLocks noGrp="1"/>
          </p:cNvSpPr>
          <p:nvPr>
            <p:ph type="sldNum" sz="quarter" idx="5"/>
          </p:nvPr>
        </p:nvSpPr>
        <p:spPr/>
        <p:txBody>
          <a:bodyPr/>
          <a:lstStyle/>
          <a:p>
            <a:fld id="{DFA53654-600B-4302-80A0-D02B08D7C4DF}" type="slidenum">
              <a:t>40</a:t>
            </a:fld>
            <a:endParaRPr lang="en-US"/>
          </a:p>
        </p:txBody>
      </p:sp>
    </p:spTree>
    <p:extLst>
      <p:ext uri="{BB962C8B-B14F-4D97-AF65-F5344CB8AC3E}">
        <p14:creationId xmlns:p14="http://schemas.microsoft.com/office/powerpoint/2010/main" val="85507582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B14 | Is this actually agentic if so much is deterministic?
Question-led appendix answer | Audience: Innovation leader / CTO | Not part of the spoken route; show only when asked.
ANSWER FIRST (one sentence), THEN THE STRONGEST EVIDENCE AND ITS LIMIT
The architecture deliberately assigns different jobs to rules, models and humans. Models reason over permitted context and prepare drafts or flags; the application determines eligibility and protects state; people retain decisions requiring consent, professional judgement or delegation. That is a bounded AI-assisted operating model. We should not inflate the current autonomy to satisfy the word agentic. Future autonomous actions require an explicit, evaluated task contract and authorised boundary.
ON-SLIDE COPY (slides.json, verbatim)
- Reasoning and preparation are bounded capabilities
- Deterministic orchestration protects controlled state
- Autonomy is task-specific, not a marketing label
VISUAL
Three ownership bands: policy/state; reasoning/preparation; accountable decision.
RETURN
Return to S08 (slide 9), what we challenged. Question index = slide 27. In Slide Show type the number and press Enter.
A full backup explanation replaces detail on the main route; it does not add free time.
EVIDENCE AND CLAIM CLASSIFICATION
E03 | docs/reference/research/company/agent-request-challenge.md | Summary and five-agent request challenge; see ai-cost-evidence.md for precise line citations
   Classification: Consultative design analysis
   Supports: Retain five business capabilities while challenging autonomy, service proliferation and agent-first design
   Limit: Not a customer approval or a measured comparison of architecture options.
E06 | docs/architecture/README.md; docs/architecture/assets/README.md; infra/main.bicep | Executive and Technical Architecture; interaction contracts; Icon Source and Terms; modelDeployments and profile parameters
   Classification: Source-based architecture and dated historical handover
   Supports: Single-API assistants, SQL/Blob, Entra, managed identities, model contracts, configured operations and official icons
   Limit: Historical source/deployment evidence, not fresh Azure inventory. GlobalStandard does not establish UK-only processing.
E09 | docs/adrs/0002-pilot-readiness-architecture.md; src/agents/README.md; src/core/src/zava_forward/core/assistants.py | Five-assistant exercise runtime and finite operator authority; proposal capture/review and token handling
   Classification: Source controls and dated bounded operator observations
   Supports: Five current API assistants, SQL transactions, scoped evidence, inference outside locks, finite allowances, expired/disabled denial and unreviewed output
   Limit: Normal authority/scans off after bounded QA; token allowances are not currency caps or complete per-request/period budgets.
EVIDENCE GUARDRAILS FOR THIS SLIDE
- Five assistants are not five autonomous managers or five active workers.
</a:t>
            </a:r>
          </a:p>
        </p:txBody>
      </p:sp>
      <p:sp>
        <p:nvSpPr>
          <p:cNvPr id="4" name="Slide Number Placeholder 3"/>
          <p:cNvSpPr>
            <a:spLocks noGrp="1"/>
          </p:cNvSpPr>
          <p:nvPr>
            <p:ph type="sldNum" sz="quarter" idx="5"/>
          </p:nvPr>
        </p:nvSpPr>
        <p:spPr/>
        <p:txBody>
          <a:bodyPr/>
          <a:lstStyle/>
          <a:p>
            <a:fld id="{DFA53654-600B-4302-80A0-D02B08D7C4DF}" type="slidenum">
              <a:t>41</a:t>
            </a:fld>
            <a:endParaRPr lang="en-US"/>
          </a:p>
        </p:txBody>
      </p:sp>
    </p:spTree>
    <p:extLst>
      <p:ext uri="{BB962C8B-B14F-4D97-AF65-F5344CB8AC3E}">
        <p14:creationId xmlns:p14="http://schemas.microsoft.com/office/powerpoint/2010/main" val="54661039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B15 | What exactly must happen before a pilot or production decision?
Question-led appendix answer | Audience: CEO / CIO / risk | Not part of the spoken route; show only when asked.
ANSWER FIRST (one sentence), THEN THE STRONGEST EVIDENCE AND ITS LIMIT
Agree a bounded scope, named accountable owners, data and processing approvals, current cost and an evaluation protocol. Prove genuine staff access and role denial, task-bound real inference and SQL persistence on the selected deployment. Complete human task/comprehension, accessibility, safety/privacy and professional acceptance, plus recovery and value tests. Do not infer readiness from an ARM success, fixture test, document merge or a rubric comment. The current pack recommends a gate; it does not claim that gate is passed.
ON-SLIDE COPY (slides.json, verbatim)
- Current deployment, roles, SQL and real-AI evidence
- Human, privacy, professional and accessibility acceptance
- Measured value, cost, recovery and explicit release decision
VISUAL
Three mandatory gates with owner role and required artifact, all labelled pending until evidence exists.
RETURN
Return to S21 (slide 24), the decision. Question index = slide 27. In Slide Show type the number and press Enter.
A full backup explanation replaces detail on the main route; it does not add free time.
EVIDENCE AND CLAIM CLASSIFICATION
E02 | docs/case_study_48_addendum.md | Purpose and Status; Owner-Approved Exercise Baseline; Numerical Targets and Attribution; Subsequent Application Exercise Builds
   Classification: Declared exercise assumptions, subsequent owner directions and proposals
   Supports: One-home story, human boundaries, GBP fixture arithmetic, real AI/SQL/Azure requirement and value hypotheses
   Limit: Not company commitments, formal governance approval or operational outcomes.
E12 | docs/adrs/0003-journey-derived-capabilities-runtime-fit.md; docs/case_study_48_addendum.md; docs/reference/regulatory/README.md | ADR Decision 6 and Implementation Status; Responsible AI release boundary; source authority and human acceptance
   Classification: Accepted Basic IoT Hub exercise direction; partial engineering; separate human/legal gates
   Supports: Offline consumer is not live Hub integration; no diagnosis or suppressed hazard route; human/legal/privacy acceptance remains distinct
   Limit: No current legal determination, live telemetry, qualified assessment, fairness or WCAG-conformance claim.
E13 | docs/architecture/cutover-evidence-pack.md; infra/README.md | Bounded RG Publication Continuation, 2026-10-19; Current Exercise Handover; Direct Entra Setup and Acceptance
   Classification: Dated actual cloud observations, failed attempts and source runbook
   Supports: Current cutover blockers; exact live versus local evidence; preflight, rollback, private backing and owner sign-off requirements
   Limit: No fresh deployment, paid call or genuine staff session performed for this presentation package.
E17 | docs/reference/method/ama-capstone-assessment-guide.md; delivery-method-evidence.md; docs/capstone/README.md | Full 20 assessment criteria, individual/section floors and required evidence
   Classification: Published assessment requirements and preparation gap mapping
   Supports: Full final deck/architecture/pitch challenge, including live delivery and thought-leadership evidence
   Limit: This authoring package is not a fresh rubric score, final deck acceptance or a rehearsal transcript.
EVIDENCE GUARDRAILS FOR THIS SLIDE
- No legal-currentness, WCAG-conformance, production-readiness or completed human-validation claim follows from this package.
</a:t>
            </a:r>
          </a:p>
        </p:txBody>
      </p:sp>
      <p:sp>
        <p:nvSpPr>
          <p:cNvPr id="4" name="Slide Number Placeholder 3"/>
          <p:cNvSpPr>
            <a:spLocks noGrp="1"/>
          </p:cNvSpPr>
          <p:nvPr>
            <p:ph type="sldNum" sz="quarter" idx="5"/>
          </p:nvPr>
        </p:nvSpPr>
        <p:spPr/>
        <p:txBody>
          <a:bodyPr/>
          <a:lstStyle/>
          <a:p>
            <a:fld id="{DFA53654-600B-4302-80A0-D02B08D7C4DF}" type="slidenum">
              <a:t>42</a:t>
            </a:fld>
            <a:endParaRPr lang="en-US"/>
          </a:p>
        </p:txBody>
      </p:sp>
    </p:spTree>
    <p:extLst>
      <p:ext uri="{BB962C8B-B14F-4D97-AF65-F5344CB8AC3E}">
        <p14:creationId xmlns:p14="http://schemas.microsoft.com/office/powerpoint/2010/main" val="366905752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B16 | What happens if the model, cloud or deployment fails?
Question-led appendix answer | Audience: COO / CIO | Not part of the spoken route; show only when asked.
ANSWER FIRST (one sentence), THEN THE STRONGEST EVIDENCE AND ITS LIMIT
An unavailable, stale or disabled assistant must not change controlled state or suppress a hazard. Preserve the owned manual route and the evidence needed to resume. In migration, stop and account for producers and claims before switching consumers; do not run competing generations or reseed away a failure. Historical SQL restart results are bounded persistence evidence, not a whole-system backup/restore or disaster-recovery result. Operational targets and drills remain acceptance work.
ON-SLIDE COPY (slides.json, verbatim)
- No approval from failure or stale evidence
- Owned manual work and independent safety handling
- Restart proven; full restore drill is the next milestone
VISUAL
diagrams/05-operations.svg. Use an explicit manual lane; no unsupported availability percentage, RTO or RPO.
RETURN
Return to S17 (slide 20), controls by design. Question index = slide 27. In Slide Show type the number and press Enter.
A full backup explanation replaces detail on the main route; it does not add free time.
EVIDENCE AND CLAIM CLASSIFICATION
E06 | docs/architecture/README.md; docs/architecture/assets/README.md; infra/main.bicep | Executive and Technical Architecture; interaction contracts; Icon Source and Terms; modelDeployments and profile parameters
   Classification: Source-based architecture and dated historical handover
   Supports: Single-API assistants, SQL/Blob, Entra, managed identities, model contracts, configured operations and official icons
   Limit: Historical source/deployment evidence, not fresh Azure inventory. GlobalStandard does not establish UK-only processing.
E07 | src/api/README.md | Honest limits; Run it locally; role/context and controlled feature contracts
   Classification: Implementation documentation with explicit dated limitations
   Supports: Real historical Azure SQL/model checks, 60,000 stock versus 980 programme cases, no live housing integration and current acceptance boundaries
   Limit: Local/scripted checks and older deployment results do not establish current staff access, production scale, restore or semantic quality.
E13 | docs/architecture/cutover-evidence-pack.md; infra/README.md | Bounded RG Publication Continuation, 2026-10-19; Current Exercise Handover; Direct Entra Setup and Acceptance
   Classification: Dated actual cloud observations, failed attempts and source runbook
   Supports: Current cutover blockers; exact live versus local evidence; preflight, rollback, private backing and owner sign-off requirements
   Limit: No fresh deployment, paid call or genuine staff session performed for this presentation package.
TEXT ALTERNATIVE (diagram 05: operations)
Access uses Entra, managed identities and Key Vault references. Source configuration includes private backing services. Container Apps, Registry and CI form the runtime/release picture; Monitor/Log Analytics and scoped usage support operations. An Azure budget alert is a notification, not a spending stop. Expansion requires genuine sign-in/role denial, SQL persistence, task-bound inference, restore/recovery, human acceptance and current costs/ terms. Whole-system recovery and production readiness are not established.
This is a responsibility/control view, not a deployment/network topology. No connectors are needed: the three columns are concerns, not request hops.
Shared legend: deep green text and solid rails = application, human or logical workflow relationships described in the sources, not a fresh deployment test; pale blue = evidence, identity or configured dependencies; pale purple = bounded model assistance; amber = unknown, proposed or deferred work (read the words; colour alone is not the status). These are curated static source views of the exercise, not live inventory. A service icon does not prove deployment.</a:t>
            </a:r>
          </a:p>
        </p:txBody>
      </p:sp>
      <p:sp>
        <p:nvSpPr>
          <p:cNvPr id="4" name="Slide Number Placeholder 3"/>
          <p:cNvSpPr>
            <a:spLocks noGrp="1"/>
          </p:cNvSpPr>
          <p:nvPr>
            <p:ph type="sldNum" sz="quarter" idx="5"/>
          </p:nvPr>
        </p:nvSpPr>
        <p:spPr/>
        <p:txBody>
          <a:bodyPr/>
          <a:lstStyle/>
          <a:p>
            <a:fld id="{DFA53654-600B-4302-80A0-D02B08D7C4DF}" type="slidenum">
              <a:t>43</a:t>
            </a:fld>
            <a:endParaRPr lang="en-US"/>
          </a:p>
        </p:txBody>
      </p:sp>
    </p:spTree>
    <p:extLst>
      <p:ext uri="{BB962C8B-B14F-4D97-AF65-F5344CB8AC3E}">
        <p14:creationId xmlns:p14="http://schemas.microsoft.com/office/powerpoint/2010/main" val="272891004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B17 | When can we go live and who owns the next step?
Question-led appendix answer | Audience: CEO / sponsor | Not part of the spoken route; show only when asked.
ANSWER FIRST (one sentence), THEN THE STRONGEST EVIDENCE AND ITS LIMIT
The next commitment should be a named owner and deliverable: an agreed validation scope, refreshed cost and current deployment prerequisites. The historical four-week exercise plan is not a newly approved go-live promise. Technical access/capacity, human review and processing decisions affect the sequence. Establish dates after those dependencies and the finite test are authorised. A commercial pilot and an operational release remain separate decisions.
ON-SLIDE COPY (slides.json, verbatim)
- Dependency-led plan: dates follow the gates
- Programme owns scope; Finance owns spend review
- Technical and control owners supply acceptance evidence
VISUAL
Readiness sequence with dependencies rather than calendar dates.
RETURN
Return to S20 (slide 23), the roadmap. Question index = slide 27. In Slide Show type the number and press Enter.
A full backup explanation replaces detail on the main route; it does not add free time.
EVIDENCE AND CLAIM CLASSIFICATION
E02 | docs/case_study_48_addendum.md | Purpose and Status; Owner-Approved Exercise Baseline; Numerical Targets and Attribution; Subsequent Application Exercise Builds
   Classification: Declared exercise assumptions, subsequent owner directions and proposals
   Supports: One-home story, human boundaries, GBP fixture arithmetic, real AI/SQL/Azure requirement and value hypotheses
   Limit: Not company commitments, formal governance approval or operational outcomes.
E11 | docs/case_study_48_addendum.md; docs/reference/README.md | Finite Costed Execution Plan Options, 2026-10-20; 2026-10-22 USD 700 revision and post-change correction
   Classification: 2026-10-22 owner budget decision, separate unexecuted planning proposals and historical scoped observations
   Supports: USD 700 owner-set October all-in forecast ceiling with 2026-10-25T16:02Z expiry; USD 535.33 pre-change forecast requires refresh; outside-group costs unknown
   Limit: Not a production price, current bill or unconditional tranche approval. Separate planning and acceptance gates remain blocked.
E13 | docs/architecture/cutover-evidence-pack.md; infra/README.md | Bounded RG Publication Continuation, 2026-10-19; Current Exercise Handover; Direct Entra Setup and Acceptance
   Classification: Dated actual cloud observations, failed attempts and source runbook
   Supports: Current cutover blockers; exact live versus local evidence; preflight, rollback, private backing and owner sign-off requirements
   Limit: No fresh deployment, paid call or genuine staff session performed for this presentation package.
EVIDENCE GUARDRAILS FOR THIS SLIDE
- USD 700 is the owner-set October all-in forecast ceiling - not a monthly production cost or unconditional tranche authority. Execution prerequisites remain blocked and authority expires 2026-10-25T16:02Z. USD 450/month is historical.</a:t>
            </a:r>
          </a:p>
        </p:txBody>
      </p:sp>
      <p:sp>
        <p:nvSpPr>
          <p:cNvPr id="4" name="Slide Number Placeholder 3"/>
          <p:cNvSpPr>
            <a:spLocks noGrp="1"/>
          </p:cNvSpPr>
          <p:nvPr>
            <p:ph type="sldNum" sz="quarter" idx="5"/>
          </p:nvPr>
        </p:nvSpPr>
        <p:spPr/>
        <p:txBody>
          <a:bodyPr/>
          <a:lstStyle/>
          <a:p>
            <a:fld id="{DFA53654-600B-4302-80A0-D02B08D7C4DF}" type="slidenum">
              <a:t>44</a:t>
            </a:fld>
            <a:endParaRPr lang="en-US"/>
          </a:p>
        </p:txBody>
      </p:sp>
    </p:spTree>
    <p:extLst>
      <p:ext uri="{BB962C8B-B14F-4D97-AF65-F5344CB8AC3E}">
        <p14:creationId xmlns:p14="http://schemas.microsoft.com/office/powerpoint/2010/main" val="63461876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B18 | Can you demonstrate a new live action right now?
Question-led appendix answer | Audience: Any executive | Not part of the spoken route; show only when asked.
ANSWER FIRST (one sentence), THEN THE STRONGEST EVIDENCE AND ITS LIMIT
Only if it is already within the preflighted, authorised demonstration boundary. We will not grant a role, bypass private networking, enable assistant authority, submit a grant or send a resident message on the fly. A ten-minute demonstration should show known behaviour and a failure boundary, not become an infrastructure repair session. If live access fails, switch once to the prepared evidence route and say exactly what it does and does not prove.
ON-SLIDE COPY (slides.json, verbatim)
- Only pre-authorised, reversible constructed scope
- No unplanned role, network, spend or data changes
- Fallback is visibly labelled evidence, never simulated live proof
VISUAL
Demo route selector: live passed / labelled evidence / unavailable. No silent mock fallback.
RETURN
Return to S22 (slide 25), the demo. Question index = slide 27. In Slide Show type the number and press Enter.
A full backup explanation replaces detail on the main route; it does not add free time.
EVIDENCE AND CLAIM CLASSIFICATION
E07 | src/api/README.md | Honest limits; Run it locally; role/context and controlled feature contracts
   Classification: Implementation documentation with explicit dated limitations
   Supports: Real historical Azure SQL/model checks, 60,000 stock versus 980 programme cases, no live housing integration and current acceptance boundaries
   Limit: Local/scripted checks and older deployment results do not establish current staff access, production scale, restore or semantic quality.
E13 | docs/architecture/cutover-evidence-pack.md; infra/README.md | Bounded RG Publication Continuation, 2026-10-19; Current Exercise Handover; Direct Entra Setup and Acceptance
   Classification: Dated actual cloud observations, failed attempts and source runbook
   Supports: Current cutover blockers; exact live versus local evidence; preflight, rollback, private backing and owner sign-off requirements
   Limit: No fresh deployment, paid call or genuine staff session performed for this presentation package.
</a:t>
            </a:r>
          </a:p>
        </p:txBody>
      </p:sp>
      <p:sp>
        <p:nvSpPr>
          <p:cNvPr id="4" name="Slide Number Placeholder 3"/>
          <p:cNvSpPr>
            <a:spLocks noGrp="1"/>
          </p:cNvSpPr>
          <p:nvPr>
            <p:ph type="sldNum" sz="quarter" idx="5"/>
          </p:nvPr>
        </p:nvSpPr>
        <p:spPr/>
        <p:txBody>
          <a:bodyPr/>
          <a:lstStyle/>
          <a:p>
            <a:fld id="{DFA53654-600B-4302-80A0-D02B08D7C4DF}" type="slidenum">
              <a:t>45</a:t>
            </a:fld>
            <a:endParaRPr lang="en-US"/>
          </a:p>
        </p:txBody>
      </p:sp>
    </p:spTree>
    <p:extLst>
      <p:ext uri="{BB962C8B-B14F-4D97-AF65-F5344CB8AC3E}">
        <p14:creationId xmlns:p14="http://schemas.microsoft.com/office/powerpoint/2010/main" val="303996304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B19 | Where do sensors fit and can AI diagnose damp or mould?
Question-led appendix answer | Audience: Asset / safety / CTO | Not part of the spoken route; show only when asked.
ANSWER FIRST (one sentence), THEN THE STRONGEST EVIDENCE AND ITS LIMIT
The accepted ADR selects Basic IoT Hub for exercise device-to-cloud telemetry. The finite offline consumer has local engineering evidence; it does not establish live device identity, transport, Azure SQL, analysis or application acceptance. Proposed analysis is deterministic and source/version-bound. Missing data is insufficient, not safe. No AI or sensor result may suppress a resident report, diagnose a hazard or release a hold. Raw device/resident context must not leak into prompts or map payloads.
ON-SLIDE COPY (slides.json, verbatim)
- IoT Hub Basic is an exercise design decision
- Offline consumer tested locally; live Hub integration remains a separate gate. In-use temperature/humidity trends could help identify a need for post-retrofit follow-up; this is a value hypothesis, not measured prevention or diagnostic accuracy. The main architecture build now shows this sensor-to-human-review path.
- Signals request human review, never diagnose or suppress
VISUAL
diagrams/06-sensor-target.svg, with the whole telemetry path dashed and independent safety route solid.
RETURN
Return to S16 (slide 19), architecture and security boundaries. Question index = slide 27. In Slide Show type the number and press Enter.
A full backup explanation replaces detail on the main route; it does not add free time.
EVIDENCE AND CLAIM CLASSIFICATION
E12 | docs/adrs/0003-journey-derived-capabilities-runtime-fit.md; docs/case_study_48_addendum.md; docs/reference/regulatory/README.md | ADR Decision 6 and Implementation Status; Responsible AI release boundary; source authority and human acceptance
   Classification: Accepted Basic IoT Hub exercise direction; partial engineering; separate human/legal gates
   Supports: Offline consumer is not live Hub integration; no diagnosis or suppressed hazard route; human/legal/privacy acceptance remains distinct
   Limit: No current legal determination, live telemetry, qualified assessment, fairness or WCAG-conformance claim.
EVIDENCE GUARDRAILS FOR THIS SLIDE
- No legal-currentness, WCAG-conformance, production-readiness or completed human-validation claim follows from this package.
TEXT ALTERNATIVE (diagram 06: sensor target)
A device or explicitly labelled simulator uses a distinct identity and stable reading ID. The target transport is Azure IoT Hub Basic, device-to-cloud only for the exercise. The API validates mapping/time and appends idempotently to SQL, with owned data-quality exceptions. A derived deterministic signal may request human review; it does not diagnose a hazard or change priority. Missing data is insufficient. All telemetry boxes and arrows are dashed because this end-to-end live path is not accepted. A solid separate human safety route handles resident reports independently.
Do not label a simulator or finite offline consumer as deployed telemetry. No new IoT threshold, device credential or operational legal claim is supplied.
Shared legend: deep green text and solid rails = application, human or logical workflow relationships described in the sources, not a fresh deployment test; pale blue = evidence, identity or configured dependencies; pale purple = bounded model assistance; amber = unknown, proposed or deferred work (read the words; colour alone is not the status). These are curated static source views of the exercise, not live inventory. A service icon does not prove deployment.</a:t>
            </a:r>
          </a:p>
        </p:txBody>
      </p:sp>
      <p:sp>
        <p:nvSpPr>
          <p:cNvPr id="4" name="Slide Number Placeholder 3"/>
          <p:cNvSpPr>
            <a:spLocks noGrp="1"/>
          </p:cNvSpPr>
          <p:nvPr>
            <p:ph type="sldNum" sz="quarter" idx="5"/>
          </p:nvPr>
        </p:nvSpPr>
        <p:spPr/>
        <p:txBody>
          <a:bodyPr/>
          <a:lstStyle/>
          <a:p>
            <a:fld id="{DFA53654-600B-4302-80A0-D02B08D7C4DF}" type="slidenum">
              <a:t>46</a:t>
            </a:fld>
            <a:endParaRPr lang="en-US"/>
          </a:p>
        </p:txBody>
      </p:sp>
    </p:spTree>
    <p:extLst>
      <p:ext uri="{BB962C8B-B14F-4D97-AF65-F5344CB8AC3E}">
        <p14:creationId xmlns:p14="http://schemas.microsoft.com/office/powerpoint/2010/main" val="275013845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B20 | Why Azure instead of M365, Power Platform or buying a product?
Question-led appendix answer | Audience: CIO / CFO | Not part of the spoken route; show only when asked.
ANSWER FIRST (one sentence), THEN THE STRONGEST EVIDENCE AND ITS LIMIT
Azure is the selected exercise realisation, not proof that custom development is commercially superior. Compare an existing housing product, M365/Power Platform configuration and custom Azure against the same workflow, permissions, audit, integration, accessibility, model terms and total cost. Existing licences and tenant capability cannot be assumed. A training preference is not customer value. The current source gives us testable contracts and trade-offs to take into that appraisal, not a completed procurement decision.
ON-SLIDE COPY (slides.json, verbatim)
- Appraise buy/configure/build on the same requirements
- The Azure exercise proves the contracts end to end
- Licensing, integration, control and TCO decide
VISUAL
Option matrix with evidence required; no unsupported winning score.
RETURN
Return to S14 (slide 15), Excel in, Excel out and Microsoft 365. Question index = slide 27. In Slide Show type the number and press Enter.
A full backup explanation replaces detail on the main route; it does not add free time.
EVIDENCE AND CLAIM CLASSIFICATION
E02 | docs/case_study_48_addendum.md | Purpose and Status; Owner-Approved Exercise Baseline; Numerical Targets and Attribution; Subsequent Application Exercise Builds
   Classification: Declared exercise assumptions, subsequent owner directions and proposals
   Supports: One-home story, human boundaries, GBP fixture arithmetic, real AI/SQL/Azure requirement and value hypotheses
   Limit: Not company commitments, formal governance approval or operational outcomes.
E03 | docs/reference/research/company/agent-request-challenge.md | Summary and five-agent request challenge; see ai-cost-evidence.md for precise line citations
   Classification: Consultative design analysis
   Supports: Retain five business capabilities while challenging autonomy, service proliferation and agent-first design
   Limit: Not a customer approval or a measured comparison of architecture options.
E06 | docs/architecture/README.md; docs/architecture/assets/README.md; infra/main.bicep | Executive and Technical Architecture; interaction contracts; Icon Source and Terms; modelDeployments and profile parameters
   Classification: Source-based architecture and dated historical handover
   Supports: Single-API assistants, SQL/Blob, Entra, managed identities, model contracts, configured operations and official icons
   Limit: Historical source/deployment evidence, not fresh Azure inventory. GlobalStandard does not establish UK-only processing.</a:t>
            </a:r>
          </a:p>
        </p:txBody>
      </p:sp>
      <p:sp>
        <p:nvSpPr>
          <p:cNvPr id="4" name="Slide Number Placeholder 3"/>
          <p:cNvSpPr>
            <a:spLocks noGrp="1"/>
          </p:cNvSpPr>
          <p:nvPr>
            <p:ph type="sldNum" sz="quarter" idx="5"/>
          </p:nvPr>
        </p:nvSpPr>
        <p:spPr/>
        <p:txBody>
          <a:bodyPr/>
          <a:lstStyle/>
          <a:p>
            <a:fld id="{DFA53654-600B-4302-80A0-D02B08D7C4DF}" type="slidenum">
              <a:t>47</a:t>
            </a:fld>
            <a:endParaRPr lang="en-US"/>
          </a:p>
        </p:txBody>
      </p:sp>
    </p:spTree>
    <p:extLst>
      <p:ext uri="{BB962C8B-B14F-4D97-AF65-F5344CB8AC3E}">
        <p14:creationId xmlns:p14="http://schemas.microsoft.com/office/powerpoint/2010/main" val="141575498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B21 | How do you prevent hallucinations and prompt injection?
Question-led appendix answer | Audience: CISO / CTO / risk | Not part of the spoken route; show only when asked.
ANSWER FIRST (one sentence), THEN THE STRONGEST EVIDENCE AND ITS LIMIT
Constrain inputs and outputs, keep source and task versions, enforce permissions before model context and again at review, and treat documents as evidence rather than instructions. Validate schema and citations, allow abstention and retain a manual route. These controls reduce risk; they do not prove semantic truth or immunity to prompt injection. Critical-error and unsafe-advice evaluation, red-team work and authorised release evidence remain separate. This answer describes design controls, not a fresh security audit.
ON-SLIDE COPY (slides.json, verbatim)
- Permitted task context and source/version binding
- Schema/citation checks plus independent semantic review
- Built to contain vulnerabilities and hallucinations, not to deny them
VISUAL
diagrams/04-controlled-ai-flow.svg with untrusted evidence and review boundaries called out in notes.
RETURN
Return to S17 (slide 20), controls by design. Question index = slide 27. In Slide Show type the number and press Enter.
A full backup explanation replaces detail on the main route; it does not add free time.
EVIDENCE AND CLAIM CLASSIFICATION
E09 | docs/adrs/0002-pilot-readiness-architecture.md; src/agents/README.md; src/core/src/zava_forward/core/assistants.py | Five-assistant exercise runtime and finite operator authority; proposal capture/review and token handling
   Classification: Source controls and dated bounded operator observations
   Supports: Five current API assistants, SQL transactions, scoped evidence, inference outside locks, finite allowances, expired/disabled denial and unreviewed output
   Limit: Normal authority/scans off after bounded QA; token allowances are not currency caps or complete per-request/period budgets.
E12 | docs/adrs/0003-journey-derived-capabilities-runtime-fit.md; docs/case_study_48_addendum.md; docs/reference/regulatory/README.md | ADR Decision 6 and Implementation Status; Responsible AI release boundary; source authority and human acceptance
   Classification: Accepted Basic IoT Hub exercise direction; partial engineering; separate human/legal gates
   Supports: Offline consumer is not live Hub integration; no diagnosis or suppressed hazard route; human/legal/privacy acceptance remains distinct
   Limit: No current legal determination, live telemetry, qualified assessment, fairness or WCAG-conformance claim.
E07 | src/api/README.md | Honest limits; Run it locally; role/context and controlled feature contracts
   Classification: Implementation documentation with explicit dated limitations
   Supports: Real historical Azure SQL/model checks, 60,000 stock versus 980 programme cases, no live housing integration and current acceptance boundaries
   Limit: Local/scripted checks and older deployment results do not establish current staff access, production scale, restore or semantic quality.
TEXT ALTERNATIVE (diagram 04: controlled AI flow)
Capture current role/case scope, permitted evidence and source/version IDs. Make a bounded model call outside the database lock. Validate schema, citations and freshness; reject or retain explicit errors rather than fabricate a success. Store a valid output as unreviewed. A person checks the source and current permissions; a separate domain action still needs its own authority. Model failure, disabled assistance or exhausted allowance leaves owned manual work. Hazards bypass the optional AI path. Citation presence is not semantic truth.
Use four appears for explanation; keep the failure strip always visible. Do not animate a token stream to imply fresh inference.
Shared legend: deep green text and solid rails = application, human or logical workflow relationships described in the sources, not a fresh deployment test; pale blue = evidence, identity or configured dependencies; pale purple = bounded model assistance; amber = unknown, proposed or deferred work (read the words; colour alone is not the status). These are curated static source views of the exercise, not live inventory. A service icon does not prove deployment.</a:t>
            </a:r>
          </a:p>
        </p:txBody>
      </p:sp>
      <p:sp>
        <p:nvSpPr>
          <p:cNvPr id="4" name="Slide Number Placeholder 3"/>
          <p:cNvSpPr>
            <a:spLocks noGrp="1"/>
          </p:cNvSpPr>
          <p:nvPr>
            <p:ph type="sldNum" sz="quarter" idx="5"/>
          </p:nvPr>
        </p:nvSpPr>
        <p:spPr/>
        <p:txBody>
          <a:bodyPr/>
          <a:lstStyle/>
          <a:p>
            <a:fld id="{DFA53654-600B-4302-80A0-D02B08D7C4DF}" type="slidenum">
              <a:t>48</a:t>
            </a:fld>
            <a:endParaRPr lang="en-US"/>
          </a:p>
        </p:txBody>
      </p:sp>
    </p:spTree>
    <p:extLst>
      <p:ext uri="{BB962C8B-B14F-4D97-AF65-F5344CB8AC3E}">
        <p14:creationId xmlns:p14="http://schemas.microsoft.com/office/powerpoint/2010/main" val="231514225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B22 | Can customer data leave the UK or train a provider's model?
Question-led appendix answer | Audience: DPO / CISO / CIO | Not part of the spoken route; show only when asked.
ANSWER FIRST (one sentence), THEN THE STRONGEST EVIDENCE AND ITS LIMIT
This package cannot make that contractual or legal assurance. Verify the exact provider, model/version, deployment SKU, routing/geography, retention, abuse monitoring, subprocessors and applicable agreement before real data is processed. A UK resource name or region does not alone prove UK-only inference, especially for a GlobalStandard model deployment. Local snapshots and research are evidence to review, not current legal sign-off. The handoff contains only public synthetic illustrations and repository-authored summaries, not private datasets or credentials.
ON-SLIDE COPY (slides.json, verbatim)
- Processing geography is set by the deployment type
- Verify exact model, deployment type and contract
- No real resident data or private dataset in this handoff
VISUAL
Processing decision checklist, no unverified UK-only green badge.
RETURN
Return to S16 (slide 19), architecture and security boundaries. Question index = slide 27. In Slide Show type the number and press Enter.
A full backup explanation replaces detail on the main route; it does not add free time.
EVIDENCE AND CLAIM CLASSIFICATION
E04 | docs/ideas/typesafe-system-one-agent-fit.md | Observed Feasibility and Parallel Value Experiment, 2026-10-11; task suitability and serving limitations
   Classification: Dated research, feasibility observations and experiment proposals
   Supports: Decision 1 candidate scoring and screening distinct from rules and generation
   Limit: No general cheaper/faster, calibrated quality, Foundry tier availability or accepted-outcome saving claim.
E06 | docs/architecture/README.md; docs/architecture/assets/README.md; infra/main.bicep | Executive and Technical Architecture; interaction contracts; Icon Source and Terms; modelDeployments and profile parameters
   Classification: Source-based architecture and dated historical handover
   Supports: Single-API assistants, SQL/Blob, Entra, managed identities, model contracts, configured operations and official icons
   Limit: Historical source/deployment evidence, not fresh Azure inventory. GlobalStandard does not establish UK-only processing.
E12 | docs/adrs/0003-journey-derived-capabilities-runtime-fit.md; docs/case_study_48_addendum.md; docs/reference/regulatory/README.md | ADR Decision 6 and Implementation Status; Responsible AI release boundary; source authority and human acceptance
   Classification: Accepted Basic IoT Hub exercise direction; partial engineering; separate human/legal gates
   Supports: Offline consumer is not live Hub integration; no diagnosis or suppressed hazard route; human/legal/privacy acceptance remains distinct
   Limit: No current legal determination, live telemetry, qualified assessment, fairness or WCAG-conformance claim.
E13 | docs/architecture/cutover-evidence-pack.md; infra/README.md | Bounded RG Publication Continuation, 2026-10-19; Current Exercise Handover; Direct Entra Setup and Acceptance
   Classification: Dated actual cloud observations, failed attempts and source runbook
   Supports: Current cutover blockers; exact live versus local evidence; preflight, rollback, private backing and owner sign-off requirements
   Limit: No fresh deployment, paid call or genuine staff session performed for this presentation package.
EVIDENCE GUARDRAILS FOR THIS SLIDE
- No legal-currentness, WCAG-conformance, production-readiness or completed human-validation claim follows from this package.</a:t>
            </a:r>
          </a:p>
        </p:txBody>
      </p:sp>
      <p:sp>
        <p:nvSpPr>
          <p:cNvPr id="4" name="Slide Number Placeholder 3"/>
          <p:cNvSpPr>
            <a:spLocks noGrp="1"/>
          </p:cNvSpPr>
          <p:nvPr>
            <p:ph type="sldNum" sz="quarter" idx="5"/>
          </p:nvPr>
        </p:nvSpPr>
        <p:spPr/>
        <p:txBody>
          <a:bodyPr/>
          <a:lstStyle/>
          <a:p>
            <a:fld id="{DFA53654-600B-4302-80A0-D02B08D7C4DF}" type="slidenum">
              <a:t>49</a:t>
            </a:fld>
            <a:endParaRPr lang="en-US"/>
          </a:p>
        </p:txBody>
      </p:sp>
    </p:spTree>
    <p:extLst>
      <p:ext uri="{BB962C8B-B14F-4D97-AF65-F5344CB8AC3E}">
        <p14:creationId xmlns:p14="http://schemas.microsoft.com/office/powerpoint/2010/main" val="296167627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B23 | How will you know this is fair and accessible?
Question-led appendix answer | Audience: CEO / resident services / risk | Not part of the spoken route; show only when asked.
ANSWER FIRST (one sentence), THEN THE STRONGEST EVIDENCE AND ITS LIMIT
Keep assisted routes and native semantics, check task success and comprehension, and inspect errors and exclusions by agreed cohorts without exposing small groups. The exercise targets WCAG 2.2 AA and has engineering work, but partial scans or role-agent walkthroughs cannot establish conformance or fairness. Appropriate human research and reviewer-approved thresholds are required. An AI result that improves average speed while worsening a critical group outcome should not pass the gate.
ON-SLIDE COPY (slides.json, verbatim)
- No-digital route and understandable explanations
- Cohort errors, exclusions and unknowns are visible
- Engineering checks != resident or WCAG acceptance
VISUAL
Outcome comparison with guardrails and visible unknowns, not a compliance seal.
RETURN
Return to S12 (slide 13), one home, end to end. Question index = slide 27. In Slide Show type the number and press Enter.
A full backup explanation replaces detail on the main route; it does not add free time.
EVIDENCE AND CLAIM CLASSIFICATION
E02 | docs/case_study_48_addendum.md | Purpose and Status; Owner-Approved Exercise Baseline; Numerical Targets and Attribution; Subsequent Application Exercise Builds
   Classification: Declared exercise assumptions, subsequent owner directions and proposals
   Supports: One-home story, human boundaries, GBP fixture arithmetic, real AI/SQL/Azure requirement and value hypotheses
   Limit: Not company commitments, formal governance approval or operational outcomes.
E12 | docs/adrs/0003-journey-derived-capabilities-runtime-fit.md; docs/case_study_48_addendum.md; docs/reference/regulatory/README.md | ADR Decision 6 and Implementation Status; Responsible AI release boundary; source authority and human acceptance
   Classification: Accepted Basic IoT Hub exercise direction; partial engineering; separate human/legal gates
   Supports: Offline consumer is not live Hub integration; no diagnosis or suppressed hazard route; human/legal/privacy acceptance remains distinct
   Limit: No current legal determination, live telemetry, qualified assessment, fairness or WCAG-conformance claim.
E15 | docs/reference/research/ux/prototype-learnings-and-simplicity-review.md; docs/reference/research/ux/zava-forward-prototype-profile-review.md | Prototype learnings; owner feedback; shared workbench direction; profile review and validation limits
   Classification: Owner feedback, expert artifact review and role-instrument hypotheses
   Supports: Simpler workbench, ownership, evidence and assisted routes; prototype/MVP design learning
   Limit: Not a resident interview, observed workforce acceptance or complete usability/accessibility result.
EVIDENCE GUARDRAILS FOR THIS SLIDE
- No legal-currentness, WCAG-conformance, production-readiness or completed human-validation claim follows from this package.
</a:t>
            </a:r>
          </a:p>
        </p:txBody>
      </p:sp>
      <p:sp>
        <p:nvSpPr>
          <p:cNvPr id="4" name="Slide Number Placeholder 3"/>
          <p:cNvSpPr>
            <a:spLocks noGrp="1"/>
          </p:cNvSpPr>
          <p:nvPr>
            <p:ph type="sldNum" sz="quarter" idx="5"/>
          </p:nvPr>
        </p:nvSpPr>
        <p:spPr/>
        <p:txBody>
          <a:bodyPr/>
          <a:lstStyle/>
          <a:p>
            <a:fld id="{DFA53654-600B-4302-80A0-D02B08D7C4DF}" type="slidenum">
              <a:t>50</a:t>
            </a:fld>
            <a:endParaRPr lang="en-US"/>
          </a:p>
        </p:txBody>
      </p:sp>
    </p:spTree>
    <p:extLst>
      <p:ext uri="{BB962C8B-B14F-4D97-AF65-F5344CB8AC3E}">
        <p14:creationId xmlns:p14="http://schemas.microsoft.com/office/powerpoint/2010/main" val="317565836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B24 | How will you keep policy, law and funding rules current?
Question-led appendix answer | Audience: Risk / legal / CFO | Not part of the spoken route; show only when asked.
ANSWER FIRST (one sentence), THEN THE STRONGEST EVIDENCE AND ITS LIMIT
Separate legislation, guidance, policy, funding conditions and internal interpretation. Keep dated evidence and review official sources before consequential use. A detected change should identify affected requirements, rules, journeys, tests and evidence, then go to named legal/compliance/professional owners. Models may retrieve, compare and flag; they must not decide that a legal duty is satisfied or silently activate a new rule. Legal dates come from official government publications (Oct 2026); Zava's legal review confirms them.
ON-SLIDE COPY (slides.json, verbatim)
- Dated sources with authority classification
- Detected change -&gt; reviewed rule change -&gt; tests
- No silent model update to live controls
VISUAL
Source -&gt; reviewed change item -&gt; approved control version -&gt; regression evidence.
RETURN
Return to S03 (slide 3), three clocks. Question index = slide 27. In Slide Show type the number and press Enter.
A full backup explanation replaces detail on the main route; it does not add free time.
EVIDENCE AND CLAIM CLASSIFICATION
E02 | docs/case_study_48_addendum.md | Purpose and Status; Owner-Approved Exercise Baseline; Numerical Targets and Attribution; Subsequent Application Exercise Builds
   Classification: Declared exercise assumptions, subsequent owner directions and proposals
   Supports: One-home story, human boundaries, GBP fixture arithmetic, real AI/SQL/Azure requirement and value hypotheses
   Limit: Not company commitments, formal governance approval or operational outcomes.
E12 | docs/adrs/0003-journey-derived-capabilities-runtime-fit.md; docs/case_study_48_addendum.md; docs/reference/regulatory/README.md | ADR Decision 6 and Implementation Status; Responsible AI release boundary; source authority and human acceptance
   Classification: Accepted Basic IoT Hub exercise direction; partial engineering; separate human/legal gates
   Supports: Offline consumer is not live Hub integration; no diagnosis or suppressed hazard route; human/legal/privacy acceptance remains distinct
   Limit: No current legal determination, live telemetry, qualified assessment, fairness or WCAG-conformance claim.
E18 | docs/reference/regulatory/README.md | Authority and Use; Change Assessment and Monitoring Register; Managed Update Workflow
   Classification: Repository source-governance convention
   Supports: Dated sources, authority hierarchy, human approval and reviewed control updates
   Limit: No live legal-source currentness check or operational activation performed for this package.
EVIDENCE GUARDRAILS FOR THIS SLIDE
- No legal-currentness, WCAG-conformance, production-readiness or completed human-validation claim follows from this package.</a:t>
            </a:r>
          </a:p>
        </p:txBody>
      </p:sp>
      <p:sp>
        <p:nvSpPr>
          <p:cNvPr id="4" name="Slide Number Placeholder 3"/>
          <p:cNvSpPr>
            <a:spLocks noGrp="1"/>
          </p:cNvSpPr>
          <p:nvPr>
            <p:ph type="sldNum" sz="quarter" idx="5"/>
          </p:nvPr>
        </p:nvSpPr>
        <p:spPr/>
        <p:txBody>
          <a:bodyPr/>
          <a:lstStyle/>
          <a:p>
            <a:fld id="{DFA53654-600B-4302-80A0-D02B08D7C4DF}" type="slidenum">
              <a:t>51</a:t>
            </a:fld>
            <a:endParaRPr lang="en-US"/>
          </a:p>
        </p:txBody>
      </p:sp>
    </p:spTree>
    <p:extLst>
      <p:ext uri="{BB962C8B-B14F-4D97-AF65-F5344CB8AC3E}">
        <p14:creationId xmlns:p14="http://schemas.microsoft.com/office/powerpoint/2010/main" val="368965370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B25 | What is your Tokenomics unit and can the AI bill run away?
Question-led appendix answer | Audience: CFO / panel | Not part of the spoken route; show only when asked.
ANSWER FIRST (one sentence), THEN THE STRONGEST EVIDENCE AND ITS LIMIT
Use total attributable AI task cost divided by the count of human-accepted proposals that clear a defined quality floor, reported with critical misses, unsupported claims, overrides and reopenings. That denominator still needs owner/Finance agreement under OD-51. If it is zero or unknown, report not measurable, never divide by generated proposals and call it accepted value. The historical five-run exercise has 6,884 tokens but no human-accepted denominator or price table. Current finite calls/tokens/expiry apply per authority reference; they are not independent task/period money budgets or a per-request depth guarantee. BRD FR-052/NFR-012 and PRD AC-108/AC-109 propose those controls; they are not completed implementation.
ON-SLIDE COPY (slides.json, verbatim)
- Primary AI unit: cost per accepted proposal above a quality floor
- Also track end-to-end cost per accepted handover separately
- Token metering today; currency and request-depth controls designed
VISUAL
Numerator: inference + hosting allocation + review/correction + assurance/support. Denominator: accepted proposals above quality floor. Unknowns remain explicit; no fabricated currency value.
RETURN
Return to S18 (slide 21), AI economics. Question index = slide 27. In Slide Show type the number and press Enter.
A full backup explanation replaces detail on the main route; it does not add free time.
EVIDENCE AND CLAIM CLASSIFICATION
E19 | docs/reference/resources/ai-tokenomics.md; docs/capstone/pitch/tokenomics-pitch-brief.md | What Zava Forward Can Already Show; Gaps; Executive Questions; Numbers to Bring
   Classification: PR #433 merged 2026-10-23 baseline: public draft framing, repository observations and proposed requirements
   Supports: 6,884 tokens/five runs; partial metering; finite authority not money cap; accepted-proposal quality-floor unit; TCA and keep/revert comparison
   Limit: No dated price or human-accepted denominator, no cheaper/faster/payback claim. Public Tokenomics framing is draft, not an industry standard. No internal Microsoft material is included.
E05 | docs/brds/agentic-retrofit-programme-brd.md; docs/prds/zava-forward-retrofit-programme-demonstrator.md | Merged Tokenomics delta: BRD FR-052/NFR-012/OD-51; PRD AC-108/AC-109; RULE-016/RULE-019
   Classification: Requirements and acceptance proposals, not execution results
   Supports: Complete metering, quality floor, monetary/task/period budgets and request/depth bounds to test
   Limit: New criteria remain unexecuted; time saved is capacity until Finance validates a value destination.
E11 | docs/case_study_48_addendum.md; docs/reference/README.md | Finite Costed Execution Plan Options, 2026-10-20; 2026-10-22 USD 700 revision and post-change correction
   Classification: 2026-10-22 owner budget decision, separate unexecuted planning proposals and historical scoped observations
   Supports: USD 700 owner-set October all-in forecast ceiling with 2026-10-25T16:02Z expiry; USD 535.33 pre-change forecast requires refresh; outside-group costs unknown
   Limit: Not a production price, current bill or unconditional tranche approval. Separate planning and acceptance gates remain blocked.
EVIDENCE GUARDRAILS FOR THIS SLIDE
- 6,884 tokens across five runs is a historical observation without human acceptance - not a price, a quality result or an accepted-outcome denominator.
- Cost per accepted proposal above a quality floor is a proposed unit. Cost per accepted home/hand-over is a different end-to-end measure.
- Finite call/token allowances and expiry are not a currency cap. Complete metering, monetary/task/period budgets and request/depth limits are proposed requirements, not observed controls.
- Public Tokenomics community framing is draft - not an industry or Microsoft standard. No internal Microsoft material is used.
TEXT ALTERNATIVE (diagram 07: Tokenomics)
Observe historical usage: 6,884 tokens in five operator runs with no human acceptance. Account for inference, attributable hosting, review/correction, assurance and support. Divide by an agreed human-accepted proposal count above a quality floor; that unit cost is measured in the pilot. Existing finite call/token/expiry controls and partial usage capture are not money caps. Complete metering, currency/task/period budgets and per-request call/depth limits are proposed and untested.
The arrows explain the economic measurement method, not implemented billing integration. Reveal the unknown denominator at the same time as the token number. Never let the observation appear to be a measured price.
Shared legend: deep green text and solid rails = application, human or logical workflow relationships described in the sources, not a fresh deployment test; pale blue = evidence, identity or configured dependencies; pale purple = bounded model assistance; amber = unknown, proposed or deferred work (read the words; colour alone is not the status). These are curated static source views of the exercise, not live inventory. A service icon does not prove deployment.</a:t>
            </a:r>
          </a:p>
        </p:txBody>
      </p:sp>
      <p:sp>
        <p:nvSpPr>
          <p:cNvPr id="4" name="Slide Number Placeholder 3"/>
          <p:cNvSpPr>
            <a:spLocks noGrp="1"/>
          </p:cNvSpPr>
          <p:nvPr>
            <p:ph type="sldNum" sz="quarter" idx="5"/>
          </p:nvPr>
        </p:nvSpPr>
        <p:spPr/>
        <p:txBody>
          <a:bodyPr/>
          <a:lstStyle/>
          <a:p>
            <a:fld id="{DFA53654-600B-4302-80A0-D02B08D7C4DF}" type="slidenum">
              <a:t>52</a:t>
            </a:fld>
            <a:endParaRPr lang="en-US"/>
          </a:p>
        </p:txBody>
      </p:sp>
    </p:spTree>
    <p:extLst>
      <p:ext uri="{BB962C8B-B14F-4D97-AF65-F5344CB8AC3E}">
        <p14:creationId xmlns:p14="http://schemas.microsoft.com/office/powerpoint/2010/main" val="776355319"/>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B26 | Why not cache every answer and route everything to the cheapest model?
Question-led appendix answer | Audience: CIO / CTO / CFO | Not part of the spoken route; show only when asked.
ANSWER FIRST (one sentence), THEN THE STRONGEST EVIDENCE AND ITS LIMIT
A cheap answer that misses a critical fact is not a cheaper accepted outcome. Compare candidate routes on the same held-out cases, including abstentions, unsupported claims, review and latency. A cache needs a demonstrated equivalence contract: same permitted scope, relevant evidence and control versions, current authority and valid task. It must not leak one case or person's answer into another. Routing, caching and context trimming are proposed optimisations to evaluate, not deployed universal controls. Complete measurement must include legacy paths that currently discard usage.
ON-SLIDE COPY (slides.json, verbatim)
- Same permission, evidence version and task validity required
- Smallest model must clear held-out quality and latency thresholds
- Change one lever, compare, then keep or revert
VISUAL
One-lever experiment: baseline -&gt; routing OR context OR cache -&gt; quality/latency/cost check -&gt; retain/revert.
RETURN
Return to S18 (slide 21), AI economics. Question index = slide 27. In Slide Show type the number and press Enter.
A full backup explanation replaces detail on the main route; it does not add free time.
EVIDENCE AND CLAIM CLASSIFICATION
E19 | docs/reference/resources/ai-tokenomics.md; docs/capstone/pitch/tokenomics-pitch-brief.md | What Zava Forward Can Already Show; Gaps; Executive Questions; Numbers to Bring
   Classification: PR #433 merged 2026-10-23 baseline: public draft framing, repository observations and proposed requirements
   Supports: 6,884 tokens/five runs; partial metering; finite authority not money cap; accepted-proposal quality-floor unit; TCA and keep/revert comparison
   Limit: No dated price or human-accepted denominator, no cheaper/faster/payback claim. Public Tokenomics framing is draft, not an industry standard. No internal Microsoft material is included.
E04 | docs/ideas/typesafe-system-one-agent-fit.md | Observed Feasibility and Parallel Value Experiment, 2026-10-11; task suitability and serving limitations
   Classification: Dated research, feasibility observations and experiment proposals
   Supports: Decision 1 candidate scoring and screening distinct from rules and generation
   Limit: No general cheaper/faster, calibrated quality, Foundry tier availability or accepted-outcome saving claim.
E09 | docs/adrs/0002-pilot-readiness-architecture.md; src/agents/README.md; src/core/src/zava_forward/core/assistants.py | Five-assistant exercise runtime and finite operator authority; proposal capture/review and token handling
   Classification: Source controls and dated bounded operator observations
   Supports: Five current API assistants, SQL transactions, scoped evidence, inference outside locks, finite allowances, expired/disabled denial and unreviewed output
   Limit: Normal authority/scans off after bounded QA; token allowances are not currency caps or complete per-request/period budgets.
EVIDENCE GUARDRAILS FOR THIS SLIDE
- Finite call/token allowances and expiry are not a currency cap. Complete metering, monetary/task/period budgets and request/depth limits are proposed requirements, not observed controls.
</a:t>
            </a:r>
          </a:p>
        </p:txBody>
      </p:sp>
      <p:sp>
        <p:nvSpPr>
          <p:cNvPr id="4" name="Slide Number Placeholder 3"/>
          <p:cNvSpPr>
            <a:spLocks noGrp="1"/>
          </p:cNvSpPr>
          <p:nvPr>
            <p:ph type="sldNum" sz="quarter" idx="5"/>
          </p:nvPr>
        </p:nvSpPr>
        <p:spPr/>
        <p:txBody>
          <a:bodyPr/>
          <a:lstStyle/>
          <a:p>
            <a:fld id="{DFA53654-600B-4302-80A0-D02B08D7C4DF}" type="slidenum">
              <a:t>53</a:t>
            </a:fld>
            <a:endParaRPr lang="en-US"/>
          </a:p>
        </p:txBody>
      </p:sp>
    </p:spTree>
    <p:extLst>
      <p:ext uri="{BB962C8B-B14F-4D97-AF65-F5344CB8AC3E}">
        <p14:creationId xmlns:p14="http://schemas.microsoft.com/office/powerpoint/2010/main" val="525376364"/>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B27 | What stops chat and agent sprawl multiplying hidden calls?
Question-led appendix answer | Audience: CTO / CIO / panel | Not part of the spoken route; show only when asked.
ANSWER FIRST (one sentence), THEN THE STRONGEST EVIDENCE AND ITS LIMIT
The assistant design does not run an open-ended autonomous agent conversation. However, chat, memory, retries and additional model paths can multiply calls, so a finite authority allowance alone is not enough to describe cost per user request. The merged Tokenomics requirements call for complete per-call metering, request attribution, task/period monetary budgets and tested call/depth bounds with a workflow-only stop. AC-109 is the acceptance test that proves it in the pilot. No API gateway, semantic cache or hard currency stop should be drawn as implemented to satisfy this answer.
ON-SLIDE COPY (slides.json, verbatim)
- Deterministic state graph, not an open-ended agent loop
- Existing bounded authority expires and exhausts
- Per-request call/depth limits are proposed, Not run
VISUAL
One user request branching into a bounded call tree, all proposed request bounds marked dashed. Avoid presenting draft Big-T notation as an industry standard.
RETURN
Return to S18 (slide 21), AI economics. Question index = slide 27. In Slide Show type the number and press Enter.
A full backup explanation replaces detail on the main route; it does not add free time.
EVIDENCE AND CLAIM CLASSIFICATION
E19 | docs/reference/resources/ai-tokenomics.md; docs/capstone/pitch/tokenomics-pitch-brief.md | What Zava Forward Can Already Show; Gaps; Executive Questions; Numbers to Bring
   Classification: PR #433 merged 2026-10-23 baseline: public draft framing, repository observations and proposed requirements
   Supports: 6,884 tokens/five runs; partial metering; finite authority not money cap; accepted-proposal quality-floor unit; TCA and keep/revert comparison
   Limit: No dated price or human-accepted denominator, no cheaper/faster/payback claim. Public Tokenomics framing is draft, not an industry standard. No internal Microsoft material is included.
E09 | docs/adrs/0002-pilot-readiness-architecture.md; src/agents/README.md; src/core/src/zava_forward/core/assistants.py | Five-assistant exercise runtime and finite operator authority; proposal capture/review and token handling
   Classification: Source controls and dated bounded operator observations
   Supports: Five current API assistants, SQL transactions, scoped evidence, inference outside locks, finite allowances, expired/disabled denial and unreviewed output
   Limit: Normal authority/scans off after bounded QA; token allowances are not currency caps or complete per-request/period budgets.
EVIDENCE GUARDRAILS FOR THIS SLIDE
- Finite call/token allowances and expiry are not a currency cap. Complete metering, monetary/task/period budgets and request/depth limits are proposed requirements, not observed controls.
- Public Tokenomics community framing is draft - not an industry or Microsoft standard. No internal Microsoft material is used.</a:t>
            </a:r>
          </a:p>
        </p:txBody>
      </p:sp>
      <p:sp>
        <p:nvSpPr>
          <p:cNvPr id="4" name="Slide Number Placeholder 3"/>
          <p:cNvSpPr>
            <a:spLocks noGrp="1"/>
          </p:cNvSpPr>
          <p:nvPr>
            <p:ph type="sldNum" sz="quarter" idx="5"/>
          </p:nvPr>
        </p:nvSpPr>
        <p:spPr/>
        <p:txBody>
          <a:bodyPr/>
          <a:lstStyle/>
          <a:p>
            <a:fld id="{DFA53654-600B-4302-80A0-D02B08D7C4DF}" type="slidenum">
              <a:t>54</a:t>
            </a:fld>
            <a:endParaRPr lang="en-US"/>
          </a:p>
        </p:txBody>
      </p:sp>
    </p:spTree>
    <p:extLst>
      <p:ext uri="{BB962C8B-B14F-4D97-AF65-F5344CB8AC3E}">
        <p14:creationId xmlns:p14="http://schemas.microsoft.com/office/powerpoint/2010/main" val="1057352564"/>
      </p:ext>
    </p:extLst>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10/23/2026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Relationships xmlns="http://schemas.openxmlformats.org/package/2006/relationships"><Relationship Id="rId3" Type="http://schemas.openxmlformats.org/officeDocument/2006/relationships/image" Target="../media/image2.jpeg"/><Relationship Id="rId7"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4.png"/><Relationship Id="rId7"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3.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6.png"/><Relationship Id="rId4" Type="http://schemas.openxmlformats.org/officeDocument/2006/relationships/image" Target="../media/image11.png"/><Relationship Id="rId9" Type="http://schemas.openxmlformats.org/officeDocument/2006/relationships/image" Target="../media/image15.png"/></Relationships>
</file>

<file path=ppt/slides/_rels/slide5.xml.rels><?xml version="1.0" encoding="UTF-8"?><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9.png"/><Relationship Id="rId7"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9.png"/><Relationship Id="rId10" Type="http://schemas.openxmlformats.org/officeDocument/2006/relationships/image" Target="../media/image6.png"/><Relationship Id="rId4" Type="http://schemas.openxmlformats.org/officeDocument/2006/relationships/image" Target="../media/image18.png"/><Relationship Id="rId9" Type="http://schemas.openxmlformats.org/officeDocument/2006/relationships/image" Target="../media/image5.png"/></Relationships>
</file>

<file path=ppt/slides/_rels/slide9.xml.rels><?xml version="1.0" encoding="UTF-8"?><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22.png"/><Relationship Id="rId4" Type="http://schemas.openxmlformats.org/officeDocument/2006/relationships/image" Target="../media/image21.png"/></Relationships>
</file>

<file path=ppt/slides/_rels/slide10.xml.rels><?xml version="1.0" encoding="UTF-8"?><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23.png"/><Relationship Id="rId7" Type="http://schemas.openxmlformats.org/officeDocument/2006/relationships/image" Target="../media/image15.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0.png"/><Relationship Id="rId4" Type="http://schemas.openxmlformats.org/officeDocument/2006/relationships/image" Target="../media/image24.png"/><Relationship Id="rId9" Type="http://schemas.openxmlformats.org/officeDocument/2006/relationships/image" Target="../media/image12.png"/></Relationships>
</file>

<file path=ppt/slides/_rels/slide11.xml.rels><?xml version="1.0" encoding="UTF-8"?><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15.png"/><Relationship Id="rId4" Type="http://schemas.openxmlformats.org/officeDocument/2006/relationships/image" Target="../media/image20.png"/></Relationships>
</file>

<file path=ppt/slides/_rels/slide13.xml.rels><?xml version="1.0" encoding="UTF-8"?><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25.jpeg"/><Relationship Id="rId7" Type="http://schemas.openxmlformats.org/officeDocument/2006/relationships/image" Target="../media/image13.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6.png"/><Relationship Id="rId4" Type="http://schemas.openxmlformats.org/officeDocument/2006/relationships/image" Target="../media/image11.png"/><Relationship Id="rId9" Type="http://schemas.openxmlformats.org/officeDocument/2006/relationships/image" Target="../media/image12.png"/></Relationships>
</file>

<file path=ppt/slides/_rels/slide14.xml.rels><?xml version="1.0" encoding="UTF-8"?><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24.png"/><Relationship Id="rId18" Type="http://schemas.openxmlformats.org/officeDocument/2006/relationships/image" Target="../media/image23.png"/><Relationship Id="rId3" Type="http://schemas.openxmlformats.org/officeDocument/2006/relationships/image" Target="../media/image9.png"/><Relationship Id="rId7" Type="http://schemas.openxmlformats.org/officeDocument/2006/relationships/image" Target="../media/image18.png"/><Relationship Id="rId12" Type="http://schemas.openxmlformats.org/officeDocument/2006/relationships/image" Target="../media/image26.png"/><Relationship Id="rId17" Type="http://schemas.openxmlformats.org/officeDocument/2006/relationships/image" Target="../media/image6.png"/><Relationship Id="rId2" Type="http://schemas.openxmlformats.org/officeDocument/2006/relationships/notesSlide" Target="../notesSlides/notesSlide14.xml"/><Relationship Id="rId16" Type="http://schemas.openxmlformats.org/officeDocument/2006/relationships/image" Target="../media/image20.png"/><Relationship Id="rId1" Type="http://schemas.openxmlformats.org/officeDocument/2006/relationships/slideLayout" Target="../slideLayouts/slideLayout2.xml"/><Relationship Id="rId6" Type="http://schemas.openxmlformats.org/officeDocument/2006/relationships/image" Target="../media/image12.png"/><Relationship Id="rId11" Type="http://schemas.openxmlformats.org/officeDocument/2006/relationships/image" Target="../media/image15.png"/><Relationship Id="rId5" Type="http://schemas.openxmlformats.org/officeDocument/2006/relationships/image" Target="../media/image14.png"/><Relationship Id="rId15" Type="http://schemas.openxmlformats.org/officeDocument/2006/relationships/image" Target="../media/image21.png"/><Relationship Id="rId10" Type="http://schemas.openxmlformats.org/officeDocument/2006/relationships/image" Target="../media/image19.png"/><Relationship Id="rId4" Type="http://schemas.openxmlformats.org/officeDocument/2006/relationships/image" Target="../media/image4.png"/><Relationship Id="rId9" Type="http://schemas.openxmlformats.org/officeDocument/2006/relationships/image" Target="../media/image7.png"/><Relationship Id="rId14" Type="http://schemas.openxmlformats.org/officeDocument/2006/relationships/image" Target="../media/image5.png"/></Relationships>
</file>

<file path=ppt/slides/_rels/slide15.xml.rels><?xml version="1.0" encoding="UTF-8"?><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13.png"/><Relationship Id="rId4" Type="http://schemas.openxmlformats.org/officeDocument/2006/relationships/image" Target="../media/image23.png"/></Relationships>
</file>

<file path=ppt/slides/_rels/slide16.xml.rels><?xml version="1.0" encoding="UTF-8"?><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17.xml.rels><?xml version="1.0" encoding="UTF-8"?><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30.png"/><Relationship Id="rId4" Type="http://schemas.openxmlformats.org/officeDocument/2006/relationships/image" Target="../media/image29.png"/></Relationships>
</file>

<file path=ppt/slides/_rels/slide18.xml.rels><?xml version="1.0" encoding="UTF-8"?><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31.png"/><Relationship Id="rId7" Type="http://schemas.openxmlformats.org/officeDocument/2006/relationships/image" Target="../media/image32.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28.png"/><Relationship Id="rId9" Type="http://schemas.openxmlformats.org/officeDocument/2006/relationships/image" Target="../media/image27.png"/></Relationships>
</file>

<file path=ppt/slides/_rels/slide19.xml.rels><?xml version="1.0" encoding="UTF-8"?><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31.png"/><Relationship Id="rId7" Type="http://schemas.openxmlformats.org/officeDocument/2006/relationships/image" Target="../media/image32.pn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30.png"/><Relationship Id="rId5" Type="http://schemas.openxmlformats.org/officeDocument/2006/relationships/image" Target="../media/image29.png"/><Relationship Id="rId10" Type="http://schemas.openxmlformats.org/officeDocument/2006/relationships/image" Target="../media/image27.png"/><Relationship Id="rId4" Type="http://schemas.openxmlformats.org/officeDocument/2006/relationships/image" Target="../media/image28.png"/><Relationship Id="rId9" Type="http://schemas.openxmlformats.org/officeDocument/2006/relationships/image" Target="../media/image21.png"/></Relationships>
</file>

<file path=ppt/slides/_rels/slide20.xml.rels><?xml version="1.0" encoding="UTF-8"?><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34.jpeg"/><Relationship Id="rId4" Type="http://schemas.openxmlformats.org/officeDocument/2006/relationships/image" Target="../media/image15.png"/></Relationships>
</file>

<file path=ppt/slides/_rels/slide21.xml.rels><?xml version="1.0" encoding="UTF-8"?><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8.png"/></Relationships>
</file>

<file path=ppt/slides/_rels/slide22.xml.rels><?xml version="1.0" encoding="UTF-8"?><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18.png"/></Relationships>
</file>

<file path=ppt/slides/_rels/slide24.xml.rels><?xml version="1.0" encoding="UTF-8"?><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20.png"/><Relationship Id="rId4" Type="http://schemas.openxmlformats.org/officeDocument/2006/relationships/image" Target="../media/image16.png"/></Relationships>
</file>

<file path=ppt/slides/_rels/slide26.xml.rels><?xml version="1.0" encoding="UTF-8"?><Relationships xmlns="http://schemas.openxmlformats.org/package/2006/relationships"><Relationship Id="rId3" Type="http://schemas.openxmlformats.org/officeDocument/2006/relationships/image" Target="../media/image36.jpe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43.xml"/><Relationship Id="rId1" Type="http://schemas.openxmlformats.org/officeDocument/2006/relationships/slideLayout" Target="../slideLayouts/slideLayout2.xml"/><Relationship Id="rId5" Type="http://schemas.openxmlformats.org/officeDocument/2006/relationships/image" Target="../media/image33.png"/><Relationship Id="rId4" Type="http://schemas.openxmlformats.org/officeDocument/2006/relationships/image" Target="../media/image28.png"/></Relationships>
</file>

<file path=ppt/slides/_rels/slide44.xml.rels><?xml version="1.0" encoding="UTF-8"?><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46.xml"/><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47.xml.rels><?xml version="1.0" encoding="UTF-8"?><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52.xml"/><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53.xml.rels><?xml version="1.0" encoding="UTF-8"?><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73F35"/>
        </a:solidFill>
        <a:effectLst/>
      </p:bgPr>
    </p:bg>
    <p:spTree>
      <p:nvGrpSpPr>
        <p:cNvPr id="1" name=""/>
        <p:cNvGrpSpPr/>
        <p:nvPr/>
      </p:nvGrpSpPr>
      <p:grpSpPr>
        <a:xfrm>
          <a:off x="0" y="0"/>
          <a:ext cx="0" cy="0"/>
          <a:chOff x="0" y="0"/>
          <a:chExt cx="0" cy="0"/>
        </a:xfrm>
      </p:grpSpPr>
      <p:pic>
        <p:nvPicPr>
          <p:cNvPr id="26326" name="Cover picture" descr="Red-brick terraced houses on a hill at golden hour, mid-retrofit with scaffolding, wall insulation, a heat pump and new windows waiting, under a calm deep-green sky.">
            <a:extLst>
              <a:ext uri="{FF2B5EF4-FFF2-40B4-BE49-F238E27FC236}">
                <a16:creationId xmlns:a16="http://schemas.microsoft.com/office/drawing/2014/main" id="{D80FF530-FA60-ABE6-EC0F-31CBCB4C8753}"/>
              </a:ext>
            </a:extLst>
          </p:cNvPr>
          <p:cNvPicPr>
            <a:picLocks noChangeAspect="1"/>
          </p:cNvPicPr>
          <p:nvPr/>
        </p:nvPicPr>
        <p:blipFill>
          <a:blip r:embed="rId3"/>
          <a:stretch>
            <a:fillRect/>
          </a:stretch>
        </p:blipFill>
        <p:spPr>
          <a:xfrm>
            <a:off x="0" y="0"/>
            <a:ext cx="12192000" cy="6858000"/>
          </a:xfrm>
          <a:prstGeom prst="rect">
            <a:avLst/>
          </a:prstGeom>
        </p:spPr>
      </p:pic>
      <p:sp>
        <p:nvSpPr>
          <p:cNvPr id="55954" name="Scrim 001">
            <a:extLst>
              <a:ext uri="{FF2B5EF4-FFF2-40B4-BE49-F238E27FC236}">
                <a16:creationId xmlns:a16="http://schemas.microsoft.com/office/drawing/2014/main" id="{A1BC8B18-EE5C-20F4-418E-4265A14DFBC9}"/>
              </a:ext>
            </a:extLst>
          </p:cNvPr>
          <p:cNvSpPr/>
          <p:nvPr/>
        </p:nvSpPr>
        <p:spPr>
          <a:xfrm>
            <a:off x="0" y="0"/>
            <a:ext cx="11774493"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956" name="Scrim 002">
            <a:extLst>
              <a:ext uri="{FF2B5EF4-FFF2-40B4-BE49-F238E27FC236}">
                <a16:creationId xmlns:a16="http://schemas.microsoft.com/office/drawing/2014/main" id="{4C561B5B-DFF5-03C9-7255-DD871859EAB9}"/>
              </a:ext>
            </a:extLst>
          </p:cNvPr>
          <p:cNvSpPr/>
          <p:nvPr/>
        </p:nvSpPr>
        <p:spPr>
          <a:xfrm>
            <a:off x="0" y="0"/>
            <a:ext cx="11680215"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959" name="Scrim 003">
            <a:extLst>
              <a:ext uri="{FF2B5EF4-FFF2-40B4-BE49-F238E27FC236}">
                <a16:creationId xmlns:a16="http://schemas.microsoft.com/office/drawing/2014/main" id="{F983BFB4-E23D-EA19-5030-F5151DF498ED}"/>
              </a:ext>
            </a:extLst>
          </p:cNvPr>
          <p:cNvSpPr/>
          <p:nvPr/>
        </p:nvSpPr>
        <p:spPr>
          <a:xfrm>
            <a:off x="0" y="0"/>
            <a:ext cx="11614354"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963" name="Scrim 004">
            <a:extLst>
              <a:ext uri="{FF2B5EF4-FFF2-40B4-BE49-F238E27FC236}">
                <a16:creationId xmlns:a16="http://schemas.microsoft.com/office/drawing/2014/main" id="{39119CF4-B196-2191-8231-4F6F6578BAAA}"/>
              </a:ext>
            </a:extLst>
          </p:cNvPr>
          <p:cNvSpPr/>
          <p:nvPr/>
        </p:nvSpPr>
        <p:spPr>
          <a:xfrm>
            <a:off x="0" y="0"/>
            <a:ext cx="11560288"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968" name="Scrim 005">
            <a:extLst>
              <a:ext uri="{FF2B5EF4-FFF2-40B4-BE49-F238E27FC236}">
                <a16:creationId xmlns:a16="http://schemas.microsoft.com/office/drawing/2014/main" id="{90858C2C-9BB4-94A6-66D7-B288688BCDEA}"/>
              </a:ext>
            </a:extLst>
          </p:cNvPr>
          <p:cNvSpPr/>
          <p:nvPr/>
        </p:nvSpPr>
        <p:spPr>
          <a:xfrm>
            <a:off x="0" y="0"/>
            <a:ext cx="11513180"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974" name="Scrim 006">
            <a:extLst>
              <a:ext uri="{FF2B5EF4-FFF2-40B4-BE49-F238E27FC236}">
                <a16:creationId xmlns:a16="http://schemas.microsoft.com/office/drawing/2014/main" id="{2E014E56-7D88-0D9C-206C-E233C09A64B2}"/>
              </a:ext>
            </a:extLst>
          </p:cNvPr>
          <p:cNvSpPr/>
          <p:nvPr/>
        </p:nvSpPr>
        <p:spPr>
          <a:xfrm>
            <a:off x="0" y="0"/>
            <a:ext cx="11470812"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981" name="Scrim 007">
            <a:extLst>
              <a:ext uri="{FF2B5EF4-FFF2-40B4-BE49-F238E27FC236}">
                <a16:creationId xmlns:a16="http://schemas.microsoft.com/office/drawing/2014/main" id="{BBDF69E1-E4E2-D53B-2C26-0FD394118E6E}"/>
              </a:ext>
            </a:extLst>
          </p:cNvPr>
          <p:cNvSpPr/>
          <p:nvPr/>
        </p:nvSpPr>
        <p:spPr>
          <a:xfrm>
            <a:off x="0" y="0"/>
            <a:ext cx="11431947"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989" name="Scrim 008">
            <a:extLst>
              <a:ext uri="{FF2B5EF4-FFF2-40B4-BE49-F238E27FC236}">
                <a16:creationId xmlns:a16="http://schemas.microsoft.com/office/drawing/2014/main" id="{2C08E70D-07B3-2890-C87F-A52FB9013FA3}"/>
              </a:ext>
            </a:extLst>
          </p:cNvPr>
          <p:cNvSpPr/>
          <p:nvPr/>
        </p:nvSpPr>
        <p:spPr>
          <a:xfrm>
            <a:off x="0" y="0"/>
            <a:ext cx="11395809"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998" name="Scrim 009">
            <a:extLst>
              <a:ext uri="{FF2B5EF4-FFF2-40B4-BE49-F238E27FC236}">
                <a16:creationId xmlns:a16="http://schemas.microsoft.com/office/drawing/2014/main" id="{A6941C0E-5E43-5941-BF85-E5BE0AB83EBE}"/>
              </a:ext>
            </a:extLst>
          </p:cNvPr>
          <p:cNvSpPr/>
          <p:nvPr/>
        </p:nvSpPr>
        <p:spPr>
          <a:xfrm>
            <a:off x="0" y="0"/>
            <a:ext cx="11361876"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008" name="Scrim 010">
            <a:extLst>
              <a:ext uri="{FF2B5EF4-FFF2-40B4-BE49-F238E27FC236}">
                <a16:creationId xmlns:a16="http://schemas.microsoft.com/office/drawing/2014/main" id="{B04323A7-87C7-1C2A-ED34-FD2AA09D0341}"/>
              </a:ext>
            </a:extLst>
          </p:cNvPr>
          <p:cNvSpPr/>
          <p:nvPr/>
        </p:nvSpPr>
        <p:spPr>
          <a:xfrm>
            <a:off x="0" y="0"/>
            <a:ext cx="11329774"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019" name="Scrim 011">
            <a:extLst>
              <a:ext uri="{FF2B5EF4-FFF2-40B4-BE49-F238E27FC236}">
                <a16:creationId xmlns:a16="http://schemas.microsoft.com/office/drawing/2014/main" id="{5B450A23-43B3-20CF-E08F-411442CACE5C}"/>
              </a:ext>
            </a:extLst>
          </p:cNvPr>
          <p:cNvSpPr/>
          <p:nvPr/>
        </p:nvSpPr>
        <p:spPr>
          <a:xfrm>
            <a:off x="0" y="0"/>
            <a:ext cx="11299227"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031" name="Scrim 012">
            <a:extLst>
              <a:ext uri="{FF2B5EF4-FFF2-40B4-BE49-F238E27FC236}">
                <a16:creationId xmlns:a16="http://schemas.microsoft.com/office/drawing/2014/main" id="{79BE2372-426D-067A-A55B-056FB5D60C99}"/>
              </a:ext>
            </a:extLst>
          </p:cNvPr>
          <p:cNvSpPr/>
          <p:nvPr/>
        </p:nvSpPr>
        <p:spPr>
          <a:xfrm>
            <a:off x="0" y="0"/>
            <a:ext cx="11270020"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044" name="Scrim 013">
            <a:extLst>
              <a:ext uri="{FF2B5EF4-FFF2-40B4-BE49-F238E27FC236}">
                <a16:creationId xmlns:a16="http://schemas.microsoft.com/office/drawing/2014/main" id="{FD306246-9243-89D6-0208-2ECC66BBE739}"/>
              </a:ext>
            </a:extLst>
          </p:cNvPr>
          <p:cNvSpPr/>
          <p:nvPr/>
        </p:nvSpPr>
        <p:spPr>
          <a:xfrm>
            <a:off x="0" y="0"/>
            <a:ext cx="11241986"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058" name="Scrim 014">
            <a:extLst>
              <a:ext uri="{FF2B5EF4-FFF2-40B4-BE49-F238E27FC236}">
                <a16:creationId xmlns:a16="http://schemas.microsoft.com/office/drawing/2014/main" id="{C97D26C5-8E6D-4D7E-0FA6-B8F5AE461A6E}"/>
              </a:ext>
            </a:extLst>
          </p:cNvPr>
          <p:cNvSpPr/>
          <p:nvPr/>
        </p:nvSpPr>
        <p:spPr>
          <a:xfrm>
            <a:off x="0" y="0"/>
            <a:ext cx="11214990"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073" name="Scrim 015">
            <a:extLst>
              <a:ext uri="{FF2B5EF4-FFF2-40B4-BE49-F238E27FC236}">
                <a16:creationId xmlns:a16="http://schemas.microsoft.com/office/drawing/2014/main" id="{4ABBABB1-C700-2EBA-7D39-494DC09A51B7}"/>
              </a:ext>
            </a:extLst>
          </p:cNvPr>
          <p:cNvSpPr/>
          <p:nvPr/>
        </p:nvSpPr>
        <p:spPr>
          <a:xfrm>
            <a:off x="0" y="0"/>
            <a:ext cx="11188921"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089" name="Scrim 016">
            <a:extLst>
              <a:ext uri="{FF2B5EF4-FFF2-40B4-BE49-F238E27FC236}">
                <a16:creationId xmlns:a16="http://schemas.microsoft.com/office/drawing/2014/main" id="{6B00B373-DE4C-D8F9-14EB-0592670CA482}"/>
              </a:ext>
            </a:extLst>
          </p:cNvPr>
          <p:cNvSpPr/>
          <p:nvPr/>
        </p:nvSpPr>
        <p:spPr>
          <a:xfrm>
            <a:off x="0" y="0"/>
            <a:ext cx="11163687"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106" name="Scrim 017">
            <a:extLst>
              <a:ext uri="{FF2B5EF4-FFF2-40B4-BE49-F238E27FC236}">
                <a16:creationId xmlns:a16="http://schemas.microsoft.com/office/drawing/2014/main" id="{8507FA14-4D55-291E-C409-DC3132D32F65}"/>
              </a:ext>
            </a:extLst>
          </p:cNvPr>
          <p:cNvSpPr/>
          <p:nvPr/>
        </p:nvSpPr>
        <p:spPr>
          <a:xfrm>
            <a:off x="0" y="0"/>
            <a:ext cx="11139211"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124" name="Scrim 018">
            <a:extLst>
              <a:ext uri="{FF2B5EF4-FFF2-40B4-BE49-F238E27FC236}">
                <a16:creationId xmlns:a16="http://schemas.microsoft.com/office/drawing/2014/main" id="{E315E1E9-BB32-9DD5-DF03-93D2E7F3F30B}"/>
              </a:ext>
            </a:extLst>
          </p:cNvPr>
          <p:cNvSpPr/>
          <p:nvPr/>
        </p:nvSpPr>
        <p:spPr>
          <a:xfrm>
            <a:off x="0" y="0"/>
            <a:ext cx="11115427"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143" name="Scrim 019">
            <a:extLst>
              <a:ext uri="{FF2B5EF4-FFF2-40B4-BE49-F238E27FC236}">
                <a16:creationId xmlns:a16="http://schemas.microsoft.com/office/drawing/2014/main" id="{F7749BD9-95F3-23F1-9F69-0E2209EAE772}"/>
              </a:ext>
            </a:extLst>
          </p:cNvPr>
          <p:cNvSpPr/>
          <p:nvPr/>
        </p:nvSpPr>
        <p:spPr>
          <a:xfrm>
            <a:off x="0" y="0"/>
            <a:ext cx="11092277"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163" name="Scrim 020">
            <a:extLst>
              <a:ext uri="{FF2B5EF4-FFF2-40B4-BE49-F238E27FC236}">
                <a16:creationId xmlns:a16="http://schemas.microsoft.com/office/drawing/2014/main" id="{5E4FCC41-23F7-F1E5-3267-8062753C540A}"/>
              </a:ext>
            </a:extLst>
          </p:cNvPr>
          <p:cNvSpPr/>
          <p:nvPr/>
        </p:nvSpPr>
        <p:spPr>
          <a:xfrm>
            <a:off x="0" y="0"/>
            <a:ext cx="11069713"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184" name="Scrim 021">
            <a:extLst>
              <a:ext uri="{FF2B5EF4-FFF2-40B4-BE49-F238E27FC236}">
                <a16:creationId xmlns:a16="http://schemas.microsoft.com/office/drawing/2014/main" id="{8F833F3A-D9C9-6CBF-5E7F-E7E7E735E9C0}"/>
              </a:ext>
            </a:extLst>
          </p:cNvPr>
          <p:cNvSpPr/>
          <p:nvPr/>
        </p:nvSpPr>
        <p:spPr>
          <a:xfrm>
            <a:off x="0" y="0"/>
            <a:ext cx="11047690"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206" name="Scrim 022">
            <a:extLst>
              <a:ext uri="{FF2B5EF4-FFF2-40B4-BE49-F238E27FC236}">
                <a16:creationId xmlns:a16="http://schemas.microsoft.com/office/drawing/2014/main" id="{0374EE69-123A-2921-A421-003804BFD7CE}"/>
              </a:ext>
            </a:extLst>
          </p:cNvPr>
          <p:cNvSpPr/>
          <p:nvPr/>
        </p:nvSpPr>
        <p:spPr>
          <a:xfrm>
            <a:off x="0" y="0"/>
            <a:ext cx="11026172"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229" name="Scrim 023">
            <a:extLst>
              <a:ext uri="{FF2B5EF4-FFF2-40B4-BE49-F238E27FC236}">
                <a16:creationId xmlns:a16="http://schemas.microsoft.com/office/drawing/2014/main" id="{E73F8726-667E-29FF-76CE-10550E90D709}"/>
              </a:ext>
            </a:extLst>
          </p:cNvPr>
          <p:cNvSpPr/>
          <p:nvPr/>
        </p:nvSpPr>
        <p:spPr>
          <a:xfrm>
            <a:off x="0" y="0"/>
            <a:ext cx="11005123"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253" name="Scrim 024">
            <a:extLst>
              <a:ext uri="{FF2B5EF4-FFF2-40B4-BE49-F238E27FC236}">
                <a16:creationId xmlns:a16="http://schemas.microsoft.com/office/drawing/2014/main" id="{BE34B928-7B73-ED12-15B4-D0BD83E7B215}"/>
              </a:ext>
            </a:extLst>
          </p:cNvPr>
          <p:cNvSpPr/>
          <p:nvPr/>
        </p:nvSpPr>
        <p:spPr>
          <a:xfrm>
            <a:off x="0" y="0"/>
            <a:ext cx="10984514"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278" name="Scrim 025">
            <a:extLst>
              <a:ext uri="{FF2B5EF4-FFF2-40B4-BE49-F238E27FC236}">
                <a16:creationId xmlns:a16="http://schemas.microsoft.com/office/drawing/2014/main" id="{B6EF8099-AFA6-2CC7-FE2F-DBEB7BBD666D}"/>
              </a:ext>
            </a:extLst>
          </p:cNvPr>
          <p:cNvSpPr/>
          <p:nvPr/>
        </p:nvSpPr>
        <p:spPr>
          <a:xfrm>
            <a:off x="0" y="0"/>
            <a:ext cx="10964318"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304" name="Scrim 026">
            <a:extLst>
              <a:ext uri="{FF2B5EF4-FFF2-40B4-BE49-F238E27FC236}">
                <a16:creationId xmlns:a16="http://schemas.microsoft.com/office/drawing/2014/main" id="{052A9ACC-ABF9-7A83-E9D7-77D4C20E4514}"/>
              </a:ext>
            </a:extLst>
          </p:cNvPr>
          <p:cNvSpPr/>
          <p:nvPr/>
        </p:nvSpPr>
        <p:spPr>
          <a:xfrm>
            <a:off x="0" y="0"/>
            <a:ext cx="10944510"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331" name="Scrim 027">
            <a:extLst>
              <a:ext uri="{FF2B5EF4-FFF2-40B4-BE49-F238E27FC236}">
                <a16:creationId xmlns:a16="http://schemas.microsoft.com/office/drawing/2014/main" id="{15670FB3-0448-30B4-0FAD-F1CEE1D79212}"/>
              </a:ext>
            </a:extLst>
          </p:cNvPr>
          <p:cNvSpPr/>
          <p:nvPr/>
        </p:nvSpPr>
        <p:spPr>
          <a:xfrm>
            <a:off x="0" y="0"/>
            <a:ext cx="10925068"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359" name="Scrim 028">
            <a:extLst>
              <a:ext uri="{FF2B5EF4-FFF2-40B4-BE49-F238E27FC236}">
                <a16:creationId xmlns:a16="http://schemas.microsoft.com/office/drawing/2014/main" id="{FAEB47CE-93CE-6FB2-E914-3B0BF2B1E8F3}"/>
              </a:ext>
            </a:extLst>
          </p:cNvPr>
          <p:cNvSpPr/>
          <p:nvPr/>
        </p:nvSpPr>
        <p:spPr>
          <a:xfrm>
            <a:off x="0" y="0"/>
            <a:ext cx="10905973"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388" name="Scrim 029">
            <a:extLst>
              <a:ext uri="{FF2B5EF4-FFF2-40B4-BE49-F238E27FC236}">
                <a16:creationId xmlns:a16="http://schemas.microsoft.com/office/drawing/2014/main" id="{225B0B36-D83D-E193-A55A-AADFE3AD3CF6}"/>
              </a:ext>
            </a:extLst>
          </p:cNvPr>
          <p:cNvSpPr/>
          <p:nvPr/>
        </p:nvSpPr>
        <p:spPr>
          <a:xfrm>
            <a:off x="0" y="0"/>
            <a:ext cx="10887205"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418" name="Scrim 030">
            <a:extLst>
              <a:ext uri="{FF2B5EF4-FFF2-40B4-BE49-F238E27FC236}">
                <a16:creationId xmlns:a16="http://schemas.microsoft.com/office/drawing/2014/main" id="{7E0341DF-0D7A-E834-9DD8-13A11458109B}"/>
              </a:ext>
            </a:extLst>
          </p:cNvPr>
          <p:cNvSpPr/>
          <p:nvPr/>
        </p:nvSpPr>
        <p:spPr>
          <a:xfrm>
            <a:off x="0" y="0"/>
            <a:ext cx="10868748"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449" name="Scrim 031">
            <a:extLst>
              <a:ext uri="{FF2B5EF4-FFF2-40B4-BE49-F238E27FC236}">
                <a16:creationId xmlns:a16="http://schemas.microsoft.com/office/drawing/2014/main" id="{592CEC7C-1C81-958C-6FEF-A0DB5D322D95}"/>
              </a:ext>
            </a:extLst>
          </p:cNvPr>
          <p:cNvSpPr/>
          <p:nvPr/>
        </p:nvSpPr>
        <p:spPr>
          <a:xfrm>
            <a:off x="0" y="0"/>
            <a:ext cx="10850587"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481" name="Scrim 032">
            <a:extLst>
              <a:ext uri="{FF2B5EF4-FFF2-40B4-BE49-F238E27FC236}">
                <a16:creationId xmlns:a16="http://schemas.microsoft.com/office/drawing/2014/main" id="{68F32E95-A772-96AC-8691-E4628CAB79A0}"/>
              </a:ext>
            </a:extLst>
          </p:cNvPr>
          <p:cNvSpPr/>
          <p:nvPr/>
        </p:nvSpPr>
        <p:spPr>
          <a:xfrm>
            <a:off x="0" y="0"/>
            <a:ext cx="10832706"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514" name="Scrim 033">
            <a:extLst>
              <a:ext uri="{FF2B5EF4-FFF2-40B4-BE49-F238E27FC236}">
                <a16:creationId xmlns:a16="http://schemas.microsoft.com/office/drawing/2014/main" id="{4A7ABD32-D3EA-303C-7122-A3A62278D4B2}"/>
              </a:ext>
            </a:extLst>
          </p:cNvPr>
          <p:cNvSpPr/>
          <p:nvPr/>
        </p:nvSpPr>
        <p:spPr>
          <a:xfrm>
            <a:off x="0" y="0"/>
            <a:ext cx="10815094"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548" name="Scrim 034">
            <a:extLst>
              <a:ext uri="{FF2B5EF4-FFF2-40B4-BE49-F238E27FC236}">
                <a16:creationId xmlns:a16="http://schemas.microsoft.com/office/drawing/2014/main" id="{7585C500-C22F-2C65-05C0-9C2D0E269AAF}"/>
              </a:ext>
            </a:extLst>
          </p:cNvPr>
          <p:cNvSpPr/>
          <p:nvPr/>
        </p:nvSpPr>
        <p:spPr>
          <a:xfrm>
            <a:off x="0" y="0"/>
            <a:ext cx="10797737"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583" name="Scrim 035">
            <a:extLst>
              <a:ext uri="{FF2B5EF4-FFF2-40B4-BE49-F238E27FC236}">
                <a16:creationId xmlns:a16="http://schemas.microsoft.com/office/drawing/2014/main" id="{6D1C6EE0-F174-28FF-6825-DE1D178386ED}"/>
              </a:ext>
            </a:extLst>
          </p:cNvPr>
          <p:cNvSpPr/>
          <p:nvPr/>
        </p:nvSpPr>
        <p:spPr>
          <a:xfrm>
            <a:off x="0" y="0"/>
            <a:ext cx="10780625"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619" name="Scrim 036">
            <a:extLst>
              <a:ext uri="{FF2B5EF4-FFF2-40B4-BE49-F238E27FC236}">
                <a16:creationId xmlns:a16="http://schemas.microsoft.com/office/drawing/2014/main" id="{66DBD649-905A-D48E-9692-7C8C86045FCB}"/>
              </a:ext>
            </a:extLst>
          </p:cNvPr>
          <p:cNvSpPr/>
          <p:nvPr/>
        </p:nvSpPr>
        <p:spPr>
          <a:xfrm>
            <a:off x="0" y="0"/>
            <a:ext cx="10763747"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656" name="Scrim 037">
            <a:extLst>
              <a:ext uri="{FF2B5EF4-FFF2-40B4-BE49-F238E27FC236}">
                <a16:creationId xmlns:a16="http://schemas.microsoft.com/office/drawing/2014/main" id="{18108AE6-D397-6956-E0BC-F38DC2CD8134}"/>
              </a:ext>
            </a:extLst>
          </p:cNvPr>
          <p:cNvSpPr/>
          <p:nvPr/>
        </p:nvSpPr>
        <p:spPr>
          <a:xfrm>
            <a:off x="0" y="0"/>
            <a:ext cx="10747092"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694" name="Scrim 038">
            <a:extLst>
              <a:ext uri="{FF2B5EF4-FFF2-40B4-BE49-F238E27FC236}">
                <a16:creationId xmlns:a16="http://schemas.microsoft.com/office/drawing/2014/main" id="{DE136E96-A1C4-186A-1D2A-8615B2326D22}"/>
              </a:ext>
            </a:extLst>
          </p:cNvPr>
          <p:cNvSpPr/>
          <p:nvPr/>
        </p:nvSpPr>
        <p:spPr>
          <a:xfrm>
            <a:off x="0" y="0"/>
            <a:ext cx="10730652"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733" name="Scrim 039">
            <a:extLst>
              <a:ext uri="{FF2B5EF4-FFF2-40B4-BE49-F238E27FC236}">
                <a16:creationId xmlns:a16="http://schemas.microsoft.com/office/drawing/2014/main" id="{E229FB77-4FD5-9E10-3E30-306BA360B726}"/>
              </a:ext>
            </a:extLst>
          </p:cNvPr>
          <p:cNvSpPr/>
          <p:nvPr/>
        </p:nvSpPr>
        <p:spPr>
          <a:xfrm>
            <a:off x="0" y="0"/>
            <a:ext cx="10714418"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773" name="Scrim 040">
            <a:extLst>
              <a:ext uri="{FF2B5EF4-FFF2-40B4-BE49-F238E27FC236}">
                <a16:creationId xmlns:a16="http://schemas.microsoft.com/office/drawing/2014/main" id="{20893AFC-86AE-E5E0-C9FD-FC040C7ED326}"/>
              </a:ext>
            </a:extLst>
          </p:cNvPr>
          <p:cNvSpPr/>
          <p:nvPr/>
        </p:nvSpPr>
        <p:spPr>
          <a:xfrm>
            <a:off x="0" y="0"/>
            <a:ext cx="10698382"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814" name="Scrim 041">
            <a:extLst>
              <a:ext uri="{FF2B5EF4-FFF2-40B4-BE49-F238E27FC236}">
                <a16:creationId xmlns:a16="http://schemas.microsoft.com/office/drawing/2014/main" id="{80FF7ACA-46AE-BDD7-A7FA-E7BB1633E709}"/>
              </a:ext>
            </a:extLst>
          </p:cNvPr>
          <p:cNvSpPr/>
          <p:nvPr/>
        </p:nvSpPr>
        <p:spPr>
          <a:xfrm>
            <a:off x="0" y="0"/>
            <a:ext cx="10682536"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856" name="Scrim 042">
            <a:extLst>
              <a:ext uri="{FF2B5EF4-FFF2-40B4-BE49-F238E27FC236}">
                <a16:creationId xmlns:a16="http://schemas.microsoft.com/office/drawing/2014/main" id="{BB609B28-5DB4-5AE4-C931-C48DD44AF955}"/>
              </a:ext>
            </a:extLst>
          </p:cNvPr>
          <p:cNvSpPr/>
          <p:nvPr/>
        </p:nvSpPr>
        <p:spPr>
          <a:xfrm>
            <a:off x="0" y="0"/>
            <a:ext cx="10666872"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899" name="Scrim 043">
            <a:extLst>
              <a:ext uri="{FF2B5EF4-FFF2-40B4-BE49-F238E27FC236}">
                <a16:creationId xmlns:a16="http://schemas.microsoft.com/office/drawing/2014/main" id="{6EDE8DF8-D6C0-93DE-C8A3-04F3E1BFE430}"/>
              </a:ext>
            </a:extLst>
          </p:cNvPr>
          <p:cNvSpPr/>
          <p:nvPr/>
        </p:nvSpPr>
        <p:spPr>
          <a:xfrm>
            <a:off x="0" y="0"/>
            <a:ext cx="10651384"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943" name="Scrim 044">
            <a:extLst>
              <a:ext uri="{FF2B5EF4-FFF2-40B4-BE49-F238E27FC236}">
                <a16:creationId xmlns:a16="http://schemas.microsoft.com/office/drawing/2014/main" id="{687DF1E3-740B-28AA-826B-44D5B4BFC019}"/>
              </a:ext>
            </a:extLst>
          </p:cNvPr>
          <p:cNvSpPr/>
          <p:nvPr/>
        </p:nvSpPr>
        <p:spPr>
          <a:xfrm>
            <a:off x="0" y="0"/>
            <a:ext cx="10636066"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988" name="Scrim 045">
            <a:extLst>
              <a:ext uri="{FF2B5EF4-FFF2-40B4-BE49-F238E27FC236}">
                <a16:creationId xmlns:a16="http://schemas.microsoft.com/office/drawing/2014/main" id="{A8F1BD6F-26AA-E51D-F904-1ABD027B29CF}"/>
              </a:ext>
            </a:extLst>
          </p:cNvPr>
          <p:cNvSpPr/>
          <p:nvPr/>
        </p:nvSpPr>
        <p:spPr>
          <a:xfrm>
            <a:off x="0" y="0"/>
            <a:ext cx="10613373"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034" name="Scrim 046">
            <a:extLst>
              <a:ext uri="{FF2B5EF4-FFF2-40B4-BE49-F238E27FC236}">
                <a16:creationId xmlns:a16="http://schemas.microsoft.com/office/drawing/2014/main" id="{46BD9FC9-DB4E-E950-3E0D-B8FE5D1AC215}"/>
              </a:ext>
            </a:extLst>
          </p:cNvPr>
          <p:cNvSpPr/>
          <p:nvPr/>
        </p:nvSpPr>
        <p:spPr>
          <a:xfrm>
            <a:off x="0" y="0"/>
            <a:ext cx="10583529"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081" name="Scrim 047">
            <a:extLst>
              <a:ext uri="{FF2B5EF4-FFF2-40B4-BE49-F238E27FC236}">
                <a16:creationId xmlns:a16="http://schemas.microsoft.com/office/drawing/2014/main" id="{15DFCBB9-B8A8-2242-C221-D1D7924FEBC6}"/>
              </a:ext>
            </a:extLst>
          </p:cNvPr>
          <p:cNvSpPr/>
          <p:nvPr/>
        </p:nvSpPr>
        <p:spPr>
          <a:xfrm>
            <a:off x="0" y="0"/>
            <a:ext cx="10554266"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129" name="Scrim 048">
            <a:extLst>
              <a:ext uri="{FF2B5EF4-FFF2-40B4-BE49-F238E27FC236}">
                <a16:creationId xmlns:a16="http://schemas.microsoft.com/office/drawing/2014/main" id="{78244BE8-5C8B-1F28-8B1A-6D05251B598B}"/>
              </a:ext>
            </a:extLst>
          </p:cNvPr>
          <p:cNvSpPr/>
          <p:nvPr/>
        </p:nvSpPr>
        <p:spPr>
          <a:xfrm>
            <a:off x="0" y="0"/>
            <a:ext cx="10525543"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178" name="Scrim 049">
            <a:extLst>
              <a:ext uri="{FF2B5EF4-FFF2-40B4-BE49-F238E27FC236}">
                <a16:creationId xmlns:a16="http://schemas.microsoft.com/office/drawing/2014/main" id="{56963D04-CD6A-99FA-9DD5-DD6A7C2EE75A}"/>
              </a:ext>
            </a:extLst>
          </p:cNvPr>
          <p:cNvSpPr/>
          <p:nvPr/>
        </p:nvSpPr>
        <p:spPr>
          <a:xfrm>
            <a:off x="0" y="0"/>
            <a:ext cx="10497323"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228" name="Scrim 050">
            <a:extLst>
              <a:ext uri="{FF2B5EF4-FFF2-40B4-BE49-F238E27FC236}">
                <a16:creationId xmlns:a16="http://schemas.microsoft.com/office/drawing/2014/main" id="{A413578D-26D1-6441-726B-FFBF18C3B8A9}"/>
              </a:ext>
            </a:extLst>
          </p:cNvPr>
          <p:cNvSpPr/>
          <p:nvPr/>
        </p:nvSpPr>
        <p:spPr>
          <a:xfrm>
            <a:off x="0" y="0"/>
            <a:ext cx="10469574"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279" name="Scrim 051">
            <a:extLst>
              <a:ext uri="{FF2B5EF4-FFF2-40B4-BE49-F238E27FC236}">
                <a16:creationId xmlns:a16="http://schemas.microsoft.com/office/drawing/2014/main" id="{D02DA5C3-B5FC-8C4F-40E7-3C583A10695E}"/>
              </a:ext>
            </a:extLst>
          </p:cNvPr>
          <p:cNvSpPr/>
          <p:nvPr/>
        </p:nvSpPr>
        <p:spPr>
          <a:xfrm>
            <a:off x="0" y="0"/>
            <a:ext cx="10442262"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331" name="Scrim 052">
            <a:extLst>
              <a:ext uri="{FF2B5EF4-FFF2-40B4-BE49-F238E27FC236}">
                <a16:creationId xmlns:a16="http://schemas.microsoft.com/office/drawing/2014/main" id="{D6F2437B-2638-51E0-5EA7-84927283EA5D}"/>
              </a:ext>
            </a:extLst>
          </p:cNvPr>
          <p:cNvSpPr/>
          <p:nvPr/>
        </p:nvSpPr>
        <p:spPr>
          <a:xfrm>
            <a:off x="0" y="0"/>
            <a:ext cx="10415359"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384" name="Scrim 053">
            <a:extLst>
              <a:ext uri="{FF2B5EF4-FFF2-40B4-BE49-F238E27FC236}">
                <a16:creationId xmlns:a16="http://schemas.microsoft.com/office/drawing/2014/main" id="{D3347D68-3346-70D5-7B1A-530E82029D4E}"/>
              </a:ext>
            </a:extLst>
          </p:cNvPr>
          <p:cNvSpPr/>
          <p:nvPr/>
        </p:nvSpPr>
        <p:spPr>
          <a:xfrm>
            <a:off x="0" y="0"/>
            <a:ext cx="10388837"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438" name="Scrim 054">
            <a:extLst>
              <a:ext uri="{FF2B5EF4-FFF2-40B4-BE49-F238E27FC236}">
                <a16:creationId xmlns:a16="http://schemas.microsoft.com/office/drawing/2014/main" id="{9BC49D93-35BA-A3BD-9722-8BFFB583B3B7}"/>
              </a:ext>
            </a:extLst>
          </p:cNvPr>
          <p:cNvSpPr/>
          <p:nvPr/>
        </p:nvSpPr>
        <p:spPr>
          <a:xfrm>
            <a:off x="0" y="0"/>
            <a:ext cx="10362668"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493" name="Scrim 055">
            <a:extLst>
              <a:ext uri="{FF2B5EF4-FFF2-40B4-BE49-F238E27FC236}">
                <a16:creationId xmlns:a16="http://schemas.microsoft.com/office/drawing/2014/main" id="{C2C2448A-2131-FC89-AECA-D2A15C7FD84F}"/>
              </a:ext>
            </a:extLst>
          </p:cNvPr>
          <p:cNvSpPr/>
          <p:nvPr/>
        </p:nvSpPr>
        <p:spPr>
          <a:xfrm>
            <a:off x="0" y="0"/>
            <a:ext cx="10336829"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549" name="Scrim 056">
            <a:extLst>
              <a:ext uri="{FF2B5EF4-FFF2-40B4-BE49-F238E27FC236}">
                <a16:creationId xmlns:a16="http://schemas.microsoft.com/office/drawing/2014/main" id="{08E81D59-3A42-3E53-8D80-9A0C412242E1}"/>
              </a:ext>
            </a:extLst>
          </p:cNvPr>
          <p:cNvSpPr/>
          <p:nvPr/>
        </p:nvSpPr>
        <p:spPr>
          <a:xfrm>
            <a:off x="0" y="0"/>
            <a:ext cx="10311294"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606" name="Scrim 057">
            <a:extLst>
              <a:ext uri="{FF2B5EF4-FFF2-40B4-BE49-F238E27FC236}">
                <a16:creationId xmlns:a16="http://schemas.microsoft.com/office/drawing/2014/main" id="{F1813532-AD60-4494-5FEC-F1C8656C3BB0}"/>
              </a:ext>
            </a:extLst>
          </p:cNvPr>
          <p:cNvSpPr/>
          <p:nvPr/>
        </p:nvSpPr>
        <p:spPr>
          <a:xfrm>
            <a:off x="0" y="0"/>
            <a:ext cx="10286041"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664" name="Scrim 058">
            <a:extLst>
              <a:ext uri="{FF2B5EF4-FFF2-40B4-BE49-F238E27FC236}">
                <a16:creationId xmlns:a16="http://schemas.microsoft.com/office/drawing/2014/main" id="{BE20E41A-F85D-E91C-7488-FD03A10E41B8}"/>
              </a:ext>
            </a:extLst>
          </p:cNvPr>
          <p:cNvSpPr/>
          <p:nvPr/>
        </p:nvSpPr>
        <p:spPr>
          <a:xfrm>
            <a:off x="0" y="0"/>
            <a:ext cx="10261046"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723" name="Scrim 059">
            <a:extLst>
              <a:ext uri="{FF2B5EF4-FFF2-40B4-BE49-F238E27FC236}">
                <a16:creationId xmlns:a16="http://schemas.microsoft.com/office/drawing/2014/main" id="{04FA20DF-60B4-9CE0-0C29-3F1B6E27F415}"/>
              </a:ext>
            </a:extLst>
          </p:cNvPr>
          <p:cNvSpPr/>
          <p:nvPr/>
        </p:nvSpPr>
        <p:spPr>
          <a:xfrm>
            <a:off x="0" y="0"/>
            <a:ext cx="10236288"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783" name="Scrim 060">
            <a:extLst>
              <a:ext uri="{FF2B5EF4-FFF2-40B4-BE49-F238E27FC236}">
                <a16:creationId xmlns:a16="http://schemas.microsoft.com/office/drawing/2014/main" id="{B8E89A23-CA00-C013-E88D-666EC7B708DA}"/>
              </a:ext>
            </a:extLst>
          </p:cNvPr>
          <p:cNvSpPr/>
          <p:nvPr/>
        </p:nvSpPr>
        <p:spPr>
          <a:xfrm>
            <a:off x="0" y="0"/>
            <a:ext cx="10211744"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844" name="Scrim 061">
            <a:extLst>
              <a:ext uri="{FF2B5EF4-FFF2-40B4-BE49-F238E27FC236}">
                <a16:creationId xmlns:a16="http://schemas.microsoft.com/office/drawing/2014/main" id="{B9B394D7-E0F8-5084-7777-30821C557A2B}"/>
              </a:ext>
            </a:extLst>
          </p:cNvPr>
          <p:cNvSpPr/>
          <p:nvPr/>
        </p:nvSpPr>
        <p:spPr>
          <a:xfrm>
            <a:off x="0" y="0"/>
            <a:ext cx="10187392"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906" name="Scrim 062">
            <a:extLst>
              <a:ext uri="{FF2B5EF4-FFF2-40B4-BE49-F238E27FC236}">
                <a16:creationId xmlns:a16="http://schemas.microsoft.com/office/drawing/2014/main" id="{6129625F-DDA6-6F2F-06A5-B2A4E2057C36}"/>
              </a:ext>
            </a:extLst>
          </p:cNvPr>
          <p:cNvSpPr/>
          <p:nvPr/>
        </p:nvSpPr>
        <p:spPr>
          <a:xfrm>
            <a:off x="0" y="0"/>
            <a:ext cx="10163211"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969" name="Scrim 063">
            <a:extLst>
              <a:ext uri="{FF2B5EF4-FFF2-40B4-BE49-F238E27FC236}">
                <a16:creationId xmlns:a16="http://schemas.microsoft.com/office/drawing/2014/main" id="{8EE0C825-6B20-8F06-B160-CFEBB9E8DD46}"/>
              </a:ext>
            </a:extLst>
          </p:cNvPr>
          <p:cNvSpPr/>
          <p:nvPr/>
        </p:nvSpPr>
        <p:spPr>
          <a:xfrm>
            <a:off x="0" y="0"/>
            <a:ext cx="10139178"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033" name="Scrim 064">
            <a:extLst>
              <a:ext uri="{FF2B5EF4-FFF2-40B4-BE49-F238E27FC236}">
                <a16:creationId xmlns:a16="http://schemas.microsoft.com/office/drawing/2014/main" id="{755F0A1C-FE89-54C6-70DF-DCAC2DA4CEE7}"/>
              </a:ext>
            </a:extLst>
          </p:cNvPr>
          <p:cNvSpPr/>
          <p:nvPr/>
        </p:nvSpPr>
        <p:spPr>
          <a:xfrm>
            <a:off x="0" y="0"/>
            <a:ext cx="10115271"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098" name="Scrim 065">
            <a:extLst>
              <a:ext uri="{FF2B5EF4-FFF2-40B4-BE49-F238E27FC236}">
                <a16:creationId xmlns:a16="http://schemas.microsoft.com/office/drawing/2014/main" id="{8CA2DE57-A57D-7DCC-DD15-FB5218ACDE5E}"/>
              </a:ext>
            </a:extLst>
          </p:cNvPr>
          <p:cNvSpPr/>
          <p:nvPr/>
        </p:nvSpPr>
        <p:spPr>
          <a:xfrm>
            <a:off x="0" y="0"/>
            <a:ext cx="10091466"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164" name="Scrim 066">
            <a:extLst>
              <a:ext uri="{FF2B5EF4-FFF2-40B4-BE49-F238E27FC236}">
                <a16:creationId xmlns:a16="http://schemas.microsoft.com/office/drawing/2014/main" id="{B3625836-3BF7-2431-A22E-00D37C985FF5}"/>
              </a:ext>
            </a:extLst>
          </p:cNvPr>
          <p:cNvSpPr/>
          <p:nvPr/>
        </p:nvSpPr>
        <p:spPr>
          <a:xfrm>
            <a:off x="0" y="0"/>
            <a:ext cx="10067741"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231" name="Scrim 067">
            <a:extLst>
              <a:ext uri="{FF2B5EF4-FFF2-40B4-BE49-F238E27FC236}">
                <a16:creationId xmlns:a16="http://schemas.microsoft.com/office/drawing/2014/main" id="{8C7D54F9-CB6F-411E-33F4-A6C2F04009FF}"/>
              </a:ext>
            </a:extLst>
          </p:cNvPr>
          <p:cNvSpPr/>
          <p:nvPr/>
        </p:nvSpPr>
        <p:spPr>
          <a:xfrm>
            <a:off x="0" y="0"/>
            <a:ext cx="10044069"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299" name="Scrim 068">
            <a:extLst>
              <a:ext uri="{FF2B5EF4-FFF2-40B4-BE49-F238E27FC236}">
                <a16:creationId xmlns:a16="http://schemas.microsoft.com/office/drawing/2014/main" id="{DD01264A-330A-6C55-B15B-CA82D8C06EB0}"/>
              </a:ext>
            </a:extLst>
          </p:cNvPr>
          <p:cNvSpPr/>
          <p:nvPr/>
        </p:nvSpPr>
        <p:spPr>
          <a:xfrm>
            <a:off x="0" y="0"/>
            <a:ext cx="10020425"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368" name="Scrim 069">
            <a:extLst>
              <a:ext uri="{FF2B5EF4-FFF2-40B4-BE49-F238E27FC236}">
                <a16:creationId xmlns:a16="http://schemas.microsoft.com/office/drawing/2014/main" id="{BE8B9D40-D479-AAB8-D33F-830CA34B7ECF}"/>
              </a:ext>
            </a:extLst>
          </p:cNvPr>
          <p:cNvSpPr/>
          <p:nvPr/>
        </p:nvSpPr>
        <p:spPr>
          <a:xfrm>
            <a:off x="0" y="0"/>
            <a:ext cx="9996779"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438" name="Scrim 070">
            <a:extLst>
              <a:ext uri="{FF2B5EF4-FFF2-40B4-BE49-F238E27FC236}">
                <a16:creationId xmlns:a16="http://schemas.microsoft.com/office/drawing/2014/main" id="{B8C3DDBE-008E-4CD2-A6C0-300AA7C61CBE}"/>
              </a:ext>
            </a:extLst>
          </p:cNvPr>
          <p:cNvSpPr/>
          <p:nvPr/>
        </p:nvSpPr>
        <p:spPr>
          <a:xfrm>
            <a:off x="0" y="0"/>
            <a:ext cx="9973102"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509" name="Scrim 071">
            <a:extLst>
              <a:ext uri="{FF2B5EF4-FFF2-40B4-BE49-F238E27FC236}">
                <a16:creationId xmlns:a16="http://schemas.microsoft.com/office/drawing/2014/main" id="{0C5F958E-0683-2D04-8ED9-5D2D0321F839}"/>
              </a:ext>
            </a:extLst>
          </p:cNvPr>
          <p:cNvSpPr/>
          <p:nvPr/>
        </p:nvSpPr>
        <p:spPr>
          <a:xfrm>
            <a:off x="0" y="0"/>
            <a:ext cx="9943396"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581" name="Scrim 072">
            <a:extLst>
              <a:ext uri="{FF2B5EF4-FFF2-40B4-BE49-F238E27FC236}">
                <a16:creationId xmlns:a16="http://schemas.microsoft.com/office/drawing/2014/main" id="{01E4C846-3094-C7D1-A03B-2211EB198207}"/>
              </a:ext>
            </a:extLst>
          </p:cNvPr>
          <p:cNvSpPr/>
          <p:nvPr/>
        </p:nvSpPr>
        <p:spPr>
          <a:xfrm>
            <a:off x="0" y="0"/>
            <a:ext cx="9907346"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654" name="Scrim 073">
            <a:extLst>
              <a:ext uri="{FF2B5EF4-FFF2-40B4-BE49-F238E27FC236}">
                <a16:creationId xmlns:a16="http://schemas.microsoft.com/office/drawing/2014/main" id="{AA67EA36-BCA3-7D21-CCAA-401260824DB3}"/>
              </a:ext>
            </a:extLst>
          </p:cNvPr>
          <p:cNvSpPr/>
          <p:nvPr/>
        </p:nvSpPr>
        <p:spPr>
          <a:xfrm>
            <a:off x="0" y="0"/>
            <a:ext cx="9870895"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728" name="Scrim 074">
            <a:extLst>
              <a:ext uri="{FF2B5EF4-FFF2-40B4-BE49-F238E27FC236}">
                <a16:creationId xmlns:a16="http://schemas.microsoft.com/office/drawing/2014/main" id="{CF96F220-04AE-AE84-3012-5CE5B7343BAF}"/>
              </a:ext>
            </a:extLst>
          </p:cNvPr>
          <p:cNvSpPr/>
          <p:nvPr/>
        </p:nvSpPr>
        <p:spPr>
          <a:xfrm>
            <a:off x="0" y="0"/>
            <a:ext cx="9833862"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803" name="Scrim 075">
            <a:extLst>
              <a:ext uri="{FF2B5EF4-FFF2-40B4-BE49-F238E27FC236}">
                <a16:creationId xmlns:a16="http://schemas.microsoft.com/office/drawing/2014/main" id="{5D939902-EB9C-DDD1-19F1-CCF12F44D66A}"/>
              </a:ext>
            </a:extLst>
          </p:cNvPr>
          <p:cNvSpPr/>
          <p:nvPr/>
        </p:nvSpPr>
        <p:spPr>
          <a:xfrm>
            <a:off x="0" y="0"/>
            <a:ext cx="9796020"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879" name="Scrim 076">
            <a:extLst>
              <a:ext uri="{FF2B5EF4-FFF2-40B4-BE49-F238E27FC236}">
                <a16:creationId xmlns:a16="http://schemas.microsoft.com/office/drawing/2014/main" id="{7CD9A7C8-97E8-C210-DABE-1A7E085650BF}"/>
              </a:ext>
            </a:extLst>
          </p:cNvPr>
          <p:cNvSpPr/>
          <p:nvPr/>
        </p:nvSpPr>
        <p:spPr>
          <a:xfrm>
            <a:off x="0" y="0"/>
            <a:ext cx="9757072"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956" name="Scrim 077">
            <a:extLst>
              <a:ext uri="{FF2B5EF4-FFF2-40B4-BE49-F238E27FC236}">
                <a16:creationId xmlns:a16="http://schemas.microsoft.com/office/drawing/2014/main" id="{9DCD6F12-2D4F-D07F-D002-CFEDE1493261}"/>
              </a:ext>
            </a:extLst>
          </p:cNvPr>
          <p:cNvSpPr/>
          <p:nvPr/>
        </p:nvSpPr>
        <p:spPr>
          <a:xfrm>
            <a:off x="0" y="0"/>
            <a:ext cx="9716615"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9034" name="Scrim 078">
            <a:extLst>
              <a:ext uri="{FF2B5EF4-FFF2-40B4-BE49-F238E27FC236}">
                <a16:creationId xmlns:a16="http://schemas.microsoft.com/office/drawing/2014/main" id="{9ADABCE5-6840-17B6-CF6C-4EEB9BEE2ED9}"/>
              </a:ext>
            </a:extLst>
          </p:cNvPr>
          <p:cNvSpPr/>
          <p:nvPr/>
        </p:nvSpPr>
        <p:spPr>
          <a:xfrm>
            <a:off x="0" y="0"/>
            <a:ext cx="9674066"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9113" name="Scrim 079">
            <a:extLst>
              <a:ext uri="{FF2B5EF4-FFF2-40B4-BE49-F238E27FC236}">
                <a16:creationId xmlns:a16="http://schemas.microsoft.com/office/drawing/2014/main" id="{02EA0966-A2B8-CBAC-90DD-55E08FEB2412}"/>
              </a:ext>
            </a:extLst>
          </p:cNvPr>
          <p:cNvSpPr/>
          <p:nvPr/>
        </p:nvSpPr>
        <p:spPr>
          <a:xfrm>
            <a:off x="0" y="0"/>
            <a:ext cx="9628528"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9193" name="Scrim 080">
            <a:extLst>
              <a:ext uri="{FF2B5EF4-FFF2-40B4-BE49-F238E27FC236}">
                <a16:creationId xmlns:a16="http://schemas.microsoft.com/office/drawing/2014/main" id="{2EEFAAEF-57C0-2129-5B05-0ECF35222EDD}"/>
              </a:ext>
            </a:extLst>
          </p:cNvPr>
          <p:cNvSpPr/>
          <p:nvPr/>
        </p:nvSpPr>
        <p:spPr>
          <a:xfrm>
            <a:off x="0" y="0"/>
            <a:ext cx="9578458"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9274" name="Scrim 081">
            <a:extLst>
              <a:ext uri="{FF2B5EF4-FFF2-40B4-BE49-F238E27FC236}">
                <a16:creationId xmlns:a16="http://schemas.microsoft.com/office/drawing/2014/main" id="{9A7A995E-27C8-9719-DFFE-EA98D6C5D9DB}"/>
              </a:ext>
            </a:extLst>
          </p:cNvPr>
          <p:cNvSpPr/>
          <p:nvPr/>
        </p:nvSpPr>
        <p:spPr>
          <a:xfrm>
            <a:off x="0" y="0"/>
            <a:ext cx="9520748"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9356" name="Scrim 082">
            <a:extLst>
              <a:ext uri="{FF2B5EF4-FFF2-40B4-BE49-F238E27FC236}">
                <a16:creationId xmlns:a16="http://schemas.microsoft.com/office/drawing/2014/main" id="{434AAA2B-759E-FA0D-D2C3-C360F8FC1A74}"/>
              </a:ext>
            </a:extLst>
          </p:cNvPr>
          <p:cNvSpPr/>
          <p:nvPr/>
        </p:nvSpPr>
        <p:spPr>
          <a:xfrm>
            <a:off x="0" y="0"/>
            <a:ext cx="9430970"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9439" name="Eyebrow">
            <a:extLst>
              <a:ext uri="{FF2B5EF4-FFF2-40B4-BE49-F238E27FC236}">
                <a16:creationId xmlns:a16="http://schemas.microsoft.com/office/drawing/2014/main" id="{C3E551EE-D262-6BBC-E786-B5819407E990}"/>
              </a:ext>
            </a:extLst>
          </p:cNvPr>
          <p:cNvSpPr/>
          <p:nvPr/>
        </p:nvSpPr>
        <p:spPr>
          <a:xfrm>
            <a:off x="548640" y="1118960"/>
            <a:ext cx="640080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spc="300">
                <a:solidFill>
                  <a:srgbClr val="A9C7BA"/>
                </a:solidFill>
                <a:effectLst/>
                <a:latin typeface="Arial" panose="020B0604020202020204" pitchFamily="34" charset="0"/>
              </a:rPr>
              <a:t>ZAVA FORWARD</a:t>
            </a:r>
          </a:p>
          <a:p>
            <a:pPr algn="l">
              <a:buNone/>
            </a:pPr>
            <a:r>
              <a:rPr lang="en-US" sz="100">
                <a:effectLst/>
              </a:rPr>
              <a:t> </a:t>
            </a:r>
            <a:endParaRPr lang="en-US"/>
          </a:p>
        </p:txBody>
      </p:sp>
      <p:sp>
        <p:nvSpPr>
          <p:cNvPr id="59523" name="Slide title">
            <a:extLst>
              <a:ext uri="{FF2B5EF4-FFF2-40B4-BE49-F238E27FC236}">
                <a16:creationId xmlns:a16="http://schemas.microsoft.com/office/drawing/2014/main" id="{17A4499C-BE13-59D7-E90A-E0A30C2A601F}"/>
              </a:ext>
            </a:extLst>
          </p:cNvPr>
          <p:cNvSpPr/>
          <p:nvPr/>
        </p:nvSpPr>
        <p:spPr>
          <a:xfrm>
            <a:off x="548640" y="1554480"/>
            <a:ext cx="9144000" cy="1737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5400" b="1">
                <a:solidFill>
                  <a:srgbClr val="FAF9F6"/>
                </a:solidFill>
                <a:effectLst/>
                <a:latin typeface="Arial" panose="020B0604020202020204" pitchFamily="34" charset="0"/>
              </a:rPr>
              <a:t>More homes ready.</a:t>
            </a:r>
          </a:p>
          <a:p>
            <a:pPr algn="l">
              <a:buNone/>
            </a:pPr>
            <a:r>
              <a:rPr lang="en-US" sz="5400" b="1">
                <a:solidFill>
                  <a:srgbClr val="FAF9F6"/>
                </a:solidFill>
                <a:effectLst/>
                <a:latin typeface="Arial" panose="020B0604020202020204" pitchFamily="34" charset="0"/>
              </a:rPr>
              <a:t>Faster. With control intact.</a:t>
            </a:r>
            <a:endParaRPr lang="en-US"/>
          </a:p>
        </p:txBody>
      </p:sp>
      <p:sp>
        <p:nvSpPr>
          <p:cNvPr id="59608" name="Subtitle">
            <a:extLst>
              <a:ext uri="{FF2B5EF4-FFF2-40B4-BE49-F238E27FC236}">
                <a16:creationId xmlns:a16="http://schemas.microsoft.com/office/drawing/2014/main" id="{F1681DFA-339F-A35A-5EE5-D0374835B516}"/>
              </a:ext>
            </a:extLst>
          </p:cNvPr>
          <p:cNvSpPr/>
          <p:nvPr/>
        </p:nvSpPr>
        <p:spPr>
          <a:xfrm>
            <a:off x="548640" y="3429000"/>
            <a:ext cx="704088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a:solidFill>
                  <a:srgbClr val="DCE8E2"/>
                </a:solidFill>
                <a:effectLst/>
                <a:latin typeface="Arial" panose="020B0604020202020204" pitchFamily="34" charset="0"/>
              </a:rPr>
              <a:t>One workbench for the retrofit programme,</a:t>
            </a:r>
          </a:p>
          <a:p>
            <a:pPr algn="l">
              <a:buNone/>
            </a:pPr>
            <a:r>
              <a:rPr lang="en-US" sz="2400">
                <a:solidFill>
                  <a:srgbClr val="DCE8E2"/>
                </a:solidFill>
                <a:effectLst/>
                <a:latin typeface="Arial" panose="020B0604020202020204" pitchFamily="34" charset="0"/>
              </a:rPr>
              <a:t>with damp, mould and hazard referral built in</a:t>
            </a:r>
            <a:endParaRPr lang="en-US"/>
          </a:p>
        </p:txBody>
      </p:sp>
      <p:sp>
        <p:nvSpPr>
          <p:cNvPr id="59694" name="Decision panel">
            <a:extLst>
              <a:ext uri="{FF2B5EF4-FFF2-40B4-BE49-F238E27FC236}">
                <a16:creationId xmlns:a16="http://schemas.microsoft.com/office/drawing/2014/main" id="{E136FE68-44AA-9220-126C-C8B6EB3ED71B}"/>
              </a:ext>
            </a:extLst>
          </p:cNvPr>
          <p:cNvSpPr/>
          <p:nvPr/>
        </p:nvSpPr>
        <p:spPr>
          <a:xfrm>
            <a:off x="548640" y="4526280"/>
            <a:ext cx="7245191" cy="777240"/>
          </a:xfrm>
          <a:prstGeom prst="rect">
            <a:avLst/>
          </a:prstGeom>
          <a:solidFill>
            <a:srgbClr val="1F4D41">
              <a:alpha val="90000"/>
            </a:srgbClr>
          </a:solidFill>
          <a:ln w="15875">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9781" name="Decision line">
            <a:extLst>
              <a:ext uri="{FF2B5EF4-FFF2-40B4-BE49-F238E27FC236}">
                <a16:creationId xmlns:a16="http://schemas.microsoft.com/office/drawing/2014/main" id="{2BB2761E-EB54-2AF8-1E66-97105EBA1CDC}"/>
              </a:ext>
            </a:extLst>
          </p:cNvPr>
          <p:cNvSpPr/>
          <p:nvPr/>
        </p:nvSpPr>
        <p:spPr>
          <a:xfrm>
            <a:off x="640080" y="4601300"/>
            <a:ext cx="7199471" cy="62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a:solidFill>
                  <a:srgbClr val="FAF9F6"/>
                </a:solidFill>
                <a:effectLst/>
                <a:latin typeface="Arial" panose="020B0604020202020204" pitchFamily="34" charset="0"/>
              </a:rPr>
              <a:t>Decision today: fund the validation gate, then scale</a:t>
            </a:r>
          </a:p>
          <a:p>
            <a:pPr algn="l">
              <a:buNone/>
            </a:pPr>
            <a:r>
              <a:rPr lang="en-US" sz="100">
                <a:effectLst/>
              </a:rPr>
              <a:t> </a:t>
            </a:r>
            <a:endParaRPr lang="en-US"/>
          </a:p>
        </p:txBody>
      </p:sp>
      <p:sp>
        <p:nvSpPr>
          <p:cNvPr id="59869" name="Footer sources">
            <a:extLst>
              <a:ext uri="{FF2B5EF4-FFF2-40B4-BE49-F238E27FC236}">
                <a16:creationId xmlns:a16="http://schemas.microsoft.com/office/drawing/2014/main" id="{7BAF922C-E212-5B3E-B1EA-FFD16C94A4D5}"/>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DCE8E2"/>
                </a:solidFill>
                <a:effectLst/>
                <a:latin typeface="Arial" panose="020B0604020202020204" pitchFamily="34" charset="0"/>
              </a:rPr>
              <a:t>Case Study 48 · Zava North Homes is fictional</a:t>
            </a:r>
          </a:p>
          <a:p>
            <a:pPr algn="l">
              <a:buNone/>
            </a:pPr>
            <a:r>
              <a:rPr lang="en-US" sz="100">
                <a:effectLst/>
              </a:rPr>
              <a:t> </a:t>
            </a:r>
            <a:endParaRPr lang="en-US"/>
          </a:p>
        </p:txBody>
      </p:sp>
      <p:sp>
        <p:nvSpPr>
          <p:cNvPr id="59958" name="Footer navigation">
            <a:extLst>
              <a:ext uri="{FF2B5EF4-FFF2-40B4-BE49-F238E27FC236}">
                <a16:creationId xmlns:a16="http://schemas.microsoft.com/office/drawing/2014/main" id="{5ECECD3B-CE97-6AF5-4695-D89C6DF285E4}"/>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DCE8E2"/>
                </a:solidFill>
                <a:effectLst/>
                <a:latin typeface="Arial" panose="020B0604020202020204" pitchFamily="34" charset="0"/>
              </a:rPr>
              <a:t>S01</a:t>
            </a:r>
          </a:p>
          <a:p>
            <a:pPr algn="r">
              <a:buNone/>
            </a:pPr>
            <a:r>
              <a:rPr lang="en-US" sz="100">
                <a:effectLst/>
              </a:rPr>
              <a:t> </a:t>
            </a:r>
            <a:endParaRPr lang="en-US"/>
          </a:p>
        </p:txBody>
      </p:sp>
    </p:spTree>
    <p:extLst>
      <p:ext uri="{BB962C8B-B14F-4D97-AF65-F5344CB8AC3E}">
        <p14:creationId xmlns:p14="http://schemas.microsoft.com/office/powerpoint/2010/main" val="370004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pic>
        <p:nvPicPr>
          <p:cNvPr id="26327" name="Challenge picture" descr="Elevated view over a large housing estate under an overcast sky, with a few homes glowing amber among many grey ones.">
            <a:extLst>
              <a:ext uri="{FF2B5EF4-FFF2-40B4-BE49-F238E27FC236}">
                <a16:creationId xmlns:a16="http://schemas.microsoft.com/office/drawing/2014/main" id="{B54030F6-72B5-D2BB-1DE6-1A8AF26BB569}"/>
              </a:ext>
            </a:extLst>
          </p:cNvPr>
          <p:cNvPicPr>
            <a:picLocks noChangeAspect="1"/>
          </p:cNvPicPr>
          <p:nvPr/>
        </p:nvPicPr>
        <p:blipFill>
          <a:blip r:embed="rId3"/>
          <a:stretch>
            <a:fillRect/>
          </a:stretch>
        </p:blipFill>
        <p:spPr>
          <a:xfrm>
            <a:off x="7316787" y="0"/>
            <a:ext cx="4873625" cy="6858000"/>
          </a:xfrm>
          <a:prstGeom prst="rect">
            <a:avLst/>
          </a:prstGeom>
        </p:spPr>
      </p:pic>
      <p:sp>
        <p:nvSpPr>
          <p:cNvPr id="29551" name="Eyebrow">
            <a:extLst>
              <a:ext uri="{FF2B5EF4-FFF2-40B4-BE49-F238E27FC236}">
                <a16:creationId xmlns:a16="http://schemas.microsoft.com/office/drawing/2014/main" id="{53DC2F68-50D8-EC15-F927-59A9D8037152}"/>
              </a:ext>
            </a:extLst>
          </p:cNvPr>
          <p:cNvSpPr/>
          <p:nvPr/>
        </p:nvSpPr>
        <p:spPr>
          <a:xfrm>
            <a:off x="548640" y="365760"/>
            <a:ext cx="64008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1 · THE CHALLENGE</a:t>
            </a:r>
          </a:p>
          <a:p>
            <a:pPr algn="l">
              <a:buNone/>
            </a:pPr>
            <a:r>
              <a:rPr lang="en-US" sz="100">
                <a:effectLst/>
              </a:rPr>
              <a:t> </a:t>
            </a:r>
            <a:endParaRPr lang="en-US"/>
          </a:p>
        </p:txBody>
      </p:sp>
      <p:sp>
        <p:nvSpPr>
          <p:cNvPr id="29553" name="Slide title">
            <a:extLst>
              <a:ext uri="{FF2B5EF4-FFF2-40B4-BE49-F238E27FC236}">
                <a16:creationId xmlns:a16="http://schemas.microsoft.com/office/drawing/2014/main" id="{A7AAFB81-973B-C407-271C-0954DF421093}"/>
              </a:ext>
            </a:extLst>
          </p:cNvPr>
          <p:cNvSpPr/>
          <p:nvPr/>
        </p:nvSpPr>
        <p:spPr>
          <a:xfrm>
            <a:off x="548640" y="685800"/>
            <a:ext cx="640080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15,600 homes to lift by 2030.</a:t>
            </a:r>
          </a:p>
          <a:p>
            <a:pPr algn="l">
              <a:buNone/>
            </a:pPr>
            <a:r>
              <a:rPr lang="en-US" sz="3200" b="1">
                <a:solidFill>
                  <a:srgbClr val="173F35"/>
                </a:solidFill>
                <a:effectLst/>
                <a:latin typeface="Arial" panose="020B0604020202020204" pitchFamily="34" charset="0"/>
              </a:rPr>
              <a:t>Thousands more to keep safe.</a:t>
            </a:r>
            <a:endParaRPr lang="en-US"/>
          </a:p>
        </p:txBody>
      </p:sp>
      <p:sp>
        <p:nvSpPr>
          <p:cNvPr id="29556" name="Footer sources">
            <a:extLst>
              <a:ext uri="{FF2B5EF4-FFF2-40B4-BE49-F238E27FC236}">
                <a16:creationId xmlns:a16="http://schemas.microsoft.com/office/drawing/2014/main" id="{FF62757F-219B-B614-3C32-99B1D4A2FF5F}"/>
              </a:ext>
            </a:extLst>
          </p:cNvPr>
          <p:cNvSpPr/>
          <p:nvPr/>
        </p:nvSpPr>
        <p:spPr>
          <a:xfrm>
            <a:off x="548640" y="5943600"/>
            <a:ext cx="566928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English Housing Survey 2024-25 · RSH Tenant Satisfaction Measures 2024/25 · national rates applied to 60,000 homes</a:t>
            </a:r>
          </a:p>
          <a:p>
            <a:pPr algn="l">
              <a:buNone/>
            </a:pPr>
            <a:r>
              <a:rPr lang="en-US" sz="100">
                <a:effectLst/>
              </a:rPr>
              <a:t> </a:t>
            </a:r>
            <a:endParaRPr lang="en-US"/>
          </a:p>
        </p:txBody>
      </p:sp>
      <p:sp>
        <p:nvSpPr>
          <p:cNvPr id="29560" name="Footer navigation">
            <a:extLst>
              <a:ext uri="{FF2B5EF4-FFF2-40B4-BE49-F238E27FC236}">
                <a16:creationId xmlns:a16="http://schemas.microsoft.com/office/drawing/2014/main" id="{B65C9598-E019-A28E-C946-4B231667C2B1}"/>
              </a:ext>
            </a:extLst>
          </p:cNvPr>
          <p:cNvSpPr/>
          <p:nvPr/>
        </p:nvSpPr>
        <p:spPr>
          <a:xfrm>
            <a:off x="6217920" y="6126480"/>
            <a:ext cx="73152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S02</a:t>
            </a:r>
          </a:p>
          <a:p>
            <a:pPr algn="r">
              <a:buNone/>
            </a:pPr>
            <a:r>
              <a:rPr lang="en-US" sz="100">
                <a:effectLst/>
              </a:rPr>
              <a:t> </a:t>
            </a:r>
            <a:endParaRPr lang="en-US"/>
          </a:p>
        </p:txBody>
      </p:sp>
      <p:sp>
        <p:nvSpPr>
          <p:cNvPr id="29565" name="Stat 1 disc">
            <a:extLst>
              <a:ext uri="{FF2B5EF4-FFF2-40B4-BE49-F238E27FC236}">
                <a16:creationId xmlns:a16="http://schemas.microsoft.com/office/drawing/2014/main" id="{235274F3-A666-7D28-9816-E9F9BD0BAFAB}"/>
              </a:ext>
            </a:extLst>
          </p:cNvPr>
          <p:cNvSpPr/>
          <p:nvPr/>
        </p:nvSpPr>
        <p:spPr>
          <a:xfrm>
            <a:off x="548640" y="2171700"/>
            <a:ext cx="594360" cy="594360"/>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571" name="Stat 1 number">
            <a:extLst>
              <a:ext uri="{FF2B5EF4-FFF2-40B4-BE49-F238E27FC236}">
                <a16:creationId xmlns:a16="http://schemas.microsoft.com/office/drawing/2014/main" id="{EBE43A13-3E29-A2B5-EB39-FEA7D82348D1}"/>
              </a:ext>
            </a:extLst>
          </p:cNvPr>
          <p:cNvSpPr/>
          <p:nvPr/>
        </p:nvSpPr>
        <p:spPr>
          <a:xfrm>
            <a:off x="1188720" y="2011680"/>
            <a:ext cx="233172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5400" b="1">
                <a:solidFill>
                  <a:srgbClr val="173F35"/>
                </a:solidFill>
                <a:effectLst/>
                <a:latin typeface="Arial" panose="020B0604020202020204" pitchFamily="34" charset="0"/>
              </a:rPr>
              <a:t>15,600</a:t>
            </a:r>
          </a:p>
          <a:p>
            <a:pPr algn="l">
              <a:buNone/>
            </a:pPr>
            <a:r>
              <a:rPr lang="en-US" sz="100">
                <a:effectLst/>
              </a:rPr>
              <a:t> </a:t>
            </a:r>
            <a:endParaRPr lang="en-US"/>
          </a:p>
        </p:txBody>
      </p:sp>
      <p:sp>
        <p:nvSpPr>
          <p:cNvPr id="29578" name="Stat 1 label">
            <a:extLst>
              <a:ext uri="{FF2B5EF4-FFF2-40B4-BE49-F238E27FC236}">
                <a16:creationId xmlns:a16="http://schemas.microsoft.com/office/drawing/2014/main" id="{2FCA5999-43CB-0C56-BC4B-62404D76CFFE}"/>
              </a:ext>
            </a:extLst>
          </p:cNvPr>
          <p:cNvSpPr/>
          <p:nvPr/>
        </p:nvSpPr>
        <p:spPr>
          <a:xfrm>
            <a:off x="3520440" y="2179320"/>
            <a:ext cx="356616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homes below EPC C</a:t>
            </a:r>
          </a:p>
          <a:p>
            <a:pPr algn="l">
              <a:buNone/>
            </a:pPr>
            <a:r>
              <a:rPr lang="en-US" sz="1600" b="1">
                <a:solidFill>
                  <a:srgbClr val="2E6B5E"/>
                </a:solidFill>
                <a:effectLst/>
                <a:latin typeface="Arial" panose="020B0604020202020204" pitchFamily="34" charset="0"/>
              </a:rPr>
              <a:t>26% of social homes</a:t>
            </a:r>
            <a:endParaRPr lang="en-US"/>
          </a:p>
        </p:txBody>
      </p:sp>
      <p:sp>
        <p:nvSpPr>
          <p:cNvPr id="29586" name="Stat 2 disc">
            <a:extLst>
              <a:ext uri="{FF2B5EF4-FFF2-40B4-BE49-F238E27FC236}">
                <a16:creationId xmlns:a16="http://schemas.microsoft.com/office/drawing/2014/main" id="{DD2BA971-F7DA-409E-48F7-D777739E1669}"/>
              </a:ext>
            </a:extLst>
          </p:cNvPr>
          <p:cNvSpPr/>
          <p:nvPr/>
        </p:nvSpPr>
        <p:spPr>
          <a:xfrm>
            <a:off x="548640" y="3086100"/>
            <a:ext cx="594360" cy="594360"/>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595" name="Stat 2 number">
            <a:extLst>
              <a:ext uri="{FF2B5EF4-FFF2-40B4-BE49-F238E27FC236}">
                <a16:creationId xmlns:a16="http://schemas.microsoft.com/office/drawing/2014/main" id="{92060F2F-76B6-E2FD-8460-5FED3E96A563}"/>
              </a:ext>
            </a:extLst>
          </p:cNvPr>
          <p:cNvSpPr/>
          <p:nvPr/>
        </p:nvSpPr>
        <p:spPr>
          <a:xfrm>
            <a:off x="1188720" y="2926080"/>
            <a:ext cx="233172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5400" b="1">
                <a:solidFill>
                  <a:srgbClr val="173F35"/>
                </a:solidFill>
                <a:effectLst/>
                <a:latin typeface="Arial" panose="020B0604020202020204" pitchFamily="34" charset="0"/>
              </a:rPr>
              <a:t>3,600</a:t>
            </a:r>
          </a:p>
          <a:p>
            <a:pPr algn="l">
              <a:buNone/>
            </a:pPr>
            <a:r>
              <a:rPr lang="en-US" sz="100">
                <a:effectLst/>
              </a:rPr>
              <a:t> </a:t>
            </a:r>
            <a:endParaRPr lang="en-US"/>
          </a:p>
        </p:txBody>
      </p:sp>
      <p:sp>
        <p:nvSpPr>
          <p:cNvPr id="29605" name="Stat 2 label">
            <a:extLst>
              <a:ext uri="{FF2B5EF4-FFF2-40B4-BE49-F238E27FC236}">
                <a16:creationId xmlns:a16="http://schemas.microsoft.com/office/drawing/2014/main" id="{4D3C6450-FD89-7D97-A747-41C82A7067A3}"/>
              </a:ext>
            </a:extLst>
          </p:cNvPr>
          <p:cNvSpPr/>
          <p:nvPr/>
        </p:nvSpPr>
        <p:spPr>
          <a:xfrm>
            <a:off x="3520440" y="3093720"/>
            <a:ext cx="356616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homes with damp</a:t>
            </a:r>
          </a:p>
          <a:p>
            <a:pPr algn="l">
              <a:buNone/>
            </a:pPr>
            <a:r>
              <a:rPr lang="en-US" sz="1600" b="1">
                <a:solidFill>
                  <a:srgbClr val="2E6B5E"/>
                </a:solidFill>
                <a:effectLst/>
                <a:latin typeface="Arial" panose="020B0604020202020204" pitchFamily="34" charset="0"/>
              </a:rPr>
              <a:t>6% of housing association homes</a:t>
            </a:r>
            <a:endParaRPr lang="en-US"/>
          </a:p>
        </p:txBody>
      </p:sp>
      <p:sp>
        <p:nvSpPr>
          <p:cNvPr id="29616" name="Stat 3 disc">
            <a:extLst>
              <a:ext uri="{FF2B5EF4-FFF2-40B4-BE49-F238E27FC236}">
                <a16:creationId xmlns:a16="http://schemas.microsoft.com/office/drawing/2014/main" id="{62EC4659-3500-A286-8EE6-98A3BCB49D49}"/>
              </a:ext>
            </a:extLst>
          </p:cNvPr>
          <p:cNvSpPr/>
          <p:nvPr/>
        </p:nvSpPr>
        <p:spPr>
          <a:xfrm>
            <a:off x="548640" y="4000500"/>
            <a:ext cx="594360" cy="594360"/>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628" name="Stat 3 number">
            <a:extLst>
              <a:ext uri="{FF2B5EF4-FFF2-40B4-BE49-F238E27FC236}">
                <a16:creationId xmlns:a16="http://schemas.microsoft.com/office/drawing/2014/main" id="{DE06B1F2-C175-8E27-3BC6-6CBDDD83348D}"/>
              </a:ext>
            </a:extLst>
          </p:cNvPr>
          <p:cNvSpPr/>
          <p:nvPr/>
        </p:nvSpPr>
        <p:spPr>
          <a:xfrm>
            <a:off x="1188720" y="3840480"/>
            <a:ext cx="233172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5400" b="1">
                <a:solidFill>
                  <a:srgbClr val="173F35"/>
                </a:solidFill>
                <a:effectLst/>
                <a:latin typeface="Arial" panose="020B0604020202020204" pitchFamily="34" charset="0"/>
              </a:rPr>
              <a:t>22,800</a:t>
            </a:r>
          </a:p>
          <a:p>
            <a:pPr algn="l">
              <a:buNone/>
            </a:pPr>
            <a:r>
              <a:rPr lang="en-US" sz="100">
                <a:effectLst/>
              </a:rPr>
              <a:t> </a:t>
            </a:r>
            <a:endParaRPr lang="en-US"/>
          </a:p>
        </p:txBody>
      </p:sp>
      <p:sp>
        <p:nvSpPr>
          <p:cNvPr id="29641" name="Stat 3 label">
            <a:extLst>
              <a:ext uri="{FF2B5EF4-FFF2-40B4-BE49-F238E27FC236}">
                <a16:creationId xmlns:a16="http://schemas.microsoft.com/office/drawing/2014/main" id="{D48BE002-45DD-A4DC-D553-8EF8E20ABD6E}"/>
              </a:ext>
            </a:extLst>
          </p:cNvPr>
          <p:cNvSpPr/>
          <p:nvPr/>
        </p:nvSpPr>
        <p:spPr>
          <a:xfrm>
            <a:off x="3520440" y="3886200"/>
            <a:ext cx="356616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households likely to report condensation, damp or mould</a:t>
            </a:r>
          </a:p>
          <a:p>
            <a:pPr algn="l">
              <a:buNone/>
            </a:pPr>
            <a:r>
              <a:rPr lang="en-US" sz="1600" b="1">
                <a:solidFill>
                  <a:srgbClr val="2E6B5E"/>
                </a:solidFill>
                <a:effectLst/>
                <a:latin typeface="Arial" panose="020B0604020202020204" pitchFamily="34" charset="0"/>
              </a:rPr>
              <a:t>38%</a:t>
            </a:r>
            <a:endParaRPr lang="en-US"/>
          </a:p>
        </p:txBody>
      </p:sp>
      <p:sp>
        <p:nvSpPr>
          <p:cNvPr id="29655" name="Stat 4 disc">
            <a:extLst>
              <a:ext uri="{FF2B5EF4-FFF2-40B4-BE49-F238E27FC236}">
                <a16:creationId xmlns:a16="http://schemas.microsoft.com/office/drawing/2014/main" id="{98E44DCD-8AC4-378F-95E5-20A6A07F762A}"/>
              </a:ext>
            </a:extLst>
          </p:cNvPr>
          <p:cNvSpPr/>
          <p:nvPr/>
        </p:nvSpPr>
        <p:spPr>
          <a:xfrm>
            <a:off x="548640" y="4914900"/>
            <a:ext cx="594360" cy="594360"/>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670" name="Stat 4 number">
            <a:extLst>
              <a:ext uri="{FF2B5EF4-FFF2-40B4-BE49-F238E27FC236}">
                <a16:creationId xmlns:a16="http://schemas.microsoft.com/office/drawing/2014/main" id="{7E10A2C5-995F-E5E4-F6FA-A582F4CE9D25}"/>
              </a:ext>
            </a:extLst>
          </p:cNvPr>
          <p:cNvSpPr/>
          <p:nvPr/>
        </p:nvSpPr>
        <p:spPr>
          <a:xfrm>
            <a:off x="1188720" y="4754880"/>
            <a:ext cx="233172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5400" b="1">
                <a:solidFill>
                  <a:srgbClr val="173F35"/>
                </a:solidFill>
                <a:effectLst/>
                <a:latin typeface="Arial" panose="020B0604020202020204" pitchFamily="34" charset="0"/>
              </a:rPr>
              <a:t>3,210</a:t>
            </a:r>
          </a:p>
          <a:p>
            <a:pPr algn="l">
              <a:buNone/>
            </a:pPr>
            <a:r>
              <a:rPr lang="en-US" sz="100">
                <a:effectLst/>
              </a:rPr>
              <a:t> </a:t>
            </a:r>
            <a:endParaRPr lang="en-US"/>
          </a:p>
        </p:txBody>
      </p:sp>
      <p:sp>
        <p:nvSpPr>
          <p:cNvPr id="29686" name="Stat 4 label">
            <a:extLst>
              <a:ext uri="{FF2B5EF4-FFF2-40B4-BE49-F238E27FC236}">
                <a16:creationId xmlns:a16="http://schemas.microsoft.com/office/drawing/2014/main" id="{75D61055-A514-0E15-5253-92D8986584E3}"/>
              </a:ext>
            </a:extLst>
          </p:cNvPr>
          <p:cNvSpPr/>
          <p:nvPr/>
        </p:nvSpPr>
        <p:spPr>
          <a:xfrm>
            <a:off x="3520440" y="4922520"/>
            <a:ext cx="356616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stage-one complaints a year</a:t>
            </a:r>
          </a:p>
          <a:p>
            <a:pPr algn="l">
              <a:buNone/>
            </a:pPr>
            <a:r>
              <a:rPr lang="en-US" sz="1600" b="1">
                <a:solidFill>
                  <a:srgbClr val="2E6B5E"/>
                </a:solidFill>
                <a:effectLst/>
                <a:latin typeface="Arial" panose="020B0604020202020204" pitchFamily="34" charset="0"/>
              </a:rPr>
              <a:t>53.5 per 1,000 homes</a:t>
            </a:r>
            <a:endParaRPr lang="en-US"/>
          </a:p>
        </p:txBody>
      </p:sp>
      <p:pic>
        <p:nvPicPr>
          <p:cNvPr id="29687" name="Stat 1 icon" descr="Energy rating icon">
            <a:extLst>
              <a:ext uri="{FF2B5EF4-FFF2-40B4-BE49-F238E27FC236}">
                <a16:creationId xmlns:a16="http://schemas.microsoft.com/office/drawing/2014/main" id="{D7AFADDD-7FF8-4D4C-CB96-8EB55D809CAC}"/>
              </a:ext>
            </a:extLst>
          </p:cNvPr>
          <p:cNvPicPr>
            <a:picLocks noChangeAspect="1"/>
          </p:cNvPicPr>
          <p:nvPr/>
        </p:nvPicPr>
        <p:blipFill>
          <a:blip r:embed="rId4"/>
          <a:stretch>
            <a:fillRect/>
          </a:stretch>
        </p:blipFill>
        <p:spPr>
          <a:xfrm>
            <a:off x="640080" y="2263140"/>
            <a:ext cx="411480" cy="411480"/>
          </a:xfrm>
          <a:prstGeom prst="rect">
            <a:avLst/>
          </a:prstGeom>
        </p:spPr>
      </p:pic>
      <p:pic>
        <p:nvPicPr>
          <p:cNvPr id="29688" name="Stat 2 icon" descr="Damp and mould icon">
            <a:extLst>
              <a:ext uri="{FF2B5EF4-FFF2-40B4-BE49-F238E27FC236}">
                <a16:creationId xmlns:a16="http://schemas.microsoft.com/office/drawing/2014/main" id="{2E103EAB-3D8D-0C1D-3320-BC01528276E2}"/>
              </a:ext>
            </a:extLst>
          </p:cNvPr>
          <p:cNvPicPr>
            <a:picLocks noChangeAspect="1"/>
          </p:cNvPicPr>
          <p:nvPr/>
        </p:nvPicPr>
        <p:blipFill>
          <a:blip r:embed="rId5"/>
          <a:stretch>
            <a:fillRect/>
          </a:stretch>
        </p:blipFill>
        <p:spPr>
          <a:xfrm>
            <a:off x="640080" y="3177540"/>
            <a:ext cx="411480" cy="411480"/>
          </a:xfrm>
          <a:prstGeom prst="rect">
            <a:avLst/>
          </a:prstGeom>
        </p:spPr>
      </p:pic>
      <p:pic>
        <p:nvPicPr>
          <p:cNvPr id="29689" name="Stat 3 icon" descr="Conversation icon">
            <a:extLst>
              <a:ext uri="{FF2B5EF4-FFF2-40B4-BE49-F238E27FC236}">
                <a16:creationId xmlns:a16="http://schemas.microsoft.com/office/drawing/2014/main" id="{A14F2957-BE03-FE1B-7C77-01F38B5028B7}"/>
              </a:ext>
            </a:extLst>
          </p:cNvPr>
          <p:cNvPicPr>
            <a:picLocks noChangeAspect="1"/>
          </p:cNvPicPr>
          <p:nvPr/>
        </p:nvPicPr>
        <p:blipFill>
          <a:blip r:embed="rId6"/>
          <a:stretch>
            <a:fillRect/>
          </a:stretch>
        </p:blipFill>
        <p:spPr>
          <a:xfrm>
            <a:off x="640080" y="4091940"/>
            <a:ext cx="411480" cy="411480"/>
          </a:xfrm>
          <a:prstGeom prst="rect">
            <a:avLst/>
          </a:prstGeom>
        </p:spPr>
      </p:pic>
      <p:pic>
        <p:nvPicPr>
          <p:cNvPr id="29690" name="Stat 4 icon" descr="Evidence icon">
            <a:extLst>
              <a:ext uri="{FF2B5EF4-FFF2-40B4-BE49-F238E27FC236}">
                <a16:creationId xmlns:a16="http://schemas.microsoft.com/office/drawing/2014/main" id="{97AF9D7C-E46B-EB7F-910A-15312838D8C6}"/>
              </a:ext>
            </a:extLst>
          </p:cNvPr>
          <p:cNvPicPr>
            <a:picLocks noChangeAspect="1"/>
          </p:cNvPicPr>
          <p:nvPr/>
        </p:nvPicPr>
        <p:blipFill>
          <a:blip r:embed="rId7"/>
          <a:stretch>
            <a:fillRect/>
          </a:stretch>
        </p:blipFill>
        <p:spPr>
          <a:xfrm>
            <a:off x="640080" y="5006340"/>
            <a:ext cx="411480" cy="411480"/>
          </a:xfrm>
          <a:prstGeom prst="rect">
            <a:avLst/>
          </a:prstGeom>
        </p:spPr>
      </p:pic>
    </p:spTree>
    <p:extLst>
      <p:ext uri="{BB962C8B-B14F-4D97-AF65-F5344CB8AC3E}">
        <p14:creationId xmlns:p14="http://schemas.microsoft.com/office/powerpoint/2010/main" val="34361432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0439" name="Eyebrow">
            <a:extLst>
              <a:ext uri="{FF2B5EF4-FFF2-40B4-BE49-F238E27FC236}">
                <a16:creationId xmlns:a16="http://schemas.microsoft.com/office/drawing/2014/main" id="{E5B29FB5-4527-1639-BBF9-AE2312C43699}"/>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1 · THE CHALLENGE</a:t>
            </a:r>
          </a:p>
          <a:p>
            <a:pPr algn="l">
              <a:buNone/>
            </a:pPr>
            <a:r>
              <a:rPr lang="en-US" sz="100">
                <a:effectLst/>
              </a:rPr>
              <a:t> </a:t>
            </a:r>
            <a:endParaRPr lang="en-US"/>
          </a:p>
        </p:txBody>
      </p:sp>
      <p:sp>
        <p:nvSpPr>
          <p:cNvPr id="30441" name="Slide title">
            <a:extLst>
              <a:ext uri="{FF2B5EF4-FFF2-40B4-BE49-F238E27FC236}">
                <a16:creationId xmlns:a16="http://schemas.microsoft.com/office/drawing/2014/main" id="{051ACD18-D817-8EB2-49A8-A9C50CB96261}"/>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Three clocks are already running.</a:t>
            </a:r>
          </a:p>
          <a:p>
            <a:pPr algn="l">
              <a:buNone/>
            </a:pPr>
            <a:r>
              <a:rPr lang="en-US" sz="100">
                <a:effectLst/>
              </a:rPr>
              <a:t> </a:t>
            </a:r>
            <a:endParaRPr lang="en-US"/>
          </a:p>
        </p:txBody>
      </p:sp>
      <p:sp>
        <p:nvSpPr>
          <p:cNvPr id="30444" name="Footer sources">
            <a:extLst>
              <a:ext uri="{FF2B5EF4-FFF2-40B4-BE49-F238E27FC236}">
                <a16:creationId xmlns:a16="http://schemas.microsoft.com/office/drawing/2014/main" id="{BF595560-F1E7-A85E-60AE-CF8F6A8963B5}"/>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MHCLG Awaab's Law guidance (Jul 2026) · energy efficiency response (Apr 2026) · Decent Homes policy (Jan 2026)</a:t>
            </a:r>
          </a:p>
          <a:p>
            <a:pPr algn="l">
              <a:buNone/>
            </a:pPr>
            <a:r>
              <a:rPr lang="en-US" sz="100">
                <a:effectLst/>
              </a:rPr>
              <a:t> </a:t>
            </a:r>
            <a:endParaRPr lang="en-US"/>
          </a:p>
        </p:txBody>
      </p:sp>
      <p:sp>
        <p:nvSpPr>
          <p:cNvPr id="30448" name="Footer navigation">
            <a:extLst>
              <a:ext uri="{FF2B5EF4-FFF2-40B4-BE49-F238E27FC236}">
                <a16:creationId xmlns:a16="http://schemas.microsoft.com/office/drawing/2014/main" id="{A609FA7D-B934-93D9-7E08-43B7FA8795B7}"/>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S03 · Answers: B24</a:t>
            </a:r>
          </a:p>
          <a:p>
            <a:pPr algn="r">
              <a:buNone/>
            </a:pPr>
            <a:r>
              <a:rPr lang="en-US" sz="100">
                <a:effectLst/>
              </a:rPr>
              <a:t> </a:t>
            </a:r>
            <a:endParaRPr lang="en-US"/>
          </a:p>
        </p:txBody>
      </p:sp>
      <p:sp>
        <p:nvSpPr>
          <p:cNvPr id="30453" name="Timeline rail">
            <a:extLst>
              <a:ext uri="{FF2B5EF4-FFF2-40B4-BE49-F238E27FC236}">
                <a16:creationId xmlns:a16="http://schemas.microsoft.com/office/drawing/2014/main" id="{8BA19CD8-C8F9-0380-1B46-40DD640BE961}"/>
              </a:ext>
            </a:extLst>
          </p:cNvPr>
          <p:cNvSpPr/>
          <p:nvPr/>
        </p:nvSpPr>
        <p:spPr>
          <a:xfrm>
            <a:off x="548640" y="2446020"/>
            <a:ext cx="110947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459" name="Milestone 1 date">
            <a:extLst>
              <a:ext uri="{FF2B5EF4-FFF2-40B4-BE49-F238E27FC236}">
                <a16:creationId xmlns:a16="http://schemas.microsoft.com/office/drawing/2014/main" id="{95DFB502-033F-3D47-6296-E180439D1C8E}"/>
              </a:ext>
            </a:extLst>
          </p:cNvPr>
          <p:cNvSpPr/>
          <p:nvPr/>
        </p:nvSpPr>
        <p:spPr>
          <a:xfrm>
            <a:off x="591312" y="1545680"/>
            <a:ext cx="213360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2000" b="1">
                <a:solidFill>
                  <a:srgbClr val="173F35"/>
                </a:solidFill>
                <a:effectLst/>
                <a:latin typeface="Arial" panose="020B0604020202020204" pitchFamily="34" charset="0"/>
              </a:rPr>
              <a:t>27 Oct 2025</a:t>
            </a:r>
          </a:p>
          <a:p>
            <a:pPr algn="ctr">
              <a:buNone/>
            </a:pPr>
            <a:r>
              <a:rPr lang="en-US" sz="100">
                <a:effectLst/>
              </a:rPr>
              <a:t> </a:t>
            </a:r>
            <a:endParaRPr lang="en-US"/>
          </a:p>
        </p:txBody>
      </p:sp>
      <p:sp>
        <p:nvSpPr>
          <p:cNvPr id="30466" name="Milestone 1 disc">
            <a:extLst>
              <a:ext uri="{FF2B5EF4-FFF2-40B4-BE49-F238E27FC236}">
                <a16:creationId xmlns:a16="http://schemas.microsoft.com/office/drawing/2014/main" id="{60848FC5-0E7C-2544-974C-82A0690E8697}"/>
              </a:ext>
            </a:extLst>
          </p:cNvPr>
          <p:cNvSpPr/>
          <p:nvPr/>
        </p:nvSpPr>
        <p:spPr>
          <a:xfrm>
            <a:off x="1223772" y="2125980"/>
            <a:ext cx="868680" cy="86868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474" name="Milestone 1 label">
            <a:extLst>
              <a:ext uri="{FF2B5EF4-FFF2-40B4-BE49-F238E27FC236}">
                <a16:creationId xmlns:a16="http://schemas.microsoft.com/office/drawing/2014/main" id="{02B92FF5-B5D0-1ACD-074E-43337F723AF2}"/>
              </a:ext>
            </a:extLst>
          </p:cNvPr>
          <p:cNvSpPr/>
          <p:nvPr/>
        </p:nvSpPr>
        <p:spPr>
          <a:xfrm>
            <a:off x="507492" y="3037676"/>
            <a:ext cx="230124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Awaab's Law phase 1</a:t>
            </a:r>
          </a:p>
          <a:p>
            <a:pPr algn="ctr">
              <a:buNone/>
            </a:pPr>
            <a:r>
              <a:rPr lang="en-US" sz="100">
                <a:effectLst/>
              </a:rPr>
              <a:t> </a:t>
            </a:r>
            <a:endParaRPr lang="en-US"/>
          </a:p>
        </p:txBody>
      </p:sp>
      <p:sp>
        <p:nvSpPr>
          <p:cNvPr id="30483" name="Milestone 1 detail">
            <a:extLst>
              <a:ext uri="{FF2B5EF4-FFF2-40B4-BE49-F238E27FC236}">
                <a16:creationId xmlns:a16="http://schemas.microsoft.com/office/drawing/2014/main" id="{8BF1E34F-8081-83A2-CD09-BA38E1887AC7}"/>
              </a:ext>
            </a:extLst>
          </p:cNvPr>
          <p:cNvSpPr/>
          <p:nvPr/>
        </p:nvSpPr>
        <p:spPr>
          <a:xfrm>
            <a:off x="507492" y="3503676"/>
            <a:ext cx="2301240" cy="7315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24 hours to make safe,</a:t>
            </a:r>
          </a:p>
          <a:p>
            <a:pPr algn="ctr">
              <a:buNone/>
            </a:pPr>
            <a:r>
              <a:rPr lang="en-US" sz="1400">
                <a:solidFill>
                  <a:srgbClr val="173F35"/>
                </a:solidFill>
                <a:effectLst/>
                <a:latin typeface="Arial" panose="020B0604020202020204" pitchFamily="34" charset="0"/>
              </a:rPr>
              <a:t>10 working days</a:t>
            </a:r>
          </a:p>
          <a:p>
            <a:pPr algn="ctr">
              <a:buNone/>
            </a:pPr>
            <a:r>
              <a:rPr lang="en-US" sz="1400">
                <a:solidFill>
                  <a:srgbClr val="173F35"/>
                </a:solidFill>
                <a:effectLst/>
                <a:latin typeface="Arial" panose="020B0604020202020204" pitchFamily="34" charset="0"/>
              </a:rPr>
              <a:t>to investigate</a:t>
            </a:r>
            <a:endParaRPr lang="en-US"/>
          </a:p>
        </p:txBody>
      </p:sp>
      <p:sp>
        <p:nvSpPr>
          <p:cNvPr id="30493" name="Milestone 2 date">
            <a:extLst>
              <a:ext uri="{FF2B5EF4-FFF2-40B4-BE49-F238E27FC236}">
                <a16:creationId xmlns:a16="http://schemas.microsoft.com/office/drawing/2014/main" id="{EA9A70E2-2D5C-E6CA-9232-19CEB4A3EFB4}"/>
              </a:ext>
            </a:extLst>
          </p:cNvPr>
          <p:cNvSpPr/>
          <p:nvPr/>
        </p:nvSpPr>
        <p:spPr>
          <a:xfrm>
            <a:off x="2810256" y="1545680"/>
            <a:ext cx="213360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2000" b="1">
                <a:solidFill>
                  <a:srgbClr val="7A4B00"/>
                </a:solidFill>
                <a:effectLst/>
                <a:latin typeface="Arial" panose="020B0604020202020204" pitchFamily="34" charset="0"/>
              </a:rPr>
              <a:t>30 Nov 2026</a:t>
            </a:r>
          </a:p>
          <a:p>
            <a:pPr algn="ctr">
              <a:buNone/>
            </a:pPr>
            <a:r>
              <a:rPr lang="en-US" sz="100">
                <a:effectLst/>
              </a:rPr>
              <a:t> </a:t>
            </a:r>
            <a:endParaRPr lang="en-US"/>
          </a:p>
        </p:txBody>
      </p:sp>
      <p:sp>
        <p:nvSpPr>
          <p:cNvPr id="30504" name="Milestone 2 disc">
            <a:extLst>
              <a:ext uri="{FF2B5EF4-FFF2-40B4-BE49-F238E27FC236}">
                <a16:creationId xmlns:a16="http://schemas.microsoft.com/office/drawing/2014/main" id="{6737DAFA-791B-76FD-4143-E409A6B0D5E5}"/>
              </a:ext>
            </a:extLst>
          </p:cNvPr>
          <p:cNvSpPr/>
          <p:nvPr/>
        </p:nvSpPr>
        <p:spPr>
          <a:xfrm>
            <a:off x="3442716" y="2125980"/>
            <a:ext cx="868680" cy="868680"/>
          </a:xfrm>
          <a:prstGeom prst="ellipse">
            <a:avLst/>
          </a:prstGeom>
          <a:solidFill>
            <a:srgbClr val="FFF1D6"/>
          </a:solidFill>
          <a:ln w="28575">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516" name="Milestone 2 label">
            <a:extLst>
              <a:ext uri="{FF2B5EF4-FFF2-40B4-BE49-F238E27FC236}">
                <a16:creationId xmlns:a16="http://schemas.microsoft.com/office/drawing/2014/main" id="{4300E95C-DEA0-35B9-FA1A-6C6CC2A353B0}"/>
              </a:ext>
            </a:extLst>
          </p:cNvPr>
          <p:cNvSpPr/>
          <p:nvPr/>
        </p:nvSpPr>
        <p:spPr>
          <a:xfrm>
            <a:off x="2810256" y="3122676"/>
            <a:ext cx="213360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Excess cold and heat join the law</a:t>
            </a:r>
          </a:p>
          <a:p>
            <a:pPr algn="ctr">
              <a:buNone/>
            </a:pPr>
            <a:r>
              <a:rPr lang="en-US" sz="100">
                <a:effectLst/>
              </a:rPr>
              <a:t> </a:t>
            </a:r>
            <a:endParaRPr lang="en-US"/>
          </a:p>
        </p:txBody>
      </p:sp>
      <p:sp>
        <p:nvSpPr>
          <p:cNvPr id="30529" name="5 weeks away pill">
            <a:extLst>
              <a:ext uri="{FF2B5EF4-FFF2-40B4-BE49-F238E27FC236}">
                <a16:creationId xmlns:a16="http://schemas.microsoft.com/office/drawing/2014/main" id="{74711BCB-D7DC-4869-9B2E-4D1F6993FFAA}"/>
              </a:ext>
            </a:extLst>
          </p:cNvPr>
          <p:cNvSpPr/>
          <p:nvPr/>
        </p:nvSpPr>
        <p:spPr>
          <a:xfrm>
            <a:off x="2990088" y="3793236"/>
            <a:ext cx="177393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5 WEEKS AWAY</a:t>
            </a:r>
          </a:p>
          <a:p>
            <a:pPr algn="ctr">
              <a:buNone/>
            </a:pPr>
            <a:r>
              <a:rPr lang="en-US" sz="100">
                <a:effectLst/>
              </a:rPr>
              <a:t> </a:t>
            </a:r>
            <a:endParaRPr lang="en-US"/>
          </a:p>
        </p:txBody>
      </p:sp>
      <p:sp>
        <p:nvSpPr>
          <p:cNvPr id="30543" name="Milestone 3 date">
            <a:extLst>
              <a:ext uri="{FF2B5EF4-FFF2-40B4-BE49-F238E27FC236}">
                <a16:creationId xmlns:a16="http://schemas.microsoft.com/office/drawing/2014/main" id="{27029D47-36AE-494D-C4DB-F8A0E0402108}"/>
              </a:ext>
            </a:extLst>
          </p:cNvPr>
          <p:cNvSpPr/>
          <p:nvPr/>
        </p:nvSpPr>
        <p:spPr>
          <a:xfrm>
            <a:off x="5029200" y="1545680"/>
            <a:ext cx="213360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2000" b="1">
                <a:solidFill>
                  <a:srgbClr val="173F35"/>
                </a:solidFill>
                <a:effectLst/>
                <a:latin typeface="Arial" panose="020B0604020202020204" pitchFamily="34" charset="0"/>
              </a:rPr>
              <a:t>2027</a:t>
            </a:r>
          </a:p>
          <a:p>
            <a:pPr algn="ctr">
              <a:buNone/>
            </a:pPr>
            <a:r>
              <a:rPr lang="en-US" sz="100">
                <a:effectLst/>
              </a:rPr>
              <a:t> </a:t>
            </a:r>
            <a:endParaRPr lang="en-US"/>
          </a:p>
        </p:txBody>
      </p:sp>
      <p:sp>
        <p:nvSpPr>
          <p:cNvPr id="30558" name="Milestone 3 disc">
            <a:extLst>
              <a:ext uri="{FF2B5EF4-FFF2-40B4-BE49-F238E27FC236}">
                <a16:creationId xmlns:a16="http://schemas.microsoft.com/office/drawing/2014/main" id="{385F79D5-FAF7-CA37-3970-8707DBB9CF3D}"/>
              </a:ext>
            </a:extLst>
          </p:cNvPr>
          <p:cNvSpPr/>
          <p:nvPr/>
        </p:nvSpPr>
        <p:spPr>
          <a:xfrm>
            <a:off x="5661660" y="2125980"/>
            <a:ext cx="868680" cy="86868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574" name="Milestone 3 label">
            <a:extLst>
              <a:ext uri="{FF2B5EF4-FFF2-40B4-BE49-F238E27FC236}">
                <a16:creationId xmlns:a16="http://schemas.microsoft.com/office/drawing/2014/main" id="{EC070ECF-9C02-61EB-B7FD-6CFE1F2AA7E2}"/>
              </a:ext>
            </a:extLst>
          </p:cNvPr>
          <p:cNvSpPr/>
          <p:nvPr/>
        </p:nvSpPr>
        <p:spPr>
          <a:xfrm>
            <a:off x="5029200" y="3122676"/>
            <a:ext cx="213360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Phase 3: all remaining hazards</a:t>
            </a:r>
          </a:p>
          <a:p>
            <a:pPr algn="ctr">
              <a:buNone/>
            </a:pPr>
            <a:r>
              <a:rPr lang="en-US" sz="100">
                <a:effectLst/>
              </a:rPr>
              <a:t> </a:t>
            </a:r>
            <a:endParaRPr lang="en-US"/>
          </a:p>
        </p:txBody>
      </p:sp>
      <p:sp>
        <p:nvSpPr>
          <p:cNvPr id="30591" name="Milestone 4 date">
            <a:extLst>
              <a:ext uri="{FF2B5EF4-FFF2-40B4-BE49-F238E27FC236}">
                <a16:creationId xmlns:a16="http://schemas.microsoft.com/office/drawing/2014/main" id="{B78F5803-44B9-69E1-64CD-9A094152F593}"/>
              </a:ext>
            </a:extLst>
          </p:cNvPr>
          <p:cNvSpPr/>
          <p:nvPr/>
        </p:nvSpPr>
        <p:spPr>
          <a:xfrm>
            <a:off x="7248144" y="1545680"/>
            <a:ext cx="213360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2000" b="1">
                <a:solidFill>
                  <a:srgbClr val="173F35"/>
                </a:solidFill>
                <a:effectLst/>
                <a:latin typeface="Arial" panose="020B0604020202020204" pitchFamily="34" charset="0"/>
              </a:rPr>
              <a:t>1 Apr 2030</a:t>
            </a:r>
          </a:p>
          <a:p>
            <a:pPr algn="ctr">
              <a:buNone/>
            </a:pPr>
            <a:r>
              <a:rPr lang="en-US" sz="100">
                <a:effectLst/>
              </a:rPr>
              <a:t> </a:t>
            </a:r>
            <a:endParaRPr lang="en-US"/>
          </a:p>
        </p:txBody>
      </p:sp>
      <p:sp>
        <p:nvSpPr>
          <p:cNvPr id="30609" name="Milestone 4 disc">
            <a:extLst>
              <a:ext uri="{FF2B5EF4-FFF2-40B4-BE49-F238E27FC236}">
                <a16:creationId xmlns:a16="http://schemas.microsoft.com/office/drawing/2014/main" id="{03A9DEA1-6EB0-C99A-C4A5-DB3C051A3D2D}"/>
              </a:ext>
            </a:extLst>
          </p:cNvPr>
          <p:cNvSpPr/>
          <p:nvPr/>
        </p:nvSpPr>
        <p:spPr>
          <a:xfrm>
            <a:off x="7880604" y="2125980"/>
            <a:ext cx="868680" cy="86868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628" name="Milestone 4 label">
            <a:extLst>
              <a:ext uri="{FF2B5EF4-FFF2-40B4-BE49-F238E27FC236}">
                <a16:creationId xmlns:a16="http://schemas.microsoft.com/office/drawing/2014/main" id="{8AB0295F-A0D8-2C3C-7665-8ABBEF45998C}"/>
              </a:ext>
            </a:extLst>
          </p:cNvPr>
          <p:cNvSpPr/>
          <p:nvPr/>
        </p:nvSpPr>
        <p:spPr>
          <a:xfrm>
            <a:off x="7248144" y="3122676"/>
            <a:ext cx="213360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Every social home at EPC C</a:t>
            </a:r>
          </a:p>
          <a:p>
            <a:pPr algn="ctr">
              <a:buNone/>
            </a:pPr>
            <a:r>
              <a:rPr lang="en-US" sz="100">
                <a:effectLst/>
              </a:rPr>
              <a:t> </a:t>
            </a:r>
            <a:endParaRPr lang="en-US"/>
          </a:p>
        </p:txBody>
      </p:sp>
      <p:sp>
        <p:nvSpPr>
          <p:cNvPr id="30648" name="Milestone 5 date">
            <a:extLst>
              <a:ext uri="{FF2B5EF4-FFF2-40B4-BE49-F238E27FC236}">
                <a16:creationId xmlns:a16="http://schemas.microsoft.com/office/drawing/2014/main" id="{ED9C75B5-7163-F259-5454-D1649CF5935F}"/>
              </a:ext>
            </a:extLst>
          </p:cNvPr>
          <p:cNvSpPr/>
          <p:nvPr/>
        </p:nvSpPr>
        <p:spPr>
          <a:xfrm>
            <a:off x="9467088" y="1545680"/>
            <a:ext cx="213360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2000" b="1">
                <a:solidFill>
                  <a:srgbClr val="173F35"/>
                </a:solidFill>
                <a:effectLst/>
                <a:latin typeface="Arial" panose="020B0604020202020204" pitchFamily="34" charset="0"/>
              </a:rPr>
              <a:t>2035</a:t>
            </a:r>
          </a:p>
          <a:p>
            <a:pPr algn="ctr">
              <a:buNone/>
            </a:pPr>
            <a:r>
              <a:rPr lang="en-US" sz="100">
                <a:effectLst/>
              </a:rPr>
              <a:t> </a:t>
            </a:r>
            <a:endParaRPr lang="en-US"/>
          </a:p>
        </p:txBody>
      </p:sp>
      <p:sp>
        <p:nvSpPr>
          <p:cNvPr id="30669" name="Milestone 5 disc">
            <a:extLst>
              <a:ext uri="{FF2B5EF4-FFF2-40B4-BE49-F238E27FC236}">
                <a16:creationId xmlns:a16="http://schemas.microsoft.com/office/drawing/2014/main" id="{1B85AC70-10D2-6160-8FA6-1D0CEB8F9389}"/>
              </a:ext>
            </a:extLst>
          </p:cNvPr>
          <p:cNvSpPr/>
          <p:nvPr/>
        </p:nvSpPr>
        <p:spPr>
          <a:xfrm>
            <a:off x="10099548" y="2125980"/>
            <a:ext cx="868680" cy="86868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691" name="Milestone 5 label">
            <a:extLst>
              <a:ext uri="{FF2B5EF4-FFF2-40B4-BE49-F238E27FC236}">
                <a16:creationId xmlns:a16="http://schemas.microsoft.com/office/drawing/2014/main" id="{CF3087D8-B6F7-78B7-2A64-BFC17DA614F5}"/>
              </a:ext>
            </a:extLst>
          </p:cNvPr>
          <p:cNvSpPr/>
          <p:nvPr/>
        </p:nvSpPr>
        <p:spPr>
          <a:xfrm>
            <a:off x="9467088" y="3122676"/>
            <a:ext cx="213360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New Decent Homes Standard</a:t>
            </a:r>
          </a:p>
          <a:p>
            <a:pPr algn="ctr">
              <a:buNone/>
            </a:pPr>
            <a:r>
              <a:rPr lang="en-US" sz="100">
                <a:effectLst/>
              </a:rPr>
              <a:t> </a:t>
            </a:r>
            <a:endParaRPr lang="en-US"/>
          </a:p>
        </p:txBody>
      </p:sp>
      <p:sp>
        <p:nvSpPr>
          <p:cNvPr id="30714" name="Insight band">
            <a:extLst>
              <a:ext uri="{FF2B5EF4-FFF2-40B4-BE49-F238E27FC236}">
                <a16:creationId xmlns:a16="http://schemas.microsoft.com/office/drawing/2014/main" id="{35BC337C-D3ED-BBC7-DEBC-B55DF7C51623}"/>
              </a:ext>
            </a:extLst>
          </p:cNvPr>
          <p:cNvSpPr/>
          <p:nvPr/>
        </p:nvSpPr>
        <p:spPr>
          <a:xfrm>
            <a:off x="548640" y="4663440"/>
            <a:ext cx="11094720" cy="1051560"/>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738" name="Insight disc">
            <a:extLst>
              <a:ext uri="{FF2B5EF4-FFF2-40B4-BE49-F238E27FC236}">
                <a16:creationId xmlns:a16="http://schemas.microsoft.com/office/drawing/2014/main" id="{B67F8338-BE21-6A1F-237D-38191237BD3D}"/>
              </a:ext>
            </a:extLst>
          </p:cNvPr>
          <p:cNvSpPr/>
          <p:nvPr/>
        </p:nvSpPr>
        <p:spPr>
          <a:xfrm>
            <a:off x="777240" y="4846320"/>
            <a:ext cx="685800" cy="685800"/>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763" name="Insight text">
            <a:extLst>
              <a:ext uri="{FF2B5EF4-FFF2-40B4-BE49-F238E27FC236}">
                <a16:creationId xmlns:a16="http://schemas.microsoft.com/office/drawing/2014/main" id="{A3448B98-F37C-FA3F-0B8E-049FD65D1CD2}"/>
              </a:ext>
            </a:extLst>
          </p:cNvPr>
          <p:cNvSpPr/>
          <p:nvPr/>
        </p:nvSpPr>
        <p:spPr>
          <a:xfrm>
            <a:off x="1600200" y="4808220"/>
            <a:ext cx="9860280" cy="7620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200" b="1">
                <a:solidFill>
                  <a:srgbClr val="E9B14C"/>
                </a:solidFill>
                <a:effectLst/>
                <a:latin typeface="Arial" panose="020B0604020202020204" pitchFamily="34" charset="0"/>
              </a:rPr>
              <a:t>From 30 Nov 2026, cold homes are a legal hazard:</a:t>
            </a:r>
          </a:p>
          <a:p>
            <a:pPr algn="l">
              <a:buNone/>
            </a:pPr>
            <a:r>
              <a:rPr lang="en-US" sz="2200" b="1">
                <a:solidFill>
                  <a:srgbClr val="FAF9F6"/>
                </a:solidFill>
                <a:effectLst/>
                <a:latin typeface="Arial" panose="020B0604020202020204" pitchFamily="34" charset="0"/>
              </a:rPr>
              <a:t>retrofit and repairs become one programme.</a:t>
            </a:r>
            <a:endParaRPr lang="en-US"/>
          </a:p>
        </p:txBody>
      </p:sp>
      <p:pic>
        <p:nvPicPr>
          <p:cNvPr id="30764" name="Milestone 1 icon" descr="Damp and mould icon">
            <a:extLst>
              <a:ext uri="{FF2B5EF4-FFF2-40B4-BE49-F238E27FC236}">
                <a16:creationId xmlns:a16="http://schemas.microsoft.com/office/drawing/2014/main" id="{093DFE65-8B16-229B-AC12-E8F468BBD614}"/>
              </a:ext>
            </a:extLst>
          </p:cNvPr>
          <p:cNvPicPr>
            <a:picLocks noChangeAspect="1"/>
          </p:cNvPicPr>
          <p:nvPr/>
        </p:nvPicPr>
        <p:blipFill>
          <a:blip r:embed="rId3"/>
          <a:stretch>
            <a:fillRect/>
          </a:stretch>
        </p:blipFill>
        <p:spPr>
          <a:xfrm>
            <a:off x="1383792" y="2286000"/>
            <a:ext cx="548640" cy="548640"/>
          </a:xfrm>
          <a:prstGeom prst="rect">
            <a:avLst/>
          </a:prstGeom>
        </p:spPr>
      </p:pic>
      <p:pic>
        <p:nvPicPr>
          <p:cNvPr id="30765" name="Milestone 2 icon" descr="Warmth icon">
            <a:extLst>
              <a:ext uri="{FF2B5EF4-FFF2-40B4-BE49-F238E27FC236}">
                <a16:creationId xmlns:a16="http://schemas.microsoft.com/office/drawing/2014/main" id="{6CFEE0A4-6843-A4D1-4C09-A4DB4370046C}"/>
              </a:ext>
            </a:extLst>
          </p:cNvPr>
          <p:cNvPicPr>
            <a:picLocks noChangeAspect="1"/>
          </p:cNvPicPr>
          <p:nvPr/>
        </p:nvPicPr>
        <p:blipFill>
          <a:blip r:embed="rId4"/>
          <a:stretch>
            <a:fillRect/>
          </a:stretch>
        </p:blipFill>
        <p:spPr>
          <a:xfrm>
            <a:off x="3602736" y="2286000"/>
            <a:ext cx="548640" cy="548640"/>
          </a:xfrm>
          <a:prstGeom prst="rect">
            <a:avLst/>
          </a:prstGeom>
        </p:spPr>
      </p:pic>
      <p:pic>
        <p:nvPicPr>
          <p:cNvPr id="30766" name="Milestone 3 icon" descr="Deadline icon">
            <a:extLst>
              <a:ext uri="{FF2B5EF4-FFF2-40B4-BE49-F238E27FC236}">
                <a16:creationId xmlns:a16="http://schemas.microsoft.com/office/drawing/2014/main" id="{DEB77B7D-BDC4-F9CD-3F4E-A4EFF7603560}"/>
              </a:ext>
            </a:extLst>
          </p:cNvPr>
          <p:cNvPicPr>
            <a:picLocks noChangeAspect="1"/>
          </p:cNvPicPr>
          <p:nvPr/>
        </p:nvPicPr>
        <p:blipFill>
          <a:blip r:embed="rId5"/>
          <a:stretch>
            <a:fillRect/>
          </a:stretch>
        </p:blipFill>
        <p:spPr>
          <a:xfrm>
            <a:off x="5821680" y="2286000"/>
            <a:ext cx="548640" cy="548640"/>
          </a:xfrm>
          <a:prstGeom prst="rect">
            <a:avLst/>
          </a:prstGeom>
        </p:spPr>
      </p:pic>
      <p:pic>
        <p:nvPicPr>
          <p:cNvPr id="30767" name="Milestone 4 icon" descr="Energy rating icon">
            <a:extLst>
              <a:ext uri="{FF2B5EF4-FFF2-40B4-BE49-F238E27FC236}">
                <a16:creationId xmlns:a16="http://schemas.microsoft.com/office/drawing/2014/main" id="{0D6113FA-93D5-E728-07C6-7940C9AE1ED2}"/>
              </a:ext>
            </a:extLst>
          </p:cNvPr>
          <p:cNvPicPr>
            <a:picLocks noChangeAspect="1"/>
          </p:cNvPicPr>
          <p:nvPr/>
        </p:nvPicPr>
        <p:blipFill>
          <a:blip r:embed="rId6"/>
          <a:stretch>
            <a:fillRect/>
          </a:stretch>
        </p:blipFill>
        <p:spPr>
          <a:xfrm>
            <a:off x="8040624" y="2286000"/>
            <a:ext cx="548640" cy="548640"/>
          </a:xfrm>
          <a:prstGeom prst="rect">
            <a:avLst/>
          </a:prstGeom>
        </p:spPr>
      </p:pic>
      <p:pic>
        <p:nvPicPr>
          <p:cNvPr id="30768" name="Milestone 5 icon" descr="House icon">
            <a:extLst>
              <a:ext uri="{FF2B5EF4-FFF2-40B4-BE49-F238E27FC236}">
                <a16:creationId xmlns:a16="http://schemas.microsoft.com/office/drawing/2014/main" id="{90ABDFF2-77CB-AF41-5BA6-987F6E92EBC5}"/>
              </a:ext>
            </a:extLst>
          </p:cNvPr>
          <p:cNvPicPr>
            <a:picLocks noChangeAspect="1"/>
          </p:cNvPicPr>
          <p:nvPr/>
        </p:nvPicPr>
        <p:blipFill>
          <a:blip r:embed="rId7"/>
          <a:stretch>
            <a:fillRect/>
          </a:stretch>
        </p:blipFill>
        <p:spPr>
          <a:xfrm>
            <a:off x="10259568" y="2286000"/>
            <a:ext cx="548640" cy="548640"/>
          </a:xfrm>
          <a:prstGeom prst="rect">
            <a:avLst/>
          </a:prstGeom>
        </p:spPr>
      </p:pic>
      <p:pic>
        <p:nvPicPr>
          <p:cNvPr id="30769" name="Insight icon" descr="Idea icon">
            <a:extLst>
              <a:ext uri="{FF2B5EF4-FFF2-40B4-BE49-F238E27FC236}">
                <a16:creationId xmlns:a16="http://schemas.microsoft.com/office/drawing/2014/main" id="{7C754C20-F751-9773-1D1B-D9B3C17B5134}"/>
              </a:ext>
            </a:extLst>
          </p:cNvPr>
          <p:cNvPicPr>
            <a:picLocks noChangeAspect="1"/>
          </p:cNvPicPr>
          <p:nvPr/>
        </p:nvPicPr>
        <p:blipFill>
          <a:blip r:embed="rId8"/>
          <a:stretch>
            <a:fillRect/>
          </a:stretch>
        </p:blipFill>
        <p:spPr>
          <a:xfrm>
            <a:off x="891540" y="4960620"/>
            <a:ext cx="457200" cy="457200"/>
          </a:xfrm>
          <a:prstGeom prst="rect">
            <a:avLst/>
          </a:prstGeom>
        </p:spPr>
      </p:pic>
    </p:spTree>
    <p:extLst>
      <p:ext uri="{BB962C8B-B14F-4D97-AF65-F5344CB8AC3E}">
        <p14:creationId xmlns:p14="http://schemas.microsoft.com/office/powerpoint/2010/main" val="319334562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29691" name="Eyebrow">
            <a:extLst>
              <a:ext uri="{FF2B5EF4-FFF2-40B4-BE49-F238E27FC236}">
                <a16:creationId xmlns:a16="http://schemas.microsoft.com/office/drawing/2014/main" id="{8CFFF877-3706-44EA-8D83-A5FB4E4A2FAA}"/>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1 · THE CHALLENGE</a:t>
            </a:r>
          </a:p>
          <a:p>
            <a:pPr algn="l">
              <a:buNone/>
            </a:pPr>
            <a:r>
              <a:rPr lang="en-US" sz="100">
                <a:effectLst/>
              </a:rPr>
              <a:t> </a:t>
            </a:r>
            <a:endParaRPr lang="en-US"/>
          </a:p>
        </p:txBody>
      </p:sp>
      <p:sp>
        <p:nvSpPr>
          <p:cNvPr id="29693" name="Slide title">
            <a:extLst>
              <a:ext uri="{FF2B5EF4-FFF2-40B4-BE49-F238E27FC236}">
                <a16:creationId xmlns:a16="http://schemas.microsoft.com/office/drawing/2014/main" id="{C143FD2F-ECA0-1C53-9858-DF53504CBAF3}"/>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Homes don't stall on ambition.</a:t>
            </a:r>
          </a:p>
          <a:p>
            <a:pPr algn="l">
              <a:buNone/>
            </a:pPr>
            <a:r>
              <a:rPr lang="en-US" sz="3200" b="1">
                <a:solidFill>
                  <a:srgbClr val="173F35"/>
                </a:solidFill>
                <a:effectLst/>
                <a:latin typeface="Arial" panose="020B0604020202020204" pitchFamily="34" charset="0"/>
              </a:rPr>
              <a:t>They stall between teams.</a:t>
            </a:r>
            <a:endParaRPr lang="en-US"/>
          </a:p>
        </p:txBody>
      </p:sp>
      <p:sp>
        <p:nvSpPr>
          <p:cNvPr id="29696" name="Footer sources">
            <a:extLst>
              <a:ext uri="{FF2B5EF4-FFF2-40B4-BE49-F238E27FC236}">
                <a16:creationId xmlns:a16="http://schemas.microsoft.com/office/drawing/2014/main" id="{988566E5-3CA3-0B39-8592-A65037B6EE46}"/>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exercise journeys, role research and agent-request challenge</a:t>
            </a:r>
          </a:p>
          <a:p>
            <a:pPr algn="l">
              <a:buNone/>
            </a:pPr>
            <a:r>
              <a:rPr lang="en-US" sz="100">
                <a:effectLst/>
              </a:rPr>
              <a:t> </a:t>
            </a:r>
            <a:endParaRPr lang="en-US"/>
          </a:p>
        </p:txBody>
      </p:sp>
      <p:sp>
        <p:nvSpPr>
          <p:cNvPr id="29700" name="Footer navigation">
            <a:extLst>
              <a:ext uri="{FF2B5EF4-FFF2-40B4-BE49-F238E27FC236}">
                <a16:creationId xmlns:a16="http://schemas.microsoft.com/office/drawing/2014/main" id="{8197E5EC-D8FA-742C-C3D9-B7382711740D}"/>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S04 · Answers: B01</a:t>
            </a:r>
          </a:p>
          <a:p>
            <a:pPr algn="r">
              <a:buNone/>
            </a:pPr>
            <a:r>
              <a:rPr lang="en-US" sz="100">
                <a:effectLst/>
              </a:rPr>
              <a:t> </a:t>
            </a:r>
            <a:endParaRPr lang="en-US"/>
          </a:p>
        </p:txBody>
      </p:sp>
      <p:sp>
        <p:nvSpPr>
          <p:cNvPr id="29705" name="Handoff rail">
            <a:extLst>
              <a:ext uri="{FF2B5EF4-FFF2-40B4-BE49-F238E27FC236}">
                <a16:creationId xmlns:a16="http://schemas.microsoft.com/office/drawing/2014/main" id="{10F995CB-C166-6AC9-2C94-71A6D23E7896}"/>
              </a:ext>
            </a:extLst>
          </p:cNvPr>
          <p:cNvSpPr/>
          <p:nvPr/>
        </p:nvSpPr>
        <p:spPr>
          <a:xfrm>
            <a:off x="1188720" y="3223260"/>
            <a:ext cx="1045464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711" name="Gap 1 stem">
            <a:extLst>
              <a:ext uri="{FF2B5EF4-FFF2-40B4-BE49-F238E27FC236}">
                <a16:creationId xmlns:a16="http://schemas.microsoft.com/office/drawing/2014/main" id="{B5DA1E11-4568-48DE-6114-6813534F0CA7}"/>
              </a:ext>
            </a:extLst>
          </p:cNvPr>
          <p:cNvSpPr/>
          <p:nvPr/>
        </p:nvSpPr>
        <p:spPr>
          <a:xfrm>
            <a:off x="2751963" y="2743200"/>
            <a:ext cx="19050" cy="493776"/>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718" name="Gap 1 card">
            <a:extLst>
              <a:ext uri="{FF2B5EF4-FFF2-40B4-BE49-F238E27FC236}">
                <a16:creationId xmlns:a16="http://schemas.microsoft.com/office/drawing/2014/main" id="{BD5D285D-47D6-D412-2A97-41B74DC8CC41}"/>
              </a:ext>
            </a:extLst>
          </p:cNvPr>
          <p:cNvSpPr/>
          <p:nvPr/>
        </p:nvSpPr>
        <p:spPr>
          <a:xfrm>
            <a:off x="1979676" y="2121408"/>
            <a:ext cx="1563624" cy="621792"/>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7A4B00"/>
                </a:solidFill>
                <a:effectLst/>
                <a:latin typeface="Arial" panose="020B0604020202020204" pitchFamily="34" charset="0"/>
              </a:rPr>
              <a:t>stale evidence</a:t>
            </a:r>
          </a:p>
          <a:p>
            <a:pPr algn="ctr">
              <a:buNone/>
            </a:pPr>
            <a:r>
              <a:rPr lang="en-US" sz="100">
                <a:effectLst/>
              </a:rPr>
              <a:t> </a:t>
            </a:r>
            <a:endParaRPr lang="en-US"/>
          </a:p>
        </p:txBody>
      </p:sp>
      <p:sp>
        <p:nvSpPr>
          <p:cNvPr id="29726" name="Gap 1 marker">
            <a:extLst>
              <a:ext uri="{FF2B5EF4-FFF2-40B4-BE49-F238E27FC236}">
                <a16:creationId xmlns:a16="http://schemas.microsoft.com/office/drawing/2014/main" id="{2F6F499B-C0CD-D720-D8AA-DB8409A9A3A4}"/>
              </a:ext>
            </a:extLst>
          </p:cNvPr>
          <p:cNvSpPr/>
          <p:nvPr/>
        </p:nvSpPr>
        <p:spPr>
          <a:xfrm>
            <a:off x="2660904" y="3236976"/>
            <a:ext cx="201168" cy="201168"/>
          </a:xfrm>
          <a:prstGeom prst="diamond">
            <a:avLst/>
          </a:prstGeom>
          <a:solidFill>
            <a:srgbClr val="E9B14C"/>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735" name="Gap 2 stem">
            <a:extLst>
              <a:ext uri="{FF2B5EF4-FFF2-40B4-BE49-F238E27FC236}">
                <a16:creationId xmlns:a16="http://schemas.microsoft.com/office/drawing/2014/main" id="{0A3DE3BE-0042-8CB2-D7D5-00BE6662B918}"/>
              </a:ext>
            </a:extLst>
          </p:cNvPr>
          <p:cNvSpPr/>
          <p:nvPr/>
        </p:nvSpPr>
        <p:spPr>
          <a:xfrm>
            <a:off x="4562475" y="2743200"/>
            <a:ext cx="19050" cy="493776"/>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745" name="Gap 2 card">
            <a:extLst>
              <a:ext uri="{FF2B5EF4-FFF2-40B4-BE49-F238E27FC236}">
                <a16:creationId xmlns:a16="http://schemas.microsoft.com/office/drawing/2014/main" id="{C7889A9E-A11A-4617-C664-E997533DB990}"/>
              </a:ext>
            </a:extLst>
          </p:cNvPr>
          <p:cNvSpPr/>
          <p:nvPr/>
        </p:nvSpPr>
        <p:spPr>
          <a:xfrm>
            <a:off x="3790188" y="2121408"/>
            <a:ext cx="1563624" cy="621792"/>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7A4B00"/>
                </a:solidFill>
                <a:effectLst/>
                <a:latin typeface="Arial" panose="020B0604020202020204" pitchFamily="34" charset="0"/>
              </a:rPr>
              <a:t>unclear owner</a:t>
            </a:r>
          </a:p>
          <a:p>
            <a:pPr algn="ctr">
              <a:buNone/>
            </a:pPr>
            <a:r>
              <a:rPr lang="en-US" sz="100">
                <a:effectLst/>
              </a:rPr>
              <a:t> </a:t>
            </a:r>
            <a:endParaRPr lang="en-US"/>
          </a:p>
        </p:txBody>
      </p:sp>
      <p:sp>
        <p:nvSpPr>
          <p:cNvPr id="29756" name="Gap 2 marker">
            <a:extLst>
              <a:ext uri="{FF2B5EF4-FFF2-40B4-BE49-F238E27FC236}">
                <a16:creationId xmlns:a16="http://schemas.microsoft.com/office/drawing/2014/main" id="{EE3F4955-6A03-B5AC-F68F-B6FF92EA9708}"/>
              </a:ext>
            </a:extLst>
          </p:cNvPr>
          <p:cNvSpPr/>
          <p:nvPr/>
        </p:nvSpPr>
        <p:spPr>
          <a:xfrm>
            <a:off x="4471416" y="3236976"/>
            <a:ext cx="201168" cy="201168"/>
          </a:xfrm>
          <a:prstGeom prst="diamond">
            <a:avLst/>
          </a:prstGeom>
          <a:solidFill>
            <a:srgbClr val="E9B14C"/>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768" name="Gap 3 stem">
            <a:extLst>
              <a:ext uri="{FF2B5EF4-FFF2-40B4-BE49-F238E27FC236}">
                <a16:creationId xmlns:a16="http://schemas.microsoft.com/office/drawing/2014/main" id="{B6C4476D-4926-4D72-8D5D-62E9570D486E}"/>
              </a:ext>
            </a:extLst>
          </p:cNvPr>
          <p:cNvSpPr/>
          <p:nvPr/>
        </p:nvSpPr>
        <p:spPr>
          <a:xfrm>
            <a:off x="6372987" y="2743200"/>
            <a:ext cx="19050" cy="493776"/>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781" name="Gap 3 card">
            <a:extLst>
              <a:ext uri="{FF2B5EF4-FFF2-40B4-BE49-F238E27FC236}">
                <a16:creationId xmlns:a16="http://schemas.microsoft.com/office/drawing/2014/main" id="{FEF03430-E5EF-72C2-36E0-65BFBF0F492F}"/>
              </a:ext>
            </a:extLst>
          </p:cNvPr>
          <p:cNvSpPr/>
          <p:nvPr/>
        </p:nvSpPr>
        <p:spPr>
          <a:xfrm>
            <a:off x="5600700" y="2121408"/>
            <a:ext cx="1563624" cy="621792"/>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7A4B00"/>
                </a:solidFill>
                <a:effectLst/>
                <a:latin typeface="Arial" panose="020B0604020202020204" pitchFamily="34" charset="0"/>
              </a:rPr>
              <a:t>funding mismatch</a:t>
            </a:r>
          </a:p>
          <a:p>
            <a:pPr algn="ctr">
              <a:buNone/>
            </a:pPr>
            <a:r>
              <a:rPr lang="en-US" sz="100">
                <a:effectLst/>
              </a:rPr>
              <a:t> </a:t>
            </a:r>
            <a:endParaRPr lang="en-US"/>
          </a:p>
        </p:txBody>
      </p:sp>
      <p:sp>
        <p:nvSpPr>
          <p:cNvPr id="29795" name="Gap 3 marker">
            <a:extLst>
              <a:ext uri="{FF2B5EF4-FFF2-40B4-BE49-F238E27FC236}">
                <a16:creationId xmlns:a16="http://schemas.microsoft.com/office/drawing/2014/main" id="{8C6C1001-2458-5292-E080-1050FFE48D79}"/>
              </a:ext>
            </a:extLst>
          </p:cNvPr>
          <p:cNvSpPr/>
          <p:nvPr/>
        </p:nvSpPr>
        <p:spPr>
          <a:xfrm>
            <a:off x="6281928" y="3236976"/>
            <a:ext cx="201168" cy="201168"/>
          </a:xfrm>
          <a:prstGeom prst="diamond">
            <a:avLst/>
          </a:prstGeom>
          <a:solidFill>
            <a:srgbClr val="E9B14C"/>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810" name="Gap 4 stem">
            <a:extLst>
              <a:ext uri="{FF2B5EF4-FFF2-40B4-BE49-F238E27FC236}">
                <a16:creationId xmlns:a16="http://schemas.microsoft.com/office/drawing/2014/main" id="{DD6DA784-B1B2-AC4B-3C75-F8A2D784A410}"/>
              </a:ext>
            </a:extLst>
          </p:cNvPr>
          <p:cNvSpPr/>
          <p:nvPr/>
        </p:nvSpPr>
        <p:spPr>
          <a:xfrm>
            <a:off x="8183499" y="2743200"/>
            <a:ext cx="19050" cy="493776"/>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826" name="Gap 4 card">
            <a:extLst>
              <a:ext uri="{FF2B5EF4-FFF2-40B4-BE49-F238E27FC236}">
                <a16:creationId xmlns:a16="http://schemas.microsoft.com/office/drawing/2014/main" id="{312EA43A-CFF3-4910-24D3-6875A2349B36}"/>
              </a:ext>
            </a:extLst>
          </p:cNvPr>
          <p:cNvSpPr/>
          <p:nvPr/>
        </p:nvSpPr>
        <p:spPr>
          <a:xfrm>
            <a:off x="7411212" y="2121408"/>
            <a:ext cx="1563624" cy="621792"/>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7A4B00"/>
                </a:solidFill>
                <a:effectLst/>
                <a:latin typeface="Arial" panose="020B0604020202020204" pitchFamily="34" charset="0"/>
              </a:rPr>
              <a:t>no resident answer</a:t>
            </a:r>
          </a:p>
          <a:p>
            <a:pPr algn="ctr">
              <a:buNone/>
            </a:pPr>
            <a:r>
              <a:rPr lang="en-US" sz="100">
                <a:effectLst/>
              </a:rPr>
              <a:t> </a:t>
            </a:r>
            <a:endParaRPr lang="en-US"/>
          </a:p>
        </p:txBody>
      </p:sp>
      <p:sp>
        <p:nvSpPr>
          <p:cNvPr id="29843" name="Gap 4 marker">
            <a:extLst>
              <a:ext uri="{FF2B5EF4-FFF2-40B4-BE49-F238E27FC236}">
                <a16:creationId xmlns:a16="http://schemas.microsoft.com/office/drawing/2014/main" id="{E6CFF8FA-4DEE-0BC3-77A9-16EB36911E29}"/>
              </a:ext>
            </a:extLst>
          </p:cNvPr>
          <p:cNvSpPr/>
          <p:nvPr/>
        </p:nvSpPr>
        <p:spPr>
          <a:xfrm>
            <a:off x="8092440" y="3236976"/>
            <a:ext cx="201168" cy="201168"/>
          </a:xfrm>
          <a:prstGeom prst="diamond">
            <a:avLst/>
          </a:prstGeom>
          <a:solidFill>
            <a:srgbClr val="E9B14C"/>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861" name="Gap 5 stem">
            <a:extLst>
              <a:ext uri="{FF2B5EF4-FFF2-40B4-BE49-F238E27FC236}">
                <a16:creationId xmlns:a16="http://schemas.microsoft.com/office/drawing/2014/main" id="{B2F36DAD-27F9-2DF7-4F4D-10B5AB963903}"/>
              </a:ext>
            </a:extLst>
          </p:cNvPr>
          <p:cNvSpPr/>
          <p:nvPr/>
        </p:nvSpPr>
        <p:spPr>
          <a:xfrm>
            <a:off x="9994011" y="2743200"/>
            <a:ext cx="19050" cy="493776"/>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880" name="Gap 5 card">
            <a:extLst>
              <a:ext uri="{FF2B5EF4-FFF2-40B4-BE49-F238E27FC236}">
                <a16:creationId xmlns:a16="http://schemas.microsoft.com/office/drawing/2014/main" id="{8280FB79-24AA-0A2F-2033-901940B88114}"/>
              </a:ext>
            </a:extLst>
          </p:cNvPr>
          <p:cNvSpPr/>
          <p:nvPr/>
        </p:nvSpPr>
        <p:spPr>
          <a:xfrm>
            <a:off x="9221724" y="2121408"/>
            <a:ext cx="1563624" cy="621792"/>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7A4B00"/>
                </a:solidFill>
                <a:effectLst/>
                <a:latin typeface="Arial" panose="020B0604020202020204" pitchFamily="34" charset="0"/>
              </a:rPr>
              <a:t>rework</a:t>
            </a:r>
          </a:p>
          <a:p>
            <a:pPr algn="ctr">
              <a:buNone/>
            </a:pPr>
            <a:r>
              <a:rPr lang="en-US" sz="100">
                <a:effectLst/>
              </a:rPr>
              <a:t> </a:t>
            </a:r>
            <a:endParaRPr lang="en-US"/>
          </a:p>
        </p:txBody>
      </p:sp>
      <p:sp>
        <p:nvSpPr>
          <p:cNvPr id="29900" name="Gap 5 marker">
            <a:extLst>
              <a:ext uri="{FF2B5EF4-FFF2-40B4-BE49-F238E27FC236}">
                <a16:creationId xmlns:a16="http://schemas.microsoft.com/office/drawing/2014/main" id="{1EF2021A-BFF4-7817-C550-F13695911B89}"/>
              </a:ext>
            </a:extLst>
          </p:cNvPr>
          <p:cNvSpPr/>
          <p:nvPr/>
        </p:nvSpPr>
        <p:spPr>
          <a:xfrm>
            <a:off x="9902952" y="3236976"/>
            <a:ext cx="201168" cy="201168"/>
          </a:xfrm>
          <a:prstGeom prst="diamond">
            <a:avLst/>
          </a:prstGeom>
          <a:solidFill>
            <a:srgbClr val="E9B14C"/>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921" name="Station 1 disc">
            <a:extLst>
              <a:ext uri="{FF2B5EF4-FFF2-40B4-BE49-F238E27FC236}">
                <a16:creationId xmlns:a16="http://schemas.microsoft.com/office/drawing/2014/main" id="{88EAE005-434E-0977-8CE5-32ABB6E6BBED}"/>
              </a:ext>
            </a:extLst>
          </p:cNvPr>
          <p:cNvSpPr/>
          <p:nvPr/>
        </p:nvSpPr>
        <p:spPr>
          <a:xfrm>
            <a:off x="1467612" y="2948940"/>
            <a:ext cx="777240" cy="777240"/>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943" name="Station 1 label">
            <a:extLst>
              <a:ext uri="{FF2B5EF4-FFF2-40B4-BE49-F238E27FC236}">
                <a16:creationId xmlns:a16="http://schemas.microsoft.com/office/drawing/2014/main" id="{A6566EF8-28B5-9C1D-5CE7-8264D9497125}"/>
              </a:ext>
            </a:extLst>
          </p:cNvPr>
          <p:cNvSpPr/>
          <p:nvPr/>
        </p:nvSpPr>
        <p:spPr>
          <a:xfrm>
            <a:off x="987552" y="3760052"/>
            <a:ext cx="173736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Survey</a:t>
            </a:r>
          </a:p>
          <a:p>
            <a:pPr algn="ctr">
              <a:buNone/>
            </a:pPr>
            <a:r>
              <a:rPr lang="en-US" sz="100">
                <a:effectLst/>
              </a:rPr>
              <a:t> </a:t>
            </a:r>
            <a:endParaRPr lang="en-US"/>
          </a:p>
        </p:txBody>
      </p:sp>
      <p:sp>
        <p:nvSpPr>
          <p:cNvPr id="29966" name="Station 2 disc">
            <a:extLst>
              <a:ext uri="{FF2B5EF4-FFF2-40B4-BE49-F238E27FC236}">
                <a16:creationId xmlns:a16="http://schemas.microsoft.com/office/drawing/2014/main" id="{84B44BF7-440E-7BEB-95BD-B369B2123B98}"/>
              </a:ext>
            </a:extLst>
          </p:cNvPr>
          <p:cNvSpPr/>
          <p:nvPr/>
        </p:nvSpPr>
        <p:spPr>
          <a:xfrm>
            <a:off x="3278124" y="2948940"/>
            <a:ext cx="777240" cy="777240"/>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990" name="Station 2 label">
            <a:extLst>
              <a:ext uri="{FF2B5EF4-FFF2-40B4-BE49-F238E27FC236}">
                <a16:creationId xmlns:a16="http://schemas.microsoft.com/office/drawing/2014/main" id="{2268B33C-1998-B64F-9B52-70E4095CC0BD}"/>
              </a:ext>
            </a:extLst>
          </p:cNvPr>
          <p:cNvSpPr/>
          <p:nvPr/>
        </p:nvSpPr>
        <p:spPr>
          <a:xfrm>
            <a:off x="2798064" y="3760052"/>
            <a:ext cx="173736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Assessment</a:t>
            </a:r>
          </a:p>
          <a:p>
            <a:pPr algn="ctr">
              <a:buNone/>
            </a:pPr>
            <a:r>
              <a:rPr lang="en-US" sz="100">
                <a:effectLst/>
              </a:rPr>
              <a:t> </a:t>
            </a:r>
            <a:endParaRPr lang="en-US"/>
          </a:p>
        </p:txBody>
      </p:sp>
      <p:sp>
        <p:nvSpPr>
          <p:cNvPr id="30015" name="Station 3 disc">
            <a:extLst>
              <a:ext uri="{FF2B5EF4-FFF2-40B4-BE49-F238E27FC236}">
                <a16:creationId xmlns:a16="http://schemas.microsoft.com/office/drawing/2014/main" id="{94F24039-E46B-09AE-815D-9C76F404EDE4}"/>
              </a:ext>
            </a:extLst>
          </p:cNvPr>
          <p:cNvSpPr/>
          <p:nvPr/>
        </p:nvSpPr>
        <p:spPr>
          <a:xfrm>
            <a:off x="5088636" y="2948940"/>
            <a:ext cx="777240" cy="777240"/>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041" name="Station 3 label">
            <a:extLst>
              <a:ext uri="{FF2B5EF4-FFF2-40B4-BE49-F238E27FC236}">
                <a16:creationId xmlns:a16="http://schemas.microsoft.com/office/drawing/2014/main" id="{4E99F4D8-F657-231D-D186-E2DC68908AB7}"/>
              </a:ext>
            </a:extLst>
          </p:cNvPr>
          <p:cNvSpPr/>
          <p:nvPr/>
        </p:nvSpPr>
        <p:spPr>
          <a:xfrm>
            <a:off x="4608576" y="3760052"/>
            <a:ext cx="173736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Funding</a:t>
            </a:r>
          </a:p>
          <a:p>
            <a:pPr algn="ctr">
              <a:buNone/>
            </a:pPr>
            <a:r>
              <a:rPr lang="en-US" sz="100">
                <a:effectLst/>
              </a:rPr>
              <a:t> </a:t>
            </a:r>
            <a:endParaRPr lang="en-US"/>
          </a:p>
        </p:txBody>
      </p:sp>
      <p:sp>
        <p:nvSpPr>
          <p:cNvPr id="30068" name="Station 4 disc">
            <a:extLst>
              <a:ext uri="{FF2B5EF4-FFF2-40B4-BE49-F238E27FC236}">
                <a16:creationId xmlns:a16="http://schemas.microsoft.com/office/drawing/2014/main" id="{8511488C-B45B-5756-F088-35812A92B20B}"/>
              </a:ext>
            </a:extLst>
          </p:cNvPr>
          <p:cNvSpPr/>
          <p:nvPr/>
        </p:nvSpPr>
        <p:spPr>
          <a:xfrm>
            <a:off x="6899148" y="2948940"/>
            <a:ext cx="777240" cy="777240"/>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096" name="Station 4 label">
            <a:extLst>
              <a:ext uri="{FF2B5EF4-FFF2-40B4-BE49-F238E27FC236}">
                <a16:creationId xmlns:a16="http://schemas.microsoft.com/office/drawing/2014/main" id="{808B4627-D5A4-2CC0-573C-C4F3F004D9DC}"/>
              </a:ext>
            </a:extLst>
          </p:cNvPr>
          <p:cNvSpPr/>
          <p:nvPr/>
        </p:nvSpPr>
        <p:spPr>
          <a:xfrm>
            <a:off x="6419088" y="3845052"/>
            <a:ext cx="173736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Resident agreement</a:t>
            </a:r>
          </a:p>
          <a:p>
            <a:pPr algn="ctr">
              <a:buNone/>
            </a:pPr>
            <a:r>
              <a:rPr lang="en-US" sz="100">
                <a:effectLst/>
              </a:rPr>
              <a:t> </a:t>
            </a:r>
            <a:endParaRPr lang="en-US"/>
          </a:p>
        </p:txBody>
      </p:sp>
      <p:sp>
        <p:nvSpPr>
          <p:cNvPr id="30125" name="Station 5 disc">
            <a:extLst>
              <a:ext uri="{FF2B5EF4-FFF2-40B4-BE49-F238E27FC236}">
                <a16:creationId xmlns:a16="http://schemas.microsoft.com/office/drawing/2014/main" id="{5B25FD3F-BB6D-A3B3-9D21-B28D4EE9C998}"/>
              </a:ext>
            </a:extLst>
          </p:cNvPr>
          <p:cNvSpPr/>
          <p:nvPr/>
        </p:nvSpPr>
        <p:spPr>
          <a:xfrm>
            <a:off x="8709660" y="2948940"/>
            <a:ext cx="777240" cy="777240"/>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155" name="Station 5 label">
            <a:extLst>
              <a:ext uri="{FF2B5EF4-FFF2-40B4-BE49-F238E27FC236}">
                <a16:creationId xmlns:a16="http://schemas.microsoft.com/office/drawing/2014/main" id="{84CCCCA1-34BD-CC4D-5A76-2E15C5004E2F}"/>
              </a:ext>
            </a:extLst>
          </p:cNvPr>
          <p:cNvSpPr/>
          <p:nvPr/>
        </p:nvSpPr>
        <p:spPr>
          <a:xfrm>
            <a:off x="8229600" y="3760052"/>
            <a:ext cx="173736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Contractor</a:t>
            </a:r>
          </a:p>
          <a:p>
            <a:pPr algn="ctr">
              <a:buNone/>
            </a:pPr>
            <a:r>
              <a:rPr lang="en-US" sz="100">
                <a:effectLst/>
              </a:rPr>
              <a:t> </a:t>
            </a:r>
            <a:endParaRPr lang="en-US"/>
          </a:p>
        </p:txBody>
      </p:sp>
      <p:sp>
        <p:nvSpPr>
          <p:cNvPr id="30186" name="Station 6 disc">
            <a:extLst>
              <a:ext uri="{FF2B5EF4-FFF2-40B4-BE49-F238E27FC236}">
                <a16:creationId xmlns:a16="http://schemas.microsoft.com/office/drawing/2014/main" id="{55F5E45F-B8E0-45AD-8296-00AAD49A24D2}"/>
              </a:ext>
            </a:extLst>
          </p:cNvPr>
          <p:cNvSpPr/>
          <p:nvPr/>
        </p:nvSpPr>
        <p:spPr>
          <a:xfrm>
            <a:off x="10520172" y="2948940"/>
            <a:ext cx="777240" cy="777240"/>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218" name="Station 6 label">
            <a:extLst>
              <a:ext uri="{FF2B5EF4-FFF2-40B4-BE49-F238E27FC236}">
                <a16:creationId xmlns:a16="http://schemas.microsoft.com/office/drawing/2014/main" id="{A503B585-6179-F0F4-8883-17FD46CD707F}"/>
              </a:ext>
            </a:extLst>
          </p:cNvPr>
          <p:cNvSpPr/>
          <p:nvPr/>
        </p:nvSpPr>
        <p:spPr>
          <a:xfrm>
            <a:off x="10040112" y="3845052"/>
            <a:ext cx="173736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Quality and handover</a:t>
            </a:r>
          </a:p>
          <a:p>
            <a:pPr algn="ctr">
              <a:buNone/>
            </a:pPr>
            <a:r>
              <a:rPr lang="en-US" sz="100">
                <a:effectLst/>
              </a:rPr>
              <a:t> </a:t>
            </a:r>
            <a:endParaRPr lang="en-US"/>
          </a:p>
        </p:txBody>
      </p:sp>
      <p:sp>
        <p:nvSpPr>
          <p:cNvPr id="30251" name="Statement 1 card">
            <a:extLst>
              <a:ext uri="{FF2B5EF4-FFF2-40B4-BE49-F238E27FC236}">
                <a16:creationId xmlns:a16="http://schemas.microsoft.com/office/drawing/2014/main" id="{FC3A9AC5-5873-2560-60C4-91EDD59ACEC1}"/>
              </a:ext>
            </a:extLst>
          </p:cNvPr>
          <p:cNvSpPr/>
          <p:nvPr/>
        </p:nvSpPr>
        <p:spPr>
          <a:xfrm>
            <a:off x="548640" y="4718304"/>
            <a:ext cx="3576320" cy="1106424"/>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285" name="Statement 1">
            <a:extLst>
              <a:ext uri="{FF2B5EF4-FFF2-40B4-BE49-F238E27FC236}">
                <a16:creationId xmlns:a16="http://schemas.microsoft.com/office/drawing/2014/main" id="{C3D1046B-0383-CBD9-23C2-427925B5CA7D}"/>
              </a:ext>
            </a:extLst>
          </p:cNvPr>
          <p:cNvSpPr/>
          <p:nvPr/>
        </p:nvSpPr>
        <p:spPr>
          <a:xfrm>
            <a:off x="609600" y="4951476"/>
            <a:ext cx="345440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Evidence, funding, capacity and resident choice must align</a:t>
            </a:r>
          </a:p>
          <a:p>
            <a:pPr algn="l">
              <a:buNone/>
            </a:pPr>
            <a:r>
              <a:rPr lang="en-US" sz="100">
                <a:effectLst/>
              </a:rPr>
              <a:t> </a:t>
            </a:r>
            <a:endParaRPr lang="en-US"/>
          </a:p>
        </p:txBody>
      </p:sp>
      <p:sp>
        <p:nvSpPr>
          <p:cNvPr id="30320" name="Statement 2 card">
            <a:extLst>
              <a:ext uri="{FF2B5EF4-FFF2-40B4-BE49-F238E27FC236}">
                <a16:creationId xmlns:a16="http://schemas.microsoft.com/office/drawing/2014/main" id="{16BC534B-D39E-B68A-37F1-63167E6995E7}"/>
              </a:ext>
            </a:extLst>
          </p:cNvPr>
          <p:cNvSpPr/>
          <p:nvPr/>
        </p:nvSpPr>
        <p:spPr>
          <a:xfrm>
            <a:off x="4307840" y="4718304"/>
            <a:ext cx="3576320" cy="1106424"/>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356" name="Statement 2">
            <a:extLst>
              <a:ext uri="{FF2B5EF4-FFF2-40B4-BE49-F238E27FC236}">
                <a16:creationId xmlns:a16="http://schemas.microsoft.com/office/drawing/2014/main" id="{9BEA46D6-112C-8D52-77FE-4812CCA23728}"/>
              </a:ext>
            </a:extLst>
          </p:cNvPr>
          <p:cNvSpPr/>
          <p:nvPr/>
        </p:nvSpPr>
        <p:spPr>
          <a:xfrm>
            <a:off x="4368800" y="4951476"/>
            <a:ext cx="345440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More starts are not the same as more accepted homes</a:t>
            </a:r>
          </a:p>
          <a:p>
            <a:pPr algn="l">
              <a:buNone/>
            </a:pPr>
            <a:r>
              <a:rPr lang="en-US" sz="100">
                <a:effectLst/>
              </a:rPr>
              <a:t> </a:t>
            </a:r>
            <a:endParaRPr lang="en-US"/>
          </a:p>
        </p:txBody>
      </p:sp>
      <p:sp>
        <p:nvSpPr>
          <p:cNvPr id="30393" name="Statement 3 card">
            <a:extLst>
              <a:ext uri="{FF2B5EF4-FFF2-40B4-BE49-F238E27FC236}">
                <a16:creationId xmlns:a16="http://schemas.microsoft.com/office/drawing/2014/main" id="{9D1F24CC-9669-AC01-B05F-DF6CA7053594}"/>
              </a:ext>
            </a:extLst>
          </p:cNvPr>
          <p:cNvSpPr/>
          <p:nvPr/>
        </p:nvSpPr>
        <p:spPr>
          <a:xfrm>
            <a:off x="8067040" y="4718304"/>
            <a:ext cx="3576320" cy="1106424"/>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431" name="Statement 3">
            <a:extLst>
              <a:ext uri="{FF2B5EF4-FFF2-40B4-BE49-F238E27FC236}">
                <a16:creationId xmlns:a16="http://schemas.microsoft.com/office/drawing/2014/main" id="{DECBF550-1568-A934-698E-9C0807D5096C}"/>
              </a:ext>
            </a:extLst>
          </p:cNvPr>
          <p:cNvSpPr/>
          <p:nvPr/>
        </p:nvSpPr>
        <p:spPr>
          <a:xfrm>
            <a:off x="8128000" y="4814316"/>
            <a:ext cx="351536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A conflicting record should stop
one approval, not all useful work</a:t>
            </a:r>
            <a:endParaRPr lang="en-US"/>
          </a:p>
        </p:txBody>
      </p:sp>
      <p:pic>
        <p:nvPicPr>
          <p:cNvPr id="30432" name="Home icon" descr="House icon">
            <a:extLst>
              <a:ext uri="{FF2B5EF4-FFF2-40B4-BE49-F238E27FC236}">
                <a16:creationId xmlns:a16="http://schemas.microsoft.com/office/drawing/2014/main" id="{9FAA672E-2BF2-92AF-29D3-29A7D3ABE958}"/>
              </a:ext>
            </a:extLst>
          </p:cNvPr>
          <p:cNvPicPr>
            <a:picLocks noChangeAspect="1"/>
          </p:cNvPicPr>
          <p:nvPr/>
        </p:nvPicPr>
        <p:blipFill>
          <a:blip r:embed="rId3"/>
          <a:stretch>
            <a:fillRect/>
          </a:stretch>
        </p:blipFill>
        <p:spPr>
          <a:xfrm>
            <a:off x="548640" y="3063240"/>
            <a:ext cx="548640" cy="548640"/>
          </a:xfrm>
          <a:prstGeom prst="rect">
            <a:avLst/>
          </a:prstGeom>
        </p:spPr>
      </p:pic>
      <p:pic>
        <p:nvPicPr>
          <p:cNvPr id="30433" name="Station 1 icon" descr="Survey icon">
            <a:extLst>
              <a:ext uri="{FF2B5EF4-FFF2-40B4-BE49-F238E27FC236}">
                <a16:creationId xmlns:a16="http://schemas.microsoft.com/office/drawing/2014/main" id="{8D02E7D6-F0F3-01E5-8B81-D1716609A384}"/>
              </a:ext>
            </a:extLst>
          </p:cNvPr>
          <p:cNvPicPr>
            <a:picLocks noChangeAspect="1"/>
          </p:cNvPicPr>
          <p:nvPr/>
        </p:nvPicPr>
        <p:blipFill>
          <a:blip r:embed="rId4"/>
          <a:stretch>
            <a:fillRect/>
          </a:stretch>
        </p:blipFill>
        <p:spPr>
          <a:xfrm>
            <a:off x="1604772" y="3086100"/>
            <a:ext cx="502920" cy="502920"/>
          </a:xfrm>
          <a:prstGeom prst="rect">
            <a:avLst/>
          </a:prstGeom>
        </p:spPr>
      </p:pic>
      <p:pic>
        <p:nvPicPr>
          <p:cNvPr id="30434" name="Station 2 icon" descr="Evidence icon">
            <a:extLst>
              <a:ext uri="{FF2B5EF4-FFF2-40B4-BE49-F238E27FC236}">
                <a16:creationId xmlns:a16="http://schemas.microsoft.com/office/drawing/2014/main" id="{CD0D9C64-07E1-488E-1E53-5047D9834724}"/>
              </a:ext>
            </a:extLst>
          </p:cNvPr>
          <p:cNvPicPr>
            <a:picLocks noChangeAspect="1"/>
          </p:cNvPicPr>
          <p:nvPr/>
        </p:nvPicPr>
        <p:blipFill>
          <a:blip r:embed="rId5"/>
          <a:stretch>
            <a:fillRect/>
          </a:stretch>
        </p:blipFill>
        <p:spPr>
          <a:xfrm>
            <a:off x="3415284" y="3086100"/>
            <a:ext cx="502920" cy="502920"/>
          </a:xfrm>
          <a:prstGeom prst="rect">
            <a:avLst/>
          </a:prstGeom>
        </p:spPr>
      </p:pic>
      <p:pic>
        <p:nvPicPr>
          <p:cNvPr id="30435" name="Station 3 icon" descr="Cost icon">
            <a:extLst>
              <a:ext uri="{FF2B5EF4-FFF2-40B4-BE49-F238E27FC236}">
                <a16:creationId xmlns:a16="http://schemas.microsoft.com/office/drawing/2014/main" id="{441FAE2D-9DEC-CEB3-7116-D318DE1A21FF}"/>
              </a:ext>
            </a:extLst>
          </p:cNvPr>
          <p:cNvPicPr>
            <a:picLocks noChangeAspect="1"/>
          </p:cNvPicPr>
          <p:nvPr/>
        </p:nvPicPr>
        <p:blipFill>
          <a:blip r:embed="rId6"/>
          <a:stretch>
            <a:fillRect/>
          </a:stretch>
        </p:blipFill>
        <p:spPr>
          <a:xfrm>
            <a:off x="5225796" y="3086100"/>
            <a:ext cx="502920" cy="502920"/>
          </a:xfrm>
          <a:prstGeom prst="rect">
            <a:avLst/>
          </a:prstGeom>
        </p:spPr>
      </p:pic>
      <p:pic>
        <p:nvPicPr>
          <p:cNvPr id="30436" name="Station 4 icon" descr="People and roles icon">
            <a:extLst>
              <a:ext uri="{FF2B5EF4-FFF2-40B4-BE49-F238E27FC236}">
                <a16:creationId xmlns:a16="http://schemas.microsoft.com/office/drawing/2014/main" id="{6170F896-A23F-1F4B-A663-11CB8FA399C2}"/>
              </a:ext>
            </a:extLst>
          </p:cNvPr>
          <p:cNvPicPr>
            <a:picLocks noChangeAspect="1"/>
          </p:cNvPicPr>
          <p:nvPr/>
        </p:nvPicPr>
        <p:blipFill>
          <a:blip r:embed="rId7"/>
          <a:stretch>
            <a:fillRect/>
          </a:stretch>
        </p:blipFill>
        <p:spPr>
          <a:xfrm>
            <a:off x="7036308" y="3086100"/>
            <a:ext cx="502920" cy="502920"/>
          </a:xfrm>
          <a:prstGeom prst="rect">
            <a:avLst/>
          </a:prstGeom>
        </p:spPr>
      </p:pic>
      <p:pic>
        <p:nvPicPr>
          <p:cNvPr id="30437" name="Station 5 icon" descr="Contractor icon">
            <a:extLst>
              <a:ext uri="{FF2B5EF4-FFF2-40B4-BE49-F238E27FC236}">
                <a16:creationId xmlns:a16="http://schemas.microsoft.com/office/drawing/2014/main" id="{53BFF59C-C8C9-6B52-B793-B92939D19814}"/>
              </a:ext>
            </a:extLst>
          </p:cNvPr>
          <p:cNvPicPr>
            <a:picLocks noChangeAspect="1"/>
          </p:cNvPicPr>
          <p:nvPr/>
        </p:nvPicPr>
        <p:blipFill>
          <a:blip r:embed="rId8"/>
          <a:stretch>
            <a:fillRect/>
          </a:stretch>
        </p:blipFill>
        <p:spPr>
          <a:xfrm>
            <a:off x="8846820" y="3086100"/>
            <a:ext cx="502920" cy="502920"/>
          </a:xfrm>
          <a:prstGeom prst="rect">
            <a:avLst/>
          </a:prstGeom>
        </p:spPr>
      </p:pic>
      <p:pic>
        <p:nvPicPr>
          <p:cNvPr id="30438" name="Station 6 icon" descr="Approval gate icon">
            <a:extLst>
              <a:ext uri="{FF2B5EF4-FFF2-40B4-BE49-F238E27FC236}">
                <a16:creationId xmlns:a16="http://schemas.microsoft.com/office/drawing/2014/main" id="{294518CA-6C2D-498E-3E0A-2968BC0A73CE}"/>
              </a:ext>
            </a:extLst>
          </p:cNvPr>
          <p:cNvPicPr>
            <a:picLocks noChangeAspect="1"/>
          </p:cNvPicPr>
          <p:nvPr/>
        </p:nvPicPr>
        <p:blipFill>
          <a:blip r:embed="rId9"/>
          <a:stretch>
            <a:fillRect/>
          </a:stretch>
        </p:blipFill>
        <p:spPr>
          <a:xfrm>
            <a:off x="10657332" y="3086100"/>
            <a:ext cx="502920" cy="502920"/>
          </a:xfrm>
          <a:prstGeom prst="rect">
            <a:avLst/>
          </a:prstGeom>
        </p:spPr>
      </p:pic>
    </p:spTree>
    <p:extLst>
      <p:ext uri="{BB962C8B-B14F-4D97-AF65-F5344CB8AC3E}">
        <p14:creationId xmlns:p14="http://schemas.microsoft.com/office/powerpoint/2010/main" val="32092837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28173" name="Eyebrow">
            <a:extLst>
              <a:ext uri="{FF2B5EF4-FFF2-40B4-BE49-F238E27FC236}">
                <a16:creationId xmlns:a16="http://schemas.microsoft.com/office/drawing/2014/main" id="{FCDC0F45-0269-C490-A433-25DD5C7830FE}"/>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1 · THE FORECAST</a:t>
            </a:r>
          </a:p>
          <a:p>
            <a:pPr algn="l">
              <a:buNone/>
            </a:pPr>
            <a:r>
              <a:rPr lang="en-US" sz="100">
                <a:effectLst/>
              </a:rPr>
              <a:t> </a:t>
            </a:r>
            <a:endParaRPr lang="en-US"/>
          </a:p>
        </p:txBody>
      </p:sp>
      <p:sp>
        <p:nvSpPr>
          <p:cNvPr id="28175" name="Slide title">
            <a:extLst>
              <a:ext uri="{FF2B5EF4-FFF2-40B4-BE49-F238E27FC236}">
                <a16:creationId xmlns:a16="http://schemas.microsoft.com/office/drawing/2014/main" id="{5A525050-22ED-800B-9EED-79616914FD62}"/>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Forecast: every Zava home at EPC C by April 2030.</a:t>
            </a:r>
          </a:p>
          <a:p>
            <a:pPr algn="l">
              <a:buNone/>
            </a:pPr>
            <a:r>
              <a:rPr lang="en-US" sz="100">
                <a:effectLst/>
              </a:rPr>
              <a:t> </a:t>
            </a:r>
            <a:endParaRPr lang="en-US"/>
          </a:p>
        </p:txBody>
      </p:sp>
      <p:sp>
        <p:nvSpPr>
          <p:cNvPr id="28178" name="Footer sources">
            <a:extLst>
              <a:ext uri="{FF2B5EF4-FFF2-40B4-BE49-F238E27FC236}">
                <a16:creationId xmlns:a16="http://schemas.microsoft.com/office/drawing/2014/main" id="{01D195D0-4C25-E36E-2671-90FBF2FDBADB}"/>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Forecast · EHS 2024-25 · SRS MEES impact assessment · Warm Homes: Social Housing Fund wave 3 · assumptions in notes</a:t>
            </a:r>
          </a:p>
          <a:p>
            <a:pPr algn="l">
              <a:buNone/>
            </a:pPr>
            <a:r>
              <a:rPr lang="en-US" sz="100">
                <a:effectLst/>
              </a:rPr>
              <a:t> </a:t>
            </a:r>
            <a:endParaRPr lang="en-US"/>
          </a:p>
        </p:txBody>
      </p:sp>
      <p:sp>
        <p:nvSpPr>
          <p:cNvPr id="28182" name="Footer navigation">
            <a:extLst>
              <a:ext uri="{FF2B5EF4-FFF2-40B4-BE49-F238E27FC236}">
                <a16:creationId xmlns:a16="http://schemas.microsoft.com/office/drawing/2014/main" id="{7EEA4E13-5127-99BF-E684-24929B306B3B}"/>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S05 · Answers: B08</a:t>
            </a:r>
          </a:p>
          <a:p>
            <a:pPr algn="r">
              <a:buNone/>
            </a:pPr>
            <a:r>
              <a:rPr lang="en-US" sz="100">
                <a:effectLst/>
              </a:rPr>
              <a:t> </a:t>
            </a:r>
            <a:endParaRPr lang="en-US"/>
          </a:p>
        </p:txBody>
      </p:sp>
      <p:sp>
        <p:nvSpPr>
          <p:cNvPr id="28187" name="Forecast pill">
            <a:extLst>
              <a:ext uri="{FF2B5EF4-FFF2-40B4-BE49-F238E27FC236}">
                <a16:creationId xmlns:a16="http://schemas.microsoft.com/office/drawing/2014/main" id="{6BDA2EDD-9955-B1BA-2B41-7421B553667F}"/>
              </a:ext>
            </a:extLst>
          </p:cNvPr>
          <p:cNvSpPr/>
          <p:nvPr/>
        </p:nvSpPr>
        <p:spPr>
          <a:xfrm>
            <a:off x="548640" y="1508760"/>
            <a:ext cx="1399032"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FORECAST</a:t>
            </a:r>
          </a:p>
          <a:p>
            <a:pPr algn="ctr">
              <a:buNone/>
            </a:pPr>
            <a:r>
              <a:rPr lang="en-US" sz="100">
                <a:effectLst/>
              </a:rPr>
              <a:t> </a:t>
            </a:r>
            <a:endParaRPr lang="en-US"/>
          </a:p>
        </p:txBody>
      </p:sp>
      <p:sp>
        <p:nvSpPr>
          <p:cNvPr id="28193" name="Chart caption">
            <a:extLst>
              <a:ext uri="{FF2B5EF4-FFF2-40B4-BE49-F238E27FC236}">
                <a16:creationId xmlns:a16="http://schemas.microsoft.com/office/drawing/2014/main" id="{46640BFA-DE47-BB32-A397-17EF752BAFEC}"/>
              </a:ext>
            </a:extLst>
          </p:cNvPr>
          <p:cNvSpPr/>
          <p:nvPr/>
        </p:nvSpPr>
        <p:spPr>
          <a:xfrm>
            <a:off x="2039112" y="1431380"/>
            <a:ext cx="3904488"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50655E"/>
                </a:solidFill>
                <a:effectLst/>
                <a:latin typeface="Arial" panose="020B0604020202020204" pitchFamily="34" charset="0"/>
              </a:rPr>
              <a:t>Homes at EPC C, cumulative from Nov 2026</a:t>
            </a:r>
          </a:p>
          <a:p>
            <a:pPr algn="l">
              <a:buNone/>
            </a:pPr>
            <a:r>
              <a:rPr lang="en-US" sz="100">
                <a:effectLst/>
              </a:rPr>
              <a:t> </a:t>
            </a:r>
            <a:endParaRPr lang="en-US"/>
          </a:p>
        </p:txBody>
      </p:sp>
      <p:sp>
        <p:nvSpPr>
          <p:cNvPr id="28200" name="Tick 0">
            <a:extLst>
              <a:ext uri="{FF2B5EF4-FFF2-40B4-BE49-F238E27FC236}">
                <a16:creationId xmlns:a16="http://schemas.microsoft.com/office/drawing/2014/main" id="{43E9EF19-F2EF-14D1-E67B-48742413E19A}"/>
              </a:ext>
            </a:extLst>
          </p:cNvPr>
          <p:cNvSpPr/>
          <p:nvPr/>
        </p:nvSpPr>
        <p:spPr>
          <a:xfrm>
            <a:off x="457200" y="498992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0</a:t>
            </a:r>
          </a:p>
          <a:p>
            <a:pPr algn="r">
              <a:buNone/>
            </a:pPr>
            <a:r>
              <a:rPr lang="en-US" sz="100">
                <a:effectLst/>
              </a:rPr>
              <a:t> </a:t>
            </a:r>
            <a:endParaRPr lang="en-US"/>
          </a:p>
        </p:txBody>
      </p:sp>
      <p:sp>
        <p:nvSpPr>
          <p:cNvPr id="28208" name="Gridline 4000">
            <a:extLst>
              <a:ext uri="{FF2B5EF4-FFF2-40B4-BE49-F238E27FC236}">
                <a16:creationId xmlns:a16="http://schemas.microsoft.com/office/drawing/2014/main" id="{05B2B564-DF47-6710-73FD-CA1520119117}"/>
              </a:ext>
            </a:extLst>
          </p:cNvPr>
          <p:cNvSpPr/>
          <p:nvPr/>
        </p:nvSpPr>
        <p:spPr>
          <a:xfrm>
            <a:off x="1234440" y="4464367"/>
            <a:ext cx="4709160" cy="9525"/>
          </a:xfrm>
          <a:prstGeom prst="rect">
            <a:avLst/>
          </a:prstGeom>
          <a:solidFill>
            <a:srgbClr val="50655E">
              <a:alpha val="3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217" name="Tick 4000">
            <a:extLst>
              <a:ext uri="{FF2B5EF4-FFF2-40B4-BE49-F238E27FC236}">
                <a16:creationId xmlns:a16="http://schemas.microsoft.com/office/drawing/2014/main" id="{D41DE537-3C00-73D7-19A5-FAA1A60725DE}"/>
              </a:ext>
            </a:extLst>
          </p:cNvPr>
          <p:cNvSpPr/>
          <p:nvPr/>
        </p:nvSpPr>
        <p:spPr>
          <a:xfrm>
            <a:off x="457200" y="424697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4,000</a:t>
            </a:r>
          </a:p>
          <a:p>
            <a:pPr algn="r">
              <a:buNone/>
            </a:pPr>
            <a:r>
              <a:rPr lang="en-US" sz="100">
                <a:effectLst/>
              </a:rPr>
              <a:t> </a:t>
            </a:r>
            <a:endParaRPr lang="en-US"/>
          </a:p>
        </p:txBody>
      </p:sp>
      <p:sp>
        <p:nvSpPr>
          <p:cNvPr id="28227" name="Gridline 8000">
            <a:extLst>
              <a:ext uri="{FF2B5EF4-FFF2-40B4-BE49-F238E27FC236}">
                <a16:creationId xmlns:a16="http://schemas.microsoft.com/office/drawing/2014/main" id="{E6A934E0-D5C1-FD36-E3EA-D986E6F042AF}"/>
              </a:ext>
            </a:extLst>
          </p:cNvPr>
          <p:cNvSpPr/>
          <p:nvPr/>
        </p:nvSpPr>
        <p:spPr>
          <a:xfrm>
            <a:off x="1234440" y="3721417"/>
            <a:ext cx="4709160" cy="9525"/>
          </a:xfrm>
          <a:prstGeom prst="rect">
            <a:avLst/>
          </a:prstGeom>
          <a:solidFill>
            <a:srgbClr val="50655E">
              <a:alpha val="3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238" name="Tick 8000">
            <a:extLst>
              <a:ext uri="{FF2B5EF4-FFF2-40B4-BE49-F238E27FC236}">
                <a16:creationId xmlns:a16="http://schemas.microsoft.com/office/drawing/2014/main" id="{09D7E340-DE12-3D97-5F4D-0200311D8755}"/>
              </a:ext>
            </a:extLst>
          </p:cNvPr>
          <p:cNvSpPr/>
          <p:nvPr/>
        </p:nvSpPr>
        <p:spPr>
          <a:xfrm>
            <a:off x="457200" y="350402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8,000</a:t>
            </a:r>
          </a:p>
          <a:p>
            <a:pPr algn="r">
              <a:buNone/>
            </a:pPr>
            <a:r>
              <a:rPr lang="en-US" sz="100">
                <a:effectLst/>
              </a:rPr>
              <a:t> </a:t>
            </a:r>
            <a:endParaRPr lang="en-US"/>
          </a:p>
        </p:txBody>
      </p:sp>
      <p:sp>
        <p:nvSpPr>
          <p:cNvPr id="28250" name="Gridline 12000">
            <a:extLst>
              <a:ext uri="{FF2B5EF4-FFF2-40B4-BE49-F238E27FC236}">
                <a16:creationId xmlns:a16="http://schemas.microsoft.com/office/drawing/2014/main" id="{C95567D0-4F03-9487-502B-AF6108463085}"/>
              </a:ext>
            </a:extLst>
          </p:cNvPr>
          <p:cNvSpPr/>
          <p:nvPr/>
        </p:nvSpPr>
        <p:spPr>
          <a:xfrm>
            <a:off x="1234440" y="2978467"/>
            <a:ext cx="4709160" cy="9525"/>
          </a:xfrm>
          <a:prstGeom prst="rect">
            <a:avLst/>
          </a:prstGeom>
          <a:solidFill>
            <a:srgbClr val="50655E">
              <a:alpha val="3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263" name="Tick 12000">
            <a:extLst>
              <a:ext uri="{FF2B5EF4-FFF2-40B4-BE49-F238E27FC236}">
                <a16:creationId xmlns:a16="http://schemas.microsoft.com/office/drawing/2014/main" id="{FD785EC6-0097-B623-B7DF-A6D93FFB04FE}"/>
              </a:ext>
            </a:extLst>
          </p:cNvPr>
          <p:cNvSpPr/>
          <p:nvPr/>
        </p:nvSpPr>
        <p:spPr>
          <a:xfrm>
            <a:off x="457200" y="276107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12,000</a:t>
            </a:r>
          </a:p>
          <a:p>
            <a:pPr algn="r">
              <a:buNone/>
            </a:pPr>
            <a:r>
              <a:rPr lang="en-US" sz="100">
                <a:effectLst/>
              </a:rPr>
              <a:t> </a:t>
            </a:r>
            <a:endParaRPr lang="en-US"/>
          </a:p>
        </p:txBody>
      </p:sp>
      <p:sp>
        <p:nvSpPr>
          <p:cNvPr id="28277" name="Tick 16000">
            <a:extLst>
              <a:ext uri="{FF2B5EF4-FFF2-40B4-BE49-F238E27FC236}">
                <a16:creationId xmlns:a16="http://schemas.microsoft.com/office/drawing/2014/main" id="{E0CC5159-7000-824B-A0BA-B7BDAB416E5E}"/>
              </a:ext>
            </a:extLst>
          </p:cNvPr>
          <p:cNvSpPr/>
          <p:nvPr/>
        </p:nvSpPr>
        <p:spPr>
          <a:xfrm>
            <a:off x="457200" y="201812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16,000</a:t>
            </a:r>
          </a:p>
          <a:p>
            <a:pPr algn="r">
              <a:buNone/>
            </a:pPr>
            <a:r>
              <a:rPr lang="en-US" sz="100">
                <a:effectLst/>
              </a:rPr>
              <a:t> </a:t>
            </a:r>
            <a:endParaRPr lang="en-US"/>
          </a:p>
        </p:txBody>
      </p:sp>
      <p:sp>
        <p:nvSpPr>
          <p:cNvPr id="28292" name="Bar End 2027">
            <a:extLst>
              <a:ext uri="{FF2B5EF4-FFF2-40B4-BE49-F238E27FC236}">
                <a16:creationId xmlns:a16="http://schemas.microsoft.com/office/drawing/2014/main" id="{5E29A0AC-F9D0-CBC0-342F-9C6C667DF0AB}"/>
              </a:ext>
            </a:extLst>
          </p:cNvPr>
          <p:cNvSpPr/>
          <p:nvPr/>
        </p:nvSpPr>
        <p:spPr>
          <a:xfrm>
            <a:off x="1434465" y="4222657"/>
            <a:ext cx="777240" cy="989423"/>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308" name="Value End 2027">
            <a:extLst>
              <a:ext uri="{FF2B5EF4-FFF2-40B4-BE49-F238E27FC236}">
                <a16:creationId xmlns:a16="http://schemas.microsoft.com/office/drawing/2014/main" id="{7406C1FA-9ED7-74B1-22EE-D2AB61974DB0}"/>
              </a:ext>
            </a:extLst>
          </p:cNvPr>
          <p:cNvSpPr/>
          <p:nvPr/>
        </p:nvSpPr>
        <p:spPr>
          <a:xfrm>
            <a:off x="1343025" y="4198617"/>
            <a:ext cx="9601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FAF9F6"/>
                </a:solidFill>
                <a:effectLst/>
                <a:latin typeface="Arial" panose="020B0604020202020204" pitchFamily="34" charset="0"/>
              </a:rPr>
              <a:t>5,327</a:t>
            </a:r>
          </a:p>
          <a:p>
            <a:pPr algn="ctr">
              <a:buNone/>
            </a:pPr>
            <a:r>
              <a:rPr lang="en-US" sz="100">
                <a:effectLst/>
              </a:rPr>
              <a:t> </a:t>
            </a:r>
            <a:endParaRPr lang="en-US"/>
          </a:p>
        </p:txBody>
      </p:sp>
      <p:sp>
        <p:nvSpPr>
          <p:cNvPr id="28325" name="Category End 2027">
            <a:extLst>
              <a:ext uri="{FF2B5EF4-FFF2-40B4-BE49-F238E27FC236}">
                <a16:creationId xmlns:a16="http://schemas.microsoft.com/office/drawing/2014/main" id="{6033C5AD-EE06-6055-50E1-28183D63FA3A}"/>
              </a:ext>
            </a:extLst>
          </p:cNvPr>
          <p:cNvSpPr/>
          <p:nvPr/>
        </p:nvSpPr>
        <p:spPr>
          <a:xfrm>
            <a:off x="1234440" y="5203280"/>
            <a:ext cx="117729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End 2027</a:t>
            </a:r>
          </a:p>
          <a:p>
            <a:pPr algn="ctr">
              <a:buNone/>
            </a:pPr>
            <a:r>
              <a:rPr lang="en-US" sz="100">
                <a:effectLst/>
              </a:rPr>
              <a:t> </a:t>
            </a:r>
            <a:endParaRPr lang="en-US"/>
          </a:p>
        </p:txBody>
      </p:sp>
      <p:sp>
        <p:nvSpPr>
          <p:cNvPr id="28343" name="Bar End 2028">
            <a:extLst>
              <a:ext uri="{FF2B5EF4-FFF2-40B4-BE49-F238E27FC236}">
                <a16:creationId xmlns:a16="http://schemas.microsoft.com/office/drawing/2014/main" id="{322D2F21-EAF2-180A-6941-39692ED3664C}"/>
              </a:ext>
            </a:extLst>
          </p:cNvPr>
          <p:cNvSpPr/>
          <p:nvPr/>
        </p:nvSpPr>
        <p:spPr>
          <a:xfrm>
            <a:off x="2611755" y="3374579"/>
            <a:ext cx="777240" cy="1837501"/>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362" name="Value End 2028">
            <a:extLst>
              <a:ext uri="{FF2B5EF4-FFF2-40B4-BE49-F238E27FC236}">
                <a16:creationId xmlns:a16="http://schemas.microsoft.com/office/drawing/2014/main" id="{6E90D5DE-2CD1-A87F-EF03-8976A17C3137}"/>
              </a:ext>
            </a:extLst>
          </p:cNvPr>
          <p:cNvSpPr/>
          <p:nvPr/>
        </p:nvSpPr>
        <p:spPr>
          <a:xfrm>
            <a:off x="2520315" y="3350539"/>
            <a:ext cx="9601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FAF9F6"/>
                </a:solidFill>
                <a:effectLst/>
                <a:latin typeface="Arial" panose="020B0604020202020204" pitchFamily="34" charset="0"/>
              </a:rPr>
              <a:t>9,893</a:t>
            </a:r>
          </a:p>
          <a:p>
            <a:pPr algn="ctr">
              <a:buNone/>
            </a:pPr>
            <a:r>
              <a:rPr lang="en-US" sz="100">
                <a:effectLst/>
              </a:rPr>
              <a:t> </a:t>
            </a:r>
            <a:endParaRPr lang="en-US"/>
          </a:p>
        </p:txBody>
      </p:sp>
      <p:sp>
        <p:nvSpPr>
          <p:cNvPr id="28382" name="Category End 2028">
            <a:extLst>
              <a:ext uri="{FF2B5EF4-FFF2-40B4-BE49-F238E27FC236}">
                <a16:creationId xmlns:a16="http://schemas.microsoft.com/office/drawing/2014/main" id="{71070AC0-5448-EADC-EDC5-D29D166D5C0E}"/>
              </a:ext>
            </a:extLst>
          </p:cNvPr>
          <p:cNvSpPr/>
          <p:nvPr/>
        </p:nvSpPr>
        <p:spPr>
          <a:xfrm>
            <a:off x="2411730" y="5203280"/>
            <a:ext cx="117729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End 2028</a:t>
            </a:r>
          </a:p>
          <a:p>
            <a:pPr algn="ctr">
              <a:buNone/>
            </a:pPr>
            <a:r>
              <a:rPr lang="en-US" sz="100">
                <a:effectLst/>
              </a:rPr>
              <a:t> </a:t>
            </a:r>
            <a:endParaRPr lang="en-US"/>
          </a:p>
        </p:txBody>
      </p:sp>
      <p:sp>
        <p:nvSpPr>
          <p:cNvPr id="28403" name="Bar End 2029">
            <a:extLst>
              <a:ext uri="{FF2B5EF4-FFF2-40B4-BE49-F238E27FC236}">
                <a16:creationId xmlns:a16="http://schemas.microsoft.com/office/drawing/2014/main" id="{A47D69F7-6BD9-AF94-1C73-B95EA9DF2903}"/>
              </a:ext>
            </a:extLst>
          </p:cNvPr>
          <p:cNvSpPr/>
          <p:nvPr/>
        </p:nvSpPr>
        <p:spPr>
          <a:xfrm>
            <a:off x="3789045" y="2526502"/>
            <a:ext cx="777240" cy="2685578"/>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425" name="Value End 2029">
            <a:extLst>
              <a:ext uri="{FF2B5EF4-FFF2-40B4-BE49-F238E27FC236}">
                <a16:creationId xmlns:a16="http://schemas.microsoft.com/office/drawing/2014/main" id="{4EA9379D-F6F9-785C-8EB6-F0047B33A4CF}"/>
              </a:ext>
            </a:extLst>
          </p:cNvPr>
          <p:cNvSpPr/>
          <p:nvPr/>
        </p:nvSpPr>
        <p:spPr>
          <a:xfrm>
            <a:off x="3697605" y="2502462"/>
            <a:ext cx="9601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FAF9F6"/>
                </a:solidFill>
                <a:effectLst/>
                <a:latin typeface="Arial" panose="020B0604020202020204" pitchFamily="34" charset="0"/>
              </a:rPr>
              <a:t>14,459</a:t>
            </a:r>
          </a:p>
          <a:p>
            <a:pPr algn="ctr">
              <a:buNone/>
            </a:pPr>
            <a:r>
              <a:rPr lang="en-US" sz="100">
                <a:effectLst/>
              </a:rPr>
              <a:t> </a:t>
            </a:r>
            <a:endParaRPr lang="en-US"/>
          </a:p>
        </p:txBody>
      </p:sp>
      <p:sp>
        <p:nvSpPr>
          <p:cNvPr id="28448" name="Category End 2029">
            <a:extLst>
              <a:ext uri="{FF2B5EF4-FFF2-40B4-BE49-F238E27FC236}">
                <a16:creationId xmlns:a16="http://schemas.microsoft.com/office/drawing/2014/main" id="{EEF44C6C-B90F-B5E6-B855-DF551597D70D}"/>
              </a:ext>
            </a:extLst>
          </p:cNvPr>
          <p:cNvSpPr/>
          <p:nvPr/>
        </p:nvSpPr>
        <p:spPr>
          <a:xfrm>
            <a:off x="3589020" y="5203280"/>
            <a:ext cx="117729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End 2029</a:t>
            </a:r>
          </a:p>
          <a:p>
            <a:pPr algn="ctr">
              <a:buNone/>
            </a:pPr>
            <a:r>
              <a:rPr lang="en-US" sz="100">
                <a:effectLst/>
              </a:rPr>
              <a:t> </a:t>
            </a:r>
            <a:endParaRPr lang="en-US"/>
          </a:p>
        </p:txBody>
      </p:sp>
      <p:sp>
        <p:nvSpPr>
          <p:cNvPr id="28472" name="Bar 1 Apr 2030">
            <a:extLst>
              <a:ext uri="{FF2B5EF4-FFF2-40B4-BE49-F238E27FC236}">
                <a16:creationId xmlns:a16="http://schemas.microsoft.com/office/drawing/2014/main" id="{CA2AF952-B1C9-3BA4-3248-1276FD3D8890}"/>
              </a:ext>
            </a:extLst>
          </p:cNvPr>
          <p:cNvSpPr/>
          <p:nvPr/>
        </p:nvSpPr>
        <p:spPr>
          <a:xfrm>
            <a:off x="4966335" y="2314575"/>
            <a:ext cx="777240" cy="2897505"/>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497" name="Value 1 Apr 2030">
            <a:extLst>
              <a:ext uri="{FF2B5EF4-FFF2-40B4-BE49-F238E27FC236}">
                <a16:creationId xmlns:a16="http://schemas.microsoft.com/office/drawing/2014/main" id="{62A37EF7-DA2A-F350-F0A4-F5E245686875}"/>
              </a:ext>
            </a:extLst>
          </p:cNvPr>
          <p:cNvSpPr/>
          <p:nvPr/>
        </p:nvSpPr>
        <p:spPr>
          <a:xfrm>
            <a:off x="4874895" y="2290535"/>
            <a:ext cx="9601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15,600</a:t>
            </a:r>
          </a:p>
          <a:p>
            <a:pPr algn="ctr">
              <a:buNone/>
            </a:pPr>
            <a:r>
              <a:rPr lang="en-US" sz="100">
                <a:effectLst/>
              </a:rPr>
              <a:t> </a:t>
            </a:r>
            <a:endParaRPr lang="en-US"/>
          </a:p>
        </p:txBody>
      </p:sp>
      <p:sp>
        <p:nvSpPr>
          <p:cNvPr id="28523" name="Category 1 Apr 2030">
            <a:extLst>
              <a:ext uri="{FF2B5EF4-FFF2-40B4-BE49-F238E27FC236}">
                <a16:creationId xmlns:a16="http://schemas.microsoft.com/office/drawing/2014/main" id="{CC9C6AD4-75DA-EBEC-3653-F8D38E55D00B}"/>
              </a:ext>
            </a:extLst>
          </p:cNvPr>
          <p:cNvSpPr/>
          <p:nvPr/>
        </p:nvSpPr>
        <p:spPr>
          <a:xfrm>
            <a:off x="4766310" y="5203280"/>
            <a:ext cx="117729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1 Apr 2030</a:t>
            </a:r>
          </a:p>
          <a:p>
            <a:pPr algn="ctr">
              <a:buNone/>
            </a:pPr>
            <a:r>
              <a:rPr lang="en-US" sz="100">
                <a:effectLst/>
              </a:rPr>
              <a:t> </a:t>
            </a:r>
            <a:endParaRPr lang="en-US"/>
          </a:p>
        </p:txBody>
      </p:sp>
      <p:sp>
        <p:nvSpPr>
          <p:cNvPr id="28550" name="Baseline">
            <a:extLst>
              <a:ext uri="{FF2B5EF4-FFF2-40B4-BE49-F238E27FC236}">
                <a16:creationId xmlns:a16="http://schemas.microsoft.com/office/drawing/2014/main" id="{8B414C1F-17FA-D0BF-C56F-3C5296CE1127}"/>
              </a:ext>
            </a:extLst>
          </p:cNvPr>
          <p:cNvSpPr/>
          <p:nvPr/>
        </p:nvSpPr>
        <p:spPr>
          <a:xfrm>
            <a:off x="1234440" y="5202555"/>
            <a:ext cx="4709160" cy="19050"/>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578" name="Target dash 01">
            <a:extLst>
              <a:ext uri="{FF2B5EF4-FFF2-40B4-BE49-F238E27FC236}">
                <a16:creationId xmlns:a16="http://schemas.microsoft.com/office/drawing/2014/main" id="{6CDD6B0C-4AE1-1B7D-CFB0-A3DE0650E9B8}"/>
              </a:ext>
            </a:extLst>
          </p:cNvPr>
          <p:cNvSpPr/>
          <p:nvPr/>
        </p:nvSpPr>
        <p:spPr>
          <a:xfrm>
            <a:off x="1234440"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607" name="Target dash 02">
            <a:extLst>
              <a:ext uri="{FF2B5EF4-FFF2-40B4-BE49-F238E27FC236}">
                <a16:creationId xmlns:a16="http://schemas.microsoft.com/office/drawing/2014/main" id="{DCD1455A-0351-BD3E-38E8-1DBD5F326456}"/>
              </a:ext>
            </a:extLst>
          </p:cNvPr>
          <p:cNvSpPr/>
          <p:nvPr/>
        </p:nvSpPr>
        <p:spPr>
          <a:xfrm>
            <a:off x="1473868"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637" name="Target dash 03">
            <a:extLst>
              <a:ext uri="{FF2B5EF4-FFF2-40B4-BE49-F238E27FC236}">
                <a16:creationId xmlns:a16="http://schemas.microsoft.com/office/drawing/2014/main" id="{3697521E-9350-D059-BC98-8D534C7A5698}"/>
              </a:ext>
            </a:extLst>
          </p:cNvPr>
          <p:cNvSpPr/>
          <p:nvPr/>
        </p:nvSpPr>
        <p:spPr>
          <a:xfrm>
            <a:off x="1713296"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668" name="Target dash 04">
            <a:extLst>
              <a:ext uri="{FF2B5EF4-FFF2-40B4-BE49-F238E27FC236}">
                <a16:creationId xmlns:a16="http://schemas.microsoft.com/office/drawing/2014/main" id="{9ADE3A7E-4AAE-CA1A-67DB-8A490E947172}"/>
              </a:ext>
            </a:extLst>
          </p:cNvPr>
          <p:cNvSpPr/>
          <p:nvPr/>
        </p:nvSpPr>
        <p:spPr>
          <a:xfrm>
            <a:off x="1952725"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700" name="Target dash 05">
            <a:extLst>
              <a:ext uri="{FF2B5EF4-FFF2-40B4-BE49-F238E27FC236}">
                <a16:creationId xmlns:a16="http://schemas.microsoft.com/office/drawing/2014/main" id="{6488892E-CD65-56C8-893B-89ED5B5A12F9}"/>
              </a:ext>
            </a:extLst>
          </p:cNvPr>
          <p:cNvSpPr/>
          <p:nvPr/>
        </p:nvSpPr>
        <p:spPr>
          <a:xfrm>
            <a:off x="2192153"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733" name="Target dash 06">
            <a:extLst>
              <a:ext uri="{FF2B5EF4-FFF2-40B4-BE49-F238E27FC236}">
                <a16:creationId xmlns:a16="http://schemas.microsoft.com/office/drawing/2014/main" id="{111FFA09-6DB7-B885-7D73-4F11BBC9A957}"/>
              </a:ext>
            </a:extLst>
          </p:cNvPr>
          <p:cNvSpPr/>
          <p:nvPr/>
        </p:nvSpPr>
        <p:spPr>
          <a:xfrm>
            <a:off x="2431582"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767" name="Target dash 07">
            <a:extLst>
              <a:ext uri="{FF2B5EF4-FFF2-40B4-BE49-F238E27FC236}">
                <a16:creationId xmlns:a16="http://schemas.microsoft.com/office/drawing/2014/main" id="{08E0281C-09E7-3F8F-F023-7243529270FB}"/>
              </a:ext>
            </a:extLst>
          </p:cNvPr>
          <p:cNvSpPr/>
          <p:nvPr/>
        </p:nvSpPr>
        <p:spPr>
          <a:xfrm>
            <a:off x="2671010"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802" name="Target dash 08">
            <a:extLst>
              <a:ext uri="{FF2B5EF4-FFF2-40B4-BE49-F238E27FC236}">
                <a16:creationId xmlns:a16="http://schemas.microsoft.com/office/drawing/2014/main" id="{7858CD48-F7E9-D8CA-93F0-75BEF20490CA}"/>
              </a:ext>
            </a:extLst>
          </p:cNvPr>
          <p:cNvSpPr/>
          <p:nvPr/>
        </p:nvSpPr>
        <p:spPr>
          <a:xfrm>
            <a:off x="2910438"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838" name="Target dash 09">
            <a:extLst>
              <a:ext uri="{FF2B5EF4-FFF2-40B4-BE49-F238E27FC236}">
                <a16:creationId xmlns:a16="http://schemas.microsoft.com/office/drawing/2014/main" id="{962CCD0E-15A0-2FEF-A9F2-FB8E28A06B0E}"/>
              </a:ext>
            </a:extLst>
          </p:cNvPr>
          <p:cNvSpPr/>
          <p:nvPr/>
        </p:nvSpPr>
        <p:spPr>
          <a:xfrm>
            <a:off x="3149867"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875" name="Target dash 10">
            <a:extLst>
              <a:ext uri="{FF2B5EF4-FFF2-40B4-BE49-F238E27FC236}">
                <a16:creationId xmlns:a16="http://schemas.microsoft.com/office/drawing/2014/main" id="{20BC089A-6AA5-584D-DB79-ED8DA67F24C4}"/>
              </a:ext>
            </a:extLst>
          </p:cNvPr>
          <p:cNvSpPr/>
          <p:nvPr/>
        </p:nvSpPr>
        <p:spPr>
          <a:xfrm>
            <a:off x="3389295"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913" name="Target dash 11">
            <a:extLst>
              <a:ext uri="{FF2B5EF4-FFF2-40B4-BE49-F238E27FC236}">
                <a16:creationId xmlns:a16="http://schemas.microsoft.com/office/drawing/2014/main" id="{921AB6FA-C9A3-F04B-AA04-9DFEFC3673CE}"/>
              </a:ext>
            </a:extLst>
          </p:cNvPr>
          <p:cNvSpPr/>
          <p:nvPr/>
        </p:nvSpPr>
        <p:spPr>
          <a:xfrm>
            <a:off x="3628724"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952" name="Target dash 12">
            <a:extLst>
              <a:ext uri="{FF2B5EF4-FFF2-40B4-BE49-F238E27FC236}">
                <a16:creationId xmlns:a16="http://schemas.microsoft.com/office/drawing/2014/main" id="{6C146D32-CC57-58EB-8119-8C4BD88DC206}"/>
              </a:ext>
            </a:extLst>
          </p:cNvPr>
          <p:cNvSpPr/>
          <p:nvPr/>
        </p:nvSpPr>
        <p:spPr>
          <a:xfrm>
            <a:off x="3868152"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992" name="Target dash 13">
            <a:extLst>
              <a:ext uri="{FF2B5EF4-FFF2-40B4-BE49-F238E27FC236}">
                <a16:creationId xmlns:a16="http://schemas.microsoft.com/office/drawing/2014/main" id="{2B97002D-74BF-FF25-B33D-D36E437EE1BD}"/>
              </a:ext>
            </a:extLst>
          </p:cNvPr>
          <p:cNvSpPr/>
          <p:nvPr/>
        </p:nvSpPr>
        <p:spPr>
          <a:xfrm>
            <a:off x="4107581"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033" name="Target dash 14">
            <a:extLst>
              <a:ext uri="{FF2B5EF4-FFF2-40B4-BE49-F238E27FC236}">
                <a16:creationId xmlns:a16="http://schemas.microsoft.com/office/drawing/2014/main" id="{685C6714-0962-00BA-4642-40714AFF920C}"/>
              </a:ext>
            </a:extLst>
          </p:cNvPr>
          <p:cNvSpPr/>
          <p:nvPr/>
        </p:nvSpPr>
        <p:spPr>
          <a:xfrm>
            <a:off x="4347009"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075" name="Target dash 15">
            <a:extLst>
              <a:ext uri="{FF2B5EF4-FFF2-40B4-BE49-F238E27FC236}">
                <a16:creationId xmlns:a16="http://schemas.microsoft.com/office/drawing/2014/main" id="{7DDA2679-F7E3-6C76-CB6E-6502D578C762}"/>
              </a:ext>
            </a:extLst>
          </p:cNvPr>
          <p:cNvSpPr/>
          <p:nvPr/>
        </p:nvSpPr>
        <p:spPr>
          <a:xfrm>
            <a:off x="4586437"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118" name="Target dash 16">
            <a:extLst>
              <a:ext uri="{FF2B5EF4-FFF2-40B4-BE49-F238E27FC236}">
                <a16:creationId xmlns:a16="http://schemas.microsoft.com/office/drawing/2014/main" id="{3B3E0B97-5CA2-FC85-E7F6-E33D8E52D764}"/>
              </a:ext>
            </a:extLst>
          </p:cNvPr>
          <p:cNvSpPr/>
          <p:nvPr/>
        </p:nvSpPr>
        <p:spPr>
          <a:xfrm>
            <a:off x="4825866"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162" name="Target dash 17">
            <a:extLst>
              <a:ext uri="{FF2B5EF4-FFF2-40B4-BE49-F238E27FC236}">
                <a16:creationId xmlns:a16="http://schemas.microsoft.com/office/drawing/2014/main" id="{01D2D6DA-8FBB-953A-9722-B685DDB4B770}"/>
              </a:ext>
            </a:extLst>
          </p:cNvPr>
          <p:cNvSpPr/>
          <p:nvPr/>
        </p:nvSpPr>
        <p:spPr>
          <a:xfrm>
            <a:off x="5065294"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207" name="Target dash 18">
            <a:extLst>
              <a:ext uri="{FF2B5EF4-FFF2-40B4-BE49-F238E27FC236}">
                <a16:creationId xmlns:a16="http://schemas.microsoft.com/office/drawing/2014/main" id="{4B63950D-1257-63F4-D9FE-F1E5CC619F36}"/>
              </a:ext>
            </a:extLst>
          </p:cNvPr>
          <p:cNvSpPr/>
          <p:nvPr/>
        </p:nvSpPr>
        <p:spPr>
          <a:xfrm>
            <a:off x="5304723"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253" name="Target dash 19">
            <a:extLst>
              <a:ext uri="{FF2B5EF4-FFF2-40B4-BE49-F238E27FC236}">
                <a16:creationId xmlns:a16="http://schemas.microsoft.com/office/drawing/2014/main" id="{C67BC50C-DC97-B051-02BB-492500340758}"/>
              </a:ext>
            </a:extLst>
          </p:cNvPr>
          <p:cNvSpPr/>
          <p:nvPr/>
        </p:nvSpPr>
        <p:spPr>
          <a:xfrm>
            <a:off x="5544151"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300" name="Target dash 20">
            <a:extLst>
              <a:ext uri="{FF2B5EF4-FFF2-40B4-BE49-F238E27FC236}">
                <a16:creationId xmlns:a16="http://schemas.microsoft.com/office/drawing/2014/main" id="{0FFA4F40-1F32-C986-8087-13604F0D348C}"/>
              </a:ext>
            </a:extLst>
          </p:cNvPr>
          <p:cNvSpPr/>
          <p:nvPr/>
        </p:nvSpPr>
        <p:spPr>
          <a:xfrm>
            <a:off x="5783580"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348" name="Target label">
            <a:extLst>
              <a:ext uri="{FF2B5EF4-FFF2-40B4-BE49-F238E27FC236}">
                <a16:creationId xmlns:a16="http://schemas.microsoft.com/office/drawing/2014/main" id="{746F2605-B807-F22E-CFA1-EA208124E925}"/>
              </a:ext>
            </a:extLst>
          </p:cNvPr>
          <p:cNvSpPr/>
          <p:nvPr/>
        </p:nvSpPr>
        <p:spPr>
          <a:xfrm>
            <a:off x="1143000" y="1900391"/>
            <a:ext cx="16002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Target 15,600</a:t>
            </a:r>
          </a:p>
          <a:p>
            <a:pPr algn="l">
              <a:buNone/>
            </a:pPr>
            <a:r>
              <a:rPr lang="en-US" sz="100">
                <a:effectLst/>
              </a:rPr>
              <a:t> </a:t>
            </a:r>
            <a:endParaRPr lang="en-US"/>
          </a:p>
        </p:txBody>
      </p:sp>
      <p:sp>
        <p:nvSpPr>
          <p:cNvPr id="29397" name="Pace panel">
            <a:extLst>
              <a:ext uri="{FF2B5EF4-FFF2-40B4-BE49-F238E27FC236}">
                <a16:creationId xmlns:a16="http://schemas.microsoft.com/office/drawing/2014/main" id="{F02F9596-14C7-71D1-69FB-161E58C80290}"/>
              </a:ext>
            </a:extLst>
          </p:cNvPr>
          <p:cNvSpPr/>
          <p:nvPr/>
        </p:nvSpPr>
        <p:spPr>
          <a:xfrm>
            <a:off x="6309360" y="1508760"/>
            <a:ext cx="5334000" cy="1828800"/>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447" name="Pace line">
            <a:extLst>
              <a:ext uri="{FF2B5EF4-FFF2-40B4-BE49-F238E27FC236}">
                <a16:creationId xmlns:a16="http://schemas.microsoft.com/office/drawing/2014/main" id="{D5928428-E077-9BEE-D808-96B6899C2328}"/>
              </a:ext>
            </a:extLst>
          </p:cNvPr>
          <p:cNvSpPr/>
          <p:nvPr/>
        </p:nvSpPr>
        <p:spPr>
          <a:xfrm>
            <a:off x="6446520" y="1591400"/>
            <a:ext cx="505968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a:solidFill>
                  <a:srgbClr val="DCE8E2"/>
                </a:solidFill>
                <a:effectLst/>
                <a:latin typeface="Arial" panose="020B0604020202020204" pitchFamily="34" charset="0"/>
              </a:rPr>
              <a:t>15,600 homes · 41 months</a:t>
            </a:r>
          </a:p>
          <a:p>
            <a:pPr algn="l">
              <a:buNone/>
            </a:pPr>
            <a:r>
              <a:rPr lang="en-US" sz="100">
                <a:effectLst/>
              </a:rPr>
              <a:t> </a:t>
            </a:r>
            <a:endParaRPr lang="en-US"/>
          </a:p>
        </p:txBody>
      </p:sp>
      <p:sp>
        <p:nvSpPr>
          <p:cNvPr id="29498" name="Pace number">
            <a:extLst>
              <a:ext uri="{FF2B5EF4-FFF2-40B4-BE49-F238E27FC236}">
                <a16:creationId xmlns:a16="http://schemas.microsoft.com/office/drawing/2014/main" id="{A361C2A6-3245-E3A5-93D8-AE6E0C86A094}"/>
              </a:ext>
            </a:extLst>
          </p:cNvPr>
          <p:cNvSpPr/>
          <p:nvPr/>
        </p:nvSpPr>
        <p:spPr>
          <a:xfrm>
            <a:off x="6446520" y="1911440"/>
            <a:ext cx="1371600" cy="1480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8000" b="1">
                <a:solidFill>
                  <a:srgbClr val="E9B14C"/>
                </a:solidFill>
                <a:effectLst/>
                <a:latin typeface="Arial" panose="020B0604020202020204" pitchFamily="34" charset="0"/>
              </a:rPr>
              <a:t>88</a:t>
            </a:r>
          </a:p>
          <a:p>
            <a:pPr algn="l">
              <a:buNone/>
            </a:pPr>
            <a:r>
              <a:rPr lang="en-US" sz="100">
                <a:effectLst/>
              </a:rPr>
              <a:t> </a:t>
            </a:r>
            <a:endParaRPr lang="en-US"/>
          </a:p>
        </p:txBody>
      </p:sp>
      <p:sp>
        <p:nvSpPr>
          <p:cNvPr id="29550" name="Pace unit">
            <a:extLst>
              <a:ext uri="{FF2B5EF4-FFF2-40B4-BE49-F238E27FC236}">
                <a16:creationId xmlns:a16="http://schemas.microsoft.com/office/drawing/2014/main" id="{74BA9896-7F6A-49D2-6915-B0574A5B5E3D}"/>
              </a:ext>
            </a:extLst>
          </p:cNvPr>
          <p:cNvSpPr/>
          <p:nvPr/>
        </p:nvSpPr>
        <p:spPr>
          <a:xfrm>
            <a:off x="7759501" y="2594192"/>
            <a:ext cx="3700979" cy="62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b="1">
                <a:solidFill>
                  <a:srgbClr val="FAF9F6"/>
                </a:solidFill>
                <a:effectLst/>
                <a:latin typeface="Arial" panose="020B0604020202020204" pitchFamily="34" charset="0"/>
              </a:rPr>
              <a:t>homes a week</a:t>
            </a:r>
          </a:p>
          <a:p>
            <a:pPr algn="l">
              <a:buNone/>
            </a:pPr>
            <a:r>
              <a:rPr lang="en-US" sz="100">
                <a:effectLst/>
              </a:rPr>
              <a:t> </a:t>
            </a:r>
            <a:endParaRPr lang="en-US"/>
          </a:p>
        </p:txBody>
      </p:sp>
    </p:spTree>
    <p:extLst>
      <p:ext uri="{BB962C8B-B14F-4D97-AF65-F5344CB8AC3E}">
        <p14:creationId xmlns:p14="http://schemas.microsoft.com/office/powerpoint/2010/main" val="7267734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26433" name="Eyebrow">
            <a:extLst>
              <a:ext uri="{FF2B5EF4-FFF2-40B4-BE49-F238E27FC236}">
                <a16:creationId xmlns:a16="http://schemas.microsoft.com/office/drawing/2014/main" id="{4CFD09D8-52BE-135E-EB23-28B8D6154D53}"/>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1 · THE FORECAST</a:t>
            </a:r>
          </a:p>
          <a:p>
            <a:pPr algn="l">
              <a:buNone/>
            </a:pPr>
            <a:r>
              <a:rPr lang="en-US" sz="100">
                <a:effectLst/>
              </a:rPr>
              <a:t> </a:t>
            </a:r>
            <a:endParaRPr lang="en-US"/>
          </a:p>
        </p:txBody>
      </p:sp>
      <p:sp>
        <p:nvSpPr>
          <p:cNvPr id="26435" name="Slide title">
            <a:extLst>
              <a:ext uri="{FF2B5EF4-FFF2-40B4-BE49-F238E27FC236}">
                <a16:creationId xmlns:a16="http://schemas.microsoft.com/office/drawing/2014/main" id="{626F40A7-12B4-9844-6CE5-B4F08FFEB83C}"/>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Forecast: every Zava home at EPC C by April 2030.</a:t>
            </a:r>
          </a:p>
          <a:p>
            <a:pPr algn="l">
              <a:buNone/>
            </a:pPr>
            <a:r>
              <a:rPr lang="en-US" sz="100">
                <a:effectLst/>
              </a:rPr>
              <a:t> </a:t>
            </a:r>
            <a:endParaRPr lang="en-US"/>
          </a:p>
        </p:txBody>
      </p:sp>
      <p:sp>
        <p:nvSpPr>
          <p:cNvPr id="26438" name="Footer sources">
            <a:extLst>
              <a:ext uri="{FF2B5EF4-FFF2-40B4-BE49-F238E27FC236}">
                <a16:creationId xmlns:a16="http://schemas.microsoft.com/office/drawing/2014/main" id="{E4CD17AE-B6FE-A9DD-CBAF-C1B9E3329F61}"/>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Forecast · EHS 2024-25 · SRS MEES impact assessment · Warm Homes: Social Housing Fund wave 3 · assumptions in notes</a:t>
            </a:r>
          </a:p>
          <a:p>
            <a:pPr algn="l">
              <a:buNone/>
            </a:pPr>
            <a:r>
              <a:rPr lang="en-US" sz="100">
                <a:effectLst/>
              </a:rPr>
              <a:t> </a:t>
            </a:r>
            <a:endParaRPr lang="en-US"/>
          </a:p>
        </p:txBody>
      </p:sp>
      <p:sp>
        <p:nvSpPr>
          <p:cNvPr id="26442" name="Footer navigation">
            <a:extLst>
              <a:ext uri="{FF2B5EF4-FFF2-40B4-BE49-F238E27FC236}">
                <a16:creationId xmlns:a16="http://schemas.microsoft.com/office/drawing/2014/main" id="{156FE653-32A5-B9E7-CA77-0F085AD791BF}"/>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S05 · Answers: B08</a:t>
            </a:r>
          </a:p>
          <a:p>
            <a:pPr algn="r">
              <a:buNone/>
            </a:pPr>
            <a:r>
              <a:rPr lang="en-US" sz="100">
                <a:effectLst/>
              </a:rPr>
              <a:t> </a:t>
            </a:r>
            <a:endParaRPr lang="en-US"/>
          </a:p>
        </p:txBody>
      </p:sp>
      <p:sp>
        <p:nvSpPr>
          <p:cNvPr id="26447" name="Forecast pill">
            <a:extLst>
              <a:ext uri="{FF2B5EF4-FFF2-40B4-BE49-F238E27FC236}">
                <a16:creationId xmlns:a16="http://schemas.microsoft.com/office/drawing/2014/main" id="{CCBCC61C-47CF-BF2E-762D-2896AA75D666}"/>
              </a:ext>
            </a:extLst>
          </p:cNvPr>
          <p:cNvSpPr/>
          <p:nvPr/>
        </p:nvSpPr>
        <p:spPr>
          <a:xfrm>
            <a:off x="548640" y="1508760"/>
            <a:ext cx="1399032"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FORECAST</a:t>
            </a:r>
          </a:p>
          <a:p>
            <a:pPr algn="ctr">
              <a:buNone/>
            </a:pPr>
            <a:r>
              <a:rPr lang="en-US" sz="100">
                <a:effectLst/>
              </a:rPr>
              <a:t> </a:t>
            </a:r>
            <a:endParaRPr lang="en-US"/>
          </a:p>
        </p:txBody>
      </p:sp>
      <p:sp>
        <p:nvSpPr>
          <p:cNvPr id="26453" name="Chart caption">
            <a:extLst>
              <a:ext uri="{FF2B5EF4-FFF2-40B4-BE49-F238E27FC236}">
                <a16:creationId xmlns:a16="http://schemas.microsoft.com/office/drawing/2014/main" id="{AFC13952-A191-26E8-B114-4699B17E5047}"/>
              </a:ext>
            </a:extLst>
          </p:cNvPr>
          <p:cNvSpPr/>
          <p:nvPr/>
        </p:nvSpPr>
        <p:spPr>
          <a:xfrm>
            <a:off x="2039112" y="1431380"/>
            <a:ext cx="3904488"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50655E"/>
                </a:solidFill>
                <a:effectLst/>
                <a:latin typeface="Arial" panose="020B0604020202020204" pitchFamily="34" charset="0"/>
              </a:rPr>
              <a:t>Homes at EPC C, cumulative from Nov 2026</a:t>
            </a:r>
          </a:p>
          <a:p>
            <a:pPr algn="l">
              <a:buNone/>
            </a:pPr>
            <a:r>
              <a:rPr lang="en-US" sz="100">
                <a:effectLst/>
              </a:rPr>
              <a:t> </a:t>
            </a:r>
            <a:endParaRPr lang="en-US"/>
          </a:p>
        </p:txBody>
      </p:sp>
      <p:sp>
        <p:nvSpPr>
          <p:cNvPr id="26460" name="Tick 0">
            <a:extLst>
              <a:ext uri="{FF2B5EF4-FFF2-40B4-BE49-F238E27FC236}">
                <a16:creationId xmlns:a16="http://schemas.microsoft.com/office/drawing/2014/main" id="{67CC1A02-C4B2-85D1-48E0-EC4DA019D9B9}"/>
              </a:ext>
            </a:extLst>
          </p:cNvPr>
          <p:cNvSpPr/>
          <p:nvPr/>
        </p:nvSpPr>
        <p:spPr>
          <a:xfrm>
            <a:off x="457200" y="498992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0</a:t>
            </a:r>
          </a:p>
          <a:p>
            <a:pPr algn="r">
              <a:buNone/>
            </a:pPr>
            <a:r>
              <a:rPr lang="en-US" sz="100">
                <a:effectLst/>
              </a:rPr>
              <a:t> </a:t>
            </a:r>
            <a:endParaRPr lang="en-US"/>
          </a:p>
        </p:txBody>
      </p:sp>
      <p:sp>
        <p:nvSpPr>
          <p:cNvPr id="26468" name="Gridline 4000">
            <a:extLst>
              <a:ext uri="{FF2B5EF4-FFF2-40B4-BE49-F238E27FC236}">
                <a16:creationId xmlns:a16="http://schemas.microsoft.com/office/drawing/2014/main" id="{5F57E77C-ED77-9E0E-00C9-70610B6B64C7}"/>
              </a:ext>
            </a:extLst>
          </p:cNvPr>
          <p:cNvSpPr/>
          <p:nvPr/>
        </p:nvSpPr>
        <p:spPr>
          <a:xfrm>
            <a:off x="1234440" y="4464367"/>
            <a:ext cx="4709160" cy="9525"/>
          </a:xfrm>
          <a:prstGeom prst="rect">
            <a:avLst/>
          </a:prstGeom>
          <a:solidFill>
            <a:srgbClr val="50655E">
              <a:alpha val="3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477" name="Tick 4000">
            <a:extLst>
              <a:ext uri="{FF2B5EF4-FFF2-40B4-BE49-F238E27FC236}">
                <a16:creationId xmlns:a16="http://schemas.microsoft.com/office/drawing/2014/main" id="{C1E351E2-6F23-653A-DA90-37D625E2CB76}"/>
              </a:ext>
            </a:extLst>
          </p:cNvPr>
          <p:cNvSpPr/>
          <p:nvPr/>
        </p:nvSpPr>
        <p:spPr>
          <a:xfrm>
            <a:off x="457200" y="424697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4,000</a:t>
            </a:r>
          </a:p>
          <a:p>
            <a:pPr algn="r">
              <a:buNone/>
            </a:pPr>
            <a:r>
              <a:rPr lang="en-US" sz="100">
                <a:effectLst/>
              </a:rPr>
              <a:t> </a:t>
            </a:r>
            <a:endParaRPr lang="en-US"/>
          </a:p>
        </p:txBody>
      </p:sp>
      <p:sp>
        <p:nvSpPr>
          <p:cNvPr id="26487" name="Gridline 8000">
            <a:extLst>
              <a:ext uri="{FF2B5EF4-FFF2-40B4-BE49-F238E27FC236}">
                <a16:creationId xmlns:a16="http://schemas.microsoft.com/office/drawing/2014/main" id="{F852A850-7A7E-25C4-6FE3-5E98A3F0A773}"/>
              </a:ext>
            </a:extLst>
          </p:cNvPr>
          <p:cNvSpPr/>
          <p:nvPr/>
        </p:nvSpPr>
        <p:spPr>
          <a:xfrm>
            <a:off x="1234440" y="3721417"/>
            <a:ext cx="4709160" cy="9525"/>
          </a:xfrm>
          <a:prstGeom prst="rect">
            <a:avLst/>
          </a:prstGeom>
          <a:solidFill>
            <a:srgbClr val="50655E">
              <a:alpha val="3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498" name="Tick 8000">
            <a:extLst>
              <a:ext uri="{FF2B5EF4-FFF2-40B4-BE49-F238E27FC236}">
                <a16:creationId xmlns:a16="http://schemas.microsoft.com/office/drawing/2014/main" id="{E589BE57-8CE7-41B7-25A6-8D3AA9C3A6F3}"/>
              </a:ext>
            </a:extLst>
          </p:cNvPr>
          <p:cNvSpPr/>
          <p:nvPr/>
        </p:nvSpPr>
        <p:spPr>
          <a:xfrm>
            <a:off x="457200" y="350402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8,000</a:t>
            </a:r>
          </a:p>
          <a:p>
            <a:pPr algn="r">
              <a:buNone/>
            </a:pPr>
            <a:r>
              <a:rPr lang="en-US" sz="100">
                <a:effectLst/>
              </a:rPr>
              <a:t> </a:t>
            </a:r>
            <a:endParaRPr lang="en-US"/>
          </a:p>
        </p:txBody>
      </p:sp>
      <p:sp>
        <p:nvSpPr>
          <p:cNvPr id="26510" name="Gridline 12000">
            <a:extLst>
              <a:ext uri="{FF2B5EF4-FFF2-40B4-BE49-F238E27FC236}">
                <a16:creationId xmlns:a16="http://schemas.microsoft.com/office/drawing/2014/main" id="{04059E30-2C8F-5872-F4AF-639835908D09}"/>
              </a:ext>
            </a:extLst>
          </p:cNvPr>
          <p:cNvSpPr/>
          <p:nvPr/>
        </p:nvSpPr>
        <p:spPr>
          <a:xfrm>
            <a:off x="1234440" y="2978467"/>
            <a:ext cx="4709160" cy="9525"/>
          </a:xfrm>
          <a:prstGeom prst="rect">
            <a:avLst/>
          </a:prstGeom>
          <a:solidFill>
            <a:srgbClr val="50655E">
              <a:alpha val="3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523" name="Tick 12000">
            <a:extLst>
              <a:ext uri="{FF2B5EF4-FFF2-40B4-BE49-F238E27FC236}">
                <a16:creationId xmlns:a16="http://schemas.microsoft.com/office/drawing/2014/main" id="{0B0D5A5E-21C4-896E-34CB-F1FB7C9D40CF}"/>
              </a:ext>
            </a:extLst>
          </p:cNvPr>
          <p:cNvSpPr/>
          <p:nvPr/>
        </p:nvSpPr>
        <p:spPr>
          <a:xfrm>
            <a:off x="457200" y="276107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12,000</a:t>
            </a:r>
          </a:p>
          <a:p>
            <a:pPr algn="r">
              <a:buNone/>
            </a:pPr>
            <a:r>
              <a:rPr lang="en-US" sz="100">
                <a:effectLst/>
              </a:rPr>
              <a:t> </a:t>
            </a:r>
            <a:endParaRPr lang="en-US"/>
          </a:p>
        </p:txBody>
      </p:sp>
      <p:sp>
        <p:nvSpPr>
          <p:cNvPr id="26537" name="Tick 16000">
            <a:extLst>
              <a:ext uri="{FF2B5EF4-FFF2-40B4-BE49-F238E27FC236}">
                <a16:creationId xmlns:a16="http://schemas.microsoft.com/office/drawing/2014/main" id="{E990F95E-141E-F3A0-10F5-8396EB23DCB7}"/>
              </a:ext>
            </a:extLst>
          </p:cNvPr>
          <p:cNvSpPr/>
          <p:nvPr/>
        </p:nvSpPr>
        <p:spPr>
          <a:xfrm>
            <a:off x="457200" y="201812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16,000</a:t>
            </a:r>
          </a:p>
          <a:p>
            <a:pPr algn="r">
              <a:buNone/>
            </a:pPr>
            <a:r>
              <a:rPr lang="en-US" sz="100">
                <a:effectLst/>
              </a:rPr>
              <a:t> </a:t>
            </a:r>
            <a:endParaRPr lang="en-US"/>
          </a:p>
        </p:txBody>
      </p:sp>
      <p:sp>
        <p:nvSpPr>
          <p:cNvPr id="26552" name="Bar End 2027">
            <a:extLst>
              <a:ext uri="{FF2B5EF4-FFF2-40B4-BE49-F238E27FC236}">
                <a16:creationId xmlns:a16="http://schemas.microsoft.com/office/drawing/2014/main" id="{93C611BE-587B-DC8D-922A-FBCB8E1334BB}"/>
              </a:ext>
            </a:extLst>
          </p:cNvPr>
          <p:cNvSpPr/>
          <p:nvPr/>
        </p:nvSpPr>
        <p:spPr>
          <a:xfrm>
            <a:off x="1434465" y="4222657"/>
            <a:ext cx="777240" cy="989423"/>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568" name="Value End 2027">
            <a:extLst>
              <a:ext uri="{FF2B5EF4-FFF2-40B4-BE49-F238E27FC236}">
                <a16:creationId xmlns:a16="http://schemas.microsoft.com/office/drawing/2014/main" id="{1AA893F5-60AF-B553-82C6-C849A2FD6214}"/>
              </a:ext>
            </a:extLst>
          </p:cNvPr>
          <p:cNvSpPr/>
          <p:nvPr/>
        </p:nvSpPr>
        <p:spPr>
          <a:xfrm>
            <a:off x="1343025" y="4198617"/>
            <a:ext cx="9601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FAF9F6"/>
                </a:solidFill>
                <a:effectLst/>
                <a:latin typeface="Arial" panose="020B0604020202020204" pitchFamily="34" charset="0"/>
              </a:rPr>
              <a:t>5,327</a:t>
            </a:r>
          </a:p>
          <a:p>
            <a:pPr algn="ctr">
              <a:buNone/>
            </a:pPr>
            <a:r>
              <a:rPr lang="en-US" sz="100">
                <a:effectLst/>
              </a:rPr>
              <a:t> </a:t>
            </a:r>
            <a:endParaRPr lang="en-US"/>
          </a:p>
        </p:txBody>
      </p:sp>
      <p:sp>
        <p:nvSpPr>
          <p:cNvPr id="26585" name="Category End 2027">
            <a:extLst>
              <a:ext uri="{FF2B5EF4-FFF2-40B4-BE49-F238E27FC236}">
                <a16:creationId xmlns:a16="http://schemas.microsoft.com/office/drawing/2014/main" id="{1614845E-CE3E-5079-4344-2F4101F7AFB0}"/>
              </a:ext>
            </a:extLst>
          </p:cNvPr>
          <p:cNvSpPr/>
          <p:nvPr/>
        </p:nvSpPr>
        <p:spPr>
          <a:xfrm>
            <a:off x="1234440" y="5203280"/>
            <a:ext cx="117729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End 2027</a:t>
            </a:r>
          </a:p>
          <a:p>
            <a:pPr algn="ctr">
              <a:buNone/>
            </a:pPr>
            <a:r>
              <a:rPr lang="en-US" sz="100">
                <a:effectLst/>
              </a:rPr>
              <a:t> </a:t>
            </a:r>
            <a:endParaRPr lang="en-US"/>
          </a:p>
        </p:txBody>
      </p:sp>
      <p:sp>
        <p:nvSpPr>
          <p:cNvPr id="26603" name="Bar End 2028">
            <a:extLst>
              <a:ext uri="{FF2B5EF4-FFF2-40B4-BE49-F238E27FC236}">
                <a16:creationId xmlns:a16="http://schemas.microsoft.com/office/drawing/2014/main" id="{6F8F74AA-CD4F-8265-D50A-E81027A7AA35}"/>
              </a:ext>
            </a:extLst>
          </p:cNvPr>
          <p:cNvSpPr/>
          <p:nvPr/>
        </p:nvSpPr>
        <p:spPr>
          <a:xfrm>
            <a:off x="2611755" y="3374579"/>
            <a:ext cx="777240" cy="1837501"/>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622" name="Value End 2028">
            <a:extLst>
              <a:ext uri="{FF2B5EF4-FFF2-40B4-BE49-F238E27FC236}">
                <a16:creationId xmlns:a16="http://schemas.microsoft.com/office/drawing/2014/main" id="{29EB25E9-4361-F8CC-B1EF-BEB82B3E8C70}"/>
              </a:ext>
            </a:extLst>
          </p:cNvPr>
          <p:cNvSpPr/>
          <p:nvPr/>
        </p:nvSpPr>
        <p:spPr>
          <a:xfrm>
            <a:off x="2520315" y="3350539"/>
            <a:ext cx="9601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FAF9F6"/>
                </a:solidFill>
                <a:effectLst/>
                <a:latin typeface="Arial" panose="020B0604020202020204" pitchFamily="34" charset="0"/>
              </a:rPr>
              <a:t>9,893</a:t>
            </a:r>
          </a:p>
          <a:p>
            <a:pPr algn="ctr">
              <a:buNone/>
            </a:pPr>
            <a:r>
              <a:rPr lang="en-US" sz="100">
                <a:effectLst/>
              </a:rPr>
              <a:t> </a:t>
            </a:r>
            <a:endParaRPr lang="en-US"/>
          </a:p>
        </p:txBody>
      </p:sp>
      <p:sp>
        <p:nvSpPr>
          <p:cNvPr id="26642" name="Category End 2028">
            <a:extLst>
              <a:ext uri="{FF2B5EF4-FFF2-40B4-BE49-F238E27FC236}">
                <a16:creationId xmlns:a16="http://schemas.microsoft.com/office/drawing/2014/main" id="{A3C8722D-CEEE-EB27-EDEC-53103F05E4CA}"/>
              </a:ext>
            </a:extLst>
          </p:cNvPr>
          <p:cNvSpPr/>
          <p:nvPr/>
        </p:nvSpPr>
        <p:spPr>
          <a:xfrm>
            <a:off x="2411730" y="5203280"/>
            <a:ext cx="117729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End 2028</a:t>
            </a:r>
          </a:p>
          <a:p>
            <a:pPr algn="ctr">
              <a:buNone/>
            </a:pPr>
            <a:r>
              <a:rPr lang="en-US" sz="100">
                <a:effectLst/>
              </a:rPr>
              <a:t> </a:t>
            </a:r>
            <a:endParaRPr lang="en-US"/>
          </a:p>
        </p:txBody>
      </p:sp>
      <p:sp>
        <p:nvSpPr>
          <p:cNvPr id="26663" name="Bar End 2029">
            <a:extLst>
              <a:ext uri="{FF2B5EF4-FFF2-40B4-BE49-F238E27FC236}">
                <a16:creationId xmlns:a16="http://schemas.microsoft.com/office/drawing/2014/main" id="{EAF34719-2BC7-DFC5-F85D-2F3E15416900}"/>
              </a:ext>
            </a:extLst>
          </p:cNvPr>
          <p:cNvSpPr/>
          <p:nvPr/>
        </p:nvSpPr>
        <p:spPr>
          <a:xfrm>
            <a:off x="3789045" y="2526502"/>
            <a:ext cx="777240" cy="2685578"/>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685" name="Value End 2029">
            <a:extLst>
              <a:ext uri="{FF2B5EF4-FFF2-40B4-BE49-F238E27FC236}">
                <a16:creationId xmlns:a16="http://schemas.microsoft.com/office/drawing/2014/main" id="{549A4EBF-D86B-FF3C-3D62-0885A157E4A0}"/>
              </a:ext>
            </a:extLst>
          </p:cNvPr>
          <p:cNvSpPr/>
          <p:nvPr/>
        </p:nvSpPr>
        <p:spPr>
          <a:xfrm>
            <a:off x="3697605" y="2502462"/>
            <a:ext cx="9601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FAF9F6"/>
                </a:solidFill>
                <a:effectLst/>
                <a:latin typeface="Arial" panose="020B0604020202020204" pitchFamily="34" charset="0"/>
              </a:rPr>
              <a:t>14,459</a:t>
            </a:r>
          </a:p>
          <a:p>
            <a:pPr algn="ctr">
              <a:buNone/>
            </a:pPr>
            <a:r>
              <a:rPr lang="en-US" sz="100">
                <a:effectLst/>
              </a:rPr>
              <a:t> </a:t>
            </a:r>
            <a:endParaRPr lang="en-US"/>
          </a:p>
        </p:txBody>
      </p:sp>
      <p:sp>
        <p:nvSpPr>
          <p:cNvPr id="26708" name="Category End 2029">
            <a:extLst>
              <a:ext uri="{FF2B5EF4-FFF2-40B4-BE49-F238E27FC236}">
                <a16:creationId xmlns:a16="http://schemas.microsoft.com/office/drawing/2014/main" id="{2740D601-92DE-9533-B12B-FB6FDB09FF6E}"/>
              </a:ext>
            </a:extLst>
          </p:cNvPr>
          <p:cNvSpPr/>
          <p:nvPr/>
        </p:nvSpPr>
        <p:spPr>
          <a:xfrm>
            <a:off x="3589020" y="5203280"/>
            <a:ext cx="117729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End 2029</a:t>
            </a:r>
          </a:p>
          <a:p>
            <a:pPr algn="ctr">
              <a:buNone/>
            </a:pPr>
            <a:r>
              <a:rPr lang="en-US" sz="100">
                <a:effectLst/>
              </a:rPr>
              <a:t> </a:t>
            </a:r>
            <a:endParaRPr lang="en-US"/>
          </a:p>
        </p:txBody>
      </p:sp>
      <p:sp>
        <p:nvSpPr>
          <p:cNvPr id="26732" name="Bar 1 Apr 2030">
            <a:extLst>
              <a:ext uri="{FF2B5EF4-FFF2-40B4-BE49-F238E27FC236}">
                <a16:creationId xmlns:a16="http://schemas.microsoft.com/office/drawing/2014/main" id="{D5E4BCBE-C7F5-6FB6-A3AA-CFC5C4875BFD}"/>
              </a:ext>
            </a:extLst>
          </p:cNvPr>
          <p:cNvSpPr/>
          <p:nvPr/>
        </p:nvSpPr>
        <p:spPr>
          <a:xfrm>
            <a:off x="4966335" y="2314575"/>
            <a:ext cx="777240" cy="2897505"/>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757" name="Value 1 Apr 2030">
            <a:extLst>
              <a:ext uri="{FF2B5EF4-FFF2-40B4-BE49-F238E27FC236}">
                <a16:creationId xmlns:a16="http://schemas.microsoft.com/office/drawing/2014/main" id="{5561D869-74F8-7CD8-2E02-1CAB3D7C12B6}"/>
              </a:ext>
            </a:extLst>
          </p:cNvPr>
          <p:cNvSpPr/>
          <p:nvPr/>
        </p:nvSpPr>
        <p:spPr>
          <a:xfrm>
            <a:off x="4874895" y="2290535"/>
            <a:ext cx="9601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15,600</a:t>
            </a:r>
          </a:p>
          <a:p>
            <a:pPr algn="ctr">
              <a:buNone/>
            </a:pPr>
            <a:r>
              <a:rPr lang="en-US" sz="100">
                <a:effectLst/>
              </a:rPr>
              <a:t> </a:t>
            </a:r>
            <a:endParaRPr lang="en-US"/>
          </a:p>
        </p:txBody>
      </p:sp>
      <p:sp>
        <p:nvSpPr>
          <p:cNvPr id="26783" name="Category 1 Apr 2030">
            <a:extLst>
              <a:ext uri="{FF2B5EF4-FFF2-40B4-BE49-F238E27FC236}">
                <a16:creationId xmlns:a16="http://schemas.microsoft.com/office/drawing/2014/main" id="{0BE60C14-9767-4DA0-1678-7F6AD66B5753}"/>
              </a:ext>
            </a:extLst>
          </p:cNvPr>
          <p:cNvSpPr/>
          <p:nvPr/>
        </p:nvSpPr>
        <p:spPr>
          <a:xfrm>
            <a:off x="4766310" y="5203280"/>
            <a:ext cx="117729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1 Apr 2030</a:t>
            </a:r>
          </a:p>
          <a:p>
            <a:pPr algn="ctr">
              <a:buNone/>
            </a:pPr>
            <a:r>
              <a:rPr lang="en-US" sz="100">
                <a:effectLst/>
              </a:rPr>
              <a:t> </a:t>
            </a:r>
            <a:endParaRPr lang="en-US"/>
          </a:p>
        </p:txBody>
      </p:sp>
      <p:sp>
        <p:nvSpPr>
          <p:cNvPr id="26810" name="Baseline">
            <a:extLst>
              <a:ext uri="{FF2B5EF4-FFF2-40B4-BE49-F238E27FC236}">
                <a16:creationId xmlns:a16="http://schemas.microsoft.com/office/drawing/2014/main" id="{D185D825-0E18-0E21-657B-B15B7FCBF79D}"/>
              </a:ext>
            </a:extLst>
          </p:cNvPr>
          <p:cNvSpPr/>
          <p:nvPr/>
        </p:nvSpPr>
        <p:spPr>
          <a:xfrm>
            <a:off x="1234440" y="5202555"/>
            <a:ext cx="4709160" cy="19050"/>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838" name="Target dash 01">
            <a:extLst>
              <a:ext uri="{FF2B5EF4-FFF2-40B4-BE49-F238E27FC236}">
                <a16:creationId xmlns:a16="http://schemas.microsoft.com/office/drawing/2014/main" id="{42178780-D3F6-2E08-01BF-09B26EC12FE6}"/>
              </a:ext>
            </a:extLst>
          </p:cNvPr>
          <p:cNvSpPr/>
          <p:nvPr/>
        </p:nvSpPr>
        <p:spPr>
          <a:xfrm>
            <a:off x="1234440"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867" name="Target dash 02">
            <a:extLst>
              <a:ext uri="{FF2B5EF4-FFF2-40B4-BE49-F238E27FC236}">
                <a16:creationId xmlns:a16="http://schemas.microsoft.com/office/drawing/2014/main" id="{19B62156-AA98-C707-6A66-BD255C3573F1}"/>
              </a:ext>
            </a:extLst>
          </p:cNvPr>
          <p:cNvSpPr/>
          <p:nvPr/>
        </p:nvSpPr>
        <p:spPr>
          <a:xfrm>
            <a:off x="1473868"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897" name="Target dash 03">
            <a:extLst>
              <a:ext uri="{FF2B5EF4-FFF2-40B4-BE49-F238E27FC236}">
                <a16:creationId xmlns:a16="http://schemas.microsoft.com/office/drawing/2014/main" id="{9F516A57-C59D-F4AA-6C53-D9626E57B134}"/>
              </a:ext>
            </a:extLst>
          </p:cNvPr>
          <p:cNvSpPr/>
          <p:nvPr/>
        </p:nvSpPr>
        <p:spPr>
          <a:xfrm>
            <a:off x="1713296"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928" name="Target dash 04">
            <a:extLst>
              <a:ext uri="{FF2B5EF4-FFF2-40B4-BE49-F238E27FC236}">
                <a16:creationId xmlns:a16="http://schemas.microsoft.com/office/drawing/2014/main" id="{E99A25EE-4508-2CCA-C8BC-83E259FEB99A}"/>
              </a:ext>
            </a:extLst>
          </p:cNvPr>
          <p:cNvSpPr/>
          <p:nvPr/>
        </p:nvSpPr>
        <p:spPr>
          <a:xfrm>
            <a:off x="1952725"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960" name="Target dash 05">
            <a:extLst>
              <a:ext uri="{FF2B5EF4-FFF2-40B4-BE49-F238E27FC236}">
                <a16:creationId xmlns:a16="http://schemas.microsoft.com/office/drawing/2014/main" id="{D76A0A1B-CC01-93C6-C2A8-1CC953F4D651}"/>
              </a:ext>
            </a:extLst>
          </p:cNvPr>
          <p:cNvSpPr/>
          <p:nvPr/>
        </p:nvSpPr>
        <p:spPr>
          <a:xfrm>
            <a:off x="2192153"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993" name="Target dash 06">
            <a:extLst>
              <a:ext uri="{FF2B5EF4-FFF2-40B4-BE49-F238E27FC236}">
                <a16:creationId xmlns:a16="http://schemas.microsoft.com/office/drawing/2014/main" id="{27EC061C-D754-8900-BB1F-0D4D39EBDFAF}"/>
              </a:ext>
            </a:extLst>
          </p:cNvPr>
          <p:cNvSpPr/>
          <p:nvPr/>
        </p:nvSpPr>
        <p:spPr>
          <a:xfrm>
            <a:off x="2431582"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027" name="Target dash 07">
            <a:extLst>
              <a:ext uri="{FF2B5EF4-FFF2-40B4-BE49-F238E27FC236}">
                <a16:creationId xmlns:a16="http://schemas.microsoft.com/office/drawing/2014/main" id="{3C355F20-0860-802A-3BDF-A1D77FE83B42}"/>
              </a:ext>
            </a:extLst>
          </p:cNvPr>
          <p:cNvSpPr/>
          <p:nvPr/>
        </p:nvSpPr>
        <p:spPr>
          <a:xfrm>
            <a:off x="2671010"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062" name="Target dash 08">
            <a:extLst>
              <a:ext uri="{FF2B5EF4-FFF2-40B4-BE49-F238E27FC236}">
                <a16:creationId xmlns:a16="http://schemas.microsoft.com/office/drawing/2014/main" id="{E8039446-9FA0-F321-EB29-DE7053053EFE}"/>
              </a:ext>
            </a:extLst>
          </p:cNvPr>
          <p:cNvSpPr/>
          <p:nvPr/>
        </p:nvSpPr>
        <p:spPr>
          <a:xfrm>
            <a:off x="2910438"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098" name="Target dash 09">
            <a:extLst>
              <a:ext uri="{FF2B5EF4-FFF2-40B4-BE49-F238E27FC236}">
                <a16:creationId xmlns:a16="http://schemas.microsoft.com/office/drawing/2014/main" id="{B7A85479-9E02-38F4-987D-34E63ECE6907}"/>
              </a:ext>
            </a:extLst>
          </p:cNvPr>
          <p:cNvSpPr/>
          <p:nvPr/>
        </p:nvSpPr>
        <p:spPr>
          <a:xfrm>
            <a:off x="3149867"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135" name="Target dash 10">
            <a:extLst>
              <a:ext uri="{FF2B5EF4-FFF2-40B4-BE49-F238E27FC236}">
                <a16:creationId xmlns:a16="http://schemas.microsoft.com/office/drawing/2014/main" id="{86B4BE70-0449-6F32-63A9-0FFBD2B3853B}"/>
              </a:ext>
            </a:extLst>
          </p:cNvPr>
          <p:cNvSpPr/>
          <p:nvPr/>
        </p:nvSpPr>
        <p:spPr>
          <a:xfrm>
            <a:off x="3389295"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173" name="Target dash 11">
            <a:extLst>
              <a:ext uri="{FF2B5EF4-FFF2-40B4-BE49-F238E27FC236}">
                <a16:creationId xmlns:a16="http://schemas.microsoft.com/office/drawing/2014/main" id="{DA4203C0-B5E1-3FB1-9ACB-AD3A388EF3FE}"/>
              </a:ext>
            </a:extLst>
          </p:cNvPr>
          <p:cNvSpPr/>
          <p:nvPr/>
        </p:nvSpPr>
        <p:spPr>
          <a:xfrm>
            <a:off x="3628724"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212" name="Target dash 12">
            <a:extLst>
              <a:ext uri="{FF2B5EF4-FFF2-40B4-BE49-F238E27FC236}">
                <a16:creationId xmlns:a16="http://schemas.microsoft.com/office/drawing/2014/main" id="{ABE0BDD0-1C22-3D7C-779E-F7A782B51010}"/>
              </a:ext>
            </a:extLst>
          </p:cNvPr>
          <p:cNvSpPr/>
          <p:nvPr/>
        </p:nvSpPr>
        <p:spPr>
          <a:xfrm>
            <a:off x="3868152"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252" name="Target dash 13">
            <a:extLst>
              <a:ext uri="{FF2B5EF4-FFF2-40B4-BE49-F238E27FC236}">
                <a16:creationId xmlns:a16="http://schemas.microsoft.com/office/drawing/2014/main" id="{4AEAA6AC-33F9-E38E-CCBB-6EB6F3979B25}"/>
              </a:ext>
            </a:extLst>
          </p:cNvPr>
          <p:cNvSpPr/>
          <p:nvPr/>
        </p:nvSpPr>
        <p:spPr>
          <a:xfrm>
            <a:off x="4107581"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293" name="Target dash 14">
            <a:extLst>
              <a:ext uri="{FF2B5EF4-FFF2-40B4-BE49-F238E27FC236}">
                <a16:creationId xmlns:a16="http://schemas.microsoft.com/office/drawing/2014/main" id="{8E454544-D293-5337-A129-868854525A93}"/>
              </a:ext>
            </a:extLst>
          </p:cNvPr>
          <p:cNvSpPr/>
          <p:nvPr/>
        </p:nvSpPr>
        <p:spPr>
          <a:xfrm>
            <a:off x="4347009"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335" name="Target dash 15">
            <a:extLst>
              <a:ext uri="{FF2B5EF4-FFF2-40B4-BE49-F238E27FC236}">
                <a16:creationId xmlns:a16="http://schemas.microsoft.com/office/drawing/2014/main" id="{3FE48AD1-96A6-7881-C7D8-1CA8ED8DF2EF}"/>
              </a:ext>
            </a:extLst>
          </p:cNvPr>
          <p:cNvSpPr/>
          <p:nvPr/>
        </p:nvSpPr>
        <p:spPr>
          <a:xfrm>
            <a:off x="4586437"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378" name="Target dash 16">
            <a:extLst>
              <a:ext uri="{FF2B5EF4-FFF2-40B4-BE49-F238E27FC236}">
                <a16:creationId xmlns:a16="http://schemas.microsoft.com/office/drawing/2014/main" id="{6E718636-6653-3055-8105-06629A189DFB}"/>
              </a:ext>
            </a:extLst>
          </p:cNvPr>
          <p:cNvSpPr/>
          <p:nvPr/>
        </p:nvSpPr>
        <p:spPr>
          <a:xfrm>
            <a:off x="4825866"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422" name="Target dash 17">
            <a:extLst>
              <a:ext uri="{FF2B5EF4-FFF2-40B4-BE49-F238E27FC236}">
                <a16:creationId xmlns:a16="http://schemas.microsoft.com/office/drawing/2014/main" id="{E65AE2AC-DEA5-BC08-B4B0-595C762EF682}"/>
              </a:ext>
            </a:extLst>
          </p:cNvPr>
          <p:cNvSpPr/>
          <p:nvPr/>
        </p:nvSpPr>
        <p:spPr>
          <a:xfrm>
            <a:off x="5065294"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467" name="Target dash 18">
            <a:extLst>
              <a:ext uri="{FF2B5EF4-FFF2-40B4-BE49-F238E27FC236}">
                <a16:creationId xmlns:a16="http://schemas.microsoft.com/office/drawing/2014/main" id="{2D131DB0-4A14-FE10-D739-1A318698134A}"/>
              </a:ext>
            </a:extLst>
          </p:cNvPr>
          <p:cNvSpPr/>
          <p:nvPr/>
        </p:nvSpPr>
        <p:spPr>
          <a:xfrm>
            <a:off x="5304723"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513" name="Target dash 19">
            <a:extLst>
              <a:ext uri="{FF2B5EF4-FFF2-40B4-BE49-F238E27FC236}">
                <a16:creationId xmlns:a16="http://schemas.microsoft.com/office/drawing/2014/main" id="{6A68B879-1CD4-47DD-733C-A126A0F07684}"/>
              </a:ext>
            </a:extLst>
          </p:cNvPr>
          <p:cNvSpPr/>
          <p:nvPr/>
        </p:nvSpPr>
        <p:spPr>
          <a:xfrm>
            <a:off x="5544151"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560" name="Target dash 20">
            <a:extLst>
              <a:ext uri="{FF2B5EF4-FFF2-40B4-BE49-F238E27FC236}">
                <a16:creationId xmlns:a16="http://schemas.microsoft.com/office/drawing/2014/main" id="{AD070200-CED2-F4F4-F17B-185C6B8A62C3}"/>
              </a:ext>
            </a:extLst>
          </p:cNvPr>
          <p:cNvSpPr/>
          <p:nvPr/>
        </p:nvSpPr>
        <p:spPr>
          <a:xfrm>
            <a:off x="5783580"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608" name="Target label">
            <a:extLst>
              <a:ext uri="{FF2B5EF4-FFF2-40B4-BE49-F238E27FC236}">
                <a16:creationId xmlns:a16="http://schemas.microsoft.com/office/drawing/2014/main" id="{F2F7CB3E-A7D4-8D77-4129-67345A3F867C}"/>
              </a:ext>
            </a:extLst>
          </p:cNvPr>
          <p:cNvSpPr/>
          <p:nvPr/>
        </p:nvSpPr>
        <p:spPr>
          <a:xfrm>
            <a:off x="1143000" y="1900391"/>
            <a:ext cx="16002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Target 15,600</a:t>
            </a:r>
          </a:p>
          <a:p>
            <a:pPr algn="l">
              <a:buNone/>
            </a:pPr>
            <a:r>
              <a:rPr lang="en-US" sz="100">
                <a:effectLst/>
              </a:rPr>
              <a:t> </a:t>
            </a:r>
            <a:endParaRPr lang="en-US"/>
          </a:p>
        </p:txBody>
      </p:sp>
      <p:sp>
        <p:nvSpPr>
          <p:cNvPr id="27657" name="Pace panel">
            <a:extLst>
              <a:ext uri="{FF2B5EF4-FFF2-40B4-BE49-F238E27FC236}">
                <a16:creationId xmlns:a16="http://schemas.microsoft.com/office/drawing/2014/main" id="{50045BD8-9B34-D037-5564-803A64C4E796}"/>
              </a:ext>
            </a:extLst>
          </p:cNvPr>
          <p:cNvSpPr/>
          <p:nvPr/>
        </p:nvSpPr>
        <p:spPr>
          <a:xfrm>
            <a:off x="6309360" y="1508760"/>
            <a:ext cx="5334000" cy="1828800"/>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707" name="Pace line">
            <a:extLst>
              <a:ext uri="{FF2B5EF4-FFF2-40B4-BE49-F238E27FC236}">
                <a16:creationId xmlns:a16="http://schemas.microsoft.com/office/drawing/2014/main" id="{5AF8D75C-7F25-C30E-E9EE-EE807521A53C}"/>
              </a:ext>
            </a:extLst>
          </p:cNvPr>
          <p:cNvSpPr/>
          <p:nvPr/>
        </p:nvSpPr>
        <p:spPr>
          <a:xfrm>
            <a:off x="6446520" y="1591400"/>
            <a:ext cx="505968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a:solidFill>
                  <a:srgbClr val="DCE8E2"/>
                </a:solidFill>
                <a:effectLst/>
                <a:latin typeface="Arial" panose="020B0604020202020204" pitchFamily="34" charset="0"/>
              </a:rPr>
              <a:t>15,600 homes · 41 months</a:t>
            </a:r>
          </a:p>
          <a:p>
            <a:pPr algn="l">
              <a:buNone/>
            </a:pPr>
            <a:r>
              <a:rPr lang="en-US" sz="100">
                <a:effectLst/>
              </a:rPr>
              <a:t> </a:t>
            </a:r>
            <a:endParaRPr lang="en-US"/>
          </a:p>
        </p:txBody>
      </p:sp>
      <p:sp>
        <p:nvSpPr>
          <p:cNvPr id="27758" name="Pace number">
            <a:extLst>
              <a:ext uri="{FF2B5EF4-FFF2-40B4-BE49-F238E27FC236}">
                <a16:creationId xmlns:a16="http://schemas.microsoft.com/office/drawing/2014/main" id="{B6220E56-F6D6-F1C7-BBDC-DA661BE4BAA0}"/>
              </a:ext>
            </a:extLst>
          </p:cNvPr>
          <p:cNvSpPr/>
          <p:nvPr/>
        </p:nvSpPr>
        <p:spPr>
          <a:xfrm>
            <a:off x="6446520" y="1911440"/>
            <a:ext cx="1371600" cy="1480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8000" b="1">
                <a:solidFill>
                  <a:srgbClr val="E9B14C"/>
                </a:solidFill>
                <a:effectLst/>
                <a:latin typeface="Arial" panose="020B0604020202020204" pitchFamily="34" charset="0"/>
              </a:rPr>
              <a:t>88</a:t>
            </a:r>
          </a:p>
          <a:p>
            <a:pPr algn="l">
              <a:buNone/>
            </a:pPr>
            <a:r>
              <a:rPr lang="en-US" sz="100">
                <a:effectLst/>
              </a:rPr>
              <a:t> </a:t>
            </a:r>
            <a:endParaRPr lang="en-US"/>
          </a:p>
        </p:txBody>
      </p:sp>
      <p:sp>
        <p:nvSpPr>
          <p:cNvPr id="27810" name="Pace unit">
            <a:extLst>
              <a:ext uri="{FF2B5EF4-FFF2-40B4-BE49-F238E27FC236}">
                <a16:creationId xmlns:a16="http://schemas.microsoft.com/office/drawing/2014/main" id="{0DAFAE35-AD87-222D-11A7-C35A5856352E}"/>
              </a:ext>
            </a:extLst>
          </p:cNvPr>
          <p:cNvSpPr/>
          <p:nvPr/>
        </p:nvSpPr>
        <p:spPr>
          <a:xfrm>
            <a:off x="7759501" y="2594192"/>
            <a:ext cx="3700979" cy="62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b="1">
                <a:solidFill>
                  <a:srgbClr val="FAF9F6"/>
                </a:solidFill>
                <a:effectLst/>
                <a:latin typeface="Arial" panose="020B0604020202020204" pitchFamily="34" charset="0"/>
              </a:rPr>
              <a:t>homes a week</a:t>
            </a:r>
          </a:p>
          <a:p>
            <a:pPr algn="l">
              <a:buNone/>
            </a:pPr>
            <a:r>
              <a:rPr lang="en-US" sz="100">
                <a:effectLst/>
              </a:rPr>
              <a:t> </a:t>
            </a:r>
            <a:endParaRPr lang="en-US"/>
          </a:p>
        </p:txBody>
      </p:sp>
      <p:sp>
        <p:nvSpPr>
          <p:cNvPr id="27863" name="Money tile 1">
            <a:extLst>
              <a:ext uri="{FF2B5EF4-FFF2-40B4-BE49-F238E27FC236}">
                <a16:creationId xmlns:a16="http://schemas.microsoft.com/office/drawing/2014/main" id="{E1DCB621-1F82-FCC7-8107-5FA20A272388}"/>
              </a:ext>
            </a:extLst>
          </p:cNvPr>
          <p:cNvSpPr/>
          <p:nvPr/>
        </p:nvSpPr>
        <p:spPr>
          <a:xfrm>
            <a:off x="6309360" y="3483864"/>
            <a:ext cx="2598420" cy="960120"/>
          </a:xfrm>
          <a:prstGeom prst="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917" name="Money tile 1 text">
            <a:extLst>
              <a:ext uri="{FF2B5EF4-FFF2-40B4-BE49-F238E27FC236}">
                <a16:creationId xmlns:a16="http://schemas.microsoft.com/office/drawing/2014/main" id="{DF1330D8-F053-F825-D974-F607F26A0764}"/>
              </a:ext>
            </a:extLst>
          </p:cNvPr>
          <p:cNvSpPr/>
          <p:nvPr/>
        </p:nvSpPr>
        <p:spPr>
          <a:xfrm>
            <a:off x="6400800" y="3552444"/>
            <a:ext cx="241554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7A4B00"/>
                </a:solidFill>
                <a:effectLst/>
                <a:latin typeface="Arial" panose="020B0604020202020204" pitchFamily="34" charset="0"/>
              </a:rPr>
              <a:t>£95m</a:t>
            </a:r>
          </a:p>
          <a:p>
            <a:pPr algn="l">
              <a:buNone/>
            </a:pPr>
            <a:r>
              <a:rPr lang="en-US" sz="1600">
                <a:solidFill>
                  <a:srgbClr val="7A4B00"/>
                </a:solidFill>
                <a:effectLst/>
                <a:latin typeface="Arial" panose="020B0604020202020204" pitchFamily="34" charset="0"/>
              </a:rPr>
              <a:t>works</a:t>
            </a:r>
            <a:endParaRPr lang="en-US"/>
          </a:p>
        </p:txBody>
      </p:sp>
      <p:sp>
        <p:nvSpPr>
          <p:cNvPr id="27972" name="Money tile 2">
            <a:extLst>
              <a:ext uri="{FF2B5EF4-FFF2-40B4-BE49-F238E27FC236}">
                <a16:creationId xmlns:a16="http://schemas.microsoft.com/office/drawing/2014/main" id="{28D69BB6-42ED-197C-58AC-A397578F13B3}"/>
              </a:ext>
            </a:extLst>
          </p:cNvPr>
          <p:cNvSpPr/>
          <p:nvPr/>
        </p:nvSpPr>
        <p:spPr>
          <a:xfrm>
            <a:off x="9044940" y="3483864"/>
            <a:ext cx="2598420" cy="960120"/>
          </a:xfrm>
          <a:prstGeom prst="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028" name="Money tile 2 text">
            <a:extLst>
              <a:ext uri="{FF2B5EF4-FFF2-40B4-BE49-F238E27FC236}">
                <a16:creationId xmlns:a16="http://schemas.microsoft.com/office/drawing/2014/main" id="{48489CAB-C27F-5580-521A-9E59608E9BB1}"/>
              </a:ext>
            </a:extLst>
          </p:cNvPr>
          <p:cNvSpPr/>
          <p:nvPr/>
        </p:nvSpPr>
        <p:spPr>
          <a:xfrm>
            <a:off x="9136380" y="3552444"/>
            <a:ext cx="241554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7A4B00"/>
                </a:solidFill>
                <a:effectLst/>
                <a:latin typeface="Arial" panose="020B0604020202020204" pitchFamily="34" charset="0"/>
              </a:rPr>
              <a:t>up to £47m</a:t>
            </a:r>
          </a:p>
          <a:p>
            <a:pPr algn="l">
              <a:buNone/>
            </a:pPr>
            <a:r>
              <a:rPr lang="en-US" sz="1600">
                <a:solidFill>
                  <a:srgbClr val="7A4B00"/>
                </a:solidFill>
                <a:effectLst/>
                <a:latin typeface="Arial" panose="020B0604020202020204" pitchFamily="34" charset="0"/>
              </a:rPr>
              <a:t>grant potential</a:t>
            </a:r>
            <a:endParaRPr lang="en-US"/>
          </a:p>
        </p:txBody>
      </p:sp>
      <p:sp>
        <p:nvSpPr>
          <p:cNvPr id="28085" name="AI tile">
            <a:extLst>
              <a:ext uri="{FF2B5EF4-FFF2-40B4-BE49-F238E27FC236}">
                <a16:creationId xmlns:a16="http://schemas.microsoft.com/office/drawing/2014/main" id="{E48AD605-1923-D4A0-6FEF-432E75EBAC16}"/>
              </a:ext>
            </a:extLst>
          </p:cNvPr>
          <p:cNvSpPr/>
          <p:nvPr/>
        </p:nvSpPr>
        <p:spPr>
          <a:xfrm>
            <a:off x="6309360" y="4581144"/>
            <a:ext cx="5334000" cy="960120"/>
          </a:xfrm>
          <a:prstGeom prst="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143" name="AI tile text">
            <a:extLst>
              <a:ext uri="{FF2B5EF4-FFF2-40B4-BE49-F238E27FC236}">
                <a16:creationId xmlns:a16="http://schemas.microsoft.com/office/drawing/2014/main" id="{14DCCFF4-D43D-62FD-EE54-C926501A4A36}"/>
              </a:ext>
            </a:extLst>
          </p:cNvPr>
          <p:cNvSpPr/>
          <p:nvPr/>
        </p:nvSpPr>
        <p:spPr>
          <a:xfrm>
            <a:off x="7086600" y="4649724"/>
            <a:ext cx="437388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3F2A72"/>
                </a:solidFill>
                <a:effectLst/>
                <a:latin typeface="Arial" panose="020B0604020202020204" pitchFamily="34" charset="0"/>
              </a:rPr>
              <a:t>≈ $7k</a:t>
            </a:r>
          </a:p>
          <a:p>
            <a:pPr algn="l">
              <a:buNone/>
            </a:pPr>
            <a:r>
              <a:rPr lang="en-US" sz="1600">
                <a:solidFill>
                  <a:srgbClr val="3F2A72"/>
                </a:solidFill>
                <a:effectLst/>
                <a:latin typeface="Arial" panose="020B0604020202020204" pitchFamily="34" charset="0"/>
              </a:rPr>
              <a:t>AI inference, whole programme</a:t>
            </a:r>
            <a:endParaRPr lang="en-US"/>
          </a:p>
        </p:txBody>
      </p:sp>
      <p:pic>
        <p:nvPicPr>
          <p:cNvPr id="28144" name="AI icon" descr="AI icon">
            <a:extLst>
              <a:ext uri="{FF2B5EF4-FFF2-40B4-BE49-F238E27FC236}">
                <a16:creationId xmlns:a16="http://schemas.microsoft.com/office/drawing/2014/main" id="{63B9F110-3508-A04F-2708-4F5272C994E0}"/>
              </a:ext>
            </a:extLst>
          </p:cNvPr>
          <p:cNvPicPr>
            <a:picLocks noChangeAspect="1"/>
          </p:cNvPicPr>
          <p:nvPr/>
        </p:nvPicPr>
        <p:blipFill>
          <a:blip r:embed="rId3"/>
          <a:stretch>
            <a:fillRect/>
          </a:stretch>
        </p:blipFill>
        <p:spPr>
          <a:xfrm>
            <a:off x="6492240" y="4809744"/>
            <a:ext cx="502920" cy="502920"/>
          </a:xfrm>
          <a:prstGeom prst="rect">
            <a:avLst/>
          </a:prstGeom>
        </p:spPr>
      </p:pic>
    </p:spTree>
    <p:extLst>
      <p:ext uri="{BB962C8B-B14F-4D97-AF65-F5344CB8AC3E}">
        <p14:creationId xmlns:p14="http://schemas.microsoft.com/office/powerpoint/2010/main" val="213946024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pic>
        <p:nvPicPr>
          <p:cNvPr id="33466" name="Discovery picture" descr="Design studio wall of sticky notes, journey maps, wireframes and house photos above a table of paper prototypes and coffee cups.">
            <a:extLst>
              <a:ext uri="{FF2B5EF4-FFF2-40B4-BE49-F238E27FC236}">
                <a16:creationId xmlns:a16="http://schemas.microsoft.com/office/drawing/2014/main" id="{FCC31DCE-56D6-64E7-3654-5D53B5CCCDEB}"/>
              </a:ext>
            </a:extLst>
          </p:cNvPr>
          <p:cNvPicPr>
            <a:picLocks noChangeAspect="1"/>
          </p:cNvPicPr>
          <p:nvPr/>
        </p:nvPicPr>
        <p:blipFill>
          <a:blip r:embed="rId3"/>
          <a:srcRect b="6000"/>
          <a:stretch>
            <a:fillRect/>
          </a:stretch>
        </p:blipFill>
        <p:spPr>
          <a:xfrm>
            <a:off x="793" y="0"/>
            <a:ext cx="5484813" cy="6446520"/>
          </a:xfrm>
          <a:prstGeom prst="rect">
            <a:avLst/>
          </a:prstGeom>
        </p:spPr>
      </p:pic>
      <p:sp>
        <p:nvSpPr>
          <p:cNvPr id="33467" name="Under the waterline">
            <a:extLst>
              <a:ext uri="{FF2B5EF4-FFF2-40B4-BE49-F238E27FC236}">
                <a16:creationId xmlns:a16="http://schemas.microsoft.com/office/drawing/2014/main" id="{31B3D790-2643-0512-346F-8768E96FB494}"/>
              </a:ext>
            </a:extLst>
          </p:cNvPr>
          <p:cNvSpPr/>
          <p:nvPr/>
        </p:nvSpPr>
        <p:spPr>
          <a:xfrm>
            <a:off x="5486400" y="2194560"/>
            <a:ext cx="6705600" cy="4663440"/>
          </a:xfrm>
          <a:prstGeom prst="rect">
            <a:avLst/>
          </a:prstGeom>
          <a:solidFill>
            <a:srgbClr val="E8F2FB"/>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469" name="Waterline">
            <a:extLst>
              <a:ext uri="{FF2B5EF4-FFF2-40B4-BE49-F238E27FC236}">
                <a16:creationId xmlns:a16="http://schemas.microsoft.com/office/drawing/2014/main" id="{5ED96B17-6DA7-D727-B84E-8755EA0D7B56}"/>
              </a:ext>
            </a:extLst>
          </p:cNvPr>
          <p:cNvSpPr/>
          <p:nvPr/>
        </p:nvSpPr>
        <p:spPr>
          <a:xfrm>
            <a:off x="5486400" y="2180272"/>
            <a:ext cx="6705600" cy="28575"/>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472" name="Eyebrow">
            <a:extLst>
              <a:ext uri="{FF2B5EF4-FFF2-40B4-BE49-F238E27FC236}">
                <a16:creationId xmlns:a16="http://schemas.microsoft.com/office/drawing/2014/main" id="{F3732923-56C7-64F7-7D4A-4231FE72711E}"/>
              </a:ext>
            </a:extLst>
          </p:cNvPr>
          <p:cNvSpPr/>
          <p:nvPr/>
        </p:nvSpPr>
        <p:spPr>
          <a:xfrm>
            <a:off x="5943600" y="365760"/>
            <a:ext cx="569976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2 · DISCOVERY</a:t>
            </a:r>
          </a:p>
          <a:p>
            <a:pPr algn="l">
              <a:buNone/>
            </a:pPr>
            <a:r>
              <a:rPr lang="en-US" sz="100">
                <a:effectLst/>
              </a:rPr>
              <a:t> </a:t>
            </a:r>
            <a:endParaRPr lang="en-US"/>
          </a:p>
        </p:txBody>
      </p:sp>
      <p:sp>
        <p:nvSpPr>
          <p:cNvPr id="33476" name="Slide title">
            <a:extLst>
              <a:ext uri="{FF2B5EF4-FFF2-40B4-BE49-F238E27FC236}">
                <a16:creationId xmlns:a16="http://schemas.microsoft.com/office/drawing/2014/main" id="{3DF678EE-A55A-2E95-8473-A8F4FE846816}"/>
              </a:ext>
            </a:extLst>
          </p:cNvPr>
          <p:cNvSpPr/>
          <p:nvPr/>
        </p:nvSpPr>
        <p:spPr>
          <a:xfrm>
            <a:off x="5943600" y="685800"/>
            <a:ext cx="569976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Six weeks of product work</a:t>
            </a:r>
          </a:p>
          <a:p>
            <a:pPr algn="l">
              <a:buNone/>
            </a:pPr>
            <a:r>
              <a:rPr lang="en-US" sz="3200" b="1">
                <a:solidFill>
                  <a:srgbClr val="173F35"/>
                </a:solidFill>
                <a:effectLst/>
                <a:latin typeface="Arial" panose="020B0604020202020204" pitchFamily="34" charset="0"/>
              </a:rPr>
              <a:t>sit under these slides.</a:t>
            </a:r>
            <a:endParaRPr lang="en-US"/>
          </a:p>
        </p:txBody>
      </p:sp>
      <p:sp>
        <p:nvSpPr>
          <p:cNvPr id="33481" name="Iceberg tip">
            <a:extLst>
              <a:ext uri="{FF2B5EF4-FFF2-40B4-BE49-F238E27FC236}">
                <a16:creationId xmlns:a16="http://schemas.microsoft.com/office/drawing/2014/main" id="{AB18F120-CEFF-5DE6-63CA-F63FF67BDAB8}"/>
              </a:ext>
            </a:extLst>
          </p:cNvPr>
          <p:cNvSpPr/>
          <p:nvPr/>
        </p:nvSpPr>
        <p:spPr>
          <a:xfrm>
            <a:off x="6035040" y="1874520"/>
            <a:ext cx="594360" cy="320040"/>
          </a:xfrm>
          <a:prstGeom prst="triangle">
            <a:avLst/>
          </a:prstGeom>
          <a:solidFill>
            <a:srgbClr val="FFFFFF"/>
          </a:solidFill>
          <a:ln w="19050">
            <a:solidFill>
              <a:srgbClr val="2E6B5E"/>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487" name="Above the waterline">
            <a:extLst>
              <a:ext uri="{FF2B5EF4-FFF2-40B4-BE49-F238E27FC236}">
                <a16:creationId xmlns:a16="http://schemas.microsoft.com/office/drawing/2014/main" id="{EC57D119-525A-DE34-7EED-CDE60426BEFC}"/>
              </a:ext>
            </a:extLst>
          </p:cNvPr>
          <p:cNvSpPr/>
          <p:nvPr/>
        </p:nvSpPr>
        <p:spPr>
          <a:xfrm>
            <a:off x="6675120" y="1787996"/>
            <a:ext cx="496824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50655E"/>
                </a:solidFill>
                <a:effectLst/>
                <a:latin typeface="Arial" panose="020B0604020202020204" pitchFamily="34" charset="0"/>
              </a:rPr>
              <a:t>What you see: this deck</a:t>
            </a:r>
          </a:p>
          <a:p>
            <a:pPr algn="l">
              <a:buNone/>
            </a:pPr>
            <a:r>
              <a:rPr lang="en-US" sz="100">
                <a:effectLst/>
              </a:rPr>
              <a:t> </a:t>
            </a:r>
            <a:endParaRPr lang="en-US"/>
          </a:p>
        </p:txBody>
      </p:sp>
      <p:sp>
        <p:nvSpPr>
          <p:cNvPr id="33494" name="Counter 480">
            <a:extLst>
              <a:ext uri="{FF2B5EF4-FFF2-40B4-BE49-F238E27FC236}">
                <a16:creationId xmlns:a16="http://schemas.microsoft.com/office/drawing/2014/main" id="{BC069967-BDD4-C644-A222-D6BA3B8E145D}"/>
              </a:ext>
            </a:extLst>
          </p:cNvPr>
          <p:cNvSpPr/>
          <p:nvPr/>
        </p:nvSpPr>
        <p:spPr>
          <a:xfrm>
            <a:off x="5943600" y="2246720"/>
            <a:ext cx="1424940" cy="99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4800" b="1">
                <a:solidFill>
                  <a:srgbClr val="2E6B5E"/>
                </a:solidFill>
                <a:effectLst/>
                <a:latin typeface="Arial" panose="020B0604020202020204" pitchFamily="34" charset="0"/>
              </a:rPr>
              <a:t>480</a:t>
            </a:r>
          </a:p>
          <a:p>
            <a:pPr algn="l">
              <a:buNone/>
            </a:pPr>
            <a:r>
              <a:rPr lang="en-US" sz="100">
                <a:effectLst/>
              </a:rPr>
              <a:t> </a:t>
            </a:r>
            <a:endParaRPr lang="en-US"/>
          </a:p>
        </p:txBody>
      </p:sp>
      <p:sp>
        <p:nvSpPr>
          <p:cNvPr id="33502" name="Counter 480 label">
            <a:extLst>
              <a:ext uri="{FF2B5EF4-FFF2-40B4-BE49-F238E27FC236}">
                <a16:creationId xmlns:a16="http://schemas.microsoft.com/office/drawing/2014/main" id="{958138B2-CD0F-62CF-62A2-0A7475BCE19A}"/>
              </a:ext>
            </a:extLst>
          </p:cNvPr>
          <p:cNvSpPr/>
          <p:nvPr/>
        </p:nvSpPr>
        <p:spPr>
          <a:xfrm>
            <a:off x="5943600" y="3023960"/>
            <a:ext cx="142494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commits</a:t>
            </a:r>
          </a:p>
          <a:p>
            <a:pPr algn="l">
              <a:buNone/>
            </a:pPr>
            <a:r>
              <a:rPr lang="en-US" sz="100">
                <a:effectLst/>
              </a:rPr>
              <a:t> </a:t>
            </a:r>
            <a:endParaRPr lang="en-US"/>
          </a:p>
        </p:txBody>
      </p:sp>
      <p:sp>
        <p:nvSpPr>
          <p:cNvPr id="33511" name="Counter 233">
            <a:extLst>
              <a:ext uri="{FF2B5EF4-FFF2-40B4-BE49-F238E27FC236}">
                <a16:creationId xmlns:a16="http://schemas.microsoft.com/office/drawing/2014/main" id="{BDBA8478-B452-82F8-F402-CAE1FDBFBD34}"/>
              </a:ext>
            </a:extLst>
          </p:cNvPr>
          <p:cNvSpPr/>
          <p:nvPr/>
        </p:nvSpPr>
        <p:spPr>
          <a:xfrm>
            <a:off x="7368540" y="2246720"/>
            <a:ext cx="1424940" cy="99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4800" b="1">
                <a:solidFill>
                  <a:srgbClr val="2E6B5E"/>
                </a:solidFill>
                <a:effectLst/>
                <a:latin typeface="Arial" panose="020B0604020202020204" pitchFamily="34" charset="0"/>
              </a:rPr>
              <a:t>233</a:t>
            </a:r>
          </a:p>
          <a:p>
            <a:pPr algn="l">
              <a:buNone/>
            </a:pPr>
            <a:r>
              <a:rPr lang="en-US" sz="100">
                <a:effectLst/>
              </a:rPr>
              <a:t> </a:t>
            </a:r>
            <a:endParaRPr lang="en-US"/>
          </a:p>
        </p:txBody>
      </p:sp>
      <p:sp>
        <p:nvSpPr>
          <p:cNvPr id="33521" name="Counter 233 label">
            <a:extLst>
              <a:ext uri="{FF2B5EF4-FFF2-40B4-BE49-F238E27FC236}">
                <a16:creationId xmlns:a16="http://schemas.microsoft.com/office/drawing/2014/main" id="{7D16FC25-9629-69A4-148C-F0C51F07D112}"/>
              </a:ext>
            </a:extLst>
          </p:cNvPr>
          <p:cNvSpPr/>
          <p:nvPr/>
        </p:nvSpPr>
        <p:spPr>
          <a:xfrm>
            <a:off x="7368540" y="3108960"/>
            <a:ext cx="1424940"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merged pull requests</a:t>
            </a:r>
          </a:p>
          <a:p>
            <a:pPr algn="l">
              <a:buNone/>
            </a:pPr>
            <a:r>
              <a:rPr lang="en-US" sz="100">
                <a:effectLst/>
              </a:rPr>
              <a:t> </a:t>
            </a:r>
            <a:endParaRPr lang="en-US"/>
          </a:p>
        </p:txBody>
      </p:sp>
      <p:sp>
        <p:nvSpPr>
          <p:cNvPr id="33532" name="Counter 6">
            <a:extLst>
              <a:ext uri="{FF2B5EF4-FFF2-40B4-BE49-F238E27FC236}">
                <a16:creationId xmlns:a16="http://schemas.microsoft.com/office/drawing/2014/main" id="{00DED3D4-429B-618D-C986-6DFD87C266B8}"/>
              </a:ext>
            </a:extLst>
          </p:cNvPr>
          <p:cNvSpPr/>
          <p:nvPr/>
        </p:nvSpPr>
        <p:spPr>
          <a:xfrm>
            <a:off x="8793480" y="2246720"/>
            <a:ext cx="1424940" cy="99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4800" b="1">
                <a:solidFill>
                  <a:srgbClr val="2E6B5E"/>
                </a:solidFill>
                <a:effectLst/>
                <a:latin typeface="Arial" panose="020B0604020202020204" pitchFamily="34" charset="0"/>
              </a:rPr>
              <a:t>6</a:t>
            </a:r>
          </a:p>
          <a:p>
            <a:pPr algn="l">
              <a:buNone/>
            </a:pPr>
            <a:r>
              <a:rPr lang="en-US" sz="100">
                <a:effectLst/>
              </a:rPr>
              <a:t> </a:t>
            </a:r>
            <a:endParaRPr lang="en-US"/>
          </a:p>
        </p:txBody>
      </p:sp>
      <p:sp>
        <p:nvSpPr>
          <p:cNvPr id="33544" name="Counter 6 label">
            <a:extLst>
              <a:ext uri="{FF2B5EF4-FFF2-40B4-BE49-F238E27FC236}">
                <a16:creationId xmlns:a16="http://schemas.microsoft.com/office/drawing/2014/main" id="{827EB82A-8BE1-976E-8493-E5810FD1B760}"/>
              </a:ext>
            </a:extLst>
          </p:cNvPr>
          <p:cNvSpPr/>
          <p:nvPr/>
        </p:nvSpPr>
        <p:spPr>
          <a:xfrm>
            <a:off x="8793480" y="3108960"/>
            <a:ext cx="1424940"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architecture decisions</a:t>
            </a:r>
          </a:p>
          <a:p>
            <a:pPr algn="l">
              <a:buNone/>
            </a:pPr>
            <a:r>
              <a:rPr lang="en-US" sz="100">
                <a:effectLst/>
              </a:rPr>
              <a:t> </a:t>
            </a:r>
            <a:endParaRPr lang="en-US"/>
          </a:p>
        </p:txBody>
      </p:sp>
      <p:sp>
        <p:nvSpPr>
          <p:cNvPr id="33557" name="Counter 142">
            <a:extLst>
              <a:ext uri="{FF2B5EF4-FFF2-40B4-BE49-F238E27FC236}">
                <a16:creationId xmlns:a16="http://schemas.microsoft.com/office/drawing/2014/main" id="{8625DA5F-C35C-FCBD-BD0C-F838F942376D}"/>
              </a:ext>
            </a:extLst>
          </p:cNvPr>
          <p:cNvSpPr/>
          <p:nvPr/>
        </p:nvSpPr>
        <p:spPr>
          <a:xfrm>
            <a:off x="10218420" y="2246720"/>
            <a:ext cx="1424940" cy="99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4800" b="1">
                <a:solidFill>
                  <a:srgbClr val="2E6B5E"/>
                </a:solidFill>
                <a:effectLst/>
                <a:latin typeface="Arial" panose="020B0604020202020204" pitchFamily="34" charset="0"/>
              </a:rPr>
              <a:t>142</a:t>
            </a:r>
          </a:p>
          <a:p>
            <a:pPr algn="l">
              <a:buNone/>
            </a:pPr>
            <a:r>
              <a:rPr lang="en-US" sz="100">
                <a:effectLst/>
              </a:rPr>
              <a:t> </a:t>
            </a:r>
            <a:endParaRPr lang="en-US"/>
          </a:p>
        </p:txBody>
      </p:sp>
      <p:sp>
        <p:nvSpPr>
          <p:cNvPr id="33571" name="Counter 142 label">
            <a:extLst>
              <a:ext uri="{FF2B5EF4-FFF2-40B4-BE49-F238E27FC236}">
                <a16:creationId xmlns:a16="http://schemas.microsoft.com/office/drawing/2014/main" id="{E3ADCD27-D464-53A5-E5E5-12C43FFA0E72}"/>
              </a:ext>
            </a:extLst>
          </p:cNvPr>
          <p:cNvSpPr/>
          <p:nvPr/>
        </p:nvSpPr>
        <p:spPr>
          <a:xfrm>
            <a:off x="10218420" y="3023960"/>
            <a:ext cx="142494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requirements</a:t>
            </a:r>
          </a:p>
          <a:p>
            <a:pPr algn="l">
              <a:buNone/>
            </a:pPr>
            <a:r>
              <a:rPr lang="en-US" sz="100">
                <a:effectLst/>
              </a:rPr>
              <a:t> </a:t>
            </a:r>
            <a:endParaRPr lang="en-US"/>
          </a:p>
        </p:txBody>
      </p:sp>
      <p:sp>
        <p:nvSpPr>
          <p:cNvPr id="33586" name="Counter 196">
            <a:extLst>
              <a:ext uri="{FF2B5EF4-FFF2-40B4-BE49-F238E27FC236}">
                <a16:creationId xmlns:a16="http://schemas.microsoft.com/office/drawing/2014/main" id="{F81062BA-2E57-10C1-C585-49A65E50898F}"/>
              </a:ext>
            </a:extLst>
          </p:cNvPr>
          <p:cNvSpPr/>
          <p:nvPr/>
        </p:nvSpPr>
        <p:spPr>
          <a:xfrm>
            <a:off x="5943600" y="3633560"/>
            <a:ext cx="1424940" cy="99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4800" b="1">
                <a:solidFill>
                  <a:srgbClr val="2E6B5E"/>
                </a:solidFill>
                <a:effectLst/>
                <a:latin typeface="Arial" panose="020B0604020202020204" pitchFamily="34" charset="0"/>
              </a:rPr>
              <a:t>196</a:t>
            </a:r>
          </a:p>
          <a:p>
            <a:pPr algn="l">
              <a:buNone/>
            </a:pPr>
            <a:r>
              <a:rPr lang="en-US" sz="100">
                <a:effectLst/>
              </a:rPr>
              <a:t> </a:t>
            </a:r>
            <a:endParaRPr lang="en-US"/>
          </a:p>
        </p:txBody>
      </p:sp>
      <p:sp>
        <p:nvSpPr>
          <p:cNvPr id="33602" name="Counter 196 label">
            <a:extLst>
              <a:ext uri="{FF2B5EF4-FFF2-40B4-BE49-F238E27FC236}">
                <a16:creationId xmlns:a16="http://schemas.microsoft.com/office/drawing/2014/main" id="{7F73B3C9-5D78-87B8-E3E5-0DEA5EA9A0B4}"/>
              </a:ext>
            </a:extLst>
          </p:cNvPr>
          <p:cNvSpPr/>
          <p:nvPr/>
        </p:nvSpPr>
        <p:spPr>
          <a:xfrm>
            <a:off x="5943600" y="4495800"/>
            <a:ext cx="1424940"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acceptance criteria</a:t>
            </a:r>
          </a:p>
          <a:p>
            <a:pPr algn="l">
              <a:buNone/>
            </a:pPr>
            <a:r>
              <a:rPr lang="en-US" sz="100">
                <a:effectLst/>
              </a:rPr>
              <a:t> </a:t>
            </a:r>
            <a:endParaRPr lang="en-US"/>
          </a:p>
        </p:txBody>
      </p:sp>
      <p:sp>
        <p:nvSpPr>
          <p:cNvPr id="33619" name="Counter 34">
            <a:extLst>
              <a:ext uri="{FF2B5EF4-FFF2-40B4-BE49-F238E27FC236}">
                <a16:creationId xmlns:a16="http://schemas.microsoft.com/office/drawing/2014/main" id="{1D790FDD-679D-8A99-1DD7-F0A56916BE73}"/>
              </a:ext>
            </a:extLst>
          </p:cNvPr>
          <p:cNvSpPr/>
          <p:nvPr/>
        </p:nvSpPr>
        <p:spPr>
          <a:xfrm>
            <a:off x="7368540" y="3633560"/>
            <a:ext cx="1424940" cy="99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4800" b="1">
                <a:solidFill>
                  <a:srgbClr val="2E6B5E"/>
                </a:solidFill>
                <a:effectLst/>
                <a:latin typeface="Arial" panose="020B0604020202020204" pitchFamily="34" charset="0"/>
              </a:rPr>
              <a:t>34</a:t>
            </a:r>
          </a:p>
          <a:p>
            <a:pPr algn="l">
              <a:buNone/>
            </a:pPr>
            <a:r>
              <a:rPr lang="en-US" sz="100">
                <a:effectLst/>
              </a:rPr>
              <a:t> </a:t>
            </a:r>
            <a:endParaRPr lang="en-US"/>
          </a:p>
        </p:txBody>
      </p:sp>
      <p:sp>
        <p:nvSpPr>
          <p:cNvPr id="33637" name="Counter 34 label">
            <a:extLst>
              <a:ext uri="{FF2B5EF4-FFF2-40B4-BE49-F238E27FC236}">
                <a16:creationId xmlns:a16="http://schemas.microsoft.com/office/drawing/2014/main" id="{E99CE2C4-9472-5C3B-B3DF-F07DD9104992}"/>
              </a:ext>
            </a:extLst>
          </p:cNvPr>
          <p:cNvSpPr/>
          <p:nvPr/>
        </p:nvSpPr>
        <p:spPr>
          <a:xfrm>
            <a:off x="7368540" y="4495800"/>
            <a:ext cx="1424940"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research documents</a:t>
            </a:r>
          </a:p>
          <a:p>
            <a:pPr algn="l">
              <a:buNone/>
            </a:pPr>
            <a:r>
              <a:rPr lang="en-US" sz="100">
                <a:effectLst/>
              </a:rPr>
              <a:t> </a:t>
            </a:r>
            <a:endParaRPr lang="en-US"/>
          </a:p>
        </p:txBody>
      </p:sp>
      <p:sp>
        <p:nvSpPr>
          <p:cNvPr id="33656" name="Counter 28">
            <a:extLst>
              <a:ext uri="{FF2B5EF4-FFF2-40B4-BE49-F238E27FC236}">
                <a16:creationId xmlns:a16="http://schemas.microsoft.com/office/drawing/2014/main" id="{CB0960BF-71CF-9CE4-4CB4-CB9127E4FA92}"/>
              </a:ext>
            </a:extLst>
          </p:cNvPr>
          <p:cNvSpPr/>
          <p:nvPr/>
        </p:nvSpPr>
        <p:spPr>
          <a:xfrm>
            <a:off x="8793480" y="3633560"/>
            <a:ext cx="1424940" cy="99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4800" b="1">
                <a:solidFill>
                  <a:srgbClr val="2E6B5E"/>
                </a:solidFill>
                <a:effectLst/>
                <a:latin typeface="Arial" panose="020B0604020202020204" pitchFamily="34" charset="0"/>
              </a:rPr>
              <a:t>28</a:t>
            </a:r>
          </a:p>
          <a:p>
            <a:pPr algn="l">
              <a:buNone/>
            </a:pPr>
            <a:r>
              <a:rPr lang="en-US" sz="100">
                <a:effectLst/>
              </a:rPr>
              <a:t> </a:t>
            </a:r>
            <a:endParaRPr lang="en-US"/>
          </a:p>
        </p:txBody>
      </p:sp>
      <p:sp>
        <p:nvSpPr>
          <p:cNvPr id="33676" name="Counter 28 label">
            <a:extLst>
              <a:ext uri="{FF2B5EF4-FFF2-40B4-BE49-F238E27FC236}">
                <a16:creationId xmlns:a16="http://schemas.microsoft.com/office/drawing/2014/main" id="{5BE7F070-7472-1601-67C5-B19E1756B4C9}"/>
              </a:ext>
            </a:extLst>
          </p:cNvPr>
          <p:cNvSpPr/>
          <p:nvPr/>
        </p:nvSpPr>
        <p:spPr>
          <a:xfrm>
            <a:off x="8793480" y="4410800"/>
            <a:ext cx="142494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journey maps</a:t>
            </a:r>
          </a:p>
          <a:p>
            <a:pPr algn="l">
              <a:buNone/>
            </a:pPr>
            <a:r>
              <a:rPr lang="en-US" sz="100">
                <a:effectLst/>
              </a:rPr>
              <a:t> </a:t>
            </a:r>
            <a:endParaRPr lang="en-US"/>
          </a:p>
        </p:txBody>
      </p:sp>
      <p:sp>
        <p:nvSpPr>
          <p:cNvPr id="33697" name="Counter 189">
            <a:extLst>
              <a:ext uri="{FF2B5EF4-FFF2-40B4-BE49-F238E27FC236}">
                <a16:creationId xmlns:a16="http://schemas.microsoft.com/office/drawing/2014/main" id="{CBB45161-C89D-8B7C-B668-7B8A54CD4665}"/>
              </a:ext>
            </a:extLst>
          </p:cNvPr>
          <p:cNvSpPr/>
          <p:nvPr/>
        </p:nvSpPr>
        <p:spPr>
          <a:xfrm>
            <a:off x="10218420" y="3633560"/>
            <a:ext cx="1424940" cy="99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4800" b="1">
                <a:solidFill>
                  <a:srgbClr val="2E6B5E"/>
                </a:solidFill>
                <a:effectLst/>
                <a:latin typeface="Arial" panose="020B0604020202020204" pitchFamily="34" charset="0"/>
              </a:rPr>
              <a:t>189</a:t>
            </a:r>
          </a:p>
          <a:p>
            <a:pPr algn="l">
              <a:buNone/>
            </a:pPr>
            <a:r>
              <a:rPr lang="en-US" sz="100">
                <a:effectLst/>
              </a:rPr>
              <a:t> </a:t>
            </a:r>
            <a:endParaRPr lang="en-US"/>
          </a:p>
        </p:txBody>
      </p:sp>
      <p:sp>
        <p:nvSpPr>
          <p:cNvPr id="33719" name="Counter 189 label">
            <a:extLst>
              <a:ext uri="{FF2B5EF4-FFF2-40B4-BE49-F238E27FC236}">
                <a16:creationId xmlns:a16="http://schemas.microsoft.com/office/drawing/2014/main" id="{DFC2FCCA-8696-3BAB-FE99-81CB8ED9673C}"/>
              </a:ext>
            </a:extLst>
          </p:cNvPr>
          <p:cNvSpPr/>
          <p:nvPr/>
        </p:nvSpPr>
        <p:spPr>
          <a:xfrm>
            <a:off x="10218420" y="4410800"/>
            <a:ext cx="142494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backlog items</a:t>
            </a:r>
          </a:p>
          <a:p>
            <a:pPr algn="l">
              <a:buNone/>
            </a:pPr>
            <a:r>
              <a:rPr lang="en-US" sz="100">
                <a:effectLst/>
              </a:rPr>
              <a:t> </a:t>
            </a:r>
            <a:endParaRPr lang="en-US"/>
          </a:p>
        </p:txBody>
      </p:sp>
      <p:sp>
        <p:nvSpPr>
          <p:cNvPr id="33742" name="Since line">
            <a:extLst>
              <a:ext uri="{FF2B5EF4-FFF2-40B4-BE49-F238E27FC236}">
                <a16:creationId xmlns:a16="http://schemas.microsoft.com/office/drawing/2014/main" id="{F3258B4A-6914-0263-89DD-67F0443F2DBF}"/>
              </a:ext>
            </a:extLst>
          </p:cNvPr>
          <p:cNvSpPr/>
          <p:nvPr/>
        </p:nvSpPr>
        <p:spPr>
          <a:xfrm>
            <a:off x="5943600" y="5196840"/>
            <a:ext cx="569976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2E6B5E"/>
                </a:solidFill>
                <a:effectLst/>
                <a:latin typeface="Arial" panose="020B0604020202020204" pitchFamily="34" charset="0"/>
              </a:rPr>
              <a:t>Since 11 Sep 2026</a:t>
            </a:r>
          </a:p>
          <a:p>
            <a:pPr algn="l">
              <a:buNone/>
            </a:pPr>
            <a:r>
              <a:rPr lang="en-US" sz="1600" b="1">
                <a:solidFill>
                  <a:srgbClr val="173F35"/>
                </a:solidFill>
                <a:effectLst/>
                <a:latin typeface="Arial" panose="020B0604020202020204" pitchFamily="34" charset="0"/>
              </a:rPr>
              <a:t>one architect, GitHub Copilot and automation</a:t>
            </a:r>
            <a:endParaRPr lang="en-US"/>
          </a:p>
        </p:txBody>
      </p:sp>
      <p:sp>
        <p:nvSpPr>
          <p:cNvPr id="33766" name="Footer sources">
            <a:extLst>
              <a:ext uri="{FF2B5EF4-FFF2-40B4-BE49-F238E27FC236}">
                <a16:creationId xmlns:a16="http://schemas.microsoft.com/office/drawing/2014/main" id="{C9C97154-3EF2-D730-28F6-89B31189621E}"/>
              </a:ext>
            </a:extLst>
          </p:cNvPr>
          <p:cNvSpPr/>
          <p:nvPr/>
        </p:nvSpPr>
        <p:spPr>
          <a:xfrm>
            <a:off x="5943600" y="5943600"/>
            <a:ext cx="510540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public repository jmservera/ama at 140d8f4 (23 Oct 2026) · BRD v0.19.0 · PRD v0.18.0 · AMA Plan board</a:t>
            </a:r>
          </a:p>
          <a:p>
            <a:pPr algn="l">
              <a:buNone/>
            </a:pPr>
            <a:r>
              <a:rPr lang="en-US" sz="100">
                <a:effectLst/>
              </a:rPr>
              <a:t> </a:t>
            </a:r>
            <a:endParaRPr lang="en-US"/>
          </a:p>
        </p:txBody>
      </p:sp>
      <p:sp>
        <p:nvSpPr>
          <p:cNvPr id="33791" name="Footer navigation">
            <a:extLst>
              <a:ext uri="{FF2B5EF4-FFF2-40B4-BE49-F238E27FC236}">
                <a16:creationId xmlns:a16="http://schemas.microsoft.com/office/drawing/2014/main" id="{C81A7366-687D-9B03-AB54-58442AC2FF00}"/>
              </a:ext>
            </a:extLst>
          </p:cNvPr>
          <p:cNvSpPr/>
          <p:nvPr/>
        </p:nvSpPr>
        <p:spPr>
          <a:xfrm>
            <a:off x="11140440" y="6126480"/>
            <a:ext cx="50292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S06</a:t>
            </a:r>
          </a:p>
          <a:p>
            <a:pPr algn="r">
              <a:buNone/>
            </a:pPr>
            <a:r>
              <a:rPr lang="en-US" sz="100">
                <a:effectLst/>
              </a:rPr>
              <a:t> </a:t>
            </a:r>
            <a:endParaRPr lang="en-US"/>
          </a:p>
        </p:txBody>
      </p:sp>
    </p:spTree>
    <p:extLst>
      <p:ext uri="{BB962C8B-B14F-4D97-AF65-F5344CB8AC3E}">
        <p14:creationId xmlns:p14="http://schemas.microsoft.com/office/powerpoint/2010/main" val="37816097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3792" name="Eyebrow">
            <a:extLst>
              <a:ext uri="{FF2B5EF4-FFF2-40B4-BE49-F238E27FC236}">
                <a16:creationId xmlns:a16="http://schemas.microsoft.com/office/drawing/2014/main" id="{52D5FC37-8420-384B-85DC-C8039271F3D1}"/>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2 · DISCOVERY</a:t>
            </a:r>
          </a:p>
          <a:p>
            <a:pPr algn="l">
              <a:buNone/>
            </a:pPr>
            <a:r>
              <a:rPr lang="en-US" sz="100">
                <a:effectLst/>
              </a:rPr>
              <a:t> </a:t>
            </a:r>
            <a:endParaRPr lang="en-US"/>
          </a:p>
        </p:txBody>
      </p:sp>
      <p:sp>
        <p:nvSpPr>
          <p:cNvPr id="33794" name="Slide title">
            <a:extLst>
              <a:ext uri="{FF2B5EF4-FFF2-40B4-BE49-F238E27FC236}">
                <a16:creationId xmlns:a16="http://schemas.microsoft.com/office/drawing/2014/main" id="{EE5C6520-8647-A940-478F-BACD7D0B7972}"/>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We designed for the people who move a home forward.</a:t>
            </a:r>
          </a:p>
          <a:p>
            <a:pPr algn="l">
              <a:buNone/>
            </a:pPr>
            <a:r>
              <a:rPr lang="en-US" sz="100">
                <a:effectLst/>
              </a:rPr>
              <a:t> </a:t>
            </a:r>
            <a:endParaRPr lang="en-US"/>
          </a:p>
        </p:txBody>
      </p:sp>
      <p:sp>
        <p:nvSpPr>
          <p:cNvPr id="33797" name="Footer sources">
            <a:extLst>
              <a:ext uri="{FF2B5EF4-FFF2-40B4-BE49-F238E27FC236}">
                <a16:creationId xmlns:a16="http://schemas.microsoft.com/office/drawing/2014/main" id="{CDD81867-194D-F8E0-39A9-C33AA9D003B0}"/>
              </a:ext>
            </a:extLst>
          </p:cNvPr>
          <p:cNvSpPr/>
          <p:nvPr/>
        </p:nvSpPr>
        <p:spPr>
          <a:xfrm>
            <a:off x="548640" y="6126480"/>
            <a:ext cx="9430512"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company profile research (8-role decision map) · customer journey atlas · PRD role perspectives</a:t>
            </a:r>
          </a:p>
          <a:p>
            <a:pPr algn="l">
              <a:buNone/>
            </a:pPr>
            <a:r>
              <a:rPr lang="en-US" sz="100">
                <a:effectLst/>
              </a:rPr>
              <a:t> </a:t>
            </a:r>
            <a:endParaRPr lang="en-US"/>
          </a:p>
        </p:txBody>
      </p:sp>
      <p:sp>
        <p:nvSpPr>
          <p:cNvPr id="33801" name="Footer navigation">
            <a:extLst>
              <a:ext uri="{FF2B5EF4-FFF2-40B4-BE49-F238E27FC236}">
                <a16:creationId xmlns:a16="http://schemas.microsoft.com/office/drawing/2014/main" id="{04A6873D-EAF4-D3A6-7B0C-07AC28580599}"/>
              </a:ext>
            </a:extLst>
          </p:cNvPr>
          <p:cNvSpPr/>
          <p:nvPr/>
        </p:nvSpPr>
        <p:spPr>
          <a:xfrm>
            <a:off x="10070592" y="6126480"/>
            <a:ext cx="1572768"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S07 · Answers: B12</a:t>
            </a:r>
          </a:p>
          <a:p>
            <a:pPr algn="r">
              <a:buNone/>
            </a:pPr>
            <a:r>
              <a:rPr lang="en-US" sz="100">
                <a:effectLst/>
              </a:rPr>
              <a:t> </a:t>
            </a:r>
            <a:endParaRPr lang="en-US"/>
          </a:p>
        </p:txBody>
      </p:sp>
      <p:sp>
        <p:nvSpPr>
          <p:cNvPr id="33806" name="Rail 1">
            <a:extLst>
              <a:ext uri="{FF2B5EF4-FFF2-40B4-BE49-F238E27FC236}">
                <a16:creationId xmlns:a16="http://schemas.microsoft.com/office/drawing/2014/main" id="{B634CF6E-AD65-3436-9371-44D8828F8DB3}"/>
              </a:ext>
            </a:extLst>
          </p:cNvPr>
          <p:cNvSpPr/>
          <p:nvPr/>
        </p:nvSpPr>
        <p:spPr>
          <a:xfrm rot="2364961">
            <a:off x="4107024" y="2486025"/>
            <a:ext cx="2244189" cy="19050"/>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812" name="Rail 2">
            <a:extLst>
              <a:ext uri="{FF2B5EF4-FFF2-40B4-BE49-F238E27FC236}">
                <a16:creationId xmlns:a16="http://schemas.microsoft.com/office/drawing/2014/main" id="{0B5C1950-B3B0-8B23-D7FA-8C6DB67E67F8}"/>
              </a:ext>
            </a:extLst>
          </p:cNvPr>
          <p:cNvSpPr/>
          <p:nvPr/>
        </p:nvSpPr>
        <p:spPr>
          <a:xfrm rot="919248">
            <a:off x="4330295" y="2961005"/>
            <a:ext cx="1797647" cy="19050"/>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819" name="Rail 3">
            <a:extLst>
              <a:ext uri="{FF2B5EF4-FFF2-40B4-BE49-F238E27FC236}">
                <a16:creationId xmlns:a16="http://schemas.microsoft.com/office/drawing/2014/main" id="{C8C6B706-288F-2A7D-9E7C-48C22697873F}"/>
              </a:ext>
            </a:extLst>
          </p:cNvPr>
          <p:cNvSpPr/>
          <p:nvPr/>
        </p:nvSpPr>
        <p:spPr>
          <a:xfrm rot="20680752">
            <a:off x="4330295" y="3435985"/>
            <a:ext cx="1797647" cy="19050"/>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827" name="Rail 4">
            <a:extLst>
              <a:ext uri="{FF2B5EF4-FFF2-40B4-BE49-F238E27FC236}">
                <a16:creationId xmlns:a16="http://schemas.microsoft.com/office/drawing/2014/main" id="{ECD89432-AD91-B80C-2EAF-C0CF7259F723}"/>
              </a:ext>
            </a:extLst>
          </p:cNvPr>
          <p:cNvSpPr/>
          <p:nvPr/>
        </p:nvSpPr>
        <p:spPr>
          <a:xfrm rot="19235039">
            <a:off x="4107024" y="3910965"/>
            <a:ext cx="2244189" cy="19050"/>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836" name="Rail 5">
            <a:extLst>
              <a:ext uri="{FF2B5EF4-FFF2-40B4-BE49-F238E27FC236}">
                <a16:creationId xmlns:a16="http://schemas.microsoft.com/office/drawing/2014/main" id="{06273F87-C5BE-85B8-4B1E-292763261FBB}"/>
              </a:ext>
            </a:extLst>
          </p:cNvPr>
          <p:cNvSpPr/>
          <p:nvPr/>
        </p:nvSpPr>
        <p:spPr>
          <a:xfrm rot="8435039">
            <a:off x="5840786" y="2486025"/>
            <a:ext cx="2244189" cy="19050"/>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846" name="Rail 6">
            <a:extLst>
              <a:ext uri="{FF2B5EF4-FFF2-40B4-BE49-F238E27FC236}">
                <a16:creationId xmlns:a16="http://schemas.microsoft.com/office/drawing/2014/main" id="{912637A1-55A6-2397-9959-236591EBBB81}"/>
              </a:ext>
            </a:extLst>
          </p:cNvPr>
          <p:cNvSpPr/>
          <p:nvPr/>
        </p:nvSpPr>
        <p:spPr>
          <a:xfrm rot="9880752">
            <a:off x="6064057" y="2961005"/>
            <a:ext cx="1797647" cy="19050"/>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857" name="Rail 7">
            <a:extLst>
              <a:ext uri="{FF2B5EF4-FFF2-40B4-BE49-F238E27FC236}">
                <a16:creationId xmlns:a16="http://schemas.microsoft.com/office/drawing/2014/main" id="{3B50A214-A07D-3070-0915-58F059E83F65}"/>
              </a:ext>
            </a:extLst>
          </p:cNvPr>
          <p:cNvSpPr/>
          <p:nvPr/>
        </p:nvSpPr>
        <p:spPr>
          <a:xfrm rot="11719248">
            <a:off x="6064057" y="3435985"/>
            <a:ext cx="1797647" cy="19050"/>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869" name="Rail 8">
            <a:extLst>
              <a:ext uri="{FF2B5EF4-FFF2-40B4-BE49-F238E27FC236}">
                <a16:creationId xmlns:a16="http://schemas.microsoft.com/office/drawing/2014/main" id="{8DE705A7-A914-4079-3C05-E4B991B4DFE4}"/>
              </a:ext>
            </a:extLst>
          </p:cNvPr>
          <p:cNvSpPr/>
          <p:nvPr/>
        </p:nvSpPr>
        <p:spPr>
          <a:xfrm rot="13164961">
            <a:off x="5840786" y="3910965"/>
            <a:ext cx="2244189" cy="19050"/>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882" name="Resident hub">
            <a:extLst>
              <a:ext uri="{FF2B5EF4-FFF2-40B4-BE49-F238E27FC236}">
                <a16:creationId xmlns:a16="http://schemas.microsoft.com/office/drawing/2014/main" id="{41938319-EED0-89C8-D41E-E61D624211BB}"/>
              </a:ext>
            </a:extLst>
          </p:cNvPr>
          <p:cNvSpPr/>
          <p:nvPr/>
        </p:nvSpPr>
        <p:spPr>
          <a:xfrm>
            <a:off x="4861560" y="1973580"/>
            <a:ext cx="2468880" cy="2468880"/>
          </a:xfrm>
          <a:prstGeom prst="ellipse">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896" name="Role 1 disc">
            <a:extLst>
              <a:ext uri="{FF2B5EF4-FFF2-40B4-BE49-F238E27FC236}">
                <a16:creationId xmlns:a16="http://schemas.microsoft.com/office/drawing/2014/main" id="{2E31727C-D1A6-FBDE-DAB3-953D96FE6A10}"/>
              </a:ext>
            </a:extLst>
          </p:cNvPr>
          <p:cNvSpPr/>
          <p:nvPr/>
        </p:nvSpPr>
        <p:spPr>
          <a:xfrm>
            <a:off x="3996478" y="1417320"/>
            <a:ext cx="731520" cy="731520"/>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911" name="Role 1 text">
            <a:extLst>
              <a:ext uri="{FF2B5EF4-FFF2-40B4-BE49-F238E27FC236}">
                <a16:creationId xmlns:a16="http://schemas.microsoft.com/office/drawing/2014/main" id="{D2616A69-BCDE-DF8D-0CA8-F16EFED35909}"/>
              </a:ext>
            </a:extLst>
          </p:cNvPr>
          <p:cNvSpPr/>
          <p:nvPr/>
        </p:nvSpPr>
        <p:spPr>
          <a:xfrm>
            <a:off x="548640" y="1531620"/>
            <a:ext cx="3356398" cy="5029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400" b="1">
                <a:solidFill>
                  <a:srgbClr val="173F35"/>
                </a:solidFill>
                <a:effectLst/>
                <a:latin typeface="Arial" panose="020B0604020202020204" pitchFamily="34" charset="0"/>
              </a:rPr>
              <a:t>Executive Director of Assets</a:t>
            </a:r>
          </a:p>
          <a:p>
            <a:pPr algn="r">
              <a:buNone/>
            </a:pPr>
            <a:r>
              <a:rPr lang="en-US" sz="1300">
                <a:solidFill>
                  <a:srgbClr val="2E6B5E"/>
                </a:solidFill>
                <a:effectLst/>
                <a:latin typeface="Arial" panose="020B0604020202020204" pitchFamily="34" charset="0"/>
              </a:rPr>
              <a:t>one view of progress and risk</a:t>
            </a:r>
            <a:endParaRPr lang="en-US"/>
          </a:p>
        </p:txBody>
      </p:sp>
      <p:sp>
        <p:nvSpPr>
          <p:cNvPr id="33927" name="Role 2 disc">
            <a:extLst>
              <a:ext uri="{FF2B5EF4-FFF2-40B4-BE49-F238E27FC236}">
                <a16:creationId xmlns:a16="http://schemas.microsoft.com/office/drawing/2014/main" id="{FC2E0BCB-A049-E2C4-087C-2F83E23342B4}"/>
              </a:ext>
            </a:extLst>
          </p:cNvPr>
          <p:cNvSpPr/>
          <p:nvPr/>
        </p:nvSpPr>
        <p:spPr>
          <a:xfrm>
            <a:off x="3996478" y="2367280"/>
            <a:ext cx="731520" cy="731520"/>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944" name="Role 2 text">
            <a:extLst>
              <a:ext uri="{FF2B5EF4-FFF2-40B4-BE49-F238E27FC236}">
                <a16:creationId xmlns:a16="http://schemas.microsoft.com/office/drawing/2014/main" id="{E90EA6E2-11C9-247B-3D72-51708358E2ED}"/>
              </a:ext>
            </a:extLst>
          </p:cNvPr>
          <p:cNvSpPr/>
          <p:nvPr/>
        </p:nvSpPr>
        <p:spPr>
          <a:xfrm>
            <a:off x="548640" y="2374900"/>
            <a:ext cx="3356398" cy="716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400" b="1">
                <a:solidFill>
                  <a:srgbClr val="173F35"/>
                </a:solidFill>
                <a:effectLst/>
                <a:latin typeface="Arial" panose="020B0604020202020204" pitchFamily="34" charset="0"/>
              </a:rPr>
              <a:t>Head of Building Safety and Compliance</a:t>
            </a:r>
          </a:p>
          <a:p>
            <a:pPr algn="r">
              <a:buNone/>
            </a:pPr>
            <a:r>
              <a:rPr lang="en-US" sz="1300">
                <a:solidFill>
                  <a:srgbClr val="2E6B5E"/>
                </a:solidFill>
                <a:effectLst/>
                <a:latin typeface="Arial" panose="020B0604020202020204" pitchFamily="34" charset="0"/>
              </a:rPr>
              <a:t>hazards never wait behind retrofit</a:t>
            </a:r>
            <a:endParaRPr lang="en-US"/>
          </a:p>
        </p:txBody>
      </p:sp>
      <p:sp>
        <p:nvSpPr>
          <p:cNvPr id="33962" name="Role 3 disc">
            <a:extLst>
              <a:ext uri="{FF2B5EF4-FFF2-40B4-BE49-F238E27FC236}">
                <a16:creationId xmlns:a16="http://schemas.microsoft.com/office/drawing/2014/main" id="{E4039944-497B-8B4B-42FA-0BF9F9F72CF8}"/>
              </a:ext>
            </a:extLst>
          </p:cNvPr>
          <p:cNvSpPr/>
          <p:nvPr/>
        </p:nvSpPr>
        <p:spPr>
          <a:xfrm>
            <a:off x="3996478" y="3317240"/>
            <a:ext cx="731520" cy="731520"/>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981" name="Role 3 text">
            <a:extLst>
              <a:ext uri="{FF2B5EF4-FFF2-40B4-BE49-F238E27FC236}">
                <a16:creationId xmlns:a16="http://schemas.microsoft.com/office/drawing/2014/main" id="{B53D0598-6C43-D67C-B590-EDAB7327D5EC}"/>
              </a:ext>
            </a:extLst>
          </p:cNvPr>
          <p:cNvSpPr/>
          <p:nvPr/>
        </p:nvSpPr>
        <p:spPr>
          <a:xfrm>
            <a:off x="548640" y="3431540"/>
            <a:ext cx="3356398" cy="5029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400" b="1">
                <a:solidFill>
                  <a:srgbClr val="173F35"/>
                </a:solidFill>
                <a:effectLst/>
                <a:latin typeface="Arial" panose="020B0604020202020204" pitchFamily="34" charset="0"/>
              </a:rPr>
              <a:t>Retrofit Programme Manager</a:t>
            </a:r>
          </a:p>
          <a:p>
            <a:pPr algn="r">
              <a:buNone/>
            </a:pPr>
            <a:r>
              <a:rPr lang="en-US" sz="1300">
                <a:solidFill>
                  <a:srgbClr val="2E6B5E"/>
                </a:solidFill>
                <a:effectLst/>
                <a:latin typeface="Arial" panose="020B0604020202020204" pitchFamily="34" charset="0"/>
              </a:rPr>
              <a:t>every blocked home has an owner</a:t>
            </a:r>
            <a:endParaRPr lang="en-US"/>
          </a:p>
        </p:txBody>
      </p:sp>
      <p:sp>
        <p:nvSpPr>
          <p:cNvPr id="34001" name="Role 4 disc">
            <a:extLst>
              <a:ext uri="{FF2B5EF4-FFF2-40B4-BE49-F238E27FC236}">
                <a16:creationId xmlns:a16="http://schemas.microsoft.com/office/drawing/2014/main" id="{BA397BCB-BD38-0FAE-270A-5653FE31E808}"/>
              </a:ext>
            </a:extLst>
          </p:cNvPr>
          <p:cNvSpPr/>
          <p:nvPr/>
        </p:nvSpPr>
        <p:spPr>
          <a:xfrm>
            <a:off x="3996478" y="4267200"/>
            <a:ext cx="731520" cy="731520"/>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022" name="Role 4 text">
            <a:extLst>
              <a:ext uri="{FF2B5EF4-FFF2-40B4-BE49-F238E27FC236}">
                <a16:creationId xmlns:a16="http://schemas.microsoft.com/office/drawing/2014/main" id="{A584E3A9-DC86-1343-26DB-2157EEA190AA}"/>
              </a:ext>
            </a:extLst>
          </p:cNvPr>
          <p:cNvSpPr/>
          <p:nvPr/>
        </p:nvSpPr>
        <p:spPr>
          <a:xfrm>
            <a:off x="548640" y="4381500"/>
            <a:ext cx="3356398" cy="5029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400" b="1">
                <a:solidFill>
                  <a:srgbClr val="173F35"/>
                </a:solidFill>
                <a:effectLst/>
                <a:latin typeface="Arial" panose="020B0604020202020204" pitchFamily="34" charset="0"/>
              </a:rPr>
              <a:t>Head of Finance, Capital and Grants</a:t>
            </a:r>
          </a:p>
          <a:p>
            <a:pPr algn="r">
              <a:buNone/>
            </a:pPr>
            <a:r>
              <a:rPr lang="en-US" sz="1300">
                <a:solidFill>
                  <a:srgbClr val="2E6B5E"/>
                </a:solidFill>
                <a:effectLst/>
                <a:latin typeface="Arial" panose="020B0604020202020204" pitchFamily="34" charset="0"/>
              </a:rPr>
              <a:t>grant-ready evidence and cash position</a:t>
            </a:r>
            <a:endParaRPr lang="en-US"/>
          </a:p>
        </p:txBody>
      </p:sp>
      <p:sp>
        <p:nvSpPr>
          <p:cNvPr id="34044" name="Role 5 disc">
            <a:extLst>
              <a:ext uri="{FF2B5EF4-FFF2-40B4-BE49-F238E27FC236}">
                <a16:creationId xmlns:a16="http://schemas.microsoft.com/office/drawing/2014/main" id="{AAA674DC-3E52-7AF3-1CC4-AD100B811F16}"/>
              </a:ext>
            </a:extLst>
          </p:cNvPr>
          <p:cNvSpPr/>
          <p:nvPr/>
        </p:nvSpPr>
        <p:spPr>
          <a:xfrm>
            <a:off x="7464002" y="1417320"/>
            <a:ext cx="731520" cy="731520"/>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067" name="Role 5 text">
            <a:extLst>
              <a:ext uri="{FF2B5EF4-FFF2-40B4-BE49-F238E27FC236}">
                <a16:creationId xmlns:a16="http://schemas.microsoft.com/office/drawing/2014/main" id="{5585EEC1-8C40-F541-D895-3B2B3462E805}"/>
              </a:ext>
            </a:extLst>
          </p:cNvPr>
          <p:cNvSpPr/>
          <p:nvPr/>
        </p:nvSpPr>
        <p:spPr>
          <a:xfrm>
            <a:off x="8286962" y="1424940"/>
            <a:ext cx="3356398" cy="716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Head of Procurement and Contract Management</a:t>
            </a:r>
          </a:p>
          <a:p>
            <a:pPr algn="l">
              <a:buNone/>
            </a:pPr>
            <a:r>
              <a:rPr lang="en-US" sz="1300">
                <a:solidFill>
                  <a:srgbClr val="2E6B5E"/>
                </a:solidFill>
                <a:effectLst/>
                <a:latin typeface="Arial" panose="020B0604020202020204" pitchFamily="34" charset="0"/>
              </a:rPr>
              <a:t>committed capacity, controlled work orders</a:t>
            </a:r>
            <a:endParaRPr lang="en-US"/>
          </a:p>
        </p:txBody>
      </p:sp>
      <p:sp>
        <p:nvSpPr>
          <p:cNvPr id="34091" name="Role 6 disc">
            <a:extLst>
              <a:ext uri="{FF2B5EF4-FFF2-40B4-BE49-F238E27FC236}">
                <a16:creationId xmlns:a16="http://schemas.microsoft.com/office/drawing/2014/main" id="{FC6B6292-A743-AB40-B6F5-48A8F4E43C79}"/>
              </a:ext>
            </a:extLst>
          </p:cNvPr>
          <p:cNvSpPr/>
          <p:nvPr/>
        </p:nvSpPr>
        <p:spPr>
          <a:xfrm>
            <a:off x="7464002" y="2367280"/>
            <a:ext cx="731520" cy="731520"/>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116" name="Role 6 text">
            <a:extLst>
              <a:ext uri="{FF2B5EF4-FFF2-40B4-BE49-F238E27FC236}">
                <a16:creationId xmlns:a16="http://schemas.microsoft.com/office/drawing/2014/main" id="{D0AB4E46-27F2-44F1-C122-574878B1BA9F}"/>
              </a:ext>
            </a:extLst>
          </p:cNvPr>
          <p:cNvSpPr/>
          <p:nvPr/>
        </p:nvSpPr>
        <p:spPr>
          <a:xfrm>
            <a:off x="8286962" y="2374900"/>
            <a:ext cx="3356398" cy="716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Head of Resident Engagement and Insight</a:t>
            </a:r>
          </a:p>
          <a:p>
            <a:pPr algn="l">
              <a:buNone/>
            </a:pPr>
            <a:r>
              <a:rPr lang="en-US" sz="1300">
                <a:solidFill>
                  <a:srgbClr val="2E6B5E"/>
                </a:solidFill>
                <a:effectLst/>
                <a:latin typeface="Arial" panose="020B0604020202020204" pitchFamily="34" charset="0"/>
              </a:rPr>
              <a:t>choice, consent and remedies on record</a:t>
            </a:r>
            <a:endParaRPr lang="en-US"/>
          </a:p>
        </p:txBody>
      </p:sp>
      <p:sp>
        <p:nvSpPr>
          <p:cNvPr id="34142" name="Role 7 disc">
            <a:extLst>
              <a:ext uri="{FF2B5EF4-FFF2-40B4-BE49-F238E27FC236}">
                <a16:creationId xmlns:a16="http://schemas.microsoft.com/office/drawing/2014/main" id="{181584BE-691A-3C70-CA4D-CC49703C1289}"/>
              </a:ext>
            </a:extLst>
          </p:cNvPr>
          <p:cNvSpPr/>
          <p:nvPr/>
        </p:nvSpPr>
        <p:spPr>
          <a:xfrm>
            <a:off x="7464002" y="3317240"/>
            <a:ext cx="731520" cy="731520"/>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169" name="Role 7 text">
            <a:extLst>
              <a:ext uri="{FF2B5EF4-FFF2-40B4-BE49-F238E27FC236}">
                <a16:creationId xmlns:a16="http://schemas.microsoft.com/office/drawing/2014/main" id="{5D0F1E1B-6A99-5C49-D827-ACA81C12AC80}"/>
              </a:ext>
            </a:extLst>
          </p:cNvPr>
          <p:cNvSpPr/>
          <p:nvPr/>
        </p:nvSpPr>
        <p:spPr>
          <a:xfrm>
            <a:off x="8286962" y="3332480"/>
            <a:ext cx="3356398" cy="70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Neighbourhood Housing Officer</a:t>
            </a:r>
          </a:p>
          <a:p>
            <a:pPr algn="l">
              <a:buNone/>
            </a:pPr>
            <a:r>
              <a:rPr lang="en-US" sz="1300">
                <a:solidFill>
                  <a:srgbClr val="2E6B5E"/>
                </a:solidFill>
                <a:effectLst/>
                <a:latin typeface="Arial" panose="020B0604020202020204" pitchFamily="34" charset="0"/>
              </a:rPr>
              <a:t>one story per home, no repeated explanations</a:t>
            </a:r>
            <a:endParaRPr lang="en-US"/>
          </a:p>
        </p:txBody>
      </p:sp>
      <p:sp>
        <p:nvSpPr>
          <p:cNvPr id="34197" name="Role 8 disc">
            <a:extLst>
              <a:ext uri="{FF2B5EF4-FFF2-40B4-BE49-F238E27FC236}">
                <a16:creationId xmlns:a16="http://schemas.microsoft.com/office/drawing/2014/main" id="{6246DA79-2DF2-5868-3B6E-EEA9CEA2889A}"/>
              </a:ext>
            </a:extLst>
          </p:cNvPr>
          <p:cNvSpPr/>
          <p:nvPr/>
        </p:nvSpPr>
        <p:spPr>
          <a:xfrm>
            <a:off x="7464002" y="4267200"/>
            <a:ext cx="731520" cy="731520"/>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226" name="Role 8 text">
            <a:extLst>
              <a:ext uri="{FF2B5EF4-FFF2-40B4-BE49-F238E27FC236}">
                <a16:creationId xmlns:a16="http://schemas.microsoft.com/office/drawing/2014/main" id="{7DDD8D33-B81F-1DC2-C8C0-2DE989446636}"/>
              </a:ext>
            </a:extLst>
          </p:cNvPr>
          <p:cNvSpPr/>
          <p:nvPr/>
        </p:nvSpPr>
        <p:spPr>
          <a:xfrm>
            <a:off x="8286962" y="4381500"/>
            <a:ext cx="3356398" cy="5029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Data and Performance Lead</a:t>
            </a:r>
          </a:p>
          <a:p>
            <a:pPr algn="l">
              <a:buNone/>
            </a:pPr>
            <a:r>
              <a:rPr lang="en-US" sz="1300">
                <a:solidFill>
                  <a:srgbClr val="2E6B5E"/>
                </a:solidFill>
                <a:effectLst/>
                <a:latin typeface="Arial" panose="020B0604020202020204" pitchFamily="34" charset="0"/>
              </a:rPr>
              <a:t>numbers the board can trust</a:t>
            </a:r>
            <a:endParaRPr lang="en-US"/>
          </a:p>
        </p:txBody>
      </p:sp>
      <p:sp>
        <p:nvSpPr>
          <p:cNvPr id="34256" name="Resident label">
            <a:extLst>
              <a:ext uri="{FF2B5EF4-FFF2-40B4-BE49-F238E27FC236}">
                <a16:creationId xmlns:a16="http://schemas.microsoft.com/office/drawing/2014/main" id="{C70D0A5B-EF73-C9C6-5E3A-110D004502C2}"/>
              </a:ext>
            </a:extLst>
          </p:cNvPr>
          <p:cNvSpPr/>
          <p:nvPr/>
        </p:nvSpPr>
        <p:spPr>
          <a:xfrm>
            <a:off x="4907280" y="3113532"/>
            <a:ext cx="2377440" cy="70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173F35"/>
                </a:solidFill>
                <a:effectLst/>
                <a:latin typeface="Arial" panose="020B0604020202020204" pitchFamily="34" charset="0"/>
              </a:rPr>
              <a:t>Resident and household</a:t>
            </a:r>
          </a:p>
          <a:p>
            <a:pPr algn="ctr">
              <a:buNone/>
            </a:pPr>
            <a:r>
              <a:rPr lang="en-US" sz="1300">
                <a:solidFill>
                  <a:srgbClr val="2E6B5E"/>
                </a:solidFill>
                <a:effectLst/>
                <a:latin typeface="Arial" panose="020B0604020202020204" pitchFamily="34" charset="0"/>
              </a:rPr>
              <a:t>choice, representative, phone, letter or visit</a:t>
            </a:r>
            <a:endParaRPr lang="en-US"/>
          </a:p>
        </p:txBody>
      </p:sp>
      <p:sp>
        <p:nvSpPr>
          <p:cNvPr id="34287" name="Statement 1 card">
            <a:extLst>
              <a:ext uri="{FF2B5EF4-FFF2-40B4-BE49-F238E27FC236}">
                <a16:creationId xmlns:a16="http://schemas.microsoft.com/office/drawing/2014/main" id="{623396CC-77CE-9A9E-5989-73CFF02A827C}"/>
              </a:ext>
            </a:extLst>
          </p:cNvPr>
          <p:cNvSpPr/>
          <p:nvPr/>
        </p:nvSpPr>
        <p:spPr>
          <a:xfrm>
            <a:off x="548640" y="5227320"/>
            <a:ext cx="2839273" cy="76200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319" name="Statement 1">
            <a:extLst>
              <a:ext uri="{FF2B5EF4-FFF2-40B4-BE49-F238E27FC236}">
                <a16:creationId xmlns:a16="http://schemas.microsoft.com/office/drawing/2014/main" id="{DB94EC83-B0AD-BA0C-713A-556DAB79668E}"/>
              </a:ext>
            </a:extLst>
          </p:cNvPr>
          <p:cNvSpPr/>
          <p:nvPr/>
        </p:nvSpPr>
        <p:spPr>
          <a:xfrm>
            <a:off x="594360" y="5318760"/>
            <a:ext cx="2747833"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Eight roles, one resident at the centre</a:t>
            </a:r>
          </a:p>
          <a:p>
            <a:pPr algn="l">
              <a:buNone/>
            </a:pPr>
            <a:r>
              <a:rPr lang="en-US" sz="100">
                <a:effectLst/>
              </a:rPr>
              <a:t> </a:t>
            </a:r>
            <a:endParaRPr lang="en-US"/>
          </a:p>
        </p:txBody>
      </p:sp>
      <p:sp>
        <p:nvSpPr>
          <p:cNvPr id="34352" name="Statement 2 card">
            <a:extLst>
              <a:ext uri="{FF2B5EF4-FFF2-40B4-BE49-F238E27FC236}">
                <a16:creationId xmlns:a16="http://schemas.microsoft.com/office/drawing/2014/main" id="{1B02F7E9-E9BC-053E-789A-5C14322DD2D2}"/>
              </a:ext>
            </a:extLst>
          </p:cNvPr>
          <p:cNvSpPr/>
          <p:nvPr/>
        </p:nvSpPr>
        <p:spPr>
          <a:xfrm>
            <a:off x="3570793" y="5227320"/>
            <a:ext cx="3595856" cy="76200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386" name="Statement 2">
            <a:extLst>
              <a:ext uri="{FF2B5EF4-FFF2-40B4-BE49-F238E27FC236}">
                <a16:creationId xmlns:a16="http://schemas.microsoft.com/office/drawing/2014/main" id="{D7D4A7F6-0DE7-F93C-2D46-9DBCEEAFE5A8}"/>
              </a:ext>
            </a:extLst>
          </p:cNvPr>
          <p:cNvSpPr/>
          <p:nvPr/>
        </p:nvSpPr>
        <p:spPr>
          <a:xfrm>
            <a:off x="3616513" y="5318760"/>
            <a:ext cx="3504416"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The resident keeps a real choice and a non-digital route</a:t>
            </a:r>
          </a:p>
          <a:p>
            <a:pPr algn="l">
              <a:buNone/>
            </a:pPr>
            <a:r>
              <a:rPr lang="en-US" sz="100">
                <a:effectLst/>
              </a:rPr>
              <a:t> </a:t>
            </a:r>
            <a:endParaRPr lang="en-US"/>
          </a:p>
        </p:txBody>
      </p:sp>
      <p:sp>
        <p:nvSpPr>
          <p:cNvPr id="34421" name="Statement 3 card">
            <a:extLst>
              <a:ext uri="{FF2B5EF4-FFF2-40B4-BE49-F238E27FC236}">
                <a16:creationId xmlns:a16="http://schemas.microsoft.com/office/drawing/2014/main" id="{191C83CA-20AA-B130-DB88-F0C7C765239F}"/>
              </a:ext>
            </a:extLst>
          </p:cNvPr>
          <p:cNvSpPr/>
          <p:nvPr/>
        </p:nvSpPr>
        <p:spPr>
          <a:xfrm>
            <a:off x="7349529" y="5227320"/>
            <a:ext cx="4293830" cy="76200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457" name="Statement 3">
            <a:extLst>
              <a:ext uri="{FF2B5EF4-FFF2-40B4-BE49-F238E27FC236}">
                <a16:creationId xmlns:a16="http://schemas.microsoft.com/office/drawing/2014/main" id="{34C8CA21-BAF3-003E-BDC7-17ACA944B506}"/>
              </a:ext>
            </a:extLst>
          </p:cNvPr>
          <p:cNvSpPr/>
          <p:nvPr/>
        </p:nvSpPr>
        <p:spPr>
          <a:xfrm>
            <a:off x="7395249" y="5318760"/>
            <a:ext cx="420239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Each role gets its queue, its evidence and its decision, nothing more</a:t>
            </a:r>
          </a:p>
          <a:p>
            <a:pPr algn="l">
              <a:buNone/>
            </a:pPr>
            <a:r>
              <a:rPr lang="en-US" sz="100">
                <a:effectLst/>
              </a:rPr>
              <a:t> </a:t>
            </a:r>
            <a:endParaRPr lang="en-US"/>
          </a:p>
        </p:txBody>
      </p:sp>
      <p:pic>
        <p:nvPicPr>
          <p:cNvPr id="34458" name="Resident icon" descr="House icon">
            <a:extLst>
              <a:ext uri="{FF2B5EF4-FFF2-40B4-BE49-F238E27FC236}">
                <a16:creationId xmlns:a16="http://schemas.microsoft.com/office/drawing/2014/main" id="{0630750D-0D92-BCF6-2390-327B1BA10D24}"/>
              </a:ext>
            </a:extLst>
          </p:cNvPr>
          <p:cNvPicPr>
            <a:picLocks noChangeAspect="1"/>
          </p:cNvPicPr>
          <p:nvPr/>
        </p:nvPicPr>
        <p:blipFill>
          <a:blip r:embed="rId3"/>
          <a:stretch>
            <a:fillRect/>
          </a:stretch>
        </p:blipFill>
        <p:spPr>
          <a:xfrm>
            <a:off x="5821680" y="2555748"/>
            <a:ext cx="548640" cy="548640"/>
          </a:xfrm>
          <a:prstGeom prst="rect">
            <a:avLst/>
          </a:prstGeom>
        </p:spPr>
      </p:pic>
      <p:pic>
        <p:nvPicPr>
          <p:cNvPr id="34459" name="Role 1 icon" descr="Forecast icon">
            <a:extLst>
              <a:ext uri="{FF2B5EF4-FFF2-40B4-BE49-F238E27FC236}">
                <a16:creationId xmlns:a16="http://schemas.microsoft.com/office/drawing/2014/main" id="{BB197DA1-803E-712D-E385-3BF8441404D2}"/>
              </a:ext>
            </a:extLst>
          </p:cNvPr>
          <p:cNvPicPr>
            <a:picLocks noChangeAspect="1"/>
          </p:cNvPicPr>
          <p:nvPr/>
        </p:nvPicPr>
        <p:blipFill>
          <a:blip r:embed="rId4"/>
          <a:stretch>
            <a:fillRect/>
          </a:stretch>
        </p:blipFill>
        <p:spPr>
          <a:xfrm>
            <a:off x="4110778" y="1531620"/>
            <a:ext cx="502920" cy="502920"/>
          </a:xfrm>
          <a:prstGeom prst="rect">
            <a:avLst/>
          </a:prstGeom>
        </p:spPr>
      </p:pic>
      <p:pic>
        <p:nvPicPr>
          <p:cNvPr id="34460" name="Role 2 icon" descr="Security icon">
            <a:extLst>
              <a:ext uri="{FF2B5EF4-FFF2-40B4-BE49-F238E27FC236}">
                <a16:creationId xmlns:a16="http://schemas.microsoft.com/office/drawing/2014/main" id="{57F599AA-483C-3862-EA4A-C34949178CE8}"/>
              </a:ext>
            </a:extLst>
          </p:cNvPr>
          <p:cNvPicPr>
            <a:picLocks noChangeAspect="1"/>
          </p:cNvPicPr>
          <p:nvPr/>
        </p:nvPicPr>
        <p:blipFill>
          <a:blip r:embed="rId5"/>
          <a:stretch>
            <a:fillRect/>
          </a:stretch>
        </p:blipFill>
        <p:spPr>
          <a:xfrm>
            <a:off x="4110778" y="2481580"/>
            <a:ext cx="502920" cy="502920"/>
          </a:xfrm>
          <a:prstGeom prst="rect">
            <a:avLst/>
          </a:prstGeom>
        </p:spPr>
      </p:pic>
      <p:pic>
        <p:nvPicPr>
          <p:cNvPr id="34461" name="Role 3 icon" descr="Route icon">
            <a:extLst>
              <a:ext uri="{FF2B5EF4-FFF2-40B4-BE49-F238E27FC236}">
                <a16:creationId xmlns:a16="http://schemas.microsoft.com/office/drawing/2014/main" id="{E6D4E60D-CC54-5A00-8620-26062CC89C6B}"/>
              </a:ext>
            </a:extLst>
          </p:cNvPr>
          <p:cNvPicPr>
            <a:picLocks noChangeAspect="1"/>
          </p:cNvPicPr>
          <p:nvPr/>
        </p:nvPicPr>
        <p:blipFill>
          <a:blip r:embed="rId6"/>
          <a:stretch>
            <a:fillRect/>
          </a:stretch>
        </p:blipFill>
        <p:spPr>
          <a:xfrm>
            <a:off x="4110778" y="3431540"/>
            <a:ext cx="502920" cy="502920"/>
          </a:xfrm>
          <a:prstGeom prst="rect">
            <a:avLst/>
          </a:prstGeom>
        </p:spPr>
      </p:pic>
      <p:pic>
        <p:nvPicPr>
          <p:cNvPr id="34462" name="Role 4 icon" descr="Cost icon">
            <a:extLst>
              <a:ext uri="{FF2B5EF4-FFF2-40B4-BE49-F238E27FC236}">
                <a16:creationId xmlns:a16="http://schemas.microsoft.com/office/drawing/2014/main" id="{68C01C32-17A9-C317-B982-CA7F66350533}"/>
              </a:ext>
            </a:extLst>
          </p:cNvPr>
          <p:cNvPicPr>
            <a:picLocks noChangeAspect="1"/>
          </p:cNvPicPr>
          <p:nvPr/>
        </p:nvPicPr>
        <p:blipFill>
          <a:blip r:embed="rId7"/>
          <a:stretch>
            <a:fillRect/>
          </a:stretch>
        </p:blipFill>
        <p:spPr>
          <a:xfrm>
            <a:off x="4110778" y="4381500"/>
            <a:ext cx="502920" cy="502920"/>
          </a:xfrm>
          <a:prstGeom prst="rect">
            <a:avLst/>
          </a:prstGeom>
        </p:spPr>
      </p:pic>
      <p:pic>
        <p:nvPicPr>
          <p:cNvPr id="34463" name="Role 5 icon" descr="Contractor icon">
            <a:extLst>
              <a:ext uri="{FF2B5EF4-FFF2-40B4-BE49-F238E27FC236}">
                <a16:creationId xmlns:a16="http://schemas.microsoft.com/office/drawing/2014/main" id="{7E2899D5-0AAD-5327-FDC4-187161DFAD1C}"/>
              </a:ext>
            </a:extLst>
          </p:cNvPr>
          <p:cNvPicPr>
            <a:picLocks noChangeAspect="1"/>
          </p:cNvPicPr>
          <p:nvPr/>
        </p:nvPicPr>
        <p:blipFill>
          <a:blip r:embed="rId8"/>
          <a:stretch>
            <a:fillRect/>
          </a:stretch>
        </p:blipFill>
        <p:spPr>
          <a:xfrm>
            <a:off x="7578302" y="1531620"/>
            <a:ext cx="502920" cy="502920"/>
          </a:xfrm>
          <a:prstGeom prst="rect">
            <a:avLst/>
          </a:prstGeom>
        </p:spPr>
      </p:pic>
      <p:pic>
        <p:nvPicPr>
          <p:cNvPr id="34464" name="Role 6 icon" descr="Conversation icon">
            <a:extLst>
              <a:ext uri="{FF2B5EF4-FFF2-40B4-BE49-F238E27FC236}">
                <a16:creationId xmlns:a16="http://schemas.microsoft.com/office/drawing/2014/main" id="{EDD7A9BF-41EE-8166-8774-1DE9DEC1E0E7}"/>
              </a:ext>
            </a:extLst>
          </p:cNvPr>
          <p:cNvPicPr>
            <a:picLocks noChangeAspect="1"/>
          </p:cNvPicPr>
          <p:nvPr/>
        </p:nvPicPr>
        <p:blipFill>
          <a:blip r:embed="rId9"/>
          <a:stretch>
            <a:fillRect/>
          </a:stretch>
        </p:blipFill>
        <p:spPr>
          <a:xfrm>
            <a:off x="7578302" y="2481580"/>
            <a:ext cx="502920" cy="502920"/>
          </a:xfrm>
          <a:prstGeom prst="rect">
            <a:avLst/>
          </a:prstGeom>
        </p:spPr>
      </p:pic>
      <p:pic>
        <p:nvPicPr>
          <p:cNvPr id="34465" name="Role 7 icon" descr="House icon">
            <a:extLst>
              <a:ext uri="{FF2B5EF4-FFF2-40B4-BE49-F238E27FC236}">
                <a16:creationId xmlns:a16="http://schemas.microsoft.com/office/drawing/2014/main" id="{B0ECCAC2-E060-5A10-0E68-75D6CEFA5B7B}"/>
              </a:ext>
            </a:extLst>
          </p:cNvPr>
          <p:cNvPicPr>
            <a:picLocks noChangeAspect="1"/>
          </p:cNvPicPr>
          <p:nvPr/>
        </p:nvPicPr>
        <p:blipFill>
          <a:blip r:embed="rId3"/>
          <a:stretch>
            <a:fillRect/>
          </a:stretch>
        </p:blipFill>
        <p:spPr>
          <a:xfrm>
            <a:off x="7578302" y="3431540"/>
            <a:ext cx="502920" cy="502920"/>
          </a:xfrm>
          <a:prstGeom prst="rect">
            <a:avLst/>
          </a:prstGeom>
        </p:spPr>
      </p:pic>
      <p:pic>
        <p:nvPicPr>
          <p:cNvPr id="34466" name="Role 8 icon" descr="Evidence icon">
            <a:extLst>
              <a:ext uri="{FF2B5EF4-FFF2-40B4-BE49-F238E27FC236}">
                <a16:creationId xmlns:a16="http://schemas.microsoft.com/office/drawing/2014/main" id="{5FBDC606-D5EB-10FF-A97C-03877AB9665E}"/>
              </a:ext>
            </a:extLst>
          </p:cNvPr>
          <p:cNvPicPr>
            <a:picLocks noChangeAspect="1"/>
          </p:cNvPicPr>
          <p:nvPr/>
        </p:nvPicPr>
        <p:blipFill>
          <a:blip r:embed="rId10"/>
          <a:stretch>
            <a:fillRect/>
          </a:stretch>
        </p:blipFill>
        <p:spPr>
          <a:xfrm>
            <a:off x="7578302" y="4381500"/>
            <a:ext cx="502920" cy="502920"/>
          </a:xfrm>
          <a:prstGeom prst="rect">
            <a:avLst/>
          </a:prstGeom>
        </p:spPr>
      </p:pic>
    </p:spTree>
    <p:extLst>
      <p:ext uri="{BB962C8B-B14F-4D97-AF65-F5344CB8AC3E}">
        <p14:creationId xmlns:p14="http://schemas.microsoft.com/office/powerpoint/2010/main" val="91711705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4467" name="Eyebrow">
            <a:extLst>
              <a:ext uri="{FF2B5EF4-FFF2-40B4-BE49-F238E27FC236}">
                <a16:creationId xmlns:a16="http://schemas.microsoft.com/office/drawing/2014/main" id="{82CEED6A-3A9A-3CC6-FB51-F7B5D6F3DF52}"/>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2 · DISCOVERY</a:t>
            </a:r>
          </a:p>
          <a:p>
            <a:pPr algn="l">
              <a:buNone/>
            </a:pPr>
            <a:r>
              <a:rPr lang="en-US" sz="100">
                <a:effectLst/>
              </a:rPr>
              <a:t> </a:t>
            </a:r>
            <a:endParaRPr lang="en-US"/>
          </a:p>
        </p:txBody>
      </p:sp>
      <p:sp>
        <p:nvSpPr>
          <p:cNvPr id="34469" name="Slide title">
            <a:extLst>
              <a:ext uri="{FF2B5EF4-FFF2-40B4-BE49-F238E27FC236}">
                <a16:creationId xmlns:a16="http://schemas.microsoft.com/office/drawing/2014/main" id="{AA720D46-E02A-71CC-9946-EEB3943C2DFA}"/>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We challenged the brief to make it shippable.</a:t>
            </a:r>
          </a:p>
          <a:p>
            <a:pPr algn="l">
              <a:buNone/>
            </a:pPr>
            <a:r>
              <a:rPr lang="en-US" sz="100">
                <a:effectLst/>
              </a:rPr>
              <a:t> </a:t>
            </a:r>
            <a:endParaRPr lang="en-US"/>
          </a:p>
        </p:txBody>
      </p:sp>
      <p:sp>
        <p:nvSpPr>
          <p:cNvPr id="34472" name="Footer sources">
            <a:extLst>
              <a:ext uri="{FF2B5EF4-FFF2-40B4-BE49-F238E27FC236}">
                <a16:creationId xmlns:a16="http://schemas.microsoft.com/office/drawing/2014/main" id="{0D85AA13-DE32-3750-8A60-93F460E2B47B}"/>
              </a:ext>
            </a:extLst>
          </p:cNvPr>
          <p:cNvSpPr/>
          <p:nvPr/>
        </p:nvSpPr>
        <p:spPr>
          <a:xfrm>
            <a:off x="548640" y="6126480"/>
            <a:ext cx="9028176"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agent-request challenge (E03) · ADR 0002 and ADR 0003 (E06, E08, E09)</a:t>
            </a:r>
          </a:p>
          <a:p>
            <a:pPr algn="l">
              <a:buNone/>
            </a:pPr>
            <a:r>
              <a:rPr lang="en-US" sz="100">
                <a:effectLst/>
              </a:rPr>
              <a:t> </a:t>
            </a:r>
            <a:endParaRPr lang="en-US"/>
          </a:p>
        </p:txBody>
      </p:sp>
      <p:sp>
        <p:nvSpPr>
          <p:cNvPr id="34476" name="Footer navigation">
            <a:extLst>
              <a:ext uri="{FF2B5EF4-FFF2-40B4-BE49-F238E27FC236}">
                <a16:creationId xmlns:a16="http://schemas.microsoft.com/office/drawing/2014/main" id="{296EB712-72AF-15C1-52DD-BFA462CA9ABB}"/>
              </a:ext>
            </a:extLst>
          </p:cNvPr>
          <p:cNvSpPr/>
          <p:nvPr/>
        </p:nvSpPr>
        <p:spPr>
          <a:xfrm>
            <a:off x="9668256" y="6126480"/>
            <a:ext cx="1975104"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S08 · Answers: B03 · B14</a:t>
            </a:r>
          </a:p>
          <a:p>
            <a:pPr algn="r">
              <a:buNone/>
            </a:pPr>
            <a:r>
              <a:rPr lang="en-US" sz="100">
                <a:effectLst/>
              </a:rPr>
              <a:t> </a:t>
            </a:r>
            <a:endParaRPr lang="en-US"/>
          </a:p>
        </p:txBody>
      </p:sp>
      <p:sp>
        <p:nvSpPr>
          <p:cNvPr id="34481" name="Card 1">
            <a:extLst>
              <a:ext uri="{FF2B5EF4-FFF2-40B4-BE49-F238E27FC236}">
                <a16:creationId xmlns:a16="http://schemas.microsoft.com/office/drawing/2014/main" id="{515F4483-F59A-588B-08C5-ADEB9EAFC605}"/>
              </a:ext>
            </a:extLst>
          </p:cNvPr>
          <p:cNvSpPr/>
          <p:nvPr/>
        </p:nvSpPr>
        <p:spPr>
          <a:xfrm>
            <a:off x="548640" y="1508760"/>
            <a:ext cx="5455920" cy="21488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487" name="Card 1 we built panel">
            <a:extLst>
              <a:ext uri="{FF2B5EF4-FFF2-40B4-BE49-F238E27FC236}">
                <a16:creationId xmlns:a16="http://schemas.microsoft.com/office/drawing/2014/main" id="{D82D93E3-A1C3-9540-5D47-31D30554B081}"/>
              </a:ext>
            </a:extLst>
          </p:cNvPr>
          <p:cNvSpPr/>
          <p:nvPr/>
        </p:nvSpPr>
        <p:spPr>
          <a:xfrm>
            <a:off x="2432304" y="1515110"/>
            <a:ext cx="3565906" cy="2136140"/>
          </a:xfrm>
          <a:prstGeom prst="rect">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494" name="Card 1 brief said label">
            <a:extLst>
              <a:ext uri="{FF2B5EF4-FFF2-40B4-BE49-F238E27FC236}">
                <a16:creationId xmlns:a16="http://schemas.microsoft.com/office/drawing/2014/main" id="{7FEF0890-A3F5-2F27-D5C9-1034E31DDA50}"/>
              </a:ext>
            </a:extLst>
          </p:cNvPr>
          <p:cNvSpPr/>
          <p:nvPr/>
        </p:nvSpPr>
        <p:spPr>
          <a:xfrm>
            <a:off x="609600" y="1736180"/>
            <a:ext cx="1365504"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BRIEF SAID</a:t>
            </a:r>
          </a:p>
          <a:p>
            <a:pPr algn="l">
              <a:buNone/>
            </a:pPr>
            <a:r>
              <a:rPr lang="en-US" sz="100">
                <a:effectLst/>
              </a:rPr>
              <a:t> </a:t>
            </a:r>
            <a:endParaRPr lang="en-US"/>
          </a:p>
        </p:txBody>
      </p:sp>
      <p:sp>
        <p:nvSpPr>
          <p:cNvPr id="34502" name="Card 1 arrow">
            <a:extLst>
              <a:ext uri="{FF2B5EF4-FFF2-40B4-BE49-F238E27FC236}">
                <a16:creationId xmlns:a16="http://schemas.microsoft.com/office/drawing/2014/main" id="{0DAFAF78-1E92-4A05-4DB1-D27B82FC3FCD}"/>
              </a:ext>
            </a:extLst>
          </p:cNvPr>
          <p:cNvSpPr/>
          <p:nvPr/>
        </p:nvSpPr>
        <p:spPr>
          <a:xfrm>
            <a:off x="1975104" y="1844040"/>
            <a:ext cx="36576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511" name="Card 1 icon disc">
            <a:extLst>
              <a:ext uri="{FF2B5EF4-FFF2-40B4-BE49-F238E27FC236}">
                <a16:creationId xmlns:a16="http://schemas.microsoft.com/office/drawing/2014/main" id="{6CDC95DD-D16D-460A-1D56-DF849A7AB00C}"/>
              </a:ext>
            </a:extLst>
          </p:cNvPr>
          <p:cNvSpPr/>
          <p:nvPr/>
        </p:nvSpPr>
        <p:spPr>
          <a:xfrm>
            <a:off x="2584704" y="1661160"/>
            <a:ext cx="594360" cy="594360"/>
          </a:xfrm>
          <a:prstGeom prst="ellipse">
            <a:avLst/>
          </a:prstGeom>
          <a:solidFill>
            <a:srgbClr val="FAF9F6"/>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521" name="Card 1 we built label">
            <a:extLst>
              <a:ext uri="{FF2B5EF4-FFF2-40B4-BE49-F238E27FC236}">
                <a16:creationId xmlns:a16="http://schemas.microsoft.com/office/drawing/2014/main" id="{B5FD270E-5E19-2806-BEE2-CC59C191B088}"/>
              </a:ext>
            </a:extLst>
          </p:cNvPr>
          <p:cNvSpPr/>
          <p:nvPr/>
        </p:nvSpPr>
        <p:spPr>
          <a:xfrm>
            <a:off x="3179064" y="1736180"/>
            <a:ext cx="2764536"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173F35"/>
                </a:solidFill>
                <a:effectLst/>
                <a:latin typeface="Arial" panose="020B0604020202020204" pitchFamily="34" charset="0"/>
              </a:rPr>
              <a:t>WE BUILT</a:t>
            </a:r>
          </a:p>
          <a:p>
            <a:pPr algn="l">
              <a:buNone/>
            </a:pPr>
            <a:r>
              <a:rPr lang="en-US" sz="100">
                <a:effectLst/>
              </a:rPr>
              <a:t> </a:t>
            </a:r>
            <a:endParaRPr lang="en-US"/>
          </a:p>
        </p:txBody>
      </p:sp>
      <p:sp>
        <p:nvSpPr>
          <p:cNvPr id="34532" name="Card 1 brief said">
            <a:extLst>
              <a:ext uri="{FF2B5EF4-FFF2-40B4-BE49-F238E27FC236}">
                <a16:creationId xmlns:a16="http://schemas.microsoft.com/office/drawing/2014/main" id="{9BDEB818-E2F5-61FD-A4D2-EB0B1563CEDF}"/>
              </a:ext>
            </a:extLst>
          </p:cNvPr>
          <p:cNvSpPr/>
          <p:nvPr/>
        </p:nvSpPr>
        <p:spPr>
          <a:xfrm>
            <a:off x="609600" y="2346960"/>
            <a:ext cx="1761744"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50655E"/>
                </a:solidFill>
                <a:effectLst/>
                <a:latin typeface="Arial" panose="020B0604020202020204" pitchFamily="34" charset="0"/>
              </a:rPr>
              <a:t>Five autonomous agents, autonomy L2-L4</a:t>
            </a:r>
          </a:p>
          <a:p>
            <a:pPr algn="l">
              <a:buNone/>
            </a:pPr>
            <a:r>
              <a:rPr lang="en-US" sz="100">
                <a:effectLst/>
              </a:rPr>
              <a:t> </a:t>
            </a:r>
            <a:endParaRPr lang="en-US"/>
          </a:p>
        </p:txBody>
      </p:sp>
      <p:sp>
        <p:nvSpPr>
          <p:cNvPr id="34544" name="Card 1 we built">
            <a:extLst>
              <a:ext uri="{FF2B5EF4-FFF2-40B4-BE49-F238E27FC236}">
                <a16:creationId xmlns:a16="http://schemas.microsoft.com/office/drawing/2014/main" id="{15A07E15-51B4-DF51-4FB2-B98CEAEAEB83}"/>
              </a:ext>
            </a:extLst>
          </p:cNvPr>
          <p:cNvSpPr/>
          <p:nvPr/>
        </p:nvSpPr>
        <p:spPr>
          <a:xfrm>
            <a:off x="2493264" y="2346960"/>
            <a:ext cx="3450336"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Five bounded assistants on one proposal service</a:t>
            </a:r>
          </a:p>
          <a:p>
            <a:pPr algn="l">
              <a:buNone/>
            </a:pPr>
            <a:r>
              <a:rPr lang="en-US" sz="100">
                <a:effectLst/>
              </a:rPr>
              <a:t> </a:t>
            </a:r>
            <a:endParaRPr lang="en-US"/>
          </a:p>
        </p:txBody>
      </p:sp>
      <p:sp>
        <p:nvSpPr>
          <p:cNvPr id="34557" name="Card 1 why">
            <a:extLst>
              <a:ext uri="{FF2B5EF4-FFF2-40B4-BE49-F238E27FC236}">
                <a16:creationId xmlns:a16="http://schemas.microsoft.com/office/drawing/2014/main" id="{8114C4C5-A547-E3F7-EFF3-1F62B155DD3A}"/>
              </a:ext>
            </a:extLst>
          </p:cNvPr>
          <p:cNvSpPr/>
          <p:nvPr/>
        </p:nvSpPr>
        <p:spPr>
          <a:xfrm>
            <a:off x="2493264" y="3063240"/>
            <a:ext cx="3450336"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2E6B5E"/>
                </a:solidFill>
                <a:effectLst/>
                <a:latin typeface="Arial" panose="020B0604020202020204" pitchFamily="34" charset="0"/>
              </a:rPr>
              <a:t>Why: our 9 role instruments concluded none of the five should run end to end.</a:t>
            </a:r>
          </a:p>
          <a:p>
            <a:pPr algn="l">
              <a:buNone/>
            </a:pPr>
            <a:r>
              <a:rPr lang="en-US" sz="100">
                <a:effectLst/>
              </a:rPr>
              <a:t> </a:t>
            </a:r>
            <a:endParaRPr lang="en-US"/>
          </a:p>
        </p:txBody>
      </p:sp>
      <p:sp>
        <p:nvSpPr>
          <p:cNvPr id="34571" name="Card 2">
            <a:extLst>
              <a:ext uri="{FF2B5EF4-FFF2-40B4-BE49-F238E27FC236}">
                <a16:creationId xmlns:a16="http://schemas.microsoft.com/office/drawing/2014/main" id="{AD84E105-2D8B-43E6-4D59-E1C691044A6F}"/>
              </a:ext>
            </a:extLst>
          </p:cNvPr>
          <p:cNvSpPr/>
          <p:nvPr/>
        </p:nvSpPr>
        <p:spPr>
          <a:xfrm>
            <a:off x="6187440" y="1508760"/>
            <a:ext cx="5455920" cy="21488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586" name="Card 2 we built panel">
            <a:extLst>
              <a:ext uri="{FF2B5EF4-FFF2-40B4-BE49-F238E27FC236}">
                <a16:creationId xmlns:a16="http://schemas.microsoft.com/office/drawing/2014/main" id="{A8A89EF4-926C-32C7-B32A-6FC07540406E}"/>
              </a:ext>
            </a:extLst>
          </p:cNvPr>
          <p:cNvSpPr/>
          <p:nvPr/>
        </p:nvSpPr>
        <p:spPr>
          <a:xfrm>
            <a:off x="8071104" y="1515110"/>
            <a:ext cx="3565906" cy="2136140"/>
          </a:xfrm>
          <a:prstGeom prst="rect">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602" name="Card 2 brief said label">
            <a:extLst>
              <a:ext uri="{FF2B5EF4-FFF2-40B4-BE49-F238E27FC236}">
                <a16:creationId xmlns:a16="http://schemas.microsoft.com/office/drawing/2014/main" id="{7D9B38A4-8B9B-EA79-3B93-247E99E229A4}"/>
              </a:ext>
            </a:extLst>
          </p:cNvPr>
          <p:cNvSpPr/>
          <p:nvPr/>
        </p:nvSpPr>
        <p:spPr>
          <a:xfrm>
            <a:off x="6248400" y="1736180"/>
            <a:ext cx="1365504"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BRIEF SAID</a:t>
            </a:r>
          </a:p>
          <a:p>
            <a:pPr algn="l">
              <a:buNone/>
            </a:pPr>
            <a:r>
              <a:rPr lang="en-US" sz="100">
                <a:effectLst/>
              </a:rPr>
              <a:t> </a:t>
            </a:r>
            <a:endParaRPr lang="en-US"/>
          </a:p>
        </p:txBody>
      </p:sp>
      <p:sp>
        <p:nvSpPr>
          <p:cNvPr id="34619" name="Card 2 arrow">
            <a:extLst>
              <a:ext uri="{FF2B5EF4-FFF2-40B4-BE49-F238E27FC236}">
                <a16:creationId xmlns:a16="http://schemas.microsoft.com/office/drawing/2014/main" id="{BA2C6D81-DFFD-7DA7-6F7C-57BC1731A2E6}"/>
              </a:ext>
            </a:extLst>
          </p:cNvPr>
          <p:cNvSpPr/>
          <p:nvPr/>
        </p:nvSpPr>
        <p:spPr>
          <a:xfrm>
            <a:off x="7613904" y="1844040"/>
            <a:ext cx="36576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637" name="Card 2 icon disc">
            <a:extLst>
              <a:ext uri="{FF2B5EF4-FFF2-40B4-BE49-F238E27FC236}">
                <a16:creationId xmlns:a16="http://schemas.microsoft.com/office/drawing/2014/main" id="{23A2B241-ABD8-5D14-4C13-4D15F112E894}"/>
              </a:ext>
            </a:extLst>
          </p:cNvPr>
          <p:cNvSpPr/>
          <p:nvPr/>
        </p:nvSpPr>
        <p:spPr>
          <a:xfrm>
            <a:off x="8223504" y="1661160"/>
            <a:ext cx="594360" cy="594360"/>
          </a:xfrm>
          <a:prstGeom prst="ellipse">
            <a:avLst/>
          </a:prstGeom>
          <a:solidFill>
            <a:srgbClr val="FAF9F6"/>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656" name="Card 2 we built label">
            <a:extLst>
              <a:ext uri="{FF2B5EF4-FFF2-40B4-BE49-F238E27FC236}">
                <a16:creationId xmlns:a16="http://schemas.microsoft.com/office/drawing/2014/main" id="{D91FA6C1-1D21-9479-C0F6-9F3F68A53C3A}"/>
              </a:ext>
            </a:extLst>
          </p:cNvPr>
          <p:cNvSpPr/>
          <p:nvPr/>
        </p:nvSpPr>
        <p:spPr>
          <a:xfrm>
            <a:off x="8817864" y="1736180"/>
            <a:ext cx="2764536"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173F35"/>
                </a:solidFill>
                <a:effectLst/>
                <a:latin typeface="Arial" panose="020B0604020202020204" pitchFamily="34" charset="0"/>
              </a:rPr>
              <a:t>WE BUILT</a:t>
            </a:r>
          </a:p>
          <a:p>
            <a:pPr algn="l">
              <a:buNone/>
            </a:pPr>
            <a:r>
              <a:rPr lang="en-US" sz="100">
                <a:effectLst/>
              </a:rPr>
              <a:t> </a:t>
            </a:r>
            <a:endParaRPr lang="en-US"/>
          </a:p>
        </p:txBody>
      </p:sp>
      <p:sp>
        <p:nvSpPr>
          <p:cNvPr id="34676" name="Card 2 brief said">
            <a:extLst>
              <a:ext uri="{FF2B5EF4-FFF2-40B4-BE49-F238E27FC236}">
                <a16:creationId xmlns:a16="http://schemas.microsoft.com/office/drawing/2014/main" id="{1B59F6DB-5B8F-C333-A2B7-651079EB21D1}"/>
              </a:ext>
            </a:extLst>
          </p:cNvPr>
          <p:cNvSpPr/>
          <p:nvPr/>
        </p:nvSpPr>
        <p:spPr>
          <a:xfrm>
            <a:off x="6248400" y="2346960"/>
            <a:ext cx="1761744"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50655E"/>
                </a:solidFill>
                <a:effectLst/>
                <a:latin typeface="Arial" panose="020B0604020202020204" pitchFamily="34" charset="0"/>
              </a:rPr>
              <a:t>Fix the spreadsheets</a:t>
            </a:r>
          </a:p>
          <a:p>
            <a:pPr algn="l">
              <a:buNone/>
            </a:pPr>
            <a:r>
              <a:rPr lang="en-US" sz="100">
                <a:effectLst/>
              </a:rPr>
              <a:t> </a:t>
            </a:r>
            <a:endParaRPr lang="en-US"/>
          </a:p>
        </p:txBody>
      </p:sp>
      <p:sp>
        <p:nvSpPr>
          <p:cNvPr id="34697" name="Card 2 we built">
            <a:extLst>
              <a:ext uri="{FF2B5EF4-FFF2-40B4-BE49-F238E27FC236}">
                <a16:creationId xmlns:a16="http://schemas.microsoft.com/office/drawing/2014/main" id="{12D1BA9B-EDA3-C17C-A7E3-0579EDFF950A}"/>
              </a:ext>
            </a:extLst>
          </p:cNvPr>
          <p:cNvSpPr/>
          <p:nvPr/>
        </p:nvSpPr>
        <p:spPr>
          <a:xfrm>
            <a:off x="8132064" y="2346960"/>
            <a:ext cx="3450336"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Data ownership and workflow instrumentation first, then AI</a:t>
            </a:r>
          </a:p>
          <a:p>
            <a:pPr algn="l">
              <a:buNone/>
            </a:pPr>
            <a:r>
              <a:rPr lang="en-US" sz="100">
                <a:effectLst/>
              </a:rPr>
              <a:t> </a:t>
            </a:r>
            <a:endParaRPr lang="en-US"/>
          </a:p>
        </p:txBody>
      </p:sp>
      <p:sp>
        <p:nvSpPr>
          <p:cNvPr id="34719" name="Card 2 why">
            <a:extLst>
              <a:ext uri="{FF2B5EF4-FFF2-40B4-BE49-F238E27FC236}">
                <a16:creationId xmlns:a16="http://schemas.microsoft.com/office/drawing/2014/main" id="{61E8A7F5-C801-677E-5188-841150C02E68}"/>
              </a:ext>
            </a:extLst>
          </p:cNvPr>
          <p:cNvSpPr/>
          <p:nvPr/>
        </p:nvSpPr>
        <p:spPr>
          <a:xfrm>
            <a:off x="8132064" y="3063240"/>
            <a:ext cx="3450336"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2E6B5E"/>
                </a:solidFill>
                <a:effectLst/>
                <a:latin typeface="Arial" panose="020B0604020202020204" pitchFamily="34" charset="0"/>
              </a:rPr>
              <a:t>Why: slow delivery is a coordination problem that spreadsheets hide.</a:t>
            </a:r>
          </a:p>
          <a:p>
            <a:pPr algn="l">
              <a:buNone/>
            </a:pPr>
            <a:r>
              <a:rPr lang="en-US" sz="100">
                <a:effectLst/>
              </a:rPr>
              <a:t> </a:t>
            </a:r>
            <a:endParaRPr lang="en-US"/>
          </a:p>
        </p:txBody>
      </p:sp>
      <p:sp>
        <p:nvSpPr>
          <p:cNvPr id="34742" name="Card 3">
            <a:extLst>
              <a:ext uri="{FF2B5EF4-FFF2-40B4-BE49-F238E27FC236}">
                <a16:creationId xmlns:a16="http://schemas.microsoft.com/office/drawing/2014/main" id="{8AA14C8F-9F83-DEA6-6E09-36DB7D843CDA}"/>
              </a:ext>
            </a:extLst>
          </p:cNvPr>
          <p:cNvSpPr/>
          <p:nvPr/>
        </p:nvSpPr>
        <p:spPr>
          <a:xfrm>
            <a:off x="548640" y="3840480"/>
            <a:ext cx="5455920" cy="21488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766" name="Card 3 we built panel">
            <a:extLst>
              <a:ext uri="{FF2B5EF4-FFF2-40B4-BE49-F238E27FC236}">
                <a16:creationId xmlns:a16="http://schemas.microsoft.com/office/drawing/2014/main" id="{B77AF3CD-D7F9-76DD-10F8-937D706B865E}"/>
              </a:ext>
            </a:extLst>
          </p:cNvPr>
          <p:cNvSpPr/>
          <p:nvPr/>
        </p:nvSpPr>
        <p:spPr>
          <a:xfrm>
            <a:off x="2432304" y="3846830"/>
            <a:ext cx="3565906" cy="2136140"/>
          </a:xfrm>
          <a:prstGeom prst="rect">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791" name="Card 3 brief said label">
            <a:extLst>
              <a:ext uri="{FF2B5EF4-FFF2-40B4-BE49-F238E27FC236}">
                <a16:creationId xmlns:a16="http://schemas.microsoft.com/office/drawing/2014/main" id="{10CFD47A-CC03-27D3-1075-B25684AE02FE}"/>
              </a:ext>
            </a:extLst>
          </p:cNvPr>
          <p:cNvSpPr/>
          <p:nvPr/>
        </p:nvSpPr>
        <p:spPr>
          <a:xfrm>
            <a:off x="609600" y="4067900"/>
            <a:ext cx="1365504"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BRIEF SAID</a:t>
            </a:r>
          </a:p>
          <a:p>
            <a:pPr algn="l">
              <a:buNone/>
            </a:pPr>
            <a:r>
              <a:rPr lang="en-US" sz="100">
                <a:effectLst/>
              </a:rPr>
              <a:t> </a:t>
            </a:r>
            <a:endParaRPr lang="en-US"/>
          </a:p>
        </p:txBody>
      </p:sp>
      <p:sp>
        <p:nvSpPr>
          <p:cNvPr id="34817" name="Card 3 arrow">
            <a:extLst>
              <a:ext uri="{FF2B5EF4-FFF2-40B4-BE49-F238E27FC236}">
                <a16:creationId xmlns:a16="http://schemas.microsoft.com/office/drawing/2014/main" id="{9FA7F295-6FD1-7433-6DDC-5F8EA2281CA9}"/>
              </a:ext>
            </a:extLst>
          </p:cNvPr>
          <p:cNvSpPr/>
          <p:nvPr/>
        </p:nvSpPr>
        <p:spPr>
          <a:xfrm>
            <a:off x="1975104" y="4175760"/>
            <a:ext cx="36576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844" name="Card 3 icon disc">
            <a:extLst>
              <a:ext uri="{FF2B5EF4-FFF2-40B4-BE49-F238E27FC236}">
                <a16:creationId xmlns:a16="http://schemas.microsoft.com/office/drawing/2014/main" id="{FD3C80C3-9CB8-B081-1E78-4E6973C01514}"/>
              </a:ext>
            </a:extLst>
          </p:cNvPr>
          <p:cNvSpPr/>
          <p:nvPr/>
        </p:nvSpPr>
        <p:spPr>
          <a:xfrm>
            <a:off x="2584704" y="3992880"/>
            <a:ext cx="594360" cy="594360"/>
          </a:xfrm>
          <a:prstGeom prst="ellipse">
            <a:avLst/>
          </a:prstGeom>
          <a:solidFill>
            <a:srgbClr val="FAF9F6"/>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872" name="Card 3 we built label">
            <a:extLst>
              <a:ext uri="{FF2B5EF4-FFF2-40B4-BE49-F238E27FC236}">
                <a16:creationId xmlns:a16="http://schemas.microsoft.com/office/drawing/2014/main" id="{2DC1A4BE-0777-F4A0-BB7E-635B9D83EC71}"/>
              </a:ext>
            </a:extLst>
          </p:cNvPr>
          <p:cNvSpPr/>
          <p:nvPr/>
        </p:nvSpPr>
        <p:spPr>
          <a:xfrm>
            <a:off x="3179064" y="4067900"/>
            <a:ext cx="2764536"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173F35"/>
                </a:solidFill>
                <a:effectLst/>
                <a:latin typeface="Arial" panose="020B0604020202020204" pitchFamily="34" charset="0"/>
              </a:rPr>
              <a:t>WE BUILT</a:t>
            </a:r>
          </a:p>
          <a:p>
            <a:pPr algn="l">
              <a:buNone/>
            </a:pPr>
            <a:r>
              <a:rPr lang="en-US" sz="100">
                <a:effectLst/>
              </a:rPr>
              <a:t> </a:t>
            </a:r>
            <a:endParaRPr lang="en-US"/>
          </a:p>
        </p:txBody>
      </p:sp>
      <p:sp>
        <p:nvSpPr>
          <p:cNvPr id="34901" name="Card 3 brief said">
            <a:extLst>
              <a:ext uri="{FF2B5EF4-FFF2-40B4-BE49-F238E27FC236}">
                <a16:creationId xmlns:a16="http://schemas.microsoft.com/office/drawing/2014/main" id="{5C893BE7-EBCF-1418-289D-6D23C23074F6}"/>
              </a:ext>
            </a:extLst>
          </p:cNvPr>
          <p:cNvSpPr/>
          <p:nvPr/>
        </p:nvSpPr>
        <p:spPr>
          <a:xfrm>
            <a:off x="609600" y="4678680"/>
            <a:ext cx="1761744"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50655E"/>
                </a:solidFill>
                <a:effectLst/>
                <a:latin typeface="Arial" panose="020B0604020202020204" pitchFamily="34" charset="0"/>
              </a:rPr>
              <a:t>AI makes decisions</a:t>
            </a:r>
          </a:p>
          <a:p>
            <a:pPr algn="l">
              <a:buNone/>
            </a:pPr>
            <a:r>
              <a:rPr lang="en-US" sz="100">
                <a:effectLst/>
              </a:rPr>
              <a:t> </a:t>
            </a:r>
            <a:endParaRPr lang="en-US"/>
          </a:p>
        </p:txBody>
      </p:sp>
      <p:sp>
        <p:nvSpPr>
          <p:cNvPr id="34931" name="Card 3 we built">
            <a:extLst>
              <a:ext uri="{FF2B5EF4-FFF2-40B4-BE49-F238E27FC236}">
                <a16:creationId xmlns:a16="http://schemas.microsoft.com/office/drawing/2014/main" id="{269D7CD8-0EE2-3AD3-4E41-0142D325D658}"/>
              </a:ext>
            </a:extLst>
          </p:cNvPr>
          <p:cNvSpPr/>
          <p:nvPr/>
        </p:nvSpPr>
        <p:spPr>
          <a:xfrm>
            <a:off x="2493264" y="4593680"/>
            <a:ext cx="3450336"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AI prepares, people decide</a:t>
            </a:r>
          </a:p>
          <a:p>
            <a:pPr algn="l">
              <a:buNone/>
            </a:pPr>
            <a:r>
              <a:rPr lang="en-US" sz="100">
                <a:effectLst/>
              </a:rPr>
              <a:t> </a:t>
            </a:r>
            <a:endParaRPr lang="en-US"/>
          </a:p>
        </p:txBody>
      </p:sp>
      <p:sp>
        <p:nvSpPr>
          <p:cNvPr id="34962" name="Card 3 why">
            <a:extLst>
              <a:ext uri="{FF2B5EF4-FFF2-40B4-BE49-F238E27FC236}">
                <a16:creationId xmlns:a16="http://schemas.microsoft.com/office/drawing/2014/main" id="{A7B99BE8-1135-E180-6DE5-7C4981AA71EF}"/>
              </a:ext>
            </a:extLst>
          </p:cNvPr>
          <p:cNvSpPr/>
          <p:nvPr/>
        </p:nvSpPr>
        <p:spPr>
          <a:xfrm>
            <a:off x="2493264" y="5394960"/>
            <a:ext cx="3450336"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2E6B5E"/>
                </a:solidFill>
                <a:effectLst/>
                <a:latin typeface="Arial" panose="020B0604020202020204" pitchFamily="34" charset="0"/>
              </a:rPr>
              <a:t>Why: consent, safety and money need a named human.</a:t>
            </a:r>
          </a:p>
          <a:p>
            <a:pPr algn="l">
              <a:buNone/>
            </a:pPr>
            <a:r>
              <a:rPr lang="en-US" sz="100">
                <a:effectLst/>
              </a:rPr>
              <a:t> </a:t>
            </a:r>
            <a:endParaRPr lang="en-US"/>
          </a:p>
        </p:txBody>
      </p:sp>
      <p:sp>
        <p:nvSpPr>
          <p:cNvPr id="34994" name="Card 4">
            <a:extLst>
              <a:ext uri="{FF2B5EF4-FFF2-40B4-BE49-F238E27FC236}">
                <a16:creationId xmlns:a16="http://schemas.microsoft.com/office/drawing/2014/main" id="{C0D3AC6E-1D98-6710-5E24-170F4976E7F8}"/>
              </a:ext>
            </a:extLst>
          </p:cNvPr>
          <p:cNvSpPr/>
          <p:nvPr/>
        </p:nvSpPr>
        <p:spPr>
          <a:xfrm>
            <a:off x="6187440" y="3840480"/>
            <a:ext cx="5455920" cy="21488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027" name="Card 4 we built panel">
            <a:extLst>
              <a:ext uri="{FF2B5EF4-FFF2-40B4-BE49-F238E27FC236}">
                <a16:creationId xmlns:a16="http://schemas.microsoft.com/office/drawing/2014/main" id="{97D55D32-6423-D4DE-B22F-A586E5D044F0}"/>
              </a:ext>
            </a:extLst>
          </p:cNvPr>
          <p:cNvSpPr/>
          <p:nvPr/>
        </p:nvSpPr>
        <p:spPr>
          <a:xfrm>
            <a:off x="8071104" y="3846830"/>
            <a:ext cx="3565906" cy="2136140"/>
          </a:xfrm>
          <a:prstGeom prst="rect">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061" name="Card 4 brief said label">
            <a:extLst>
              <a:ext uri="{FF2B5EF4-FFF2-40B4-BE49-F238E27FC236}">
                <a16:creationId xmlns:a16="http://schemas.microsoft.com/office/drawing/2014/main" id="{4A57C5EE-8A94-DA03-256C-B55DC64BDF90}"/>
              </a:ext>
            </a:extLst>
          </p:cNvPr>
          <p:cNvSpPr/>
          <p:nvPr/>
        </p:nvSpPr>
        <p:spPr>
          <a:xfrm>
            <a:off x="6248400" y="4067900"/>
            <a:ext cx="1365504"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BRIEF SAID</a:t>
            </a:r>
          </a:p>
          <a:p>
            <a:pPr algn="l">
              <a:buNone/>
            </a:pPr>
            <a:r>
              <a:rPr lang="en-US" sz="100">
                <a:effectLst/>
              </a:rPr>
              <a:t> </a:t>
            </a:r>
            <a:endParaRPr lang="en-US"/>
          </a:p>
        </p:txBody>
      </p:sp>
      <p:sp>
        <p:nvSpPr>
          <p:cNvPr id="35096" name="Card 4 arrow">
            <a:extLst>
              <a:ext uri="{FF2B5EF4-FFF2-40B4-BE49-F238E27FC236}">
                <a16:creationId xmlns:a16="http://schemas.microsoft.com/office/drawing/2014/main" id="{6107CC56-B50A-85C7-3AED-0D2963B94C9D}"/>
              </a:ext>
            </a:extLst>
          </p:cNvPr>
          <p:cNvSpPr/>
          <p:nvPr/>
        </p:nvSpPr>
        <p:spPr>
          <a:xfrm>
            <a:off x="7613904" y="4175760"/>
            <a:ext cx="36576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132" name="Card 4 icon disc">
            <a:extLst>
              <a:ext uri="{FF2B5EF4-FFF2-40B4-BE49-F238E27FC236}">
                <a16:creationId xmlns:a16="http://schemas.microsoft.com/office/drawing/2014/main" id="{AEAEEDCB-554E-C609-6B0B-6393271406CE}"/>
              </a:ext>
            </a:extLst>
          </p:cNvPr>
          <p:cNvSpPr/>
          <p:nvPr/>
        </p:nvSpPr>
        <p:spPr>
          <a:xfrm>
            <a:off x="8223504" y="3992880"/>
            <a:ext cx="594360" cy="594360"/>
          </a:xfrm>
          <a:prstGeom prst="ellipse">
            <a:avLst/>
          </a:prstGeom>
          <a:solidFill>
            <a:srgbClr val="FAF9F6"/>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169" name="Card 4 we built label">
            <a:extLst>
              <a:ext uri="{FF2B5EF4-FFF2-40B4-BE49-F238E27FC236}">
                <a16:creationId xmlns:a16="http://schemas.microsoft.com/office/drawing/2014/main" id="{00B9A193-753A-FF7B-DADE-52A0AAF7032B}"/>
              </a:ext>
            </a:extLst>
          </p:cNvPr>
          <p:cNvSpPr/>
          <p:nvPr/>
        </p:nvSpPr>
        <p:spPr>
          <a:xfrm>
            <a:off x="8817864" y="4067900"/>
            <a:ext cx="2764536"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173F35"/>
                </a:solidFill>
                <a:effectLst/>
                <a:latin typeface="Arial" panose="020B0604020202020204" pitchFamily="34" charset="0"/>
              </a:rPr>
              <a:t>UNDER ASSESSMENT</a:t>
            </a:r>
          </a:p>
          <a:p>
            <a:pPr algn="l">
              <a:buNone/>
            </a:pPr>
            <a:r>
              <a:rPr lang="en-US" sz="100">
                <a:effectLst/>
              </a:rPr>
              <a:t> </a:t>
            </a:r>
            <a:endParaRPr lang="en-US"/>
          </a:p>
        </p:txBody>
      </p:sp>
      <p:sp>
        <p:nvSpPr>
          <p:cNvPr id="35207" name="Card 4 brief said">
            <a:extLst>
              <a:ext uri="{FF2B5EF4-FFF2-40B4-BE49-F238E27FC236}">
                <a16:creationId xmlns:a16="http://schemas.microsoft.com/office/drawing/2014/main" id="{5576E200-B51B-CC16-B4FF-9376523571D1}"/>
              </a:ext>
            </a:extLst>
          </p:cNvPr>
          <p:cNvSpPr/>
          <p:nvPr/>
        </p:nvSpPr>
        <p:spPr>
          <a:xfrm>
            <a:off x="6248400" y="4593680"/>
            <a:ext cx="1761744"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50655E"/>
                </a:solidFill>
                <a:effectLst/>
                <a:latin typeface="Arial" panose="020B0604020202020204" pitchFamily="34" charset="0"/>
              </a:rPr>
              <a:t>Resident portal</a:t>
            </a:r>
          </a:p>
          <a:p>
            <a:pPr algn="l">
              <a:buNone/>
            </a:pPr>
            <a:r>
              <a:rPr lang="en-US" sz="100">
                <a:effectLst/>
              </a:rPr>
              <a:t> </a:t>
            </a:r>
            <a:endParaRPr lang="en-US"/>
          </a:p>
        </p:txBody>
      </p:sp>
      <p:sp>
        <p:nvSpPr>
          <p:cNvPr id="35246" name="Card 4 we built">
            <a:extLst>
              <a:ext uri="{FF2B5EF4-FFF2-40B4-BE49-F238E27FC236}">
                <a16:creationId xmlns:a16="http://schemas.microsoft.com/office/drawing/2014/main" id="{46E15DE0-DA6F-094E-3A69-D88A957C67D7}"/>
              </a:ext>
            </a:extLst>
          </p:cNvPr>
          <p:cNvSpPr/>
          <p:nvPr/>
        </p:nvSpPr>
        <p:spPr>
          <a:xfrm>
            <a:off x="8132064" y="4593680"/>
            <a:ext cx="3450336"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Optional portal; assisted routes stay</a:t>
            </a:r>
          </a:p>
          <a:p>
            <a:pPr algn="l">
              <a:buNone/>
            </a:pPr>
            <a:r>
              <a:rPr lang="en-US" sz="100">
                <a:effectLst/>
              </a:rPr>
              <a:t> </a:t>
            </a:r>
            <a:endParaRPr lang="en-US"/>
          </a:p>
        </p:txBody>
      </p:sp>
      <p:sp>
        <p:nvSpPr>
          <p:cNvPr id="35286" name="Card 4 why">
            <a:extLst>
              <a:ext uri="{FF2B5EF4-FFF2-40B4-BE49-F238E27FC236}">
                <a16:creationId xmlns:a16="http://schemas.microsoft.com/office/drawing/2014/main" id="{B36ECA45-ACB4-00ED-627A-5E8534DE5B0B}"/>
              </a:ext>
            </a:extLst>
          </p:cNvPr>
          <p:cNvSpPr/>
          <p:nvPr/>
        </p:nvSpPr>
        <p:spPr>
          <a:xfrm>
            <a:off x="8132064" y="5394960"/>
            <a:ext cx="3450336"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2E6B5E"/>
                </a:solidFill>
                <a:effectLst/>
                <a:latin typeface="Arial" panose="020B0604020202020204" pitchFamily="34" charset="0"/>
              </a:rPr>
              <a:t>Test fewer calls and staff interruptions (#441).</a:t>
            </a:r>
          </a:p>
          <a:p>
            <a:pPr algn="l">
              <a:buNone/>
            </a:pPr>
            <a:r>
              <a:rPr lang="en-US" sz="100">
                <a:effectLst/>
              </a:rPr>
              <a:t> </a:t>
            </a:r>
            <a:endParaRPr lang="en-US"/>
          </a:p>
        </p:txBody>
      </p:sp>
      <p:pic>
        <p:nvPicPr>
          <p:cNvPr id="35287" name="Card 1 icon" descr="AI icon">
            <a:extLst>
              <a:ext uri="{FF2B5EF4-FFF2-40B4-BE49-F238E27FC236}">
                <a16:creationId xmlns:a16="http://schemas.microsoft.com/office/drawing/2014/main" id="{145386CA-DA80-D70D-783A-07C7C1AF8026}"/>
              </a:ext>
            </a:extLst>
          </p:cNvPr>
          <p:cNvPicPr>
            <a:picLocks noChangeAspect="1"/>
          </p:cNvPicPr>
          <p:nvPr/>
        </p:nvPicPr>
        <p:blipFill>
          <a:blip r:embed="rId3"/>
          <a:stretch>
            <a:fillRect/>
          </a:stretch>
        </p:blipFill>
        <p:spPr>
          <a:xfrm>
            <a:off x="2676144" y="1752600"/>
            <a:ext cx="411480" cy="411480"/>
          </a:xfrm>
          <a:prstGeom prst="rect">
            <a:avLst/>
          </a:prstGeom>
        </p:spPr>
      </p:pic>
      <p:pic>
        <p:nvPicPr>
          <p:cNvPr id="35288" name="Card 2 icon" descr="Spreadsheet icon">
            <a:extLst>
              <a:ext uri="{FF2B5EF4-FFF2-40B4-BE49-F238E27FC236}">
                <a16:creationId xmlns:a16="http://schemas.microsoft.com/office/drawing/2014/main" id="{2A2CFB0E-A61F-D0F8-8E54-B56FD55E433B}"/>
              </a:ext>
            </a:extLst>
          </p:cNvPr>
          <p:cNvPicPr>
            <a:picLocks noChangeAspect="1"/>
          </p:cNvPicPr>
          <p:nvPr/>
        </p:nvPicPr>
        <p:blipFill>
          <a:blip r:embed="rId4"/>
          <a:stretch>
            <a:fillRect/>
          </a:stretch>
        </p:blipFill>
        <p:spPr>
          <a:xfrm>
            <a:off x="8314944" y="1752600"/>
            <a:ext cx="411480" cy="411480"/>
          </a:xfrm>
          <a:prstGeom prst="rect">
            <a:avLst/>
          </a:prstGeom>
        </p:spPr>
      </p:pic>
      <p:pic>
        <p:nvPicPr>
          <p:cNvPr id="35289" name="Card 3 icon" descr="Decision icon">
            <a:extLst>
              <a:ext uri="{FF2B5EF4-FFF2-40B4-BE49-F238E27FC236}">
                <a16:creationId xmlns:a16="http://schemas.microsoft.com/office/drawing/2014/main" id="{3D69DE20-B377-A247-F21E-0B6FE9710CDD}"/>
              </a:ext>
            </a:extLst>
          </p:cNvPr>
          <p:cNvPicPr>
            <a:picLocks noChangeAspect="1"/>
          </p:cNvPicPr>
          <p:nvPr/>
        </p:nvPicPr>
        <p:blipFill>
          <a:blip r:embed="rId5"/>
          <a:stretch>
            <a:fillRect/>
          </a:stretch>
        </p:blipFill>
        <p:spPr>
          <a:xfrm>
            <a:off x="2676144" y="4084320"/>
            <a:ext cx="411480" cy="411480"/>
          </a:xfrm>
          <a:prstGeom prst="rect">
            <a:avLst/>
          </a:prstGeom>
        </p:spPr>
      </p:pic>
      <p:pic>
        <p:nvPicPr>
          <p:cNvPr id="35290" name="Card 4 icon" descr="House icon">
            <a:extLst>
              <a:ext uri="{FF2B5EF4-FFF2-40B4-BE49-F238E27FC236}">
                <a16:creationId xmlns:a16="http://schemas.microsoft.com/office/drawing/2014/main" id="{B95DA5AE-70D0-0CC6-484A-C2EB422CA563}"/>
              </a:ext>
            </a:extLst>
          </p:cNvPr>
          <p:cNvPicPr>
            <a:picLocks noChangeAspect="1"/>
          </p:cNvPicPr>
          <p:nvPr/>
        </p:nvPicPr>
        <p:blipFill>
          <a:blip r:embed="rId6"/>
          <a:stretch>
            <a:fillRect/>
          </a:stretch>
        </p:blipFill>
        <p:spPr>
          <a:xfrm>
            <a:off x="8314944" y="4084320"/>
            <a:ext cx="411480" cy="411480"/>
          </a:xfrm>
          <a:prstGeom prst="rect">
            <a:avLst/>
          </a:prstGeom>
        </p:spPr>
      </p:pic>
    </p:spTree>
    <p:extLst>
      <p:ext uri="{BB962C8B-B14F-4D97-AF65-F5344CB8AC3E}">
        <p14:creationId xmlns:p14="http://schemas.microsoft.com/office/powerpoint/2010/main" val="118431823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5291" name="Eyebrow">
            <a:extLst>
              <a:ext uri="{FF2B5EF4-FFF2-40B4-BE49-F238E27FC236}">
                <a16:creationId xmlns:a16="http://schemas.microsoft.com/office/drawing/2014/main" id="{644EFCB7-204F-E5E4-977B-592C0E629153}"/>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2 · DISCOVERY</a:t>
            </a:r>
          </a:p>
          <a:p>
            <a:pPr algn="l">
              <a:buNone/>
            </a:pPr>
            <a:r>
              <a:rPr lang="en-US" sz="100">
                <a:effectLst/>
              </a:rPr>
              <a:t> </a:t>
            </a:r>
            <a:endParaRPr lang="en-US"/>
          </a:p>
        </p:txBody>
      </p:sp>
      <p:sp>
        <p:nvSpPr>
          <p:cNvPr id="35293" name="Slide title">
            <a:extLst>
              <a:ext uri="{FF2B5EF4-FFF2-40B4-BE49-F238E27FC236}">
                <a16:creationId xmlns:a16="http://schemas.microsoft.com/office/drawing/2014/main" id="{F32FAAAF-48C2-648E-6536-C2C85221A968}"/>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Every prototype taught us something we kept.</a:t>
            </a:r>
          </a:p>
          <a:p>
            <a:pPr algn="l">
              <a:buNone/>
            </a:pPr>
            <a:r>
              <a:rPr lang="en-US" sz="100">
                <a:effectLst/>
              </a:rPr>
              <a:t> </a:t>
            </a:r>
            <a:endParaRPr lang="en-US"/>
          </a:p>
        </p:txBody>
      </p:sp>
      <p:sp>
        <p:nvSpPr>
          <p:cNvPr id="35296" name="Footer sources">
            <a:extLst>
              <a:ext uri="{FF2B5EF4-FFF2-40B4-BE49-F238E27FC236}">
                <a16:creationId xmlns:a16="http://schemas.microsoft.com/office/drawing/2014/main" id="{14A7E3CC-8121-6148-23C4-2AC60A860DB6}"/>
              </a:ext>
            </a:extLst>
          </p:cNvPr>
          <p:cNvSpPr/>
          <p:nvPr/>
        </p:nvSpPr>
        <p:spPr>
          <a:xfrm>
            <a:off x="548640" y="6126480"/>
            <a:ext cx="1050036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PRD revision history and learnings · exercise addendum · prototype learnings review · pull requests #1, #19, #58, #433</a:t>
            </a:r>
          </a:p>
          <a:p>
            <a:pPr algn="l">
              <a:buNone/>
            </a:pPr>
            <a:r>
              <a:rPr lang="en-US" sz="100">
                <a:effectLst/>
              </a:rPr>
              <a:t> </a:t>
            </a:r>
            <a:endParaRPr lang="en-US"/>
          </a:p>
        </p:txBody>
      </p:sp>
      <p:sp>
        <p:nvSpPr>
          <p:cNvPr id="35300" name="Footer navigation">
            <a:extLst>
              <a:ext uri="{FF2B5EF4-FFF2-40B4-BE49-F238E27FC236}">
                <a16:creationId xmlns:a16="http://schemas.microsoft.com/office/drawing/2014/main" id="{DAE46EB9-AF63-7AA9-64AE-576A9B1CC7A2}"/>
              </a:ext>
            </a:extLst>
          </p:cNvPr>
          <p:cNvSpPr/>
          <p:nvPr/>
        </p:nvSpPr>
        <p:spPr>
          <a:xfrm>
            <a:off x="11140440" y="6126480"/>
            <a:ext cx="50292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S09</a:t>
            </a:r>
          </a:p>
          <a:p>
            <a:pPr algn="r">
              <a:buNone/>
            </a:pPr>
            <a:r>
              <a:rPr lang="en-US" sz="100">
                <a:effectLst/>
              </a:rPr>
              <a:t> </a:t>
            </a:r>
            <a:endParaRPr lang="en-US"/>
          </a:p>
        </p:txBody>
      </p:sp>
      <p:sp>
        <p:nvSpPr>
          <p:cNvPr id="35305" name="Timeline rail">
            <a:extLst>
              <a:ext uri="{FF2B5EF4-FFF2-40B4-BE49-F238E27FC236}">
                <a16:creationId xmlns:a16="http://schemas.microsoft.com/office/drawing/2014/main" id="{1433818E-91C7-E31A-EE9A-6B778168F8CD}"/>
              </a:ext>
            </a:extLst>
          </p:cNvPr>
          <p:cNvSpPr/>
          <p:nvPr/>
        </p:nvSpPr>
        <p:spPr>
          <a:xfrm>
            <a:off x="548640" y="2964180"/>
            <a:ext cx="110947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311" name="Milestone 1 disc">
            <a:extLst>
              <a:ext uri="{FF2B5EF4-FFF2-40B4-BE49-F238E27FC236}">
                <a16:creationId xmlns:a16="http://schemas.microsoft.com/office/drawing/2014/main" id="{156D5F29-F8CD-BB08-307E-44F3CB9A1788}"/>
              </a:ext>
            </a:extLst>
          </p:cNvPr>
          <p:cNvSpPr/>
          <p:nvPr/>
        </p:nvSpPr>
        <p:spPr>
          <a:xfrm>
            <a:off x="1508760" y="2712720"/>
            <a:ext cx="731520" cy="73152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318" name="Milestone 2 disc">
            <a:extLst>
              <a:ext uri="{FF2B5EF4-FFF2-40B4-BE49-F238E27FC236}">
                <a16:creationId xmlns:a16="http://schemas.microsoft.com/office/drawing/2014/main" id="{89E4770B-B453-37F9-D523-97B2CE0210D9}"/>
              </a:ext>
            </a:extLst>
          </p:cNvPr>
          <p:cNvSpPr/>
          <p:nvPr/>
        </p:nvSpPr>
        <p:spPr>
          <a:xfrm>
            <a:off x="2915920" y="2712720"/>
            <a:ext cx="731520" cy="73152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326" name="Milestone 3 disc">
            <a:extLst>
              <a:ext uri="{FF2B5EF4-FFF2-40B4-BE49-F238E27FC236}">
                <a16:creationId xmlns:a16="http://schemas.microsoft.com/office/drawing/2014/main" id="{D0BC4595-C998-CA2D-8C11-21EC23E65982}"/>
              </a:ext>
            </a:extLst>
          </p:cNvPr>
          <p:cNvSpPr/>
          <p:nvPr/>
        </p:nvSpPr>
        <p:spPr>
          <a:xfrm>
            <a:off x="4323080" y="2712720"/>
            <a:ext cx="731520" cy="73152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335" name="Milestone 4 disc">
            <a:extLst>
              <a:ext uri="{FF2B5EF4-FFF2-40B4-BE49-F238E27FC236}">
                <a16:creationId xmlns:a16="http://schemas.microsoft.com/office/drawing/2014/main" id="{1AF9B844-2F0F-417C-F704-BD06E8E63A49}"/>
              </a:ext>
            </a:extLst>
          </p:cNvPr>
          <p:cNvSpPr/>
          <p:nvPr/>
        </p:nvSpPr>
        <p:spPr>
          <a:xfrm>
            <a:off x="5730240" y="2712720"/>
            <a:ext cx="731520" cy="73152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345" name="Milestone 5 disc">
            <a:extLst>
              <a:ext uri="{FF2B5EF4-FFF2-40B4-BE49-F238E27FC236}">
                <a16:creationId xmlns:a16="http://schemas.microsoft.com/office/drawing/2014/main" id="{B83401D6-3E54-F021-08F8-A8E66A04144D}"/>
              </a:ext>
            </a:extLst>
          </p:cNvPr>
          <p:cNvSpPr/>
          <p:nvPr/>
        </p:nvSpPr>
        <p:spPr>
          <a:xfrm>
            <a:off x="7137400" y="2712720"/>
            <a:ext cx="731520" cy="73152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356" name="Milestone 6 disc">
            <a:extLst>
              <a:ext uri="{FF2B5EF4-FFF2-40B4-BE49-F238E27FC236}">
                <a16:creationId xmlns:a16="http://schemas.microsoft.com/office/drawing/2014/main" id="{F854E815-0FAD-BA85-38F0-D6C8325BB85A}"/>
              </a:ext>
            </a:extLst>
          </p:cNvPr>
          <p:cNvSpPr/>
          <p:nvPr/>
        </p:nvSpPr>
        <p:spPr>
          <a:xfrm>
            <a:off x="8544560" y="2712720"/>
            <a:ext cx="731520" cy="73152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368" name="Milestone 7 disc">
            <a:extLst>
              <a:ext uri="{FF2B5EF4-FFF2-40B4-BE49-F238E27FC236}">
                <a16:creationId xmlns:a16="http://schemas.microsoft.com/office/drawing/2014/main" id="{1DE838D4-9CF6-604F-AC68-8C50BFAB88D9}"/>
              </a:ext>
            </a:extLst>
          </p:cNvPr>
          <p:cNvSpPr/>
          <p:nvPr/>
        </p:nvSpPr>
        <p:spPr>
          <a:xfrm>
            <a:off x="9951720" y="2712720"/>
            <a:ext cx="731520" cy="73152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381" name="Milestone 1 text">
            <a:extLst>
              <a:ext uri="{FF2B5EF4-FFF2-40B4-BE49-F238E27FC236}">
                <a16:creationId xmlns:a16="http://schemas.microsoft.com/office/drawing/2014/main" id="{E1E3E0E6-2368-93A5-C0C4-B16391ACFC7B}"/>
              </a:ext>
            </a:extLst>
          </p:cNvPr>
          <p:cNvSpPr/>
          <p:nvPr/>
        </p:nvSpPr>
        <p:spPr>
          <a:xfrm>
            <a:off x="548640" y="1463040"/>
            <a:ext cx="2651760" cy="746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20 Sep</a:t>
            </a:r>
          </a:p>
          <a:p>
            <a:pPr algn="ctr">
              <a:buNone/>
            </a:pPr>
            <a:r>
              <a:rPr lang="en-US" sz="1400" b="1">
                <a:solidFill>
                  <a:srgbClr val="173F35"/>
                </a:solidFill>
                <a:effectLst/>
                <a:latin typeface="Arial" panose="020B0604020202020204" pitchFamily="34" charset="0"/>
              </a:rPr>
              <a:t>PR #1 requirements review</a:t>
            </a:r>
          </a:p>
          <a:p>
            <a:pPr algn="ctr">
              <a:buNone/>
            </a:pPr>
            <a:r>
              <a:rPr lang="en-US" sz="1300">
                <a:solidFill>
                  <a:srgbClr val="2E6B5E"/>
                </a:solidFill>
                <a:effectLst/>
                <a:latin typeface="Arial" panose="020B0604020202020204" pitchFamily="34" charset="0"/>
              </a:rPr>
              <a:t>open decisions made explicit</a:t>
            </a:r>
            <a:endParaRPr lang="en-US"/>
          </a:p>
        </p:txBody>
      </p:sp>
      <p:sp>
        <p:nvSpPr>
          <p:cNvPr id="35395" name="Milestone 2 text">
            <a:extLst>
              <a:ext uri="{FF2B5EF4-FFF2-40B4-BE49-F238E27FC236}">
                <a16:creationId xmlns:a16="http://schemas.microsoft.com/office/drawing/2014/main" id="{80A2DB65-7B21-47D8-B9E2-0D2140411B16}"/>
              </a:ext>
            </a:extLst>
          </p:cNvPr>
          <p:cNvSpPr/>
          <p:nvPr/>
        </p:nvSpPr>
        <p:spPr>
          <a:xfrm>
            <a:off x="1955800" y="3535680"/>
            <a:ext cx="2651760" cy="746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PR #19</a:t>
            </a:r>
          </a:p>
          <a:p>
            <a:pPr algn="ctr">
              <a:buNone/>
            </a:pPr>
            <a:r>
              <a:rPr lang="en-US" sz="1400" b="1">
                <a:solidFill>
                  <a:srgbClr val="173F35"/>
                </a:solidFill>
                <a:effectLst/>
                <a:latin typeface="Arial" panose="020B0604020202020204" pitchFamily="34" charset="0"/>
              </a:rPr>
              <a:t>four role-based perspectives</a:t>
            </a:r>
          </a:p>
          <a:p>
            <a:pPr algn="ctr">
              <a:buNone/>
            </a:pPr>
            <a:r>
              <a:rPr lang="en-US" sz="1300">
                <a:solidFill>
                  <a:srgbClr val="2E6B5E"/>
                </a:solidFill>
                <a:effectLst/>
                <a:latin typeface="Arial" panose="020B0604020202020204" pitchFamily="34" charset="0"/>
              </a:rPr>
              <a:t>roles need their own queues</a:t>
            </a:r>
            <a:endParaRPr lang="en-US"/>
          </a:p>
        </p:txBody>
      </p:sp>
      <p:sp>
        <p:nvSpPr>
          <p:cNvPr id="35410" name="Milestone 3 text">
            <a:extLst>
              <a:ext uri="{FF2B5EF4-FFF2-40B4-BE49-F238E27FC236}">
                <a16:creationId xmlns:a16="http://schemas.microsoft.com/office/drawing/2014/main" id="{589C2294-E4D5-06A2-D04B-02420BE46239}"/>
              </a:ext>
            </a:extLst>
          </p:cNvPr>
          <p:cNvSpPr/>
          <p:nvPr/>
        </p:nvSpPr>
        <p:spPr>
          <a:xfrm>
            <a:off x="3362960" y="1463040"/>
            <a:ext cx="2651760" cy="1158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6 Oct</a:t>
            </a:r>
          </a:p>
          <a:p>
            <a:pPr algn="ctr">
              <a:buNone/>
            </a:pPr>
            <a:r>
              <a:rPr lang="en-US" sz="1400" b="1">
                <a:solidFill>
                  <a:srgbClr val="173F35"/>
                </a:solidFill>
                <a:effectLst/>
                <a:latin typeface="Arial" panose="020B0604020202020204" pitchFamily="34" charset="0"/>
              </a:rPr>
              <a:t>review of 11 perspectives,</a:t>
            </a:r>
          </a:p>
          <a:p>
            <a:pPr algn="ctr">
              <a:buNone/>
            </a:pPr>
            <a:r>
              <a:rPr lang="en-US" sz="1400" b="1">
                <a:solidFill>
                  <a:srgbClr val="173F35"/>
                </a:solidFill>
                <a:effectLst/>
                <a:latin typeface="Arial" panose="020B0604020202020204" pitchFamily="34" charset="0"/>
              </a:rPr>
              <a:t>9 filters, 8 cases</a:t>
            </a:r>
          </a:p>
          <a:p>
            <a:pPr algn="ctr">
              <a:buNone/>
            </a:pPr>
            <a:r>
              <a:rPr lang="en-US" sz="1300">
                <a:solidFill>
                  <a:srgbClr val="2E6B5E"/>
                </a:solidFill>
                <a:effectLst/>
                <a:latin typeface="Arial" panose="020B0604020202020204" pitchFamily="34" charset="0"/>
              </a:rPr>
              <a:t>inconsistent owner labels</a:t>
            </a:r>
          </a:p>
          <a:p>
            <a:pPr algn="ctr">
              <a:buNone/>
            </a:pPr>
            <a:r>
              <a:rPr lang="en-US" sz="1300">
                <a:solidFill>
                  <a:srgbClr val="2E6B5E"/>
                </a:solidFill>
                <a:effectLst/>
                <a:latin typeface="Arial" panose="020B0604020202020204" pitchFamily="34" charset="0"/>
              </a:rPr>
              <a:t>fixed in requirements</a:t>
            </a:r>
            <a:endParaRPr lang="en-US"/>
          </a:p>
        </p:txBody>
      </p:sp>
      <p:sp>
        <p:nvSpPr>
          <p:cNvPr id="35426" name="Milestone 4 text">
            <a:extLst>
              <a:ext uri="{FF2B5EF4-FFF2-40B4-BE49-F238E27FC236}">
                <a16:creationId xmlns:a16="http://schemas.microsoft.com/office/drawing/2014/main" id="{1EAF46C3-3A4E-A807-0593-FB06B3D8196B}"/>
              </a:ext>
            </a:extLst>
          </p:cNvPr>
          <p:cNvSpPr/>
          <p:nvPr/>
        </p:nvSpPr>
        <p:spPr>
          <a:xfrm>
            <a:off x="4770120" y="3535680"/>
            <a:ext cx="2651760" cy="746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8 Oct</a:t>
            </a:r>
          </a:p>
          <a:p>
            <a:pPr algn="ctr">
              <a:buNone/>
            </a:pPr>
            <a:r>
              <a:rPr lang="en-US" sz="1400" b="1">
                <a:solidFill>
                  <a:srgbClr val="173F35"/>
                </a:solidFill>
                <a:effectLst/>
                <a:latin typeface="Arial" panose="020B0604020202020204" pitchFamily="34" charset="0"/>
              </a:rPr>
              <a:t>MVP replaces prototype</a:t>
            </a:r>
          </a:p>
          <a:p>
            <a:pPr algn="ctr">
              <a:buNone/>
            </a:pPr>
            <a:r>
              <a:rPr lang="en-US" sz="1300">
                <a:solidFill>
                  <a:srgbClr val="2E6B5E"/>
                </a:solidFill>
                <a:effectLst/>
                <a:latin typeface="Arial" panose="020B0604020202020204" pitchFamily="34" charset="0"/>
              </a:rPr>
              <a:t>one shared workbench</a:t>
            </a:r>
            <a:endParaRPr lang="en-US"/>
          </a:p>
        </p:txBody>
      </p:sp>
      <p:sp>
        <p:nvSpPr>
          <p:cNvPr id="35443" name="Milestone 5 text">
            <a:extLst>
              <a:ext uri="{FF2B5EF4-FFF2-40B4-BE49-F238E27FC236}">
                <a16:creationId xmlns:a16="http://schemas.microsoft.com/office/drawing/2014/main" id="{C8401D7F-E9A6-080E-591D-FCD2F78C3350}"/>
              </a:ext>
            </a:extLst>
          </p:cNvPr>
          <p:cNvSpPr/>
          <p:nvPr/>
        </p:nvSpPr>
        <p:spPr>
          <a:xfrm>
            <a:off x="6177280" y="1463040"/>
            <a:ext cx="2651760" cy="1158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11 Oct</a:t>
            </a:r>
          </a:p>
          <a:p>
            <a:pPr algn="ctr">
              <a:buNone/>
            </a:pPr>
            <a:r>
              <a:rPr lang="en-US" sz="1400" b="1">
                <a:solidFill>
                  <a:srgbClr val="173F35"/>
                </a:solidFill>
                <a:effectLst/>
                <a:latin typeface="Arial" panose="020B0604020202020204" pitchFamily="34" charset="0"/>
              </a:rPr>
              <a:t>PR #58 real AI,</a:t>
            </a:r>
          </a:p>
          <a:p>
            <a:pPr algn="ctr">
              <a:buNone/>
            </a:pPr>
            <a:r>
              <a:rPr lang="en-US" sz="1400" b="1">
                <a:solidFill>
                  <a:srgbClr val="173F35"/>
                </a:solidFill>
                <a:effectLst/>
                <a:latin typeface="Arial" panose="020B0604020202020204" pitchFamily="34" charset="0"/>
              </a:rPr>
              <a:t>Azure SQL and Blob</a:t>
            </a:r>
          </a:p>
          <a:p>
            <a:pPr algn="ctr">
              <a:buNone/>
            </a:pPr>
            <a:r>
              <a:rPr lang="en-US" sz="1300">
                <a:solidFill>
                  <a:srgbClr val="2E6B5E"/>
                </a:solidFill>
                <a:effectLst/>
                <a:latin typeface="Arial" panose="020B0604020202020204" pitchFamily="34" charset="0"/>
              </a:rPr>
              <a:t>decision model +</a:t>
            </a:r>
          </a:p>
          <a:p>
            <a:pPr algn="ctr">
              <a:buNone/>
            </a:pPr>
            <a:r>
              <a:rPr lang="en-US" sz="1300">
                <a:solidFill>
                  <a:srgbClr val="2E6B5E"/>
                </a:solidFill>
                <a:effectLst/>
                <a:latin typeface="Arial" panose="020B0604020202020204" pitchFamily="34" charset="0"/>
              </a:rPr>
              <a:t>generative calls work</a:t>
            </a:r>
            <a:endParaRPr lang="en-US"/>
          </a:p>
        </p:txBody>
      </p:sp>
      <p:sp>
        <p:nvSpPr>
          <p:cNvPr id="35461" name="Milestone 6 text">
            <a:extLst>
              <a:ext uri="{FF2B5EF4-FFF2-40B4-BE49-F238E27FC236}">
                <a16:creationId xmlns:a16="http://schemas.microsoft.com/office/drawing/2014/main" id="{8EE85162-21C3-E06B-BB65-FDC5981774E2}"/>
              </a:ext>
            </a:extLst>
          </p:cNvPr>
          <p:cNvSpPr/>
          <p:nvPr/>
        </p:nvSpPr>
        <p:spPr>
          <a:xfrm>
            <a:off x="7584440" y="3535680"/>
            <a:ext cx="2651760" cy="11734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14 Oct</a:t>
            </a:r>
          </a:p>
          <a:p>
            <a:pPr algn="ctr">
              <a:buNone/>
            </a:pPr>
            <a:r>
              <a:rPr lang="en-US" sz="1400" b="1">
                <a:solidFill>
                  <a:srgbClr val="173F35"/>
                </a:solidFill>
                <a:effectLst/>
                <a:latin typeface="Arial" panose="020B0604020202020204" pitchFamily="34" charset="0"/>
              </a:rPr>
              <a:t>five assistants, real proposals, 73 SQL tests, survived a restart</a:t>
            </a:r>
          </a:p>
          <a:p>
            <a:pPr algn="ctr">
              <a:buNone/>
            </a:pPr>
            <a:r>
              <a:rPr lang="en-US" sz="1300">
                <a:solidFill>
                  <a:srgbClr val="2E6B5E"/>
                </a:solidFill>
                <a:effectLst/>
                <a:latin typeface="Arial" panose="020B0604020202020204" pitchFamily="34" charset="0"/>
              </a:rPr>
              <a:t>the proposal service holds</a:t>
            </a:r>
            <a:endParaRPr lang="en-US"/>
          </a:p>
        </p:txBody>
      </p:sp>
      <p:sp>
        <p:nvSpPr>
          <p:cNvPr id="35480" name="Milestone 7 text">
            <a:extLst>
              <a:ext uri="{FF2B5EF4-FFF2-40B4-BE49-F238E27FC236}">
                <a16:creationId xmlns:a16="http://schemas.microsoft.com/office/drawing/2014/main" id="{DADFFCFE-B2D1-5E78-00FC-41EDBCAE1E6E}"/>
              </a:ext>
            </a:extLst>
          </p:cNvPr>
          <p:cNvSpPr/>
          <p:nvPr/>
        </p:nvSpPr>
        <p:spPr>
          <a:xfrm>
            <a:off x="8991600" y="1463040"/>
            <a:ext cx="2651760" cy="9448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23 Oct</a:t>
            </a:r>
          </a:p>
          <a:p>
            <a:pPr algn="ctr">
              <a:buNone/>
            </a:pPr>
            <a:r>
              <a:rPr lang="en-US" sz="1400" b="1">
                <a:solidFill>
                  <a:srgbClr val="173F35"/>
                </a:solidFill>
                <a:effectLst/>
                <a:latin typeface="Arial" panose="020B0604020202020204" pitchFamily="34" charset="0"/>
              </a:rPr>
              <a:t>PR #433 Tokenomics</a:t>
            </a:r>
          </a:p>
          <a:p>
            <a:pPr algn="ctr">
              <a:buNone/>
            </a:pPr>
            <a:r>
              <a:rPr lang="en-US" sz="1300">
                <a:solidFill>
                  <a:srgbClr val="2E6B5E"/>
                </a:solidFill>
                <a:effectLst/>
                <a:latin typeface="Arial" panose="020B0604020202020204" pitchFamily="34" charset="0"/>
              </a:rPr>
              <a:t>AI is managed by cost per accepted outcome</a:t>
            </a:r>
            <a:endParaRPr lang="en-US"/>
          </a:p>
        </p:txBody>
      </p:sp>
      <p:sp>
        <p:nvSpPr>
          <p:cNvPr id="35500" name="Lessons band">
            <a:extLst>
              <a:ext uri="{FF2B5EF4-FFF2-40B4-BE49-F238E27FC236}">
                <a16:creationId xmlns:a16="http://schemas.microsoft.com/office/drawing/2014/main" id="{C94E423B-05AB-9F76-BE65-9AB2AD04E462}"/>
              </a:ext>
            </a:extLst>
          </p:cNvPr>
          <p:cNvSpPr/>
          <p:nvPr/>
        </p:nvSpPr>
        <p:spPr>
          <a:xfrm>
            <a:off x="548640" y="4892040"/>
            <a:ext cx="11094720" cy="853440"/>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521" name="Statement 1">
            <a:extLst>
              <a:ext uri="{FF2B5EF4-FFF2-40B4-BE49-F238E27FC236}">
                <a16:creationId xmlns:a16="http://schemas.microsoft.com/office/drawing/2014/main" id="{EC249819-E07A-C23D-6596-30C031C22FD3}"/>
              </a:ext>
            </a:extLst>
          </p:cNvPr>
          <p:cNvSpPr/>
          <p:nvPr/>
        </p:nvSpPr>
        <p:spPr>
          <a:xfrm>
            <a:off x="685800" y="5029200"/>
            <a:ext cx="3442255"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E9B14C"/>
                </a:solidFill>
                <a:effectLst/>
                <a:latin typeface="Arial" panose="020B0604020202020204" pitchFamily="34" charset="0"/>
              </a:rPr>
              <a:t>From a requirements review to five real AI assistants in 25 days</a:t>
            </a:r>
          </a:p>
          <a:p>
            <a:pPr algn="l">
              <a:buNone/>
            </a:pPr>
            <a:r>
              <a:rPr lang="en-US" sz="100">
                <a:effectLst/>
              </a:rPr>
              <a:t> </a:t>
            </a:r>
            <a:endParaRPr lang="en-US"/>
          </a:p>
        </p:txBody>
      </p:sp>
      <p:sp>
        <p:nvSpPr>
          <p:cNvPr id="35543" name="Band divider 1">
            <a:extLst>
              <a:ext uri="{FF2B5EF4-FFF2-40B4-BE49-F238E27FC236}">
                <a16:creationId xmlns:a16="http://schemas.microsoft.com/office/drawing/2014/main" id="{7E7F7D14-B81C-E7F1-58BD-7C7C8CCA9262}"/>
              </a:ext>
            </a:extLst>
          </p:cNvPr>
          <p:cNvSpPr/>
          <p:nvPr/>
        </p:nvSpPr>
        <p:spPr>
          <a:xfrm>
            <a:off x="4213145" y="5074920"/>
            <a:ext cx="12700" cy="487680"/>
          </a:xfrm>
          <a:prstGeom prst="rect">
            <a:avLst/>
          </a:prstGeom>
          <a:solidFill>
            <a:srgbClr val="A9C7BA"/>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566" name="Statement 2">
            <a:extLst>
              <a:ext uri="{FF2B5EF4-FFF2-40B4-BE49-F238E27FC236}">
                <a16:creationId xmlns:a16="http://schemas.microsoft.com/office/drawing/2014/main" id="{49267F8A-09CA-1A1C-C2DB-B14D5ADCA707}"/>
              </a:ext>
            </a:extLst>
          </p:cNvPr>
          <p:cNvSpPr/>
          <p:nvPr/>
        </p:nvSpPr>
        <p:spPr>
          <a:xfrm>
            <a:off x="4310935" y="5029200"/>
            <a:ext cx="3777922"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FAF9F6"/>
                </a:solidFill>
                <a:effectLst/>
                <a:latin typeface="Arial" panose="020B0604020202020204" pitchFamily="34" charset="0"/>
              </a:rPr>
              <a:t>Owner feedback reshaped the screen: my cases, next owner, plain status</a:t>
            </a:r>
          </a:p>
          <a:p>
            <a:pPr algn="l">
              <a:buNone/>
            </a:pPr>
            <a:r>
              <a:rPr lang="en-US" sz="100">
                <a:effectLst/>
              </a:rPr>
              <a:t> </a:t>
            </a:r>
            <a:endParaRPr lang="en-US"/>
          </a:p>
        </p:txBody>
      </p:sp>
      <p:sp>
        <p:nvSpPr>
          <p:cNvPr id="35590" name="Band divider 2">
            <a:extLst>
              <a:ext uri="{FF2B5EF4-FFF2-40B4-BE49-F238E27FC236}">
                <a16:creationId xmlns:a16="http://schemas.microsoft.com/office/drawing/2014/main" id="{6AF3D692-354B-A19D-42C0-071161456DDB}"/>
              </a:ext>
            </a:extLst>
          </p:cNvPr>
          <p:cNvSpPr/>
          <p:nvPr/>
        </p:nvSpPr>
        <p:spPr>
          <a:xfrm>
            <a:off x="8173947" y="5074920"/>
            <a:ext cx="12700" cy="487680"/>
          </a:xfrm>
          <a:prstGeom prst="rect">
            <a:avLst/>
          </a:prstGeom>
          <a:solidFill>
            <a:srgbClr val="A9C7BA"/>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615" name="Statement 3">
            <a:extLst>
              <a:ext uri="{FF2B5EF4-FFF2-40B4-BE49-F238E27FC236}">
                <a16:creationId xmlns:a16="http://schemas.microsoft.com/office/drawing/2014/main" id="{A2FC0FE6-4C31-D40D-A259-FD490527C2D0}"/>
              </a:ext>
            </a:extLst>
          </p:cNvPr>
          <p:cNvSpPr/>
          <p:nvPr/>
        </p:nvSpPr>
        <p:spPr>
          <a:xfrm>
            <a:off x="8271737" y="5029200"/>
            <a:ext cx="3234461"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FAF9F6"/>
                </a:solidFill>
                <a:effectLst/>
                <a:latin typeface="Arial" panose="020B0604020202020204" pitchFamily="34" charset="0"/>
              </a:rPr>
              <a:t>Every lesson became a requirement, a decision or a test</a:t>
            </a:r>
          </a:p>
          <a:p>
            <a:pPr algn="l">
              <a:buNone/>
            </a:pPr>
            <a:r>
              <a:rPr lang="en-US" sz="100">
                <a:effectLst/>
              </a:rPr>
              <a:t> </a:t>
            </a:r>
            <a:endParaRPr lang="en-US"/>
          </a:p>
        </p:txBody>
      </p:sp>
      <p:pic>
        <p:nvPicPr>
          <p:cNvPr id="35616" name="Milestone 1 icon" descr="Research icon">
            <a:extLst>
              <a:ext uri="{FF2B5EF4-FFF2-40B4-BE49-F238E27FC236}">
                <a16:creationId xmlns:a16="http://schemas.microsoft.com/office/drawing/2014/main" id="{915E04F5-44A1-72D9-0F54-27A1D37E2943}"/>
              </a:ext>
            </a:extLst>
          </p:cNvPr>
          <p:cNvPicPr>
            <a:picLocks noChangeAspect="1"/>
          </p:cNvPicPr>
          <p:nvPr/>
        </p:nvPicPr>
        <p:blipFill>
          <a:blip r:embed="rId3"/>
          <a:stretch>
            <a:fillRect/>
          </a:stretch>
        </p:blipFill>
        <p:spPr>
          <a:xfrm>
            <a:off x="1623060" y="2827020"/>
            <a:ext cx="502920" cy="502920"/>
          </a:xfrm>
          <a:prstGeom prst="rect">
            <a:avLst/>
          </a:prstGeom>
        </p:spPr>
      </p:pic>
      <p:pic>
        <p:nvPicPr>
          <p:cNvPr id="35617" name="Milestone 2 icon" descr="Prototype icon">
            <a:extLst>
              <a:ext uri="{FF2B5EF4-FFF2-40B4-BE49-F238E27FC236}">
                <a16:creationId xmlns:a16="http://schemas.microsoft.com/office/drawing/2014/main" id="{F8E3716F-88A5-415B-59B6-DC47CB186036}"/>
              </a:ext>
            </a:extLst>
          </p:cNvPr>
          <p:cNvPicPr>
            <a:picLocks noChangeAspect="1"/>
          </p:cNvPicPr>
          <p:nvPr/>
        </p:nvPicPr>
        <p:blipFill>
          <a:blip r:embed="rId4"/>
          <a:stretch>
            <a:fillRect/>
          </a:stretch>
        </p:blipFill>
        <p:spPr>
          <a:xfrm>
            <a:off x="3030220" y="2827020"/>
            <a:ext cx="502920" cy="502920"/>
          </a:xfrm>
          <a:prstGeom prst="rect">
            <a:avLst/>
          </a:prstGeom>
        </p:spPr>
      </p:pic>
      <p:pic>
        <p:nvPicPr>
          <p:cNvPr id="35618" name="Milestone 3 icon" descr="Idea icon">
            <a:extLst>
              <a:ext uri="{FF2B5EF4-FFF2-40B4-BE49-F238E27FC236}">
                <a16:creationId xmlns:a16="http://schemas.microsoft.com/office/drawing/2014/main" id="{ECA09EB6-9921-4D86-59BA-9FCF4B7274E4}"/>
              </a:ext>
            </a:extLst>
          </p:cNvPr>
          <p:cNvPicPr>
            <a:picLocks noChangeAspect="1"/>
          </p:cNvPicPr>
          <p:nvPr/>
        </p:nvPicPr>
        <p:blipFill>
          <a:blip r:embed="rId5"/>
          <a:stretch>
            <a:fillRect/>
          </a:stretch>
        </p:blipFill>
        <p:spPr>
          <a:xfrm>
            <a:off x="4437380" y="2827020"/>
            <a:ext cx="502920" cy="502920"/>
          </a:xfrm>
          <a:prstGeom prst="rect">
            <a:avLst/>
          </a:prstGeom>
        </p:spPr>
      </p:pic>
      <p:pic>
        <p:nvPicPr>
          <p:cNvPr id="35619" name="Milestone 4 icon" descr="AI icon">
            <a:extLst>
              <a:ext uri="{FF2B5EF4-FFF2-40B4-BE49-F238E27FC236}">
                <a16:creationId xmlns:a16="http://schemas.microsoft.com/office/drawing/2014/main" id="{C0E0D7C4-2A42-ED94-8BFA-8B3B6F1A7BE8}"/>
              </a:ext>
            </a:extLst>
          </p:cNvPr>
          <p:cNvPicPr>
            <a:picLocks noChangeAspect="1"/>
          </p:cNvPicPr>
          <p:nvPr/>
        </p:nvPicPr>
        <p:blipFill>
          <a:blip r:embed="rId6"/>
          <a:stretch>
            <a:fillRect/>
          </a:stretch>
        </p:blipFill>
        <p:spPr>
          <a:xfrm>
            <a:off x="5844540" y="2827020"/>
            <a:ext cx="502920" cy="502920"/>
          </a:xfrm>
          <a:prstGeom prst="rect">
            <a:avLst/>
          </a:prstGeom>
        </p:spPr>
      </p:pic>
      <p:pic>
        <p:nvPicPr>
          <p:cNvPr id="35620" name="Milestone 5 icon" descr="Approval gate icon">
            <a:extLst>
              <a:ext uri="{FF2B5EF4-FFF2-40B4-BE49-F238E27FC236}">
                <a16:creationId xmlns:a16="http://schemas.microsoft.com/office/drawing/2014/main" id="{20C5465A-3C60-3F18-EC7A-187377701806}"/>
              </a:ext>
            </a:extLst>
          </p:cNvPr>
          <p:cNvPicPr>
            <a:picLocks noChangeAspect="1"/>
          </p:cNvPicPr>
          <p:nvPr/>
        </p:nvPicPr>
        <p:blipFill>
          <a:blip r:embed="rId7"/>
          <a:stretch>
            <a:fillRect/>
          </a:stretch>
        </p:blipFill>
        <p:spPr>
          <a:xfrm>
            <a:off x="7251700" y="2827020"/>
            <a:ext cx="502920" cy="502920"/>
          </a:xfrm>
          <a:prstGeom prst="rect">
            <a:avLst/>
          </a:prstGeom>
        </p:spPr>
      </p:pic>
      <p:pic>
        <p:nvPicPr>
          <p:cNvPr id="35621" name="Milestone 6 icon" descr="Route icon">
            <a:extLst>
              <a:ext uri="{FF2B5EF4-FFF2-40B4-BE49-F238E27FC236}">
                <a16:creationId xmlns:a16="http://schemas.microsoft.com/office/drawing/2014/main" id="{6B9BFA04-8096-ACB9-8A79-076454A30EAB}"/>
              </a:ext>
            </a:extLst>
          </p:cNvPr>
          <p:cNvPicPr>
            <a:picLocks noChangeAspect="1"/>
          </p:cNvPicPr>
          <p:nvPr/>
        </p:nvPicPr>
        <p:blipFill>
          <a:blip r:embed="rId8"/>
          <a:stretch>
            <a:fillRect/>
          </a:stretch>
        </p:blipFill>
        <p:spPr>
          <a:xfrm>
            <a:off x="8658860" y="2827020"/>
            <a:ext cx="502920" cy="502920"/>
          </a:xfrm>
          <a:prstGeom prst="rect">
            <a:avLst/>
          </a:prstGeom>
        </p:spPr>
      </p:pic>
      <p:pic>
        <p:nvPicPr>
          <p:cNvPr id="35622" name="Milestone 7 icon" descr="Cost icon">
            <a:extLst>
              <a:ext uri="{FF2B5EF4-FFF2-40B4-BE49-F238E27FC236}">
                <a16:creationId xmlns:a16="http://schemas.microsoft.com/office/drawing/2014/main" id="{BBFA3FBE-55F2-A951-9491-5551797DD6E2}"/>
              </a:ext>
            </a:extLst>
          </p:cNvPr>
          <p:cNvPicPr>
            <a:picLocks noChangeAspect="1"/>
          </p:cNvPicPr>
          <p:nvPr/>
        </p:nvPicPr>
        <p:blipFill>
          <a:blip r:embed="rId9"/>
          <a:stretch>
            <a:fillRect/>
          </a:stretch>
        </p:blipFill>
        <p:spPr>
          <a:xfrm>
            <a:off x="10066020" y="2827020"/>
            <a:ext cx="502920" cy="502920"/>
          </a:xfrm>
          <a:prstGeom prst="rect">
            <a:avLst/>
          </a:prstGeom>
        </p:spPr>
      </p:pic>
    </p:spTree>
    <p:extLst>
      <p:ext uri="{BB962C8B-B14F-4D97-AF65-F5344CB8AC3E}">
        <p14:creationId xmlns:p14="http://schemas.microsoft.com/office/powerpoint/2010/main" val="130242261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5623" name="Eyebrow">
            <a:extLst>
              <a:ext uri="{FF2B5EF4-FFF2-40B4-BE49-F238E27FC236}">
                <a16:creationId xmlns:a16="http://schemas.microsoft.com/office/drawing/2014/main" id="{261532A3-2C41-514B-D0DF-79B668EB082C}"/>
              </a:ext>
            </a:extLst>
          </p:cNvPr>
          <p:cNvSpPr/>
          <p:nvPr/>
        </p:nvSpPr>
        <p:spPr>
          <a:xfrm>
            <a:off x="548640" y="365760"/>
            <a:ext cx="60655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2 · DISCOVERY</a:t>
            </a:r>
          </a:p>
          <a:p>
            <a:pPr algn="l">
              <a:buNone/>
            </a:pPr>
            <a:r>
              <a:rPr lang="en-US" sz="100">
                <a:effectLst/>
              </a:rPr>
              <a:t> </a:t>
            </a:r>
            <a:endParaRPr lang="en-US"/>
          </a:p>
        </p:txBody>
      </p:sp>
      <p:sp>
        <p:nvSpPr>
          <p:cNvPr id="35625" name="Slide title">
            <a:extLst>
              <a:ext uri="{FF2B5EF4-FFF2-40B4-BE49-F238E27FC236}">
                <a16:creationId xmlns:a16="http://schemas.microsoft.com/office/drawing/2014/main" id="{5A136B73-102A-C251-E44C-CA351D567846}"/>
              </a:ext>
            </a:extLst>
          </p:cNvPr>
          <p:cNvSpPr/>
          <p:nvPr/>
        </p:nvSpPr>
        <p:spPr>
          <a:xfrm>
            <a:off x="548640" y="685800"/>
            <a:ext cx="6477873"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We stress-tested the economics</a:t>
            </a:r>
          </a:p>
          <a:p>
            <a:pPr algn="l">
              <a:buNone/>
            </a:pPr>
            <a:r>
              <a:rPr lang="en-US" sz="3200" b="1">
                <a:solidFill>
                  <a:srgbClr val="173F35"/>
                </a:solidFill>
                <a:effectLst/>
                <a:latin typeface="Arial" panose="020B0604020202020204" pitchFamily="34" charset="0"/>
              </a:rPr>
              <a:t>before we wrote the product.</a:t>
            </a:r>
            <a:endParaRPr lang="en-US"/>
          </a:p>
        </p:txBody>
      </p:sp>
      <p:sp>
        <p:nvSpPr>
          <p:cNvPr id="35628" name="Footer sources">
            <a:extLst>
              <a:ext uri="{FF2B5EF4-FFF2-40B4-BE49-F238E27FC236}">
                <a16:creationId xmlns:a16="http://schemas.microsoft.com/office/drawing/2014/main" id="{766DCFB1-5203-8B50-540C-478555774368}"/>
              </a:ext>
            </a:extLst>
          </p:cNvPr>
          <p:cNvSpPr/>
          <p:nvPr/>
        </p:nvSpPr>
        <p:spPr>
          <a:xfrm>
            <a:off x="548640" y="5943600"/>
            <a:ext cx="5233588"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agent what-if study (20 scenarios) · exercise addendum fixtures · EHS 2024-25 · BRD programme economics · WH:SHF wave 3</a:t>
            </a:r>
          </a:p>
          <a:p>
            <a:pPr algn="l">
              <a:buNone/>
            </a:pPr>
            <a:r>
              <a:rPr lang="en-US" sz="100">
                <a:effectLst/>
              </a:rPr>
              <a:t> </a:t>
            </a:r>
            <a:endParaRPr lang="en-US"/>
          </a:p>
        </p:txBody>
      </p:sp>
      <p:sp>
        <p:nvSpPr>
          <p:cNvPr id="35632" name="Footer navigation">
            <a:extLst>
              <a:ext uri="{FF2B5EF4-FFF2-40B4-BE49-F238E27FC236}">
                <a16:creationId xmlns:a16="http://schemas.microsoft.com/office/drawing/2014/main" id="{5D266012-D388-3DCC-14ED-D7F3E197CEB1}"/>
              </a:ext>
            </a:extLst>
          </p:cNvPr>
          <p:cNvSpPr/>
          <p:nvPr/>
        </p:nvSpPr>
        <p:spPr>
          <a:xfrm>
            <a:off x="10070592" y="6126480"/>
            <a:ext cx="1572768"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S10 · Answers: B09</a:t>
            </a:r>
          </a:p>
          <a:p>
            <a:pPr algn="r">
              <a:buNone/>
            </a:pPr>
            <a:r>
              <a:rPr lang="en-US" sz="100">
                <a:effectLst/>
              </a:rPr>
              <a:t> </a:t>
            </a:r>
            <a:endParaRPr lang="en-US"/>
          </a:p>
        </p:txBody>
      </p:sp>
      <p:sp>
        <p:nvSpPr>
          <p:cNvPr id="35637" name="What-if pill">
            <a:extLst>
              <a:ext uri="{FF2B5EF4-FFF2-40B4-BE49-F238E27FC236}">
                <a16:creationId xmlns:a16="http://schemas.microsoft.com/office/drawing/2014/main" id="{BF127DB5-FBD4-E69C-B851-B637ED51FCE5}"/>
              </a:ext>
            </a:extLst>
          </p:cNvPr>
          <p:cNvSpPr/>
          <p:nvPr/>
        </p:nvSpPr>
        <p:spPr>
          <a:xfrm>
            <a:off x="10472928" y="365760"/>
            <a:ext cx="1170432"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WHAT-IF</a:t>
            </a:r>
          </a:p>
          <a:p>
            <a:pPr algn="ctr">
              <a:buNone/>
            </a:pPr>
            <a:r>
              <a:rPr lang="en-US" sz="100">
                <a:effectLst/>
              </a:rPr>
              <a:t> </a:t>
            </a:r>
            <a:endParaRPr lang="en-US"/>
          </a:p>
        </p:txBody>
      </p:sp>
      <p:sp>
        <p:nvSpPr>
          <p:cNvPr id="35643" name="Scenarios callout">
            <a:extLst>
              <a:ext uri="{FF2B5EF4-FFF2-40B4-BE49-F238E27FC236}">
                <a16:creationId xmlns:a16="http://schemas.microsoft.com/office/drawing/2014/main" id="{922D64ED-AB22-F3F3-8FD6-97CAEEE5CC38}"/>
              </a:ext>
            </a:extLst>
          </p:cNvPr>
          <p:cNvSpPr/>
          <p:nvPr/>
        </p:nvSpPr>
        <p:spPr>
          <a:xfrm>
            <a:off x="7209393" y="777240"/>
            <a:ext cx="4433967" cy="100584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650" name="Scenarios icon disc">
            <a:extLst>
              <a:ext uri="{FF2B5EF4-FFF2-40B4-BE49-F238E27FC236}">
                <a16:creationId xmlns:a16="http://schemas.microsoft.com/office/drawing/2014/main" id="{46FA7724-EFFB-AD44-887F-0F78043D9040}"/>
              </a:ext>
            </a:extLst>
          </p:cNvPr>
          <p:cNvSpPr/>
          <p:nvPr/>
        </p:nvSpPr>
        <p:spPr>
          <a:xfrm>
            <a:off x="7361793" y="982980"/>
            <a:ext cx="594360" cy="594360"/>
          </a:xfrm>
          <a:prstGeom prst="ellipse">
            <a:avLst/>
          </a:prstGeom>
          <a:solidFill>
            <a:srgbClr val="FAF9F6"/>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658" name="Scenarios text">
            <a:extLst>
              <a:ext uri="{FF2B5EF4-FFF2-40B4-BE49-F238E27FC236}">
                <a16:creationId xmlns:a16="http://schemas.microsoft.com/office/drawing/2014/main" id="{546A9D23-10C6-0E66-E048-214E8FEC5B18}"/>
              </a:ext>
            </a:extLst>
          </p:cNvPr>
          <p:cNvSpPr/>
          <p:nvPr/>
        </p:nvSpPr>
        <p:spPr>
          <a:xfrm>
            <a:off x="8001873" y="868680"/>
            <a:ext cx="3595767"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2E6B5E"/>
                </a:solidFill>
                <a:effectLst/>
                <a:latin typeface="Arial" panose="020B0604020202020204" pitchFamily="34" charset="0"/>
              </a:rPr>
              <a:t>20 scenarios</a:t>
            </a:r>
          </a:p>
          <a:p>
            <a:pPr algn="l">
              <a:buNone/>
            </a:pPr>
            <a:r>
              <a:rPr lang="en-US" sz="1400">
                <a:solidFill>
                  <a:srgbClr val="173F35"/>
                </a:solidFill>
                <a:effectLst/>
                <a:latin typeface="Arial" panose="020B0604020202020204" pitchFamily="34" charset="0"/>
              </a:rPr>
              <a:t>five agents, a programme supervisor and a damp and mould loop</a:t>
            </a:r>
            <a:endParaRPr lang="en-US"/>
          </a:p>
        </p:txBody>
      </p:sp>
      <p:sp>
        <p:nvSpPr>
          <p:cNvPr id="35667" name="One home panel">
            <a:extLst>
              <a:ext uri="{FF2B5EF4-FFF2-40B4-BE49-F238E27FC236}">
                <a16:creationId xmlns:a16="http://schemas.microsoft.com/office/drawing/2014/main" id="{7A51534E-0CF1-5C8E-3615-530C68D48BA1}"/>
              </a:ext>
            </a:extLst>
          </p:cNvPr>
          <p:cNvSpPr/>
          <p:nvPr/>
        </p:nvSpPr>
        <p:spPr>
          <a:xfrm>
            <a:off x="548640" y="2057400"/>
            <a:ext cx="4114800" cy="379476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677" name="Programme panel">
            <a:extLst>
              <a:ext uri="{FF2B5EF4-FFF2-40B4-BE49-F238E27FC236}">
                <a16:creationId xmlns:a16="http://schemas.microsoft.com/office/drawing/2014/main" id="{AA6E6D80-69B1-62F1-57C0-4681AB0F473D}"/>
              </a:ext>
            </a:extLst>
          </p:cNvPr>
          <p:cNvSpPr/>
          <p:nvPr/>
        </p:nvSpPr>
        <p:spPr>
          <a:xfrm>
            <a:off x="4892040" y="2057400"/>
            <a:ext cx="6751320" cy="379476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688" name="One home header">
            <a:extLst>
              <a:ext uri="{FF2B5EF4-FFF2-40B4-BE49-F238E27FC236}">
                <a16:creationId xmlns:a16="http://schemas.microsoft.com/office/drawing/2014/main" id="{857F6F12-58A5-2FE9-3C8E-4FA1CAF0E33E}"/>
              </a:ext>
            </a:extLst>
          </p:cNvPr>
          <p:cNvSpPr/>
          <p:nvPr/>
        </p:nvSpPr>
        <p:spPr>
          <a:xfrm>
            <a:off x="609600" y="2124800"/>
            <a:ext cx="399288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ONE HOME · exercise fixture (fictional)</a:t>
            </a:r>
          </a:p>
          <a:p>
            <a:pPr algn="l">
              <a:buNone/>
            </a:pPr>
            <a:r>
              <a:rPr lang="en-US" sz="100">
                <a:effectLst/>
              </a:rPr>
              <a:t> </a:t>
            </a:r>
            <a:endParaRPr lang="en-US"/>
          </a:p>
        </p:txBody>
      </p:sp>
      <p:sp>
        <p:nvSpPr>
          <p:cNvPr id="35700" name="Programme header">
            <a:extLst>
              <a:ext uri="{FF2B5EF4-FFF2-40B4-BE49-F238E27FC236}">
                <a16:creationId xmlns:a16="http://schemas.microsoft.com/office/drawing/2014/main" id="{D5CCE06B-BEF5-877C-4953-CF3A75B1FAD3}"/>
              </a:ext>
            </a:extLst>
          </p:cNvPr>
          <p:cNvSpPr/>
          <p:nvPr/>
        </p:nvSpPr>
        <p:spPr>
          <a:xfrm>
            <a:off x="4953000" y="2124800"/>
            <a:ext cx="662940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THE PROGRAMME · 15,600 homes</a:t>
            </a:r>
          </a:p>
          <a:p>
            <a:pPr algn="l">
              <a:buNone/>
            </a:pPr>
            <a:r>
              <a:rPr lang="en-US" sz="100">
                <a:effectLst/>
              </a:rPr>
              <a:t> </a:t>
            </a:r>
            <a:endParaRPr lang="en-US"/>
          </a:p>
        </p:txBody>
      </p:sp>
      <p:pic>
        <p:nvPicPr>
          <p:cNvPr id="37901" name="Scenarios icon" descr="Research icon">
            <a:extLst>
              <a:ext uri="{FF2B5EF4-FFF2-40B4-BE49-F238E27FC236}">
                <a16:creationId xmlns:a16="http://schemas.microsoft.com/office/drawing/2014/main" id="{CD989EC1-0974-5710-EDCE-836484A89063}"/>
              </a:ext>
            </a:extLst>
          </p:cNvPr>
          <p:cNvPicPr>
            <a:picLocks noChangeAspect="1"/>
          </p:cNvPicPr>
          <p:nvPr/>
        </p:nvPicPr>
        <p:blipFill>
          <a:blip r:embed="rId3"/>
          <a:stretch>
            <a:fillRect/>
          </a:stretch>
        </p:blipFill>
        <p:spPr>
          <a:xfrm>
            <a:off x="7453233" y="1074420"/>
            <a:ext cx="411480" cy="411480"/>
          </a:xfrm>
          <a:prstGeom prst="rect">
            <a:avLst/>
          </a:prstGeom>
        </p:spPr>
      </p:pic>
      <p:sp>
        <p:nvSpPr>
          <p:cNvPr id="53498" name="Programme zero line">
            <a:extLst>
              <a:ext uri="{FF2B5EF4-FFF2-40B4-BE49-F238E27FC236}">
                <a16:creationId xmlns:a16="http://schemas.microsoft.com/office/drawing/2014/main" id="{945AD91C-3904-4150-765E-09A3857AB9AA}"/>
              </a:ext>
            </a:extLst>
          </p:cNvPr>
          <p:cNvSpPr/>
          <p:nvPr/>
        </p:nvSpPr>
        <p:spPr>
          <a:xfrm>
            <a:off x="8371076" y="2834640"/>
            <a:ext cx="19050" cy="2274948"/>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00" name="Home zero line">
            <a:extLst>
              <a:ext uri="{FF2B5EF4-FFF2-40B4-BE49-F238E27FC236}">
                <a16:creationId xmlns:a16="http://schemas.microsoft.com/office/drawing/2014/main" id="{EF5DF874-C5D9-7D35-8526-84318DC5724D}"/>
              </a:ext>
            </a:extLst>
          </p:cNvPr>
          <p:cNvSpPr/>
          <p:nvPr/>
        </p:nvSpPr>
        <p:spPr>
          <a:xfrm>
            <a:off x="782955" y="2804160"/>
            <a:ext cx="19050" cy="2351151"/>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03" name="Home bar 1">
            <a:extLst>
              <a:ext uri="{FF2B5EF4-FFF2-40B4-BE49-F238E27FC236}">
                <a16:creationId xmlns:a16="http://schemas.microsoft.com/office/drawing/2014/main" id="{9FE522FB-207D-5EE2-1FD9-CF70FADE2AFD}"/>
              </a:ext>
            </a:extLst>
          </p:cNvPr>
          <p:cNvSpPr/>
          <p:nvPr/>
        </p:nvSpPr>
        <p:spPr>
          <a:xfrm>
            <a:off x="792480" y="2849880"/>
            <a:ext cx="2895600" cy="292608"/>
          </a:xfrm>
          <a:prstGeom prst="rect">
            <a:avLst/>
          </a:prstGeom>
          <a:solidFill>
            <a:srgbClr val="BFC9C4"/>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07" name="Home bar 2">
            <a:extLst>
              <a:ext uri="{FF2B5EF4-FFF2-40B4-BE49-F238E27FC236}">
                <a16:creationId xmlns:a16="http://schemas.microsoft.com/office/drawing/2014/main" id="{0BAFFF3B-E904-6B38-9199-668D690DBD68}"/>
              </a:ext>
            </a:extLst>
          </p:cNvPr>
          <p:cNvSpPr/>
          <p:nvPr/>
        </p:nvSpPr>
        <p:spPr>
          <a:xfrm>
            <a:off x="792480" y="3505581"/>
            <a:ext cx="1809750" cy="292608"/>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12" name="Home bar 3">
            <a:extLst>
              <a:ext uri="{FF2B5EF4-FFF2-40B4-BE49-F238E27FC236}">
                <a16:creationId xmlns:a16="http://schemas.microsoft.com/office/drawing/2014/main" id="{104DB3DD-95BB-09FC-93F7-6BA6DFFBE6B8}"/>
              </a:ext>
            </a:extLst>
          </p:cNvPr>
          <p:cNvSpPr/>
          <p:nvPr/>
        </p:nvSpPr>
        <p:spPr>
          <a:xfrm>
            <a:off x="792480" y="4161282"/>
            <a:ext cx="2099310" cy="292608"/>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18" name="Home bar 4">
            <a:extLst>
              <a:ext uri="{FF2B5EF4-FFF2-40B4-BE49-F238E27FC236}">
                <a16:creationId xmlns:a16="http://schemas.microsoft.com/office/drawing/2014/main" id="{A51DBA4B-08FD-2CA3-82C6-9E47CDBA26EC}"/>
              </a:ext>
            </a:extLst>
          </p:cNvPr>
          <p:cNvSpPr/>
          <p:nvPr/>
        </p:nvSpPr>
        <p:spPr>
          <a:xfrm>
            <a:off x="792480" y="4816983"/>
            <a:ext cx="2026920" cy="292608"/>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25" name="Home axis">
            <a:extLst>
              <a:ext uri="{FF2B5EF4-FFF2-40B4-BE49-F238E27FC236}">
                <a16:creationId xmlns:a16="http://schemas.microsoft.com/office/drawing/2014/main" id="{1FD8BBC8-4906-1E6B-0749-4F64550F8780}"/>
              </a:ext>
            </a:extLst>
          </p:cNvPr>
          <p:cNvSpPr/>
          <p:nvPr/>
        </p:nvSpPr>
        <p:spPr>
          <a:xfrm>
            <a:off x="787717" y="5155311"/>
            <a:ext cx="3189923" cy="9525"/>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33" name="Home tick mark 0">
            <a:extLst>
              <a:ext uri="{FF2B5EF4-FFF2-40B4-BE49-F238E27FC236}">
                <a16:creationId xmlns:a16="http://schemas.microsoft.com/office/drawing/2014/main" id="{D6B31566-83A3-5D02-C54C-7AF7BAC547F2}"/>
              </a:ext>
            </a:extLst>
          </p:cNvPr>
          <p:cNvSpPr/>
          <p:nvPr/>
        </p:nvSpPr>
        <p:spPr>
          <a:xfrm>
            <a:off x="787717" y="5155311"/>
            <a:ext cx="9525" cy="54864"/>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42" name="Home tick mark 5000">
            <a:extLst>
              <a:ext uri="{FF2B5EF4-FFF2-40B4-BE49-F238E27FC236}">
                <a16:creationId xmlns:a16="http://schemas.microsoft.com/office/drawing/2014/main" id="{53A0CC10-8CF0-995D-4EDF-B6D121ECC639}"/>
              </a:ext>
            </a:extLst>
          </p:cNvPr>
          <p:cNvSpPr/>
          <p:nvPr/>
        </p:nvSpPr>
        <p:spPr>
          <a:xfrm>
            <a:off x="1511617" y="5155311"/>
            <a:ext cx="9525" cy="54864"/>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52" name="Home tick mark 10000">
            <a:extLst>
              <a:ext uri="{FF2B5EF4-FFF2-40B4-BE49-F238E27FC236}">
                <a16:creationId xmlns:a16="http://schemas.microsoft.com/office/drawing/2014/main" id="{331C6C69-6AEB-6C6C-3DD4-CC0E77E0B6B7}"/>
              </a:ext>
            </a:extLst>
          </p:cNvPr>
          <p:cNvSpPr/>
          <p:nvPr/>
        </p:nvSpPr>
        <p:spPr>
          <a:xfrm>
            <a:off x="2235517" y="5155311"/>
            <a:ext cx="9525" cy="54864"/>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63" name="Home tick mark 15000">
            <a:extLst>
              <a:ext uri="{FF2B5EF4-FFF2-40B4-BE49-F238E27FC236}">
                <a16:creationId xmlns:a16="http://schemas.microsoft.com/office/drawing/2014/main" id="{3FBD55C3-6309-965C-4FA1-956D56106016}"/>
              </a:ext>
            </a:extLst>
          </p:cNvPr>
          <p:cNvSpPr/>
          <p:nvPr/>
        </p:nvSpPr>
        <p:spPr>
          <a:xfrm>
            <a:off x="2959417" y="5155311"/>
            <a:ext cx="9525" cy="54864"/>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75" name="Home tick mark 20000">
            <a:extLst>
              <a:ext uri="{FF2B5EF4-FFF2-40B4-BE49-F238E27FC236}">
                <a16:creationId xmlns:a16="http://schemas.microsoft.com/office/drawing/2014/main" id="{301357DE-C695-BAC4-FB7D-163AD327A6CB}"/>
              </a:ext>
            </a:extLst>
          </p:cNvPr>
          <p:cNvSpPr/>
          <p:nvPr/>
        </p:nvSpPr>
        <p:spPr>
          <a:xfrm>
            <a:off x="3683317" y="5155311"/>
            <a:ext cx="9525" cy="54864"/>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88" name="Programme bar £95m">
            <a:extLst>
              <a:ext uri="{FF2B5EF4-FFF2-40B4-BE49-F238E27FC236}">
                <a16:creationId xmlns:a16="http://schemas.microsoft.com/office/drawing/2014/main" id="{B71B6A50-F65E-8514-4148-DD6E946A2357}"/>
              </a:ext>
            </a:extLst>
          </p:cNvPr>
          <p:cNvSpPr/>
          <p:nvPr/>
        </p:nvSpPr>
        <p:spPr>
          <a:xfrm>
            <a:off x="8380601" y="2903220"/>
            <a:ext cx="682562" cy="196278"/>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602" name="Programme bar £107m">
            <a:extLst>
              <a:ext uri="{FF2B5EF4-FFF2-40B4-BE49-F238E27FC236}">
                <a16:creationId xmlns:a16="http://schemas.microsoft.com/office/drawing/2014/main" id="{11DFDE8C-9244-6155-0998-FA800A7674EE}"/>
              </a:ext>
            </a:extLst>
          </p:cNvPr>
          <p:cNvSpPr/>
          <p:nvPr/>
        </p:nvSpPr>
        <p:spPr>
          <a:xfrm>
            <a:off x="8380601" y="3236658"/>
            <a:ext cx="768780" cy="196278"/>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617" name="Programme bar £312m">
            <a:extLst>
              <a:ext uri="{FF2B5EF4-FFF2-40B4-BE49-F238E27FC236}">
                <a16:creationId xmlns:a16="http://schemas.microsoft.com/office/drawing/2014/main" id="{775A8242-E2E3-0985-4BD8-6B688F1ADF96}"/>
              </a:ext>
            </a:extLst>
          </p:cNvPr>
          <p:cNvSpPr/>
          <p:nvPr/>
        </p:nvSpPr>
        <p:spPr>
          <a:xfrm>
            <a:off x="8380601" y="3570096"/>
            <a:ext cx="2241678" cy="196278"/>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633" name="Programme bar £22.5m">
            <a:extLst>
              <a:ext uri="{FF2B5EF4-FFF2-40B4-BE49-F238E27FC236}">
                <a16:creationId xmlns:a16="http://schemas.microsoft.com/office/drawing/2014/main" id="{1429EBE9-5A3F-1828-AA3C-0C048C6C4DCC}"/>
              </a:ext>
            </a:extLst>
          </p:cNvPr>
          <p:cNvSpPr/>
          <p:nvPr/>
        </p:nvSpPr>
        <p:spPr>
          <a:xfrm>
            <a:off x="8380601" y="4177854"/>
            <a:ext cx="161659" cy="196278"/>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650" name="Programme bar £47m">
            <a:extLst>
              <a:ext uri="{FF2B5EF4-FFF2-40B4-BE49-F238E27FC236}">
                <a16:creationId xmlns:a16="http://schemas.microsoft.com/office/drawing/2014/main" id="{9D46E419-563A-DF93-B7A7-0502D08DF01D}"/>
              </a:ext>
            </a:extLst>
          </p:cNvPr>
          <p:cNvSpPr/>
          <p:nvPr/>
        </p:nvSpPr>
        <p:spPr>
          <a:xfrm>
            <a:off x="8380601" y="4511292"/>
            <a:ext cx="337688" cy="196278"/>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668" name="Programme bar £117m">
            <a:extLst>
              <a:ext uri="{FF2B5EF4-FFF2-40B4-BE49-F238E27FC236}">
                <a16:creationId xmlns:a16="http://schemas.microsoft.com/office/drawing/2014/main" id="{8206F95D-26E3-0F0F-7C34-EB8B8670053E}"/>
              </a:ext>
            </a:extLst>
          </p:cNvPr>
          <p:cNvSpPr/>
          <p:nvPr/>
        </p:nvSpPr>
        <p:spPr>
          <a:xfrm>
            <a:off x="8380601" y="4844730"/>
            <a:ext cx="840629" cy="196278"/>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687" name="Programme axis">
            <a:extLst>
              <a:ext uri="{FF2B5EF4-FFF2-40B4-BE49-F238E27FC236}">
                <a16:creationId xmlns:a16="http://schemas.microsoft.com/office/drawing/2014/main" id="{FCA22C39-ECC0-C7E0-B718-6AE816ECC64C}"/>
              </a:ext>
            </a:extLst>
          </p:cNvPr>
          <p:cNvSpPr/>
          <p:nvPr/>
        </p:nvSpPr>
        <p:spPr>
          <a:xfrm>
            <a:off x="8375838" y="5109588"/>
            <a:ext cx="2519467" cy="9525"/>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707" name="Programme tick mark 0">
            <a:extLst>
              <a:ext uri="{FF2B5EF4-FFF2-40B4-BE49-F238E27FC236}">
                <a16:creationId xmlns:a16="http://schemas.microsoft.com/office/drawing/2014/main" id="{5D5C4C83-EA5B-73B9-A719-FF5683794620}"/>
              </a:ext>
            </a:extLst>
          </p:cNvPr>
          <p:cNvSpPr/>
          <p:nvPr/>
        </p:nvSpPr>
        <p:spPr>
          <a:xfrm>
            <a:off x="8375838" y="5109588"/>
            <a:ext cx="9525" cy="54864"/>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728" name="Programme tick mark 100">
            <a:extLst>
              <a:ext uri="{FF2B5EF4-FFF2-40B4-BE49-F238E27FC236}">
                <a16:creationId xmlns:a16="http://schemas.microsoft.com/office/drawing/2014/main" id="{3A3246EC-58E8-3735-41DF-FE8B72AA4E9C}"/>
              </a:ext>
            </a:extLst>
          </p:cNvPr>
          <p:cNvSpPr/>
          <p:nvPr/>
        </p:nvSpPr>
        <p:spPr>
          <a:xfrm>
            <a:off x="9094324" y="5109588"/>
            <a:ext cx="9525" cy="54864"/>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750" name="Programme tick mark 200">
            <a:extLst>
              <a:ext uri="{FF2B5EF4-FFF2-40B4-BE49-F238E27FC236}">
                <a16:creationId xmlns:a16="http://schemas.microsoft.com/office/drawing/2014/main" id="{A1CAD44F-1855-C5BD-90E4-CD448651E256}"/>
              </a:ext>
            </a:extLst>
          </p:cNvPr>
          <p:cNvSpPr/>
          <p:nvPr/>
        </p:nvSpPr>
        <p:spPr>
          <a:xfrm>
            <a:off x="9812811" y="5109588"/>
            <a:ext cx="9525" cy="54864"/>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773" name="Programme tick mark 300">
            <a:extLst>
              <a:ext uri="{FF2B5EF4-FFF2-40B4-BE49-F238E27FC236}">
                <a16:creationId xmlns:a16="http://schemas.microsoft.com/office/drawing/2014/main" id="{07AFBB3E-CCD3-A80F-3044-F6CE14732212}"/>
              </a:ext>
            </a:extLst>
          </p:cNvPr>
          <p:cNvSpPr/>
          <p:nvPr/>
        </p:nvSpPr>
        <p:spPr>
          <a:xfrm>
            <a:off x="10531298" y="5109588"/>
            <a:ext cx="9525" cy="54864"/>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797" name="Home label 1">
            <a:extLst>
              <a:ext uri="{FF2B5EF4-FFF2-40B4-BE49-F238E27FC236}">
                <a16:creationId xmlns:a16="http://schemas.microsoft.com/office/drawing/2014/main" id="{44A4B5C6-2FA3-1B5A-4211-C1E37576AA3E}"/>
              </a:ext>
            </a:extLst>
          </p:cNvPr>
          <p:cNvSpPr/>
          <p:nvPr/>
        </p:nvSpPr>
        <p:spPr>
          <a:xfrm>
            <a:off x="774192" y="2498180"/>
            <a:ext cx="3368040"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Gross cash before grant</a:t>
            </a:r>
          </a:p>
          <a:p>
            <a:pPr algn="l">
              <a:buNone/>
            </a:pPr>
            <a:r>
              <a:rPr lang="en-US" sz="100">
                <a:effectLst/>
              </a:rPr>
              <a:t> </a:t>
            </a:r>
            <a:endParaRPr lang="en-US"/>
          </a:p>
        </p:txBody>
      </p:sp>
      <p:sp>
        <p:nvSpPr>
          <p:cNvPr id="53822" name="Home value 1">
            <a:extLst>
              <a:ext uri="{FF2B5EF4-FFF2-40B4-BE49-F238E27FC236}">
                <a16:creationId xmlns:a16="http://schemas.microsoft.com/office/drawing/2014/main" id="{0DA3050F-EB89-0E3B-3292-051BCF72D3D5}"/>
              </a:ext>
            </a:extLst>
          </p:cNvPr>
          <p:cNvSpPr/>
          <p:nvPr/>
        </p:nvSpPr>
        <p:spPr>
          <a:xfrm>
            <a:off x="3669792" y="2758784"/>
            <a:ext cx="86868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20,000</a:t>
            </a:r>
          </a:p>
          <a:p>
            <a:pPr algn="l">
              <a:buNone/>
            </a:pPr>
            <a:r>
              <a:rPr lang="en-US" sz="100">
                <a:effectLst/>
              </a:rPr>
              <a:t> </a:t>
            </a:r>
            <a:endParaRPr lang="en-US"/>
          </a:p>
        </p:txBody>
      </p:sp>
      <p:sp>
        <p:nvSpPr>
          <p:cNvPr id="53848" name="Home label 2">
            <a:extLst>
              <a:ext uri="{FF2B5EF4-FFF2-40B4-BE49-F238E27FC236}">
                <a16:creationId xmlns:a16="http://schemas.microsoft.com/office/drawing/2014/main" id="{FB22D47B-210F-AED5-0782-46DE928E0B61}"/>
              </a:ext>
            </a:extLst>
          </p:cNvPr>
          <p:cNvSpPr/>
          <p:nvPr/>
        </p:nvSpPr>
        <p:spPr>
          <a:xfrm>
            <a:off x="774192" y="3153881"/>
            <a:ext cx="3368040"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Provider funding, base case</a:t>
            </a:r>
          </a:p>
          <a:p>
            <a:pPr algn="l">
              <a:buNone/>
            </a:pPr>
            <a:r>
              <a:rPr lang="en-US" sz="100">
                <a:effectLst/>
              </a:rPr>
              <a:t> </a:t>
            </a:r>
            <a:endParaRPr lang="en-US"/>
          </a:p>
        </p:txBody>
      </p:sp>
      <p:sp>
        <p:nvSpPr>
          <p:cNvPr id="53875" name="Home value 2">
            <a:extLst>
              <a:ext uri="{FF2B5EF4-FFF2-40B4-BE49-F238E27FC236}">
                <a16:creationId xmlns:a16="http://schemas.microsoft.com/office/drawing/2014/main" id="{4F658AC9-0C6A-FB84-3901-D15DFC490C12}"/>
              </a:ext>
            </a:extLst>
          </p:cNvPr>
          <p:cNvSpPr/>
          <p:nvPr/>
        </p:nvSpPr>
        <p:spPr>
          <a:xfrm>
            <a:off x="2583942" y="3414485"/>
            <a:ext cx="86868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12,500</a:t>
            </a:r>
          </a:p>
          <a:p>
            <a:pPr algn="l">
              <a:buNone/>
            </a:pPr>
            <a:r>
              <a:rPr lang="en-US" sz="100">
                <a:effectLst/>
              </a:rPr>
              <a:t> </a:t>
            </a:r>
            <a:endParaRPr lang="en-US"/>
          </a:p>
        </p:txBody>
      </p:sp>
      <p:sp>
        <p:nvSpPr>
          <p:cNvPr id="53903" name="Home label 3">
            <a:extLst>
              <a:ext uri="{FF2B5EF4-FFF2-40B4-BE49-F238E27FC236}">
                <a16:creationId xmlns:a16="http://schemas.microsoft.com/office/drawing/2014/main" id="{1B828E4B-FE91-0563-EAD1-0F3BD860C9F9}"/>
              </a:ext>
            </a:extLst>
          </p:cNvPr>
          <p:cNvSpPr/>
          <p:nvPr/>
        </p:nvSpPr>
        <p:spPr>
          <a:xfrm>
            <a:off x="774192" y="3809582"/>
            <a:ext cx="3368040"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Contingency spent</a:t>
            </a:r>
          </a:p>
          <a:p>
            <a:pPr algn="l">
              <a:buNone/>
            </a:pPr>
            <a:r>
              <a:rPr lang="en-US" sz="100">
                <a:effectLst/>
              </a:rPr>
              <a:t> </a:t>
            </a:r>
            <a:endParaRPr lang="en-US"/>
          </a:p>
        </p:txBody>
      </p:sp>
      <p:sp>
        <p:nvSpPr>
          <p:cNvPr id="53932" name="Home value 3">
            <a:extLst>
              <a:ext uri="{FF2B5EF4-FFF2-40B4-BE49-F238E27FC236}">
                <a16:creationId xmlns:a16="http://schemas.microsoft.com/office/drawing/2014/main" id="{DE4A925D-3A43-7910-3F82-1E98BA4DBABA}"/>
              </a:ext>
            </a:extLst>
          </p:cNvPr>
          <p:cNvSpPr/>
          <p:nvPr/>
        </p:nvSpPr>
        <p:spPr>
          <a:xfrm>
            <a:off x="2873502" y="4070186"/>
            <a:ext cx="86868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14,500</a:t>
            </a:r>
          </a:p>
          <a:p>
            <a:pPr algn="l">
              <a:buNone/>
            </a:pPr>
            <a:r>
              <a:rPr lang="en-US" sz="100">
                <a:effectLst/>
              </a:rPr>
              <a:t> </a:t>
            </a:r>
            <a:endParaRPr lang="en-US"/>
          </a:p>
        </p:txBody>
      </p:sp>
      <p:sp>
        <p:nvSpPr>
          <p:cNvPr id="53962" name="Home label 4">
            <a:extLst>
              <a:ext uri="{FF2B5EF4-FFF2-40B4-BE49-F238E27FC236}">
                <a16:creationId xmlns:a16="http://schemas.microsoft.com/office/drawing/2014/main" id="{338D9D23-D4BE-CC93-C48D-33634317A409}"/>
              </a:ext>
            </a:extLst>
          </p:cNvPr>
          <p:cNvSpPr/>
          <p:nvPr/>
        </p:nvSpPr>
        <p:spPr>
          <a:xfrm>
            <a:off x="774192" y="4465283"/>
            <a:ext cx="3368040"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Eligible cost falls to 12,000</a:t>
            </a:r>
          </a:p>
          <a:p>
            <a:pPr algn="l">
              <a:buNone/>
            </a:pPr>
            <a:r>
              <a:rPr lang="en-US" sz="100">
                <a:effectLst/>
              </a:rPr>
              <a:t> </a:t>
            </a:r>
            <a:endParaRPr lang="en-US"/>
          </a:p>
        </p:txBody>
      </p:sp>
      <p:sp>
        <p:nvSpPr>
          <p:cNvPr id="53993" name="Home value 4">
            <a:extLst>
              <a:ext uri="{FF2B5EF4-FFF2-40B4-BE49-F238E27FC236}">
                <a16:creationId xmlns:a16="http://schemas.microsoft.com/office/drawing/2014/main" id="{74DF1E51-1911-6B7C-DE23-1695A7A14FDE}"/>
              </a:ext>
            </a:extLst>
          </p:cNvPr>
          <p:cNvSpPr/>
          <p:nvPr/>
        </p:nvSpPr>
        <p:spPr>
          <a:xfrm>
            <a:off x="2801112" y="4725887"/>
            <a:ext cx="86868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14,000</a:t>
            </a:r>
          </a:p>
          <a:p>
            <a:pPr algn="l">
              <a:buNone/>
            </a:pPr>
            <a:r>
              <a:rPr lang="en-US" sz="100">
                <a:effectLst/>
              </a:rPr>
              <a:t> </a:t>
            </a:r>
            <a:endParaRPr lang="en-US"/>
          </a:p>
        </p:txBody>
      </p:sp>
      <p:sp>
        <p:nvSpPr>
          <p:cNvPr id="54025" name="Home tick 0">
            <a:extLst>
              <a:ext uri="{FF2B5EF4-FFF2-40B4-BE49-F238E27FC236}">
                <a16:creationId xmlns:a16="http://schemas.microsoft.com/office/drawing/2014/main" id="{CEE163FA-BAB7-C781-79E8-C1890C61CC82}"/>
              </a:ext>
            </a:extLst>
          </p:cNvPr>
          <p:cNvSpPr/>
          <p:nvPr/>
        </p:nvSpPr>
        <p:spPr>
          <a:xfrm>
            <a:off x="335280" y="5125175"/>
            <a:ext cx="914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50655E"/>
                </a:solidFill>
                <a:effectLst/>
                <a:latin typeface="Arial" panose="020B0604020202020204" pitchFamily="34" charset="0"/>
              </a:rPr>
              <a:t>0</a:t>
            </a:r>
          </a:p>
          <a:p>
            <a:pPr algn="ctr">
              <a:buNone/>
            </a:pPr>
            <a:r>
              <a:rPr lang="en-US" sz="100">
                <a:effectLst/>
              </a:rPr>
              <a:t> </a:t>
            </a:r>
            <a:endParaRPr lang="en-US"/>
          </a:p>
        </p:txBody>
      </p:sp>
      <p:sp>
        <p:nvSpPr>
          <p:cNvPr id="54058" name="Home tick 5000">
            <a:extLst>
              <a:ext uri="{FF2B5EF4-FFF2-40B4-BE49-F238E27FC236}">
                <a16:creationId xmlns:a16="http://schemas.microsoft.com/office/drawing/2014/main" id="{20EE0D55-572B-CF02-10E2-EC67CEAAC54B}"/>
              </a:ext>
            </a:extLst>
          </p:cNvPr>
          <p:cNvSpPr/>
          <p:nvPr/>
        </p:nvSpPr>
        <p:spPr>
          <a:xfrm>
            <a:off x="1059180" y="5125175"/>
            <a:ext cx="914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50655E"/>
                </a:solidFill>
                <a:effectLst/>
                <a:latin typeface="Arial" panose="020B0604020202020204" pitchFamily="34" charset="0"/>
              </a:rPr>
              <a:t>5,000</a:t>
            </a:r>
          </a:p>
          <a:p>
            <a:pPr algn="ctr">
              <a:buNone/>
            </a:pPr>
            <a:r>
              <a:rPr lang="en-US" sz="100">
                <a:effectLst/>
              </a:rPr>
              <a:t> </a:t>
            </a:r>
            <a:endParaRPr lang="en-US"/>
          </a:p>
        </p:txBody>
      </p:sp>
      <p:sp>
        <p:nvSpPr>
          <p:cNvPr id="54092" name="Home tick 10000">
            <a:extLst>
              <a:ext uri="{FF2B5EF4-FFF2-40B4-BE49-F238E27FC236}">
                <a16:creationId xmlns:a16="http://schemas.microsoft.com/office/drawing/2014/main" id="{903F6F07-3540-A200-9DC2-ADF48C8955F6}"/>
              </a:ext>
            </a:extLst>
          </p:cNvPr>
          <p:cNvSpPr/>
          <p:nvPr/>
        </p:nvSpPr>
        <p:spPr>
          <a:xfrm>
            <a:off x="1783080" y="5125175"/>
            <a:ext cx="914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50655E"/>
                </a:solidFill>
                <a:effectLst/>
                <a:latin typeface="Arial" panose="020B0604020202020204" pitchFamily="34" charset="0"/>
              </a:rPr>
              <a:t>10,000</a:t>
            </a:r>
          </a:p>
          <a:p>
            <a:pPr algn="ctr">
              <a:buNone/>
            </a:pPr>
            <a:r>
              <a:rPr lang="en-US" sz="100">
                <a:effectLst/>
              </a:rPr>
              <a:t> </a:t>
            </a:r>
            <a:endParaRPr lang="en-US"/>
          </a:p>
        </p:txBody>
      </p:sp>
      <p:sp>
        <p:nvSpPr>
          <p:cNvPr id="54127" name="Home tick 15000">
            <a:extLst>
              <a:ext uri="{FF2B5EF4-FFF2-40B4-BE49-F238E27FC236}">
                <a16:creationId xmlns:a16="http://schemas.microsoft.com/office/drawing/2014/main" id="{3ED9B94D-48BC-4372-788A-CAD6CA0607F6}"/>
              </a:ext>
            </a:extLst>
          </p:cNvPr>
          <p:cNvSpPr/>
          <p:nvPr/>
        </p:nvSpPr>
        <p:spPr>
          <a:xfrm>
            <a:off x="2506980" y="5125175"/>
            <a:ext cx="914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50655E"/>
                </a:solidFill>
                <a:effectLst/>
                <a:latin typeface="Arial" panose="020B0604020202020204" pitchFamily="34" charset="0"/>
              </a:rPr>
              <a:t>15,000</a:t>
            </a:r>
          </a:p>
          <a:p>
            <a:pPr algn="ctr">
              <a:buNone/>
            </a:pPr>
            <a:r>
              <a:rPr lang="en-US" sz="100">
                <a:effectLst/>
              </a:rPr>
              <a:t> </a:t>
            </a:r>
            <a:endParaRPr lang="en-US"/>
          </a:p>
        </p:txBody>
      </p:sp>
      <p:sp>
        <p:nvSpPr>
          <p:cNvPr id="54163" name="Home tick 20000">
            <a:extLst>
              <a:ext uri="{FF2B5EF4-FFF2-40B4-BE49-F238E27FC236}">
                <a16:creationId xmlns:a16="http://schemas.microsoft.com/office/drawing/2014/main" id="{6F91F38D-B17F-1122-6E70-10BCC2BF4F5C}"/>
              </a:ext>
            </a:extLst>
          </p:cNvPr>
          <p:cNvSpPr/>
          <p:nvPr/>
        </p:nvSpPr>
        <p:spPr>
          <a:xfrm>
            <a:off x="3230880" y="5125175"/>
            <a:ext cx="914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50655E"/>
                </a:solidFill>
                <a:effectLst/>
                <a:latin typeface="Arial" panose="020B0604020202020204" pitchFamily="34" charset="0"/>
              </a:rPr>
              <a:t>20,000</a:t>
            </a:r>
          </a:p>
          <a:p>
            <a:pPr algn="ctr">
              <a:buNone/>
            </a:pPr>
            <a:r>
              <a:rPr lang="en-US" sz="100">
                <a:effectLst/>
              </a:rPr>
              <a:t> </a:t>
            </a:r>
            <a:endParaRPr lang="en-US"/>
          </a:p>
        </p:txBody>
      </p:sp>
      <p:sp>
        <p:nvSpPr>
          <p:cNvPr id="54200" name="Home unit">
            <a:extLst>
              <a:ext uri="{FF2B5EF4-FFF2-40B4-BE49-F238E27FC236}">
                <a16:creationId xmlns:a16="http://schemas.microsoft.com/office/drawing/2014/main" id="{608EDDB8-B059-F2EB-1463-E06B578A3E43}"/>
              </a:ext>
            </a:extLst>
          </p:cNvPr>
          <p:cNvSpPr/>
          <p:nvPr/>
        </p:nvSpPr>
        <p:spPr>
          <a:xfrm>
            <a:off x="792480" y="5353775"/>
            <a:ext cx="318516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50655E"/>
                </a:solidFill>
                <a:effectLst/>
                <a:latin typeface="Arial" panose="020B0604020202020204" pitchFamily="34" charset="0"/>
              </a:rPr>
              <a:t>GBP</a:t>
            </a:r>
          </a:p>
          <a:p>
            <a:pPr algn="ctr">
              <a:buNone/>
            </a:pPr>
            <a:r>
              <a:rPr lang="en-US" sz="100">
                <a:effectLst/>
              </a:rPr>
              <a:t> </a:t>
            </a:r>
            <a:endParaRPr lang="en-US"/>
          </a:p>
        </p:txBody>
      </p:sp>
      <p:sp>
        <p:nvSpPr>
          <p:cNvPr id="54238" name="Group WORKS">
            <a:extLst>
              <a:ext uri="{FF2B5EF4-FFF2-40B4-BE49-F238E27FC236}">
                <a16:creationId xmlns:a16="http://schemas.microsoft.com/office/drawing/2014/main" id="{2864CCD5-8C3A-B1CA-B48B-F8BC5C4BDE88}"/>
              </a:ext>
            </a:extLst>
          </p:cNvPr>
          <p:cNvSpPr/>
          <p:nvPr/>
        </p:nvSpPr>
        <p:spPr>
          <a:xfrm>
            <a:off x="4953000" y="2475320"/>
            <a:ext cx="3290441"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WORKS</a:t>
            </a:r>
          </a:p>
          <a:p>
            <a:pPr algn="l">
              <a:buNone/>
            </a:pPr>
            <a:r>
              <a:rPr lang="en-US" sz="100">
                <a:effectLst/>
              </a:rPr>
              <a:t> </a:t>
            </a:r>
            <a:endParaRPr lang="en-US"/>
          </a:p>
        </p:txBody>
      </p:sp>
      <p:sp>
        <p:nvSpPr>
          <p:cNvPr id="54277" name="Programme label Light-touch to C at nati">
            <a:extLst>
              <a:ext uri="{FF2B5EF4-FFF2-40B4-BE49-F238E27FC236}">
                <a16:creationId xmlns:a16="http://schemas.microsoft.com/office/drawing/2014/main" id="{5C4AC56C-39A0-2B4B-06C2-B4147A2CC2DB}"/>
              </a:ext>
            </a:extLst>
          </p:cNvPr>
          <p:cNvSpPr/>
          <p:nvPr/>
        </p:nvSpPr>
        <p:spPr>
          <a:xfrm>
            <a:off x="4953000" y="2771579"/>
            <a:ext cx="3290441"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Light-touch to C at national HA average</a:t>
            </a:r>
          </a:p>
          <a:p>
            <a:pPr algn="l">
              <a:buNone/>
            </a:pPr>
            <a:r>
              <a:rPr lang="en-US" sz="100">
                <a:effectLst/>
              </a:rPr>
              <a:t> </a:t>
            </a:r>
            <a:endParaRPr lang="en-US"/>
          </a:p>
        </p:txBody>
      </p:sp>
      <p:sp>
        <p:nvSpPr>
          <p:cNvPr id="54317" name="Programme value £95m">
            <a:extLst>
              <a:ext uri="{FF2B5EF4-FFF2-40B4-BE49-F238E27FC236}">
                <a16:creationId xmlns:a16="http://schemas.microsoft.com/office/drawing/2014/main" id="{EDE6126E-5845-5648-8D7B-6267A7DF1598}"/>
              </a:ext>
            </a:extLst>
          </p:cNvPr>
          <p:cNvSpPr/>
          <p:nvPr/>
        </p:nvSpPr>
        <p:spPr>
          <a:xfrm>
            <a:off x="9044875" y="2763959"/>
            <a:ext cx="91440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£95m</a:t>
            </a:r>
          </a:p>
          <a:p>
            <a:pPr algn="l">
              <a:buNone/>
            </a:pPr>
            <a:r>
              <a:rPr lang="en-US" sz="100">
                <a:effectLst/>
              </a:rPr>
              <a:t> </a:t>
            </a:r>
            <a:endParaRPr lang="en-US"/>
          </a:p>
        </p:txBody>
      </p:sp>
      <p:sp>
        <p:nvSpPr>
          <p:cNvPr id="54358" name="Programme label By EPC band">
            <a:extLst>
              <a:ext uri="{FF2B5EF4-FFF2-40B4-BE49-F238E27FC236}">
                <a16:creationId xmlns:a16="http://schemas.microsoft.com/office/drawing/2014/main" id="{08489D00-8379-E407-2D2B-50F3F09E2BA9}"/>
              </a:ext>
            </a:extLst>
          </p:cNvPr>
          <p:cNvSpPr/>
          <p:nvPr/>
        </p:nvSpPr>
        <p:spPr>
          <a:xfrm>
            <a:off x="4953000" y="3105017"/>
            <a:ext cx="3290441"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By EPC band</a:t>
            </a:r>
          </a:p>
          <a:p>
            <a:pPr algn="l">
              <a:buNone/>
            </a:pPr>
            <a:r>
              <a:rPr lang="en-US" sz="100">
                <a:effectLst/>
              </a:rPr>
              <a:t> </a:t>
            </a:r>
            <a:endParaRPr lang="en-US"/>
          </a:p>
        </p:txBody>
      </p:sp>
      <p:sp>
        <p:nvSpPr>
          <p:cNvPr id="54400" name="Programme value £107m">
            <a:extLst>
              <a:ext uri="{FF2B5EF4-FFF2-40B4-BE49-F238E27FC236}">
                <a16:creationId xmlns:a16="http://schemas.microsoft.com/office/drawing/2014/main" id="{4510C60C-C09A-2D34-34F0-CCB292BE1118}"/>
              </a:ext>
            </a:extLst>
          </p:cNvPr>
          <p:cNvSpPr/>
          <p:nvPr/>
        </p:nvSpPr>
        <p:spPr>
          <a:xfrm>
            <a:off x="9131093" y="3097397"/>
            <a:ext cx="91440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£107m</a:t>
            </a:r>
          </a:p>
          <a:p>
            <a:pPr algn="l">
              <a:buNone/>
            </a:pPr>
            <a:r>
              <a:rPr lang="en-US" sz="100">
                <a:effectLst/>
              </a:rPr>
              <a:t> </a:t>
            </a:r>
            <a:endParaRPr lang="en-US"/>
          </a:p>
        </p:txBody>
      </p:sp>
      <p:sp>
        <p:nvSpPr>
          <p:cNvPr id="54443" name="Programme label Deep-retrofit fixture (G">
            <a:extLst>
              <a:ext uri="{FF2B5EF4-FFF2-40B4-BE49-F238E27FC236}">
                <a16:creationId xmlns:a16="http://schemas.microsoft.com/office/drawing/2014/main" id="{42101A6B-9E48-0F91-BD3E-4054B46AFCA9}"/>
              </a:ext>
            </a:extLst>
          </p:cNvPr>
          <p:cNvSpPr/>
          <p:nvPr/>
        </p:nvSpPr>
        <p:spPr>
          <a:xfrm>
            <a:off x="4953000" y="3438455"/>
            <a:ext cx="3290441"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Deep-retrofit fixture (GBP 20,000 a home)</a:t>
            </a:r>
          </a:p>
          <a:p>
            <a:pPr algn="l">
              <a:buNone/>
            </a:pPr>
            <a:r>
              <a:rPr lang="en-US" sz="100">
                <a:effectLst/>
              </a:rPr>
              <a:t> </a:t>
            </a:r>
            <a:endParaRPr lang="en-US"/>
          </a:p>
        </p:txBody>
      </p:sp>
      <p:sp>
        <p:nvSpPr>
          <p:cNvPr id="54487" name="Programme value £312m">
            <a:extLst>
              <a:ext uri="{FF2B5EF4-FFF2-40B4-BE49-F238E27FC236}">
                <a16:creationId xmlns:a16="http://schemas.microsoft.com/office/drawing/2014/main" id="{297BB368-EF63-E25B-A08B-1804ED649E61}"/>
              </a:ext>
            </a:extLst>
          </p:cNvPr>
          <p:cNvSpPr/>
          <p:nvPr/>
        </p:nvSpPr>
        <p:spPr>
          <a:xfrm>
            <a:off x="10603991" y="3430835"/>
            <a:ext cx="91440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£312m</a:t>
            </a:r>
          </a:p>
          <a:p>
            <a:pPr algn="l">
              <a:buNone/>
            </a:pPr>
            <a:r>
              <a:rPr lang="en-US" sz="100">
                <a:effectLst/>
              </a:rPr>
              <a:t> </a:t>
            </a:r>
            <a:endParaRPr lang="en-US"/>
          </a:p>
        </p:txBody>
      </p:sp>
      <p:sp>
        <p:nvSpPr>
          <p:cNvPr id="54532" name="Group GRANT">
            <a:extLst>
              <a:ext uri="{FF2B5EF4-FFF2-40B4-BE49-F238E27FC236}">
                <a16:creationId xmlns:a16="http://schemas.microsoft.com/office/drawing/2014/main" id="{8CC49B78-A7BE-462F-827B-1FBC1B2E71AD}"/>
              </a:ext>
            </a:extLst>
          </p:cNvPr>
          <p:cNvSpPr/>
          <p:nvPr/>
        </p:nvSpPr>
        <p:spPr>
          <a:xfrm>
            <a:off x="4953000" y="3749954"/>
            <a:ext cx="3290441"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GRANT</a:t>
            </a:r>
          </a:p>
          <a:p>
            <a:pPr algn="l">
              <a:buNone/>
            </a:pPr>
            <a:r>
              <a:rPr lang="en-US" sz="100">
                <a:effectLst/>
              </a:rPr>
              <a:t> </a:t>
            </a:r>
            <a:endParaRPr lang="en-US"/>
          </a:p>
        </p:txBody>
      </p:sp>
      <p:sp>
        <p:nvSpPr>
          <p:cNvPr id="54578" name="Programme label Proportional wave 3 shar">
            <a:extLst>
              <a:ext uri="{FF2B5EF4-FFF2-40B4-BE49-F238E27FC236}">
                <a16:creationId xmlns:a16="http://schemas.microsoft.com/office/drawing/2014/main" id="{3C9E1841-7CA2-0337-AF17-6AF050452056}"/>
              </a:ext>
            </a:extLst>
          </p:cNvPr>
          <p:cNvSpPr/>
          <p:nvPr/>
        </p:nvSpPr>
        <p:spPr>
          <a:xfrm>
            <a:off x="4953000" y="4046213"/>
            <a:ext cx="3290441"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Proportional wave 3 share</a:t>
            </a:r>
          </a:p>
          <a:p>
            <a:pPr algn="l">
              <a:buNone/>
            </a:pPr>
            <a:r>
              <a:rPr lang="en-US" sz="100">
                <a:effectLst/>
              </a:rPr>
              <a:t> </a:t>
            </a:r>
            <a:endParaRPr lang="en-US"/>
          </a:p>
        </p:txBody>
      </p:sp>
      <p:sp>
        <p:nvSpPr>
          <p:cNvPr id="54625" name="Programme value £22.5m">
            <a:extLst>
              <a:ext uri="{FF2B5EF4-FFF2-40B4-BE49-F238E27FC236}">
                <a16:creationId xmlns:a16="http://schemas.microsoft.com/office/drawing/2014/main" id="{01B93AEA-7803-DE9F-F114-71F14680E7EF}"/>
              </a:ext>
            </a:extLst>
          </p:cNvPr>
          <p:cNvSpPr/>
          <p:nvPr/>
        </p:nvSpPr>
        <p:spPr>
          <a:xfrm>
            <a:off x="8523972" y="4038593"/>
            <a:ext cx="91440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£22.5m</a:t>
            </a:r>
          </a:p>
          <a:p>
            <a:pPr algn="l">
              <a:buNone/>
            </a:pPr>
            <a:r>
              <a:rPr lang="en-US" sz="100">
                <a:effectLst/>
              </a:rPr>
              <a:t> </a:t>
            </a:r>
            <a:endParaRPr lang="en-US"/>
          </a:p>
        </p:txBody>
      </p:sp>
      <p:sp>
        <p:nvSpPr>
          <p:cNvPr id="54673" name="Programme label 50% of light-touch cost">
            <a:extLst>
              <a:ext uri="{FF2B5EF4-FFF2-40B4-BE49-F238E27FC236}">
                <a16:creationId xmlns:a16="http://schemas.microsoft.com/office/drawing/2014/main" id="{6E18868D-2CCB-4E50-574E-F69232707F45}"/>
              </a:ext>
            </a:extLst>
          </p:cNvPr>
          <p:cNvSpPr/>
          <p:nvPr/>
        </p:nvSpPr>
        <p:spPr>
          <a:xfrm>
            <a:off x="4953000" y="4379651"/>
            <a:ext cx="3290441"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50% of light-touch cost</a:t>
            </a:r>
          </a:p>
          <a:p>
            <a:pPr algn="l">
              <a:buNone/>
            </a:pPr>
            <a:r>
              <a:rPr lang="en-US" sz="100">
                <a:effectLst/>
              </a:rPr>
              <a:t> </a:t>
            </a:r>
            <a:endParaRPr lang="en-US"/>
          </a:p>
        </p:txBody>
      </p:sp>
      <p:sp>
        <p:nvSpPr>
          <p:cNvPr id="54722" name="Programme value £47m">
            <a:extLst>
              <a:ext uri="{FF2B5EF4-FFF2-40B4-BE49-F238E27FC236}">
                <a16:creationId xmlns:a16="http://schemas.microsoft.com/office/drawing/2014/main" id="{7750BDBD-A1B5-4987-5915-D9D4A09ECA46}"/>
              </a:ext>
            </a:extLst>
          </p:cNvPr>
          <p:cNvSpPr/>
          <p:nvPr/>
        </p:nvSpPr>
        <p:spPr>
          <a:xfrm>
            <a:off x="8700001" y="4372031"/>
            <a:ext cx="91440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£47m</a:t>
            </a:r>
          </a:p>
          <a:p>
            <a:pPr algn="l">
              <a:buNone/>
            </a:pPr>
            <a:r>
              <a:rPr lang="en-US" sz="100">
                <a:effectLst/>
              </a:rPr>
              <a:t> </a:t>
            </a:r>
            <a:endParaRPr lang="en-US"/>
          </a:p>
        </p:txBody>
      </p:sp>
      <p:sp>
        <p:nvSpPr>
          <p:cNvPr id="54772" name="Programme label Full £7,500 cap">
            <a:extLst>
              <a:ext uri="{FF2B5EF4-FFF2-40B4-BE49-F238E27FC236}">
                <a16:creationId xmlns:a16="http://schemas.microsoft.com/office/drawing/2014/main" id="{D6000E2A-537D-E928-005F-4CB802F0168D}"/>
              </a:ext>
            </a:extLst>
          </p:cNvPr>
          <p:cNvSpPr/>
          <p:nvPr/>
        </p:nvSpPr>
        <p:spPr>
          <a:xfrm>
            <a:off x="4953000" y="4713089"/>
            <a:ext cx="3290441"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Full £7,500 cap</a:t>
            </a:r>
          </a:p>
          <a:p>
            <a:pPr algn="l">
              <a:buNone/>
            </a:pPr>
            <a:r>
              <a:rPr lang="en-US" sz="100">
                <a:effectLst/>
              </a:rPr>
              <a:t> </a:t>
            </a:r>
            <a:endParaRPr lang="en-US"/>
          </a:p>
        </p:txBody>
      </p:sp>
      <p:sp>
        <p:nvSpPr>
          <p:cNvPr id="54823" name="Programme value £117m">
            <a:extLst>
              <a:ext uri="{FF2B5EF4-FFF2-40B4-BE49-F238E27FC236}">
                <a16:creationId xmlns:a16="http://schemas.microsoft.com/office/drawing/2014/main" id="{7FCA9B75-A387-1788-482B-E470058A409C}"/>
              </a:ext>
            </a:extLst>
          </p:cNvPr>
          <p:cNvSpPr/>
          <p:nvPr/>
        </p:nvSpPr>
        <p:spPr>
          <a:xfrm>
            <a:off x="9202942" y="4705469"/>
            <a:ext cx="91440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£117m</a:t>
            </a:r>
          </a:p>
          <a:p>
            <a:pPr algn="l">
              <a:buNone/>
            </a:pPr>
            <a:r>
              <a:rPr lang="en-US" sz="100">
                <a:effectLst/>
              </a:rPr>
              <a:t> </a:t>
            </a:r>
            <a:endParaRPr lang="en-US"/>
          </a:p>
        </p:txBody>
      </p:sp>
      <p:sp>
        <p:nvSpPr>
          <p:cNvPr id="54875" name="Programme tick 0">
            <a:extLst>
              <a:ext uri="{FF2B5EF4-FFF2-40B4-BE49-F238E27FC236}">
                <a16:creationId xmlns:a16="http://schemas.microsoft.com/office/drawing/2014/main" id="{6F44651B-E6AD-F580-3512-9FF727CF26F4}"/>
              </a:ext>
            </a:extLst>
          </p:cNvPr>
          <p:cNvSpPr/>
          <p:nvPr/>
        </p:nvSpPr>
        <p:spPr>
          <a:xfrm>
            <a:off x="7923401" y="5079452"/>
            <a:ext cx="914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50655E"/>
                </a:solidFill>
                <a:effectLst/>
                <a:latin typeface="Arial" panose="020B0604020202020204" pitchFamily="34" charset="0"/>
              </a:rPr>
              <a:t>0</a:t>
            </a:r>
          </a:p>
          <a:p>
            <a:pPr algn="ctr">
              <a:buNone/>
            </a:pPr>
            <a:r>
              <a:rPr lang="en-US" sz="100">
                <a:effectLst/>
              </a:rPr>
              <a:t> </a:t>
            </a:r>
            <a:endParaRPr lang="en-US"/>
          </a:p>
        </p:txBody>
      </p:sp>
      <p:sp>
        <p:nvSpPr>
          <p:cNvPr id="54928" name="Programme tick 100">
            <a:extLst>
              <a:ext uri="{FF2B5EF4-FFF2-40B4-BE49-F238E27FC236}">
                <a16:creationId xmlns:a16="http://schemas.microsoft.com/office/drawing/2014/main" id="{EAB9F03F-2C6E-46D9-A313-893DC2B5B5CC}"/>
              </a:ext>
            </a:extLst>
          </p:cNvPr>
          <p:cNvSpPr/>
          <p:nvPr/>
        </p:nvSpPr>
        <p:spPr>
          <a:xfrm>
            <a:off x="8641887" y="5079452"/>
            <a:ext cx="914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50655E"/>
                </a:solidFill>
                <a:effectLst/>
                <a:latin typeface="Arial" panose="020B0604020202020204" pitchFamily="34" charset="0"/>
              </a:rPr>
              <a:t>100</a:t>
            </a:r>
          </a:p>
          <a:p>
            <a:pPr algn="ctr">
              <a:buNone/>
            </a:pPr>
            <a:r>
              <a:rPr lang="en-US" sz="100">
                <a:effectLst/>
              </a:rPr>
              <a:t> </a:t>
            </a:r>
            <a:endParaRPr lang="en-US"/>
          </a:p>
        </p:txBody>
      </p:sp>
      <p:sp>
        <p:nvSpPr>
          <p:cNvPr id="54982" name="Programme tick 200">
            <a:extLst>
              <a:ext uri="{FF2B5EF4-FFF2-40B4-BE49-F238E27FC236}">
                <a16:creationId xmlns:a16="http://schemas.microsoft.com/office/drawing/2014/main" id="{5DA4F5DC-2B37-AFC9-D8CE-87003F7A2B0E}"/>
              </a:ext>
            </a:extLst>
          </p:cNvPr>
          <p:cNvSpPr/>
          <p:nvPr/>
        </p:nvSpPr>
        <p:spPr>
          <a:xfrm>
            <a:off x="9360374" y="5079452"/>
            <a:ext cx="914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50655E"/>
                </a:solidFill>
                <a:effectLst/>
                <a:latin typeface="Arial" panose="020B0604020202020204" pitchFamily="34" charset="0"/>
              </a:rPr>
              <a:t>200</a:t>
            </a:r>
          </a:p>
          <a:p>
            <a:pPr algn="ctr">
              <a:buNone/>
            </a:pPr>
            <a:r>
              <a:rPr lang="en-US" sz="100">
                <a:effectLst/>
              </a:rPr>
              <a:t> </a:t>
            </a:r>
            <a:endParaRPr lang="en-US"/>
          </a:p>
        </p:txBody>
      </p:sp>
      <p:sp>
        <p:nvSpPr>
          <p:cNvPr id="55037" name="Programme tick 300">
            <a:extLst>
              <a:ext uri="{FF2B5EF4-FFF2-40B4-BE49-F238E27FC236}">
                <a16:creationId xmlns:a16="http://schemas.microsoft.com/office/drawing/2014/main" id="{815C8845-6092-6264-C18E-3088439C08B0}"/>
              </a:ext>
            </a:extLst>
          </p:cNvPr>
          <p:cNvSpPr/>
          <p:nvPr/>
        </p:nvSpPr>
        <p:spPr>
          <a:xfrm>
            <a:off x="10078861" y="5079452"/>
            <a:ext cx="914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50655E"/>
                </a:solidFill>
                <a:effectLst/>
                <a:latin typeface="Arial" panose="020B0604020202020204" pitchFamily="34" charset="0"/>
              </a:rPr>
              <a:t>300</a:t>
            </a:r>
          </a:p>
          <a:p>
            <a:pPr algn="ctr">
              <a:buNone/>
            </a:pPr>
            <a:r>
              <a:rPr lang="en-US" sz="100">
                <a:effectLst/>
              </a:rPr>
              <a:t> </a:t>
            </a:r>
            <a:endParaRPr lang="en-US"/>
          </a:p>
        </p:txBody>
      </p:sp>
      <p:sp>
        <p:nvSpPr>
          <p:cNvPr id="55093" name="Programme unit">
            <a:extLst>
              <a:ext uri="{FF2B5EF4-FFF2-40B4-BE49-F238E27FC236}">
                <a16:creationId xmlns:a16="http://schemas.microsoft.com/office/drawing/2014/main" id="{B7622B5E-91F9-1C80-07BD-2165A1FF7065}"/>
              </a:ext>
            </a:extLst>
          </p:cNvPr>
          <p:cNvSpPr/>
          <p:nvPr/>
        </p:nvSpPr>
        <p:spPr>
          <a:xfrm>
            <a:off x="8380601" y="5308052"/>
            <a:ext cx="2514704"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50655E"/>
                </a:solidFill>
                <a:effectLst/>
                <a:latin typeface="Arial" panose="020B0604020202020204" pitchFamily="34" charset="0"/>
              </a:rPr>
              <a:t>£m</a:t>
            </a:r>
          </a:p>
          <a:p>
            <a:pPr algn="ctr">
              <a:buNone/>
            </a:pPr>
            <a:r>
              <a:rPr lang="en-US" sz="100">
                <a:effectLst/>
              </a:rPr>
              <a:t> </a:t>
            </a:r>
            <a:endParaRPr lang="en-US"/>
          </a:p>
        </p:txBody>
      </p:sp>
    </p:spTree>
    <p:extLst>
      <p:ext uri="{BB962C8B-B14F-4D97-AF65-F5344CB8AC3E}">
        <p14:creationId xmlns:p14="http://schemas.microsoft.com/office/powerpoint/2010/main" val="128346566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7905" name="Eyebrow">
            <a:extLst>
              <a:ext uri="{FF2B5EF4-FFF2-40B4-BE49-F238E27FC236}">
                <a16:creationId xmlns:a16="http://schemas.microsoft.com/office/drawing/2014/main" id="{8385A6F6-C6A0-B35F-E34B-D3C816B7E5B7}"/>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3 · THE PRODUCT</a:t>
            </a:r>
          </a:p>
          <a:p>
            <a:pPr algn="l">
              <a:buNone/>
            </a:pPr>
            <a:r>
              <a:rPr lang="en-US" sz="100">
                <a:effectLst/>
              </a:rPr>
              <a:t> </a:t>
            </a:r>
            <a:endParaRPr lang="en-US"/>
          </a:p>
        </p:txBody>
      </p:sp>
      <p:sp>
        <p:nvSpPr>
          <p:cNvPr id="37907" name="Slide title">
            <a:extLst>
              <a:ext uri="{FF2B5EF4-FFF2-40B4-BE49-F238E27FC236}">
                <a16:creationId xmlns:a16="http://schemas.microsoft.com/office/drawing/2014/main" id="{A1795C47-4C54-013D-4274-13E0616771A2}"/>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Meet the Workbench:</a:t>
            </a:r>
          </a:p>
          <a:p>
            <a:pPr algn="l">
              <a:buNone/>
            </a:pPr>
            <a:r>
              <a:rPr lang="en-US" sz="3200" b="1">
                <a:solidFill>
                  <a:srgbClr val="173F35"/>
                </a:solidFill>
                <a:effectLst/>
                <a:latin typeface="Arial" panose="020B0604020202020204" pitchFamily="34" charset="0"/>
              </a:rPr>
              <a:t>every home, one owner, one next step.</a:t>
            </a:r>
            <a:endParaRPr lang="en-US"/>
          </a:p>
        </p:txBody>
      </p:sp>
      <p:sp>
        <p:nvSpPr>
          <p:cNvPr id="37910" name="Footer sources">
            <a:extLst>
              <a:ext uri="{FF2B5EF4-FFF2-40B4-BE49-F238E27FC236}">
                <a16:creationId xmlns:a16="http://schemas.microsoft.com/office/drawing/2014/main" id="{000EC742-3BD5-165D-9734-E07087D37EAD}"/>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AMA Plan board (23 Oct 2026): #73, #76, #77, #78, #85, #95, #102, #106 · prototype learnings</a:t>
            </a:r>
          </a:p>
          <a:p>
            <a:pPr algn="l">
              <a:buNone/>
            </a:pPr>
            <a:r>
              <a:rPr lang="en-US" sz="100">
                <a:effectLst/>
              </a:rPr>
              <a:t> </a:t>
            </a:r>
            <a:endParaRPr lang="en-US"/>
          </a:p>
        </p:txBody>
      </p:sp>
      <p:sp>
        <p:nvSpPr>
          <p:cNvPr id="37914" name="Footer navigation">
            <a:extLst>
              <a:ext uri="{FF2B5EF4-FFF2-40B4-BE49-F238E27FC236}">
                <a16:creationId xmlns:a16="http://schemas.microsoft.com/office/drawing/2014/main" id="{84DA8607-177E-BD1C-CA95-4C8F0DEA87B3}"/>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S11 · Answers: B02</a:t>
            </a:r>
          </a:p>
          <a:p>
            <a:pPr algn="r">
              <a:buNone/>
            </a:pPr>
            <a:r>
              <a:rPr lang="en-US" sz="100">
                <a:effectLst/>
              </a:rPr>
              <a:t> </a:t>
            </a:r>
            <a:endParaRPr lang="en-US"/>
          </a:p>
        </p:txBody>
      </p:sp>
      <p:sp>
        <p:nvSpPr>
          <p:cNvPr id="37919" name="Window body">
            <a:extLst>
              <a:ext uri="{FF2B5EF4-FFF2-40B4-BE49-F238E27FC236}">
                <a16:creationId xmlns:a16="http://schemas.microsoft.com/office/drawing/2014/main" id="{45603A92-88EE-7885-43A0-C68BD66CB9A4}"/>
              </a:ext>
            </a:extLst>
          </p:cNvPr>
          <p:cNvSpPr/>
          <p:nvPr/>
        </p:nvSpPr>
        <p:spPr>
          <a:xfrm>
            <a:off x="548640" y="2340864"/>
            <a:ext cx="6812280" cy="3054096"/>
          </a:xfrm>
          <a:prstGeom prst="rect">
            <a:avLst/>
          </a:prstGeom>
          <a:solidFill>
            <a:srgbClr val="FFFFFF"/>
          </a:solidFill>
          <a:ln w="9525">
            <a:solidFill>
              <a:srgbClr val="D5DDD9"/>
            </a:solidFill>
          </a:ln>
          <a:effectLst>
            <a:outerShdw blurRad="101600" dist="25400" dir="5400000" algn="ctr" rotWithShape="0">
              <a:srgbClr val="173F35">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925" name="Window title bar">
            <a:extLst>
              <a:ext uri="{FF2B5EF4-FFF2-40B4-BE49-F238E27FC236}">
                <a16:creationId xmlns:a16="http://schemas.microsoft.com/office/drawing/2014/main" id="{864F724B-449F-B7E8-658D-6D330CEDAFCB}"/>
              </a:ext>
            </a:extLst>
          </p:cNvPr>
          <p:cNvSpPr/>
          <p:nvPr/>
        </p:nvSpPr>
        <p:spPr>
          <a:xfrm>
            <a:off x="548640" y="2011680"/>
            <a:ext cx="6812280" cy="329184"/>
          </a:xfrm>
          <a:prstGeom prst="round2SameRect">
            <a:avLst/>
          </a:prstGeom>
          <a:solidFill>
            <a:srgbClr val="173F35"/>
          </a:solidFill>
          <a:ln>
            <a:solidFill>
              <a:srgbClr val="FFFFFF">
                <a:alpha val="0"/>
              </a:srgbClr>
            </a:solidFill>
          </a:ln>
          <a:effectLst>
            <a:outerShdw blurRad="101600" dist="25400" dir="5400000" algn="ctr" rotWithShape="0">
              <a:srgbClr val="173F35">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932" name="Window dot 1">
            <a:extLst>
              <a:ext uri="{FF2B5EF4-FFF2-40B4-BE49-F238E27FC236}">
                <a16:creationId xmlns:a16="http://schemas.microsoft.com/office/drawing/2014/main" id="{56DE68DA-4828-B560-2F0C-8F291C31D043}"/>
              </a:ext>
            </a:extLst>
          </p:cNvPr>
          <p:cNvSpPr/>
          <p:nvPr/>
        </p:nvSpPr>
        <p:spPr>
          <a:xfrm>
            <a:off x="694944" y="2121408"/>
            <a:ext cx="109728" cy="109728"/>
          </a:xfrm>
          <a:prstGeom prst="ellipse">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940" name="Window dot 2">
            <a:extLst>
              <a:ext uri="{FF2B5EF4-FFF2-40B4-BE49-F238E27FC236}">
                <a16:creationId xmlns:a16="http://schemas.microsoft.com/office/drawing/2014/main" id="{CF8FB8CE-6393-B54F-0595-3F661A770ED1}"/>
              </a:ext>
            </a:extLst>
          </p:cNvPr>
          <p:cNvSpPr/>
          <p:nvPr/>
        </p:nvSpPr>
        <p:spPr>
          <a:xfrm>
            <a:off x="868680" y="2121408"/>
            <a:ext cx="109728" cy="109728"/>
          </a:xfrm>
          <a:prstGeom prst="ellipse">
            <a:avLst/>
          </a:prstGeom>
          <a:solidFill>
            <a:srgbClr val="A9C7BA"/>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949" name="Window dot 3">
            <a:extLst>
              <a:ext uri="{FF2B5EF4-FFF2-40B4-BE49-F238E27FC236}">
                <a16:creationId xmlns:a16="http://schemas.microsoft.com/office/drawing/2014/main" id="{B815D06E-B49F-0EA0-CF67-F36DA9EBD749}"/>
              </a:ext>
            </a:extLst>
          </p:cNvPr>
          <p:cNvSpPr/>
          <p:nvPr/>
        </p:nvSpPr>
        <p:spPr>
          <a:xfrm>
            <a:off x="1042416" y="2121408"/>
            <a:ext cx="109728" cy="109728"/>
          </a:xfrm>
          <a:prstGeom prst="ellipse">
            <a:avLst/>
          </a:prstGeom>
          <a:solidFill>
            <a:srgbClr val="DCE8E2"/>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959" name="Window label">
            <a:extLst>
              <a:ext uri="{FF2B5EF4-FFF2-40B4-BE49-F238E27FC236}">
                <a16:creationId xmlns:a16="http://schemas.microsoft.com/office/drawing/2014/main" id="{1BDE7B9A-4ACC-5399-709C-8891E5267DEE}"/>
              </a:ext>
            </a:extLst>
          </p:cNvPr>
          <p:cNvSpPr/>
          <p:nvPr/>
        </p:nvSpPr>
        <p:spPr>
          <a:xfrm>
            <a:off x="1188720" y="1954112"/>
            <a:ext cx="292608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FAF9F6"/>
                </a:solidFill>
                <a:effectLst/>
                <a:latin typeface="Arial" panose="020B0604020202020204" pitchFamily="34" charset="0"/>
              </a:rPr>
              <a:t>Zava Forward · Workbench</a:t>
            </a:r>
          </a:p>
          <a:p>
            <a:pPr algn="l">
              <a:buNone/>
            </a:pPr>
            <a:r>
              <a:rPr lang="en-US" sz="100">
                <a:effectLst/>
              </a:rPr>
              <a:t> </a:t>
            </a:r>
            <a:endParaRPr lang="en-US"/>
          </a:p>
        </p:txBody>
      </p:sp>
      <p:sp>
        <p:nvSpPr>
          <p:cNvPr id="37970" name="Nav rail">
            <a:extLst>
              <a:ext uri="{FF2B5EF4-FFF2-40B4-BE49-F238E27FC236}">
                <a16:creationId xmlns:a16="http://schemas.microsoft.com/office/drawing/2014/main" id="{9699B7EF-0282-0507-9D36-7BFE424ED1E1}"/>
              </a:ext>
            </a:extLst>
          </p:cNvPr>
          <p:cNvSpPr/>
          <p:nvPr/>
        </p:nvSpPr>
        <p:spPr>
          <a:xfrm>
            <a:off x="558165" y="2340864"/>
            <a:ext cx="1051560" cy="3044571"/>
          </a:xfrm>
          <a:prstGeom prst="rect">
            <a:avLst/>
          </a:prstGeom>
          <a:solidFill>
            <a:srgbClr val="F1F4F2"/>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982" name="Nav selected">
            <a:extLst>
              <a:ext uri="{FF2B5EF4-FFF2-40B4-BE49-F238E27FC236}">
                <a16:creationId xmlns:a16="http://schemas.microsoft.com/office/drawing/2014/main" id="{C12F4B0B-5606-F0A9-CB5C-16A4CD8749ED}"/>
              </a:ext>
            </a:extLst>
          </p:cNvPr>
          <p:cNvSpPr/>
          <p:nvPr/>
        </p:nvSpPr>
        <p:spPr>
          <a:xfrm>
            <a:off x="621792" y="2487168"/>
            <a:ext cx="905256" cy="329184"/>
          </a:xfrm>
          <a:prstGeom prst="roundRect">
            <a:avLst/>
          </a:prstGeom>
          <a:solidFill>
            <a:srgbClr val="DCE8E2"/>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995" name="Nav My cases">
            <a:extLst>
              <a:ext uri="{FF2B5EF4-FFF2-40B4-BE49-F238E27FC236}">
                <a16:creationId xmlns:a16="http://schemas.microsoft.com/office/drawing/2014/main" id="{077069C1-5E45-5A59-1901-88BAB33AEEA9}"/>
              </a:ext>
            </a:extLst>
          </p:cNvPr>
          <p:cNvSpPr/>
          <p:nvPr/>
        </p:nvSpPr>
        <p:spPr>
          <a:xfrm>
            <a:off x="640080" y="2421980"/>
            <a:ext cx="923544"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b="1">
                <a:solidFill>
                  <a:srgbClr val="173F35"/>
                </a:solidFill>
                <a:effectLst/>
                <a:latin typeface="Arial" panose="020B0604020202020204" pitchFamily="34" charset="0"/>
              </a:rPr>
              <a:t>My cases</a:t>
            </a:r>
          </a:p>
          <a:p>
            <a:pPr algn="l">
              <a:buNone/>
            </a:pPr>
            <a:r>
              <a:rPr lang="en-US" sz="100">
                <a:effectLst/>
              </a:rPr>
              <a:t> </a:t>
            </a:r>
            <a:endParaRPr lang="en-US"/>
          </a:p>
        </p:txBody>
      </p:sp>
      <p:sp>
        <p:nvSpPr>
          <p:cNvPr id="38009" name="Nav Queues">
            <a:extLst>
              <a:ext uri="{FF2B5EF4-FFF2-40B4-BE49-F238E27FC236}">
                <a16:creationId xmlns:a16="http://schemas.microsoft.com/office/drawing/2014/main" id="{2FFE9DC8-B0B3-009C-294B-BC6C6FC957DD}"/>
              </a:ext>
            </a:extLst>
          </p:cNvPr>
          <p:cNvSpPr/>
          <p:nvPr/>
        </p:nvSpPr>
        <p:spPr>
          <a:xfrm>
            <a:off x="640080" y="2842604"/>
            <a:ext cx="923544"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50655E"/>
                </a:solidFill>
                <a:effectLst/>
                <a:latin typeface="Arial" panose="020B0604020202020204" pitchFamily="34" charset="0"/>
              </a:rPr>
              <a:t>Queues</a:t>
            </a:r>
          </a:p>
          <a:p>
            <a:pPr algn="l">
              <a:buNone/>
            </a:pPr>
            <a:r>
              <a:rPr lang="en-US" sz="100">
                <a:effectLst/>
              </a:rPr>
              <a:t> </a:t>
            </a:r>
            <a:endParaRPr lang="en-US"/>
          </a:p>
        </p:txBody>
      </p:sp>
      <p:sp>
        <p:nvSpPr>
          <p:cNvPr id="38024" name="Nav Funding">
            <a:extLst>
              <a:ext uri="{FF2B5EF4-FFF2-40B4-BE49-F238E27FC236}">
                <a16:creationId xmlns:a16="http://schemas.microsoft.com/office/drawing/2014/main" id="{6A46FA52-F523-6F06-22F8-79716B8F8B59}"/>
              </a:ext>
            </a:extLst>
          </p:cNvPr>
          <p:cNvSpPr/>
          <p:nvPr/>
        </p:nvSpPr>
        <p:spPr>
          <a:xfrm>
            <a:off x="640080" y="3263228"/>
            <a:ext cx="923544"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50655E"/>
                </a:solidFill>
                <a:effectLst/>
                <a:latin typeface="Arial" panose="020B0604020202020204" pitchFamily="34" charset="0"/>
              </a:rPr>
              <a:t>Funding</a:t>
            </a:r>
          </a:p>
          <a:p>
            <a:pPr algn="l">
              <a:buNone/>
            </a:pPr>
            <a:r>
              <a:rPr lang="en-US" sz="100">
                <a:effectLst/>
              </a:rPr>
              <a:t> </a:t>
            </a:r>
            <a:endParaRPr lang="en-US"/>
          </a:p>
        </p:txBody>
      </p:sp>
      <p:sp>
        <p:nvSpPr>
          <p:cNvPr id="38040" name="Nav Quality">
            <a:extLst>
              <a:ext uri="{FF2B5EF4-FFF2-40B4-BE49-F238E27FC236}">
                <a16:creationId xmlns:a16="http://schemas.microsoft.com/office/drawing/2014/main" id="{E8BD29B0-E1B7-B9C4-76EF-7A3B96802FE8}"/>
              </a:ext>
            </a:extLst>
          </p:cNvPr>
          <p:cNvSpPr/>
          <p:nvPr/>
        </p:nvSpPr>
        <p:spPr>
          <a:xfrm>
            <a:off x="640080" y="3683852"/>
            <a:ext cx="923544"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50655E"/>
                </a:solidFill>
                <a:effectLst/>
                <a:latin typeface="Arial" panose="020B0604020202020204" pitchFamily="34" charset="0"/>
              </a:rPr>
              <a:t>Quality</a:t>
            </a:r>
          </a:p>
          <a:p>
            <a:pPr algn="l">
              <a:buNone/>
            </a:pPr>
            <a:r>
              <a:rPr lang="en-US" sz="100">
                <a:effectLst/>
              </a:rPr>
              <a:t> </a:t>
            </a:r>
            <a:endParaRPr lang="en-US"/>
          </a:p>
        </p:txBody>
      </p:sp>
      <p:sp>
        <p:nvSpPr>
          <p:cNvPr id="38057" name="Nav Insight">
            <a:extLst>
              <a:ext uri="{FF2B5EF4-FFF2-40B4-BE49-F238E27FC236}">
                <a16:creationId xmlns:a16="http://schemas.microsoft.com/office/drawing/2014/main" id="{016B9376-90FE-1B26-CF20-CF1DD3E88F33}"/>
              </a:ext>
            </a:extLst>
          </p:cNvPr>
          <p:cNvSpPr/>
          <p:nvPr/>
        </p:nvSpPr>
        <p:spPr>
          <a:xfrm>
            <a:off x="640080" y="4104476"/>
            <a:ext cx="923544"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50655E"/>
                </a:solidFill>
                <a:effectLst/>
                <a:latin typeface="Arial" panose="020B0604020202020204" pitchFamily="34" charset="0"/>
              </a:rPr>
              <a:t>Insight</a:t>
            </a:r>
          </a:p>
          <a:p>
            <a:pPr algn="l">
              <a:buNone/>
            </a:pPr>
            <a:r>
              <a:rPr lang="en-US" sz="100">
                <a:effectLst/>
              </a:rPr>
              <a:t> </a:t>
            </a:r>
            <a:endParaRPr lang="en-US"/>
          </a:p>
        </p:txBody>
      </p:sp>
      <p:sp>
        <p:nvSpPr>
          <p:cNvPr id="38075" name="Case 0412 id">
            <a:extLst>
              <a:ext uri="{FF2B5EF4-FFF2-40B4-BE49-F238E27FC236}">
                <a16:creationId xmlns:a16="http://schemas.microsoft.com/office/drawing/2014/main" id="{10EE3C83-DD94-936D-8DDF-DE114976888A}"/>
              </a:ext>
            </a:extLst>
          </p:cNvPr>
          <p:cNvSpPr/>
          <p:nvPr/>
        </p:nvSpPr>
        <p:spPr>
          <a:xfrm>
            <a:off x="1755648" y="2406740"/>
            <a:ext cx="2386584"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173F35"/>
                </a:solidFill>
                <a:effectLst/>
                <a:latin typeface="Arial" panose="020B0604020202020204" pitchFamily="34" charset="0"/>
              </a:rPr>
              <a:t>EXAMPLE-HOME-0412</a:t>
            </a:r>
          </a:p>
          <a:p>
            <a:pPr algn="l">
              <a:buNone/>
            </a:pPr>
            <a:r>
              <a:rPr lang="en-US" sz="100">
                <a:effectLst/>
              </a:rPr>
              <a:t> </a:t>
            </a:r>
            <a:endParaRPr lang="en-US"/>
          </a:p>
        </p:txBody>
      </p:sp>
      <p:sp>
        <p:nvSpPr>
          <p:cNvPr id="38094" name="Case 0412 status">
            <a:extLst>
              <a:ext uri="{FF2B5EF4-FFF2-40B4-BE49-F238E27FC236}">
                <a16:creationId xmlns:a16="http://schemas.microsoft.com/office/drawing/2014/main" id="{659A76C1-B94E-B2EA-D19A-E60EB6C25520}"/>
              </a:ext>
            </a:extLst>
          </p:cNvPr>
          <p:cNvSpPr/>
          <p:nvPr/>
        </p:nvSpPr>
        <p:spPr>
          <a:xfrm>
            <a:off x="1847088" y="2775204"/>
            <a:ext cx="1536192"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Ready for review</a:t>
            </a:r>
          </a:p>
          <a:p>
            <a:pPr algn="ctr">
              <a:buNone/>
            </a:pPr>
            <a:r>
              <a:rPr lang="en-US" sz="100">
                <a:effectLst/>
              </a:rPr>
              <a:t> </a:t>
            </a:r>
            <a:endParaRPr lang="en-US"/>
          </a:p>
        </p:txBody>
      </p:sp>
      <p:sp>
        <p:nvSpPr>
          <p:cNvPr id="38114" name="Selected case row">
            <a:extLst>
              <a:ext uri="{FF2B5EF4-FFF2-40B4-BE49-F238E27FC236}">
                <a16:creationId xmlns:a16="http://schemas.microsoft.com/office/drawing/2014/main" id="{F82DA8C8-EE31-0154-9A17-405C16F8CFE2}"/>
              </a:ext>
            </a:extLst>
          </p:cNvPr>
          <p:cNvSpPr/>
          <p:nvPr/>
        </p:nvSpPr>
        <p:spPr>
          <a:xfrm>
            <a:off x="1737360" y="3163824"/>
            <a:ext cx="2423160" cy="694944"/>
          </a:xfrm>
          <a:prstGeom prst="rect">
            <a:avLst/>
          </a:prstGeom>
          <a:solidFill>
            <a:srgbClr val="E8F1ED"/>
          </a:solidFill>
          <a:ln w="12700">
            <a:solidFill>
              <a:srgbClr val="2E6B5E"/>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135" name="Case 0587 id">
            <a:extLst>
              <a:ext uri="{FF2B5EF4-FFF2-40B4-BE49-F238E27FC236}">
                <a16:creationId xmlns:a16="http://schemas.microsoft.com/office/drawing/2014/main" id="{8FA0E86B-C307-F52D-B0EC-33014C71EFB4}"/>
              </a:ext>
            </a:extLst>
          </p:cNvPr>
          <p:cNvSpPr/>
          <p:nvPr/>
        </p:nvSpPr>
        <p:spPr>
          <a:xfrm>
            <a:off x="1755648" y="3101684"/>
            <a:ext cx="2386584"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173F35"/>
                </a:solidFill>
                <a:effectLst/>
                <a:latin typeface="Arial" panose="020B0604020202020204" pitchFamily="34" charset="0"/>
              </a:rPr>
              <a:t>EXAMPLE-HOME-0587</a:t>
            </a:r>
          </a:p>
          <a:p>
            <a:pPr algn="l">
              <a:buNone/>
            </a:pPr>
            <a:r>
              <a:rPr lang="en-US" sz="100">
                <a:effectLst/>
              </a:rPr>
              <a:t> </a:t>
            </a:r>
            <a:endParaRPr lang="en-US"/>
          </a:p>
        </p:txBody>
      </p:sp>
      <p:sp>
        <p:nvSpPr>
          <p:cNvPr id="38157" name="Case 0587 status">
            <a:extLst>
              <a:ext uri="{FF2B5EF4-FFF2-40B4-BE49-F238E27FC236}">
                <a16:creationId xmlns:a16="http://schemas.microsoft.com/office/drawing/2014/main" id="{212780D9-7F25-180E-3AB5-BC624208FB9C}"/>
              </a:ext>
            </a:extLst>
          </p:cNvPr>
          <p:cNvSpPr/>
          <p:nvPr/>
        </p:nvSpPr>
        <p:spPr>
          <a:xfrm>
            <a:off x="1847088" y="3470148"/>
            <a:ext cx="2240280"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7A4B00"/>
                </a:solidFill>
                <a:effectLst/>
                <a:latin typeface="Arial" panose="020B0604020202020204" pitchFamily="34" charset="0"/>
              </a:rPr>
              <a:t>Blocked: evidence conflict</a:t>
            </a:r>
          </a:p>
          <a:p>
            <a:pPr algn="ctr">
              <a:buNone/>
            </a:pPr>
            <a:r>
              <a:rPr lang="en-US" sz="100">
                <a:effectLst/>
              </a:rPr>
              <a:t> </a:t>
            </a:r>
            <a:endParaRPr lang="en-US"/>
          </a:p>
        </p:txBody>
      </p:sp>
      <p:sp>
        <p:nvSpPr>
          <p:cNvPr id="38180" name="Case 1130 id">
            <a:extLst>
              <a:ext uri="{FF2B5EF4-FFF2-40B4-BE49-F238E27FC236}">
                <a16:creationId xmlns:a16="http://schemas.microsoft.com/office/drawing/2014/main" id="{FD76DE29-8B7D-0EB6-4964-2DB2D7A40856}"/>
              </a:ext>
            </a:extLst>
          </p:cNvPr>
          <p:cNvSpPr/>
          <p:nvPr/>
        </p:nvSpPr>
        <p:spPr>
          <a:xfrm>
            <a:off x="1755648" y="3796628"/>
            <a:ext cx="2386584"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173F35"/>
                </a:solidFill>
                <a:effectLst/>
                <a:latin typeface="Arial" panose="020B0604020202020204" pitchFamily="34" charset="0"/>
              </a:rPr>
              <a:t>EXAMPLE-HOME-1130</a:t>
            </a:r>
          </a:p>
          <a:p>
            <a:pPr algn="l">
              <a:buNone/>
            </a:pPr>
            <a:r>
              <a:rPr lang="en-US" sz="100">
                <a:effectLst/>
              </a:rPr>
              <a:t> </a:t>
            </a:r>
            <a:endParaRPr lang="en-US"/>
          </a:p>
        </p:txBody>
      </p:sp>
      <p:sp>
        <p:nvSpPr>
          <p:cNvPr id="38204" name="Case 1130 status">
            <a:extLst>
              <a:ext uri="{FF2B5EF4-FFF2-40B4-BE49-F238E27FC236}">
                <a16:creationId xmlns:a16="http://schemas.microsoft.com/office/drawing/2014/main" id="{4623CE09-3EC5-66BA-D099-BA5F7D5D0226}"/>
              </a:ext>
            </a:extLst>
          </p:cNvPr>
          <p:cNvSpPr/>
          <p:nvPr/>
        </p:nvSpPr>
        <p:spPr>
          <a:xfrm>
            <a:off x="1847088" y="4165092"/>
            <a:ext cx="1581912"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Awaiting resident</a:t>
            </a:r>
          </a:p>
          <a:p>
            <a:pPr algn="ctr">
              <a:buNone/>
            </a:pPr>
            <a:r>
              <a:rPr lang="en-US" sz="100">
                <a:effectLst/>
              </a:rPr>
              <a:t> </a:t>
            </a:r>
            <a:endParaRPr lang="en-US"/>
          </a:p>
        </p:txBody>
      </p:sp>
      <p:sp>
        <p:nvSpPr>
          <p:cNvPr id="38229" name="Case 2209 id">
            <a:extLst>
              <a:ext uri="{FF2B5EF4-FFF2-40B4-BE49-F238E27FC236}">
                <a16:creationId xmlns:a16="http://schemas.microsoft.com/office/drawing/2014/main" id="{4A7931DA-3376-3CC5-3343-0F5B803076A4}"/>
              </a:ext>
            </a:extLst>
          </p:cNvPr>
          <p:cNvSpPr/>
          <p:nvPr/>
        </p:nvSpPr>
        <p:spPr>
          <a:xfrm>
            <a:off x="1755648" y="4491572"/>
            <a:ext cx="2386584"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173F35"/>
                </a:solidFill>
                <a:effectLst/>
                <a:latin typeface="Arial" panose="020B0604020202020204" pitchFamily="34" charset="0"/>
              </a:rPr>
              <a:t>EXAMPLE-HOME-2209</a:t>
            </a:r>
          </a:p>
          <a:p>
            <a:pPr algn="l">
              <a:buNone/>
            </a:pPr>
            <a:r>
              <a:rPr lang="en-US" sz="100">
                <a:effectLst/>
              </a:rPr>
              <a:t> </a:t>
            </a:r>
            <a:endParaRPr lang="en-US"/>
          </a:p>
        </p:txBody>
      </p:sp>
      <p:sp>
        <p:nvSpPr>
          <p:cNvPr id="38255" name="Case 2209 status">
            <a:extLst>
              <a:ext uri="{FF2B5EF4-FFF2-40B4-BE49-F238E27FC236}">
                <a16:creationId xmlns:a16="http://schemas.microsoft.com/office/drawing/2014/main" id="{E77DD0AA-F9FE-0B41-BB6C-503488FCDE05}"/>
              </a:ext>
            </a:extLst>
          </p:cNvPr>
          <p:cNvSpPr/>
          <p:nvPr/>
        </p:nvSpPr>
        <p:spPr>
          <a:xfrm>
            <a:off x="1847088" y="4860036"/>
            <a:ext cx="1755648"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Funding pack ready</a:t>
            </a:r>
          </a:p>
          <a:p>
            <a:pPr algn="ctr">
              <a:buNone/>
            </a:pPr>
            <a:r>
              <a:rPr lang="en-US" sz="100">
                <a:effectLst/>
              </a:rPr>
              <a:t> </a:t>
            </a:r>
            <a:endParaRPr lang="en-US"/>
          </a:p>
        </p:txBody>
      </p:sp>
      <p:sp>
        <p:nvSpPr>
          <p:cNvPr id="38282" name="Row divider 3-4">
            <a:extLst>
              <a:ext uri="{FF2B5EF4-FFF2-40B4-BE49-F238E27FC236}">
                <a16:creationId xmlns:a16="http://schemas.microsoft.com/office/drawing/2014/main" id="{6CBCEA55-C706-96E5-A07E-CD59E77987DD}"/>
              </a:ext>
            </a:extLst>
          </p:cNvPr>
          <p:cNvSpPr/>
          <p:nvPr/>
        </p:nvSpPr>
        <p:spPr>
          <a:xfrm>
            <a:off x="1737360" y="4553712"/>
            <a:ext cx="2423160" cy="9525"/>
          </a:xfrm>
          <a:prstGeom prst="rect">
            <a:avLst/>
          </a:prstGeom>
          <a:solidFill>
            <a:srgbClr val="D5DDD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310" name="Case card">
            <a:extLst>
              <a:ext uri="{FF2B5EF4-FFF2-40B4-BE49-F238E27FC236}">
                <a16:creationId xmlns:a16="http://schemas.microsoft.com/office/drawing/2014/main" id="{F28CE26C-CA1A-EF22-DF06-2DE0B6484E24}"/>
              </a:ext>
            </a:extLst>
          </p:cNvPr>
          <p:cNvSpPr/>
          <p:nvPr/>
        </p:nvSpPr>
        <p:spPr>
          <a:xfrm>
            <a:off x="4297680" y="2450592"/>
            <a:ext cx="2926080" cy="2834640"/>
          </a:xfrm>
          <a:prstGeom prst="rect">
            <a:avLst/>
          </a:prstGeom>
          <a:solidFill>
            <a:srgbClr val="FAF9F6"/>
          </a:solidFill>
          <a:ln w="12700">
            <a:solidFill>
              <a:srgbClr val="D5DDD9"/>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339" name="Case card id">
            <a:extLst>
              <a:ext uri="{FF2B5EF4-FFF2-40B4-BE49-F238E27FC236}">
                <a16:creationId xmlns:a16="http://schemas.microsoft.com/office/drawing/2014/main" id="{A0E84E8C-F185-CE75-1215-EC01BA3992D8}"/>
              </a:ext>
            </a:extLst>
          </p:cNvPr>
          <p:cNvSpPr/>
          <p:nvPr/>
        </p:nvSpPr>
        <p:spPr>
          <a:xfrm>
            <a:off x="4343400" y="2493608"/>
            <a:ext cx="283464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EXAMPLE-HOME-0587</a:t>
            </a:r>
          </a:p>
          <a:p>
            <a:pPr algn="l">
              <a:buNone/>
            </a:pPr>
            <a:r>
              <a:rPr lang="en-US" sz="100">
                <a:effectLst/>
              </a:rPr>
              <a:t> </a:t>
            </a:r>
            <a:endParaRPr lang="en-US"/>
          </a:p>
        </p:txBody>
      </p:sp>
      <p:sp>
        <p:nvSpPr>
          <p:cNvPr id="38369" name="Case field 1">
            <a:extLst>
              <a:ext uri="{FF2B5EF4-FFF2-40B4-BE49-F238E27FC236}">
                <a16:creationId xmlns:a16="http://schemas.microsoft.com/office/drawing/2014/main" id="{C3715D8C-EC39-8146-2661-77BE6A1D65DE}"/>
              </a:ext>
            </a:extLst>
          </p:cNvPr>
          <p:cNvSpPr/>
          <p:nvPr/>
        </p:nvSpPr>
        <p:spPr>
          <a:xfrm>
            <a:off x="4343400" y="2885276"/>
            <a:ext cx="2834640"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Next owner: Assessor</a:t>
            </a:r>
          </a:p>
          <a:p>
            <a:pPr algn="l">
              <a:buNone/>
            </a:pPr>
            <a:r>
              <a:rPr lang="en-US" sz="100">
                <a:effectLst/>
              </a:rPr>
              <a:t> </a:t>
            </a:r>
            <a:endParaRPr lang="en-US"/>
          </a:p>
        </p:txBody>
      </p:sp>
      <p:sp>
        <p:nvSpPr>
          <p:cNvPr id="38400" name="Case field 2">
            <a:extLst>
              <a:ext uri="{FF2B5EF4-FFF2-40B4-BE49-F238E27FC236}">
                <a16:creationId xmlns:a16="http://schemas.microsoft.com/office/drawing/2014/main" id="{4F44D577-6FD8-83C6-8019-2FD2F1A1D563}"/>
              </a:ext>
            </a:extLst>
          </p:cNvPr>
          <p:cNvSpPr/>
          <p:nvPr/>
        </p:nvSpPr>
        <p:spPr>
          <a:xfrm>
            <a:off x="4343400" y="3196172"/>
            <a:ext cx="2834640"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b="1">
                <a:solidFill>
                  <a:srgbClr val="7A4B00"/>
                </a:solidFill>
                <a:effectLst/>
                <a:latin typeface="Arial" panose="020B0604020202020204" pitchFamily="34" charset="0"/>
              </a:rPr>
              <a:t>Evidence: 2 sources disagree</a:t>
            </a:r>
          </a:p>
          <a:p>
            <a:pPr algn="l">
              <a:buNone/>
            </a:pPr>
            <a:r>
              <a:rPr lang="en-US" sz="100">
                <a:effectLst/>
              </a:rPr>
              <a:t> </a:t>
            </a:r>
            <a:endParaRPr lang="en-US"/>
          </a:p>
        </p:txBody>
      </p:sp>
      <p:sp>
        <p:nvSpPr>
          <p:cNvPr id="38432" name="Case field 3">
            <a:extLst>
              <a:ext uri="{FF2B5EF4-FFF2-40B4-BE49-F238E27FC236}">
                <a16:creationId xmlns:a16="http://schemas.microsoft.com/office/drawing/2014/main" id="{E4D6F0D9-FE52-5CAF-E084-D926FDAF656D}"/>
              </a:ext>
            </a:extLst>
          </p:cNvPr>
          <p:cNvSpPr/>
          <p:nvPr/>
        </p:nvSpPr>
        <p:spPr>
          <a:xfrm>
            <a:off x="4343400" y="3507068"/>
            <a:ext cx="2834640"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Awaab clock: 10 working days</a:t>
            </a:r>
          </a:p>
          <a:p>
            <a:pPr algn="l">
              <a:buNone/>
            </a:pPr>
            <a:r>
              <a:rPr lang="en-US" sz="100">
                <a:effectLst/>
              </a:rPr>
              <a:t> </a:t>
            </a:r>
            <a:endParaRPr lang="en-US"/>
          </a:p>
        </p:txBody>
      </p:sp>
      <p:sp>
        <p:nvSpPr>
          <p:cNvPr id="38465" name="AI panel">
            <a:extLst>
              <a:ext uri="{FF2B5EF4-FFF2-40B4-BE49-F238E27FC236}">
                <a16:creationId xmlns:a16="http://schemas.microsoft.com/office/drawing/2014/main" id="{3463B0B0-CAAF-94F9-712D-86D182275BBF}"/>
              </a:ext>
            </a:extLst>
          </p:cNvPr>
          <p:cNvSpPr/>
          <p:nvPr/>
        </p:nvSpPr>
        <p:spPr>
          <a:xfrm>
            <a:off x="4407408" y="4029456"/>
            <a:ext cx="2706624" cy="1146048"/>
          </a:xfrm>
          <a:prstGeom prst="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499" name="AI panel text">
            <a:extLst>
              <a:ext uri="{FF2B5EF4-FFF2-40B4-BE49-F238E27FC236}">
                <a16:creationId xmlns:a16="http://schemas.microsoft.com/office/drawing/2014/main" id="{DF846604-819B-382E-2432-B1999C5DD685}"/>
              </a:ext>
            </a:extLst>
          </p:cNvPr>
          <p:cNvSpPr/>
          <p:nvPr/>
        </p:nvSpPr>
        <p:spPr>
          <a:xfrm>
            <a:off x="4809744" y="4102608"/>
            <a:ext cx="2231136"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3F2A72"/>
                </a:solidFill>
                <a:effectLst/>
                <a:latin typeface="Arial" panose="020B0604020202020204" pitchFamily="34" charset="0"/>
              </a:rPr>
              <a:t>Draft summary prepared · awaiting review</a:t>
            </a:r>
          </a:p>
          <a:p>
            <a:pPr algn="l">
              <a:buNone/>
            </a:pPr>
            <a:r>
              <a:rPr lang="en-US" sz="100">
                <a:effectLst/>
              </a:rPr>
              <a:t> </a:t>
            </a:r>
            <a:endParaRPr lang="en-US"/>
          </a:p>
        </p:txBody>
      </p:sp>
      <p:sp>
        <p:nvSpPr>
          <p:cNvPr id="38534" name="Accept button">
            <a:extLst>
              <a:ext uri="{FF2B5EF4-FFF2-40B4-BE49-F238E27FC236}">
                <a16:creationId xmlns:a16="http://schemas.microsoft.com/office/drawing/2014/main" id="{B368BD22-9908-7A9D-86E3-0955C7C5657E}"/>
              </a:ext>
            </a:extLst>
          </p:cNvPr>
          <p:cNvSpPr/>
          <p:nvPr/>
        </p:nvSpPr>
        <p:spPr>
          <a:xfrm>
            <a:off x="4498848" y="4745736"/>
            <a:ext cx="804672" cy="320040"/>
          </a:xfrm>
          <a:prstGeom prst="round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FAF9F6"/>
                </a:solidFill>
                <a:effectLst/>
                <a:latin typeface="Arial" panose="020B0604020202020204" pitchFamily="34" charset="0"/>
              </a:rPr>
              <a:t>Accept</a:t>
            </a:r>
          </a:p>
          <a:p>
            <a:pPr algn="ctr">
              <a:buNone/>
            </a:pPr>
            <a:r>
              <a:rPr lang="en-US" sz="100">
                <a:effectLst/>
              </a:rPr>
              <a:t> </a:t>
            </a:r>
            <a:endParaRPr lang="en-US"/>
          </a:p>
        </p:txBody>
      </p:sp>
      <p:sp>
        <p:nvSpPr>
          <p:cNvPr id="38570" name="Reject button">
            <a:extLst>
              <a:ext uri="{FF2B5EF4-FFF2-40B4-BE49-F238E27FC236}">
                <a16:creationId xmlns:a16="http://schemas.microsoft.com/office/drawing/2014/main" id="{C2808529-EE22-175E-C839-4EC81E165A2C}"/>
              </a:ext>
            </a:extLst>
          </p:cNvPr>
          <p:cNvSpPr/>
          <p:nvPr/>
        </p:nvSpPr>
        <p:spPr>
          <a:xfrm>
            <a:off x="5376672" y="4745736"/>
            <a:ext cx="1645920" cy="320040"/>
          </a:xfrm>
          <a:prstGeom prst="roundRect">
            <a:avLst/>
          </a:prstGeom>
          <a:solidFill>
            <a:srgbClr val="FFFFFF"/>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3F2A72"/>
                </a:solidFill>
                <a:effectLst/>
                <a:latin typeface="Arial" panose="020B0604020202020204" pitchFamily="34" charset="0"/>
              </a:rPr>
              <a:t>Reject with reason</a:t>
            </a:r>
          </a:p>
          <a:p>
            <a:pPr algn="ctr">
              <a:buNone/>
            </a:pPr>
            <a:r>
              <a:rPr lang="en-US" sz="100">
                <a:effectLst/>
              </a:rPr>
              <a:t> </a:t>
            </a:r>
            <a:endParaRPr lang="en-US"/>
          </a:p>
        </p:txBody>
      </p:sp>
      <p:sp>
        <p:nvSpPr>
          <p:cNvPr id="38607" name="Concept caption">
            <a:extLst>
              <a:ext uri="{FF2B5EF4-FFF2-40B4-BE49-F238E27FC236}">
                <a16:creationId xmlns:a16="http://schemas.microsoft.com/office/drawing/2014/main" id="{C2AB866B-337A-543C-3F00-4DA1434610BA}"/>
              </a:ext>
            </a:extLst>
          </p:cNvPr>
          <p:cNvSpPr/>
          <p:nvPr/>
        </p:nvSpPr>
        <p:spPr>
          <a:xfrm>
            <a:off x="548640" y="5373968"/>
            <a:ext cx="1109472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Product concept view based on delivered work queue (#77), case controls (#78) and AI suggestions (#106). Fictional data.</a:t>
            </a:r>
          </a:p>
          <a:p>
            <a:pPr algn="l">
              <a:buNone/>
            </a:pPr>
            <a:r>
              <a:rPr lang="en-US" sz="100">
                <a:effectLst/>
              </a:rPr>
              <a:t> </a:t>
            </a:r>
            <a:endParaRPr lang="en-US"/>
          </a:p>
        </p:txBody>
      </p:sp>
      <p:sp>
        <p:nvSpPr>
          <p:cNvPr id="38645" name="Statement 1">
            <a:extLst>
              <a:ext uri="{FF2B5EF4-FFF2-40B4-BE49-F238E27FC236}">
                <a16:creationId xmlns:a16="http://schemas.microsoft.com/office/drawing/2014/main" id="{1E99633E-F644-4201-003B-EE2DA12A4F13}"/>
              </a:ext>
            </a:extLst>
          </p:cNvPr>
          <p:cNvSpPr/>
          <p:nvPr/>
        </p:nvSpPr>
        <p:spPr>
          <a:xfrm>
            <a:off x="8385048" y="2112264"/>
            <a:ext cx="3258312"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My cases · next owner ·</a:t>
            </a:r>
          </a:p>
          <a:p>
            <a:pPr algn="l">
              <a:buNone/>
            </a:pPr>
            <a:r>
              <a:rPr lang="en-US" sz="1800" b="1">
                <a:solidFill>
                  <a:srgbClr val="173F35"/>
                </a:solidFill>
                <a:effectLst/>
                <a:latin typeface="Arial" panose="020B0604020202020204" pitchFamily="34" charset="0"/>
              </a:rPr>
              <a:t>plain status · bounded help</a:t>
            </a:r>
            <a:endParaRPr lang="en-US"/>
          </a:p>
        </p:txBody>
      </p:sp>
      <p:sp>
        <p:nvSpPr>
          <p:cNvPr id="38684" name="Statement 1 disc">
            <a:extLst>
              <a:ext uri="{FF2B5EF4-FFF2-40B4-BE49-F238E27FC236}">
                <a16:creationId xmlns:a16="http://schemas.microsoft.com/office/drawing/2014/main" id="{A032AE99-B049-C1D1-12F7-88B2625AEE3B}"/>
              </a:ext>
            </a:extLst>
          </p:cNvPr>
          <p:cNvSpPr/>
          <p:nvPr/>
        </p:nvSpPr>
        <p:spPr>
          <a:xfrm>
            <a:off x="7744968" y="2011680"/>
            <a:ext cx="566928" cy="566928"/>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724" name="Statement 2">
            <a:extLst>
              <a:ext uri="{FF2B5EF4-FFF2-40B4-BE49-F238E27FC236}">
                <a16:creationId xmlns:a16="http://schemas.microsoft.com/office/drawing/2014/main" id="{575E4D0E-DA4B-6C60-35FF-CC86EAC95892}"/>
              </a:ext>
            </a:extLst>
          </p:cNvPr>
          <p:cNvSpPr/>
          <p:nvPr/>
        </p:nvSpPr>
        <p:spPr>
          <a:xfrm>
            <a:off x="8385048" y="2971800"/>
            <a:ext cx="3258312" cy="1463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2E6B5E"/>
                </a:solidFill>
                <a:effectLst/>
                <a:latin typeface="Arial" panose="020B0604020202020204" pitchFamily="34" charset="0"/>
              </a:rPr>
              <a:t>Delivered in the MVP:</a:t>
            </a:r>
          </a:p>
          <a:p>
            <a:pPr algn="l">
              <a:buNone/>
            </a:pPr>
            <a:r>
              <a:rPr lang="en-US" sz="1800">
                <a:solidFill>
                  <a:srgbClr val="173F35"/>
                </a:solidFill>
                <a:effectLst/>
                <a:latin typeface="Arial" panose="020B0604020202020204" pitchFamily="34" charset="0"/>
              </a:rPr>
              <a:t>work-queue signals, controlled bulk edits, hazard referral, grant states, forecasts</a:t>
            </a:r>
            <a:endParaRPr lang="en-US"/>
          </a:p>
        </p:txBody>
      </p:sp>
      <p:sp>
        <p:nvSpPr>
          <p:cNvPr id="38765" name="Statement 2 disc">
            <a:extLst>
              <a:ext uri="{FF2B5EF4-FFF2-40B4-BE49-F238E27FC236}">
                <a16:creationId xmlns:a16="http://schemas.microsoft.com/office/drawing/2014/main" id="{46F99373-C4BB-9CB6-5C2F-0AA51B7E3221}"/>
              </a:ext>
            </a:extLst>
          </p:cNvPr>
          <p:cNvSpPr/>
          <p:nvPr/>
        </p:nvSpPr>
        <p:spPr>
          <a:xfrm>
            <a:off x="7744968" y="2871216"/>
            <a:ext cx="566928" cy="566928"/>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807" name="Statement 3">
            <a:extLst>
              <a:ext uri="{FF2B5EF4-FFF2-40B4-BE49-F238E27FC236}">
                <a16:creationId xmlns:a16="http://schemas.microsoft.com/office/drawing/2014/main" id="{9465F97F-7CDD-5FE8-3D46-6678DB9A9995}"/>
              </a:ext>
            </a:extLst>
          </p:cNvPr>
          <p:cNvSpPr/>
          <p:nvPr/>
        </p:nvSpPr>
        <p:spPr>
          <a:xfrm>
            <a:off x="8385048" y="4654296"/>
            <a:ext cx="3258312"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Every decision sits on one evidence trail</a:t>
            </a:r>
          </a:p>
          <a:p>
            <a:pPr algn="l">
              <a:buNone/>
            </a:pPr>
            <a:r>
              <a:rPr lang="en-US" sz="100">
                <a:effectLst/>
              </a:rPr>
              <a:t> </a:t>
            </a:r>
            <a:endParaRPr lang="en-US"/>
          </a:p>
        </p:txBody>
      </p:sp>
      <p:sp>
        <p:nvSpPr>
          <p:cNvPr id="38850" name="Statement 3 disc">
            <a:extLst>
              <a:ext uri="{FF2B5EF4-FFF2-40B4-BE49-F238E27FC236}">
                <a16:creationId xmlns:a16="http://schemas.microsoft.com/office/drawing/2014/main" id="{070A0F2A-28EE-2937-DC3D-17E580C93A0A}"/>
              </a:ext>
            </a:extLst>
          </p:cNvPr>
          <p:cNvSpPr/>
          <p:nvPr/>
        </p:nvSpPr>
        <p:spPr>
          <a:xfrm>
            <a:off x="7744968" y="4553712"/>
            <a:ext cx="566928" cy="566928"/>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38851" name="AI panel icon" descr="AI icon">
            <a:extLst>
              <a:ext uri="{FF2B5EF4-FFF2-40B4-BE49-F238E27FC236}">
                <a16:creationId xmlns:a16="http://schemas.microsoft.com/office/drawing/2014/main" id="{46E9E0F9-C039-20B1-BDFA-40F92F1403E1}"/>
              </a:ext>
            </a:extLst>
          </p:cNvPr>
          <p:cNvPicPr>
            <a:picLocks noChangeAspect="1"/>
          </p:cNvPicPr>
          <p:nvPr/>
        </p:nvPicPr>
        <p:blipFill>
          <a:blip r:embed="rId3"/>
          <a:stretch>
            <a:fillRect/>
          </a:stretch>
        </p:blipFill>
        <p:spPr>
          <a:xfrm>
            <a:off x="4498848" y="4139184"/>
            <a:ext cx="310896" cy="310896"/>
          </a:xfrm>
          <a:prstGeom prst="rect">
            <a:avLst/>
          </a:prstGeom>
        </p:spPr>
      </p:pic>
      <p:pic>
        <p:nvPicPr>
          <p:cNvPr id="38852" name="Statement 1 icon" descr="Route icon">
            <a:extLst>
              <a:ext uri="{FF2B5EF4-FFF2-40B4-BE49-F238E27FC236}">
                <a16:creationId xmlns:a16="http://schemas.microsoft.com/office/drawing/2014/main" id="{81DDD207-E340-6960-BD8B-6AF4CC2D85A3}"/>
              </a:ext>
            </a:extLst>
          </p:cNvPr>
          <p:cNvPicPr>
            <a:picLocks noChangeAspect="1"/>
          </p:cNvPicPr>
          <p:nvPr/>
        </p:nvPicPr>
        <p:blipFill>
          <a:blip r:embed="rId4"/>
          <a:stretch>
            <a:fillRect/>
          </a:stretch>
        </p:blipFill>
        <p:spPr>
          <a:xfrm>
            <a:off x="7836408" y="2103120"/>
            <a:ext cx="384048" cy="384048"/>
          </a:xfrm>
          <a:prstGeom prst="rect">
            <a:avLst/>
          </a:prstGeom>
        </p:spPr>
      </p:pic>
      <p:pic>
        <p:nvPicPr>
          <p:cNvPr id="38853" name="Statement 2 icon" descr="Approval gate icon">
            <a:extLst>
              <a:ext uri="{FF2B5EF4-FFF2-40B4-BE49-F238E27FC236}">
                <a16:creationId xmlns:a16="http://schemas.microsoft.com/office/drawing/2014/main" id="{9478C4ED-4538-D77A-C522-9401A60445B2}"/>
              </a:ext>
            </a:extLst>
          </p:cNvPr>
          <p:cNvPicPr>
            <a:picLocks noChangeAspect="1"/>
          </p:cNvPicPr>
          <p:nvPr/>
        </p:nvPicPr>
        <p:blipFill>
          <a:blip r:embed="rId5"/>
          <a:stretch>
            <a:fillRect/>
          </a:stretch>
        </p:blipFill>
        <p:spPr>
          <a:xfrm>
            <a:off x="7836408" y="2962656"/>
            <a:ext cx="384048" cy="384048"/>
          </a:xfrm>
          <a:prstGeom prst="rect">
            <a:avLst/>
          </a:prstGeom>
        </p:spPr>
      </p:pic>
      <p:pic>
        <p:nvPicPr>
          <p:cNvPr id="38854" name="Statement 3 icon" descr="Evidence icon">
            <a:extLst>
              <a:ext uri="{FF2B5EF4-FFF2-40B4-BE49-F238E27FC236}">
                <a16:creationId xmlns:a16="http://schemas.microsoft.com/office/drawing/2014/main" id="{CB3B1B7A-C7FE-45C2-B6FE-233EFDC6161B}"/>
              </a:ext>
            </a:extLst>
          </p:cNvPr>
          <p:cNvPicPr>
            <a:picLocks noChangeAspect="1"/>
          </p:cNvPicPr>
          <p:nvPr/>
        </p:nvPicPr>
        <p:blipFill>
          <a:blip r:embed="rId6"/>
          <a:stretch>
            <a:fillRect/>
          </a:stretch>
        </p:blipFill>
        <p:spPr>
          <a:xfrm>
            <a:off x="7836408" y="4645152"/>
            <a:ext cx="384048" cy="384048"/>
          </a:xfrm>
          <a:prstGeom prst="rect">
            <a:avLst/>
          </a:prstGeom>
        </p:spPr>
      </p:pic>
    </p:spTree>
    <p:extLst>
      <p:ext uri="{BB962C8B-B14F-4D97-AF65-F5344CB8AC3E}">
        <p14:creationId xmlns:p14="http://schemas.microsoft.com/office/powerpoint/2010/main" val="13283416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pic>
        <p:nvPicPr>
          <p:cNvPr id="38855" name="Home interior picture" descr="Warm, tidy terraced-home living room in winter with a radiator under a window clearing of condensation, a small dehumidifier and plants.">
            <a:extLst>
              <a:ext uri="{FF2B5EF4-FFF2-40B4-BE49-F238E27FC236}">
                <a16:creationId xmlns:a16="http://schemas.microsoft.com/office/drawing/2014/main" id="{3E8DC0E0-B52F-961C-BC86-BC9547CAAD9E}"/>
              </a:ext>
            </a:extLst>
          </p:cNvPr>
          <p:cNvPicPr>
            <a:picLocks noChangeAspect="1"/>
          </p:cNvPicPr>
          <p:nvPr/>
        </p:nvPicPr>
        <p:blipFill>
          <a:blip r:embed="rId3"/>
          <a:stretch>
            <a:fillRect/>
          </a:stretch>
        </p:blipFill>
        <p:spPr>
          <a:xfrm>
            <a:off x="0" y="1879"/>
            <a:ext cx="4632960" cy="6854242"/>
          </a:xfrm>
          <a:prstGeom prst="rect">
            <a:avLst/>
          </a:prstGeom>
        </p:spPr>
      </p:pic>
      <p:sp>
        <p:nvSpPr>
          <p:cNvPr id="38856" name="Eyebrow">
            <a:extLst>
              <a:ext uri="{FF2B5EF4-FFF2-40B4-BE49-F238E27FC236}">
                <a16:creationId xmlns:a16="http://schemas.microsoft.com/office/drawing/2014/main" id="{86E9FDFB-9EE1-AEFD-A395-ED72C8E6D0EB}"/>
              </a:ext>
            </a:extLst>
          </p:cNvPr>
          <p:cNvSpPr/>
          <p:nvPr/>
        </p:nvSpPr>
        <p:spPr>
          <a:xfrm>
            <a:off x="5090160" y="365760"/>
            <a:ext cx="65532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3 · THE PRODUCT</a:t>
            </a:r>
          </a:p>
          <a:p>
            <a:pPr algn="l">
              <a:buNone/>
            </a:pPr>
            <a:r>
              <a:rPr lang="en-US" sz="100">
                <a:effectLst/>
              </a:rPr>
              <a:t> </a:t>
            </a:r>
            <a:endParaRPr lang="en-US"/>
          </a:p>
        </p:txBody>
      </p:sp>
      <p:sp>
        <p:nvSpPr>
          <p:cNvPr id="38858" name="Slide title">
            <a:extLst>
              <a:ext uri="{FF2B5EF4-FFF2-40B4-BE49-F238E27FC236}">
                <a16:creationId xmlns:a16="http://schemas.microsoft.com/office/drawing/2014/main" id="{45553DF9-78EC-71B4-745A-A5FB2B94A64E}"/>
              </a:ext>
            </a:extLst>
          </p:cNvPr>
          <p:cNvSpPr/>
          <p:nvPr/>
        </p:nvSpPr>
        <p:spPr>
          <a:xfrm>
            <a:off x="5090160" y="685800"/>
            <a:ext cx="6553200" cy="9448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One home, end to end: the exception</a:t>
            </a:r>
          </a:p>
          <a:p>
            <a:pPr algn="l">
              <a:buNone/>
            </a:pPr>
            <a:r>
              <a:rPr lang="en-US" sz="2800" b="1">
                <a:solidFill>
                  <a:srgbClr val="173F35"/>
                </a:solidFill>
                <a:effectLst/>
                <a:latin typeface="Arial" panose="020B0604020202020204" pitchFamily="34" charset="0"/>
              </a:rPr>
              <a:t>has an owner the moment it appears.</a:t>
            </a:r>
            <a:endParaRPr lang="en-US"/>
          </a:p>
        </p:txBody>
      </p:sp>
      <p:sp>
        <p:nvSpPr>
          <p:cNvPr id="38861" name="Footer sources">
            <a:extLst>
              <a:ext uri="{FF2B5EF4-FFF2-40B4-BE49-F238E27FC236}">
                <a16:creationId xmlns:a16="http://schemas.microsoft.com/office/drawing/2014/main" id="{3B743F3A-8B7F-C65F-26D1-6BAEA813C552}"/>
              </a:ext>
            </a:extLst>
          </p:cNvPr>
          <p:cNvSpPr/>
          <p:nvPr/>
        </p:nvSpPr>
        <p:spPr>
          <a:xfrm>
            <a:off x="5090160" y="5943600"/>
            <a:ext cx="452628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journey atlas and ADR 0003 (E08) · AMA Plan board: #84, #85, #87, #88, #90, #91, #95, #106</a:t>
            </a:r>
          </a:p>
          <a:p>
            <a:pPr algn="l">
              <a:buNone/>
            </a:pPr>
            <a:r>
              <a:rPr lang="en-US" sz="100">
                <a:effectLst/>
              </a:rPr>
              <a:t> </a:t>
            </a:r>
            <a:endParaRPr lang="en-US"/>
          </a:p>
        </p:txBody>
      </p:sp>
      <p:sp>
        <p:nvSpPr>
          <p:cNvPr id="38865" name="Footer navigation">
            <a:extLst>
              <a:ext uri="{FF2B5EF4-FFF2-40B4-BE49-F238E27FC236}">
                <a16:creationId xmlns:a16="http://schemas.microsoft.com/office/drawing/2014/main" id="{31BE853A-F2FC-E8C3-8774-8C8D939E2760}"/>
              </a:ext>
            </a:extLst>
          </p:cNvPr>
          <p:cNvSpPr/>
          <p:nvPr/>
        </p:nvSpPr>
        <p:spPr>
          <a:xfrm>
            <a:off x="9631680" y="6126480"/>
            <a:ext cx="2011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S12 · Answers: B06 · B23</a:t>
            </a:r>
          </a:p>
          <a:p>
            <a:pPr algn="r">
              <a:buNone/>
            </a:pPr>
            <a:r>
              <a:rPr lang="en-US" sz="100">
                <a:effectLst/>
              </a:rPr>
              <a:t> </a:t>
            </a:r>
            <a:endParaRPr lang="en-US"/>
          </a:p>
        </p:txBody>
      </p:sp>
      <p:sp>
        <p:nvSpPr>
          <p:cNvPr id="38870" name="Statement band">
            <a:extLst>
              <a:ext uri="{FF2B5EF4-FFF2-40B4-BE49-F238E27FC236}">
                <a16:creationId xmlns:a16="http://schemas.microsoft.com/office/drawing/2014/main" id="{115D440E-A1A4-D9D1-3B46-084A9F9CE2EC}"/>
              </a:ext>
            </a:extLst>
          </p:cNvPr>
          <p:cNvSpPr/>
          <p:nvPr/>
        </p:nvSpPr>
        <p:spPr>
          <a:xfrm>
            <a:off x="0" y="3794760"/>
            <a:ext cx="4632960" cy="2560320"/>
          </a:xfrm>
          <a:prstGeom prst="rect">
            <a:avLst/>
          </a:prstGeom>
          <a:solidFill>
            <a:srgbClr val="173F35">
              <a:alpha val="8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876" name="Statement 1">
            <a:extLst>
              <a:ext uri="{FF2B5EF4-FFF2-40B4-BE49-F238E27FC236}">
                <a16:creationId xmlns:a16="http://schemas.microsoft.com/office/drawing/2014/main" id="{32F9B987-605D-E36D-7A65-473F5E75D432}"/>
              </a:ext>
            </a:extLst>
          </p:cNvPr>
          <p:cNvSpPr/>
          <p:nvPr/>
        </p:nvSpPr>
        <p:spPr>
          <a:xfrm>
            <a:off x="365760" y="4023360"/>
            <a:ext cx="3974592"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FAF9F6"/>
                </a:solidFill>
                <a:effectLst/>
                <a:latin typeface="Arial" panose="020B0604020202020204" pitchFamily="34" charset="0"/>
              </a:rPr>
              <a:t>From report to accepted handover on one record</a:t>
            </a:r>
          </a:p>
          <a:p>
            <a:pPr algn="l">
              <a:buNone/>
            </a:pPr>
            <a:r>
              <a:rPr lang="en-US" sz="100">
                <a:effectLst/>
              </a:rPr>
              <a:t> </a:t>
            </a:r>
            <a:endParaRPr lang="en-US"/>
          </a:p>
        </p:txBody>
      </p:sp>
      <p:sp>
        <p:nvSpPr>
          <p:cNvPr id="38883" name="Statement 2">
            <a:extLst>
              <a:ext uri="{FF2B5EF4-FFF2-40B4-BE49-F238E27FC236}">
                <a16:creationId xmlns:a16="http://schemas.microsoft.com/office/drawing/2014/main" id="{FCFB2A0B-3A9B-FCF0-CDB2-184A857C2AE7}"/>
              </a:ext>
            </a:extLst>
          </p:cNvPr>
          <p:cNvSpPr/>
          <p:nvPr/>
        </p:nvSpPr>
        <p:spPr>
          <a:xfrm>
            <a:off x="365760" y="4754880"/>
            <a:ext cx="3974592"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FAF9F6"/>
                </a:solidFill>
                <a:effectLst/>
                <a:latin typeface="Arial" panose="020B0604020202020204" pitchFamily="34" charset="0"/>
              </a:rPr>
              <a:t>AI drafts; the assessor, the resident and Finance decide</a:t>
            </a:r>
          </a:p>
          <a:p>
            <a:pPr algn="l">
              <a:buNone/>
            </a:pPr>
            <a:r>
              <a:rPr lang="en-US" sz="100">
                <a:effectLst/>
              </a:rPr>
              <a:t> </a:t>
            </a:r>
            <a:endParaRPr lang="en-US"/>
          </a:p>
        </p:txBody>
      </p:sp>
      <p:sp>
        <p:nvSpPr>
          <p:cNvPr id="38891" name="Statement 3">
            <a:extLst>
              <a:ext uri="{FF2B5EF4-FFF2-40B4-BE49-F238E27FC236}">
                <a16:creationId xmlns:a16="http://schemas.microsoft.com/office/drawing/2014/main" id="{B2A10FF3-18F0-415C-9EE6-5E6DC8453349}"/>
              </a:ext>
            </a:extLst>
          </p:cNvPr>
          <p:cNvSpPr/>
          <p:nvPr/>
        </p:nvSpPr>
        <p:spPr>
          <a:xfrm>
            <a:off x="365760" y="5486400"/>
            <a:ext cx="3974592"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FAF9F6"/>
                </a:solidFill>
                <a:effectLst/>
                <a:latin typeface="Arial" panose="020B0604020202020204" pitchFamily="34" charset="0"/>
              </a:rPr>
              <a:t>Assisted routes stay; optional portal under assessment</a:t>
            </a:r>
          </a:p>
          <a:p>
            <a:pPr algn="l">
              <a:buNone/>
            </a:pPr>
            <a:r>
              <a:rPr lang="en-US" sz="100">
                <a:effectLst/>
              </a:rPr>
              <a:t> </a:t>
            </a:r>
            <a:endParaRPr lang="en-US"/>
          </a:p>
        </p:txBody>
      </p:sp>
      <p:sp>
        <p:nvSpPr>
          <p:cNvPr id="38900" name="Journey label">
            <a:extLst>
              <a:ext uri="{FF2B5EF4-FFF2-40B4-BE49-F238E27FC236}">
                <a16:creationId xmlns:a16="http://schemas.microsoft.com/office/drawing/2014/main" id="{51CCF43A-7B24-75B9-8132-F1DAFC2C2C11}"/>
              </a:ext>
            </a:extLst>
          </p:cNvPr>
          <p:cNvSpPr/>
          <p:nvPr/>
        </p:nvSpPr>
        <p:spPr>
          <a:xfrm>
            <a:off x="5090160" y="1530784"/>
            <a:ext cx="65532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00">
                <a:solidFill>
                  <a:srgbClr val="50655E"/>
                </a:solidFill>
                <a:effectLst/>
                <a:latin typeface="Arial" panose="020B0604020202020204" pitchFamily="34" charset="0"/>
              </a:rPr>
              <a:t>EXAMPLE-HOME-0587 (fictional)</a:t>
            </a:r>
          </a:p>
          <a:p>
            <a:pPr algn="l">
              <a:buNone/>
            </a:pPr>
            <a:r>
              <a:rPr lang="en-US" sz="100">
                <a:effectLst/>
              </a:rPr>
              <a:t> </a:t>
            </a:r>
            <a:endParaRPr lang="en-US"/>
          </a:p>
        </p:txBody>
      </p:sp>
      <p:sp>
        <p:nvSpPr>
          <p:cNvPr id="38910" name="Journey rail">
            <a:extLst>
              <a:ext uri="{FF2B5EF4-FFF2-40B4-BE49-F238E27FC236}">
                <a16:creationId xmlns:a16="http://schemas.microsoft.com/office/drawing/2014/main" id="{C5128F6E-3675-C577-B726-1659A50B3AF2}"/>
              </a:ext>
            </a:extLst>
          </p:cNvPr>
          <p:cNvSpPr/>
          <p:nvPr/>
        </p:nvSpPr>
        <p:spPr>
          <a:xfrm>
            <a:off x="5323332" y="2231136"/>
            <a:ext cx="45720" cy="3200400"/>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921" name="Step 1 disc">
            <a:extLst>
              <a:ext uri="{FF2B5EF4-FFF2-40B4-BE49-F238E27FC236}">
                <a16:creationId xmlns:a16="http://schemas.microsoft.com/office/drawing/2014/main" id="{D6983635-DE8C-04FA-96B9-5C5A69F9BB19}"/>
              </a:ext>
            </a:extLst>
          </p:cNvPr>
          <p:cNvSpPr/>
          <p:nvPr/>
        </p:nvSpPr>
        <p:spPr>
          <a:xfrm>
            <a:off x="5090160" y="1975104"/>
            <a:ext cx="512064" cy="512064"/>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933" name="Step 1 name">
            <a:extLst>
              <a:ext uri="{FF2B5EF4-FFF2-40B4-BE49-F238E27FC236}">
                <a16:creationId xmlns:a16="http://schemas.microsoft.com/office/drawing/2014/main" id="{C6DD4C43-4D2A-4A70-3600-AEFD3E9522CA}"/>
              </a:ext>
            </a:extLst>
          </p:cNvPr>
          <p:cNvSpPr/>
          <p:nvPr/>
        </p:nvSpPr>
        <p:spPr>
          <a:xfrm>
            <a:off x="5693664" y="1978496"/>
            <a:ext cx="5949696"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Report or survey arrives</a:t>
            </a:r>
          </a:p>
          <a:p>
            <a:pPr algn="l">
              <a:buNone/>
            </a:pPr>
            <a:r>
              <a:rPr lang="en-US" sz="100">
                <a:effectLst/>
              </a:rPr>
              <a:t> </a:t>
            </a:r>
            <a:endParaRPr lang="en-US"/>
          </a:p>
        </p:txBody>
      </p:sp>
      <p:sp>
        <p:nvSpPr>
          <p:cNvPr id="38946" name="Step 1 note">
            <a:extLst>
              <a:ext uri="{FF2B5EF4-FFF2-40B4-BE49-F238E27FC236}">
                <a16:creationId xmlns:a16="http://schemas.microsoft.com/office/drawing/2014/main" id="{1A610513-074E-683A-650D-F214D6038F3E}"/>
              </a:ext>
            </a:extLst>
          </p:cNvPr>
          <p:cNvSpPr/>
          <p:nvPr/>
        </p:nvSpPr>
        <p:spPr>
          <a:xfrm>
            <a:off x="6938571" y="2298536"/>
            <a:ext cx="4704789"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b="1">
                <a:solidFill>
                  <a:srgbClr val="7A4B00"/>
                </a:solidFill>
                <a:effectLst/>
                <a:latin typeface="Arial" panose="020B0604020202020204" pitchFamily="34" charset="0"/>
              </a:rPr>
              <a:t>Awaab clock starts if it is a hazard</a:t>
            </a:r>
          </a:p>
          <a:p>
            <a:pPr algn="l">
              <a:buNone/>
            </a:pPr>
            <a:r>
              <a:rPr lang="en-US" sz="100">
                <a:effectLst/>
              </a:rPr>
              <a:t> </a:t>
            </a:r>
            <a:endParaRPr lang="en-US"/>
          </a:p>
        </p:txBody>
      </p:sp>
      <p:sp>
        <p:nvSpPr>
          <p:cNvPr id="38960" name="Step 1 owner">
            <a:extLst>
              <a:ext uri="{FF2B5EF4-FFF2-40B4-BE49-F238E27FC236}">
                <a16:creationId xmlns:a16="http://schemas.microsoft.com/office/drawing/2014/main" id="{5482C687-C524-75A9-6A69-01A9139BF15D}"/>
              </a:ext>
            </a:extLst>
          </p:cNvPr>
          <p:cNvSpPr/>
          <p:nvPr/>
        </p:nvSpPr>
        <p:spPr>
          <a:xfrm>
            <a:off x="5693664" y="2298536"/>
            <a:ext cx="1427638"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2E6B5E"/>
                </a:solidFill>
                <a:effectLst/>
                <a:latin typeface="Arial" panose="020B0604020202020204" pitchFamily="34" charset="0"/>
              </a:rPr>
              <a:t>Housing officer ·</a:t>
            </a:r>
          </a:p>
          <a:p>
            <a:pPr algn="l">
              <a:buNone/>
            </a:pPr>
            <a:r>
              <a:rPr lang="en-US" sz="100">
                <a:effectLst/>
              </a:rPr>
              <a:t> </a:t>
            </a:r>
            <a:endParaRPr lang="en-US"/>
          </a:p>
        </p:txBody>
      </p:sp>
      <p:sp>
        <p:nvSpPr>
          <p:cNvPr id="38975" name="Step 2 disc">
            <a:extLst>
              <a:ext uri="{FF2B5EF4-FFF2-40B4-BE49-F238E27FC236}">
                <a16:creationId xmlns:a16="http://schemas.microsoft.com/office/drawing/2014/main" id="{64516853-788D-5589-9D56-7092D7A3F394}"/>
              </a:ext>
            </a:extLst>
          </p:cNvPr>
          <p:cNvSpPr/>
          <p:nvPr/>
        </p:nvSpPr>
        <p:spPr>
          <a:xfrm>
            <a:off x="5090160" y="2615184"/>
            <a:ext cx="512064" cy="512064"/>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991" name="Step 2 name">
            <a:extLst>
              <a:ext uri="{FF2B5EF4-FFF2-40B4-BE49-F238E27FC236}">
                <a16:creationId xmlns:a16="http://schemas.microsoft.com/office/drawing/2014/main" id="{A04CE34A-894F-8A80-FACD-90E6A195A3F2}"/>
              </a:ext>
            </a:extLst>
          </p:cNvPr>
          <p:cNvSpPr/>
          <p:nvPr/>
        </p:nvSpPr>
        <p:spPr>
          <a:xfrm>
            <a:off x="5693664" y="2618576"/>
            <a:ext cx="5949696"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Evidence assembled, conflict flagged</a:t>
            </a:r>
          </a:p>
          <a:p>
            <a:pPr algn="l">
              <a:buNone/>
            </a:pPr>
            <a:r>
              <a:rPr lang="en-US" sz="100">
                <a:effectLst/>
              </a:rPr>
              <a:t> </a:t>
            </a:r>
            <a:endParaRPr lang="en-US"/>
          </a:p>
        </p:txBody>
      </p:sp>
      <p:sp>
        <p:nvSpPr>
          <p:cNvPr id="39008" name="Step 2 chip">
            <a:extLst>
              <a:ext uri="{FF2B5EF4-FFF2-40B4-BE49-F238E27FC236}">
                <a16:creationId xmlns:a16="http://schemas.microsoft.com/office/drawing/2014/main" id="{CC14C451-F772-0720-C4DC-97954C3ED13E}"/>
              </a:ext>
            </a:extLst>
          </p:cNvPr>
          <p:cNvSpPr/>
          <p:nvPr/>
        </p:nvSpPr>
        <p:spPr>
          <a:xfrm>
            <a:off x="9851136" y="3008376"/>
            <a:ext cx="1792224"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DELIVERED #84</a:t>
            </a:r>
          </a:p>
          <a:p>
            <a:pPr algn="ctr">
              <a:buNone/>
            </a:pPr>
            <a:r>
              <a:rPr lang="en-US" sz="100">
                <a:effectLst/>
              </a:rPr>
              <a:t> </a:t>
            </a:r>
            <a:endParaRPr lang="en-US"/>
          </a:p>
        </p:txBody>
      </p:sp>
      <p:sp>
        <p:nvSpPr>
          <p:cNvPr id="39026" name="Step 2 owner">
            <a:extLst>
              <a:ext uri="{FF2B5EF4-FFF2-40B4-BE49-F238E27FC236}">
                <a16:creationId xmlns:a16="http://schemas.microsoft.com/office/drawing/2014/main" id="{306FEAA5-447D-EA27-C921-ABE28B58190F}"/>
              </a:ext>
            </a:extLst>
          </p:cNvPr>
          <p:cNvSpPr/>
          <p:nvPr/>
        </p:nvSpPr>
        <p:spPr>
          <a:xfrm>
            <a:off x="5693664" y="2938616"/>
            <a:ext cx="907534"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2E6B5E"/>
                </a:solidFill>
                <a:effectLst/>
                <a:latin typeface="Arial" panose="020B0604020202020204" pitchFamily="34" charset="0"/>
              </a:rPr>
              <a:t>Assessor</a:t>
            </a:r>
          </a:p>
          <a:p>
            <a:pPr algn="l">
              <a:buNone/>
            </a:pPr>
            <a:r>
              <a:rPr lang="en-US" sz="100">
                <a:effectLst/>
              </a:rPr>
              <a:t> </a:t>
            </a:r>
            <a:endParaRPr lang="en-US"/>
          </a:p>
        </p:txBody>
      </p:sp>
      <p:sp>
        <p:nvSpPr>
          <p:cNvPr id="39045" name="Step 3 disc">
            <a:extLst>
              <a:ext uri="{FF2B5EF4-FFF2-40B4-BE49-F238E27FC236}">
                <a16:creationId xmlns:a16="http://schemas.microsoft.com/office/drawing/2014/main" id="{FAA430A7-5BB6-CAE7-1EFA-43C37D571710}"/>
              </a:ext>
            </a:extLst>
          </p:cNvPr>
          <p:cNvSpPr/>
          <p:nvPr/>
        </p:nvSpPr>
        <p:spPr>
          <a:xfrm>
            <a:off x="5090160" y="3255264"/>
            <a:ext cx="512064" cy="512064"/>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065" name="Step 3 name">
            <a:extLst>
              <a:ext uri="{FF2B5EF4-FFF2-40B4-BE49-F238E27FC236}">
                <a16:creationId xmlns:a16="http://schemas.microsoft.com/office/drawing/2014/main" id="{BACDE203-D599-1A2F-6CBD-9A52B83381D5}"/>
              </a:ext>
            </a:extLst>
          </p:cNvPr>
          <p:cNvSpPr/>
          <p:nvPr/>
        </p:nvSpPr>
        <p:spPr>
          <a:xfrm>
            <a:off x="5693664" y="3258656"/>
            <a:ext cx="5949696"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AI drafts summary and resident letter</a:t>
            </a:r>
          </a:p>
          <a:p>
            <a:pPr algn="l">
              <a:buNone/>
            </a:pPr>
            <a:r>
              <a:rPr lang="en-US" sz="100">
                <a:effectLst/>
              </a:rPr>
              <a:t> </a:t>
            </a:r>
            <a:endParaRPr lang="en-US"/>
          </a:p>
        </p:txBody>
      </p:sp>
      <p:sp>
        <p:nvSpPr>
          <p:cNvPr id="39086" name="Step 3 chip">
            <a:extLst>
              <a:ext uri="{FF2B5EF4-FFF2-40B4-BE49-F238E27FC236}">
                <a16:creationId xmlns:a16="http://schemas.microsoft.com/office/drawing/2014/main" id="{8F57B887-47E0-8189-CFEB-7F189BBA71BE}"/>
              </a:ext>
            </a:extLst>
          </p:cNvPr>
          <p:cNvSpPr/>
          <p:nvPr/>
        </p:nvSpPr>
        <p:spPr>
          <a:xfrm>
            <a:off x="9750552" y="3648456"/>
            <a:ext cx="1892808"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DELIVERED #106</a:t>
            </a:r>
          </a:p>
          <a:p>
            <a:pPr algn="ctr">
              <a:buNone/>
            </a:pPr>
            <a:r>
              <a:rPr lang="en-US" sz="100">
                <a:effectLst/>
              </a:rPr>
              <a:t> </a:t>
            </a:r>
            <a:endParaRPr lang="en-US"/>
          </a:p>
        </p:txBody>
      </p:sp>
      <p:sp>
        <p:nvSpPr>
          <p:cNvPr id="39108" name="Step 3 owner">
            <a:extLst>
              <a:ext uri="{FF2B5EF4-FFF2-40B4-BE49-F238E27FC236}">
                <a16:creationId xmlns:a16="http://schemas.microsoft.com/office/drawing/2014/main" id="{42552DD6-0EFD-E119-0FBA-93C30658D7AA}"/>
              </a:ext>
            </a:extLst>
          </p:cNvPr>
          <p:cNvSpPr/>
          <p:nvPr/>
        </p:nvSpPr>
        <p:spPr>
          <a:xfrm>
            <a:off x="5693664" y="3578696"/>
            <a:ext cx="1797893"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2E6B5E"/>
                </a:solidFill>
                <a:effectLst/>
                <a:latin typeface="Arial" panose="020B0604020202020204" pitchFamily="34" charset="0"/>
              </a:rPr>
              <a:t>reviewed by a person</a:t>
            </a:r>
          </a:p>
          <a:p>
            <a:pPr algn="l">
              <a:buNone/>
            </a:pPr>
            <a:r>
              <a:rPr lang="en-US" sz="100">
                <a:effectLst/>
              </a:rPr>
              <a:t> </a:t>
            </a:r>
            <a:endParaRPr lang="en-US"/>
          </a:p>
        </p:txBody>
      </p:sp>
      <p:sp>
        <p:nvSpPr>
          <p:cNvPr id="39131" name="Step 4 disc">
            <a:extLst>
              <a:ext uri="{FF2B5EF4-FFF2-40B4-BE49-F238E27FC236}">
                <a16:creationId xmlns:a16="http://schemas.microsoft.com/office/drawing/2014/main" id="{27327362-029D-C306-21CF-541FB9971178}"/>
              </a:ext>
            </a:extLst>
          </p:cNvPr>
          <p:cNvSpPr/>
          <p:nvPr/>
        </p:nvSpPr>
        <p:spPr>
          <a:xfrm>
            <a:off x="5090160" y="3895344"/>
            <a:ext cx="512064" cy="512064"/>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155" name="Step 4 name">
            <a:extLst>
              <a:ext uri="{FF2B5EF4-FFF2-40B4-BE49-F238E27FC236}">
                <a16:creationId xmlns:a16="http://schemas.microsoft.com/office/drawing/2014/main" id="{EACD4B5D-4BA8-38AE-F9DE-57E8ECFFC69D}"/>
              </a:ext>
            </a:extLst>
          </p:cNvPr>
          <p:cNvSpPr/>
          <p:nvPr/>
        </p:nvSpPr>
        <p:spPr>
          <a:xfrm>
            <a:off x="5693664" y="3898736"/>
            <a:ext cx="5949696"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Resident agrees a date by phone, letter or visit</a:t>
            </a:r>
          </a:p>
          <a:p>
            <a:pPr algn="l">
              <a:buNone/>
            </a:pPr>
            <a:r>
              <a:rPr lang="en-US" sz="100">
                <a:effectLst/>
              </a:rPr>
              <a:t> </a:t>
            </a:r>
            <a:endParaRPr lang="en-US"/>
          </a:p>
        </p:txBody>
      </p:sp>
      <p:sp>
        <p:nvSpPr>
          <p:cNvPr id="39180" name="Step 4 chip">
            <a:extLst>
              <a:ext uri="{FF2B5EF4-FFF2-40B4-BE49-F238E27FC236}">
                <a16:creationId xmlns:a16="http://schemas.microsoft.com/office/drawing/2014/main" id="{E5978440-1DF0-8671-7EFE-3CEF4EC8E6EE}"/>
              </a:ext>
            </a:extLst>
          </p:cNvPr>
          <p:cNvSpPr/>
          <p:nvPr/>
        </p:nvSpPr>
        <p:spPr>
          <a:xfrm>
            <a:off x="9851136" y="4288536"/>
            <a:ext cx="1792224"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DELIVERED #87</a:t>
            </a:r>
          </a:p>
          <a:p>
            <a:pPr algn="ctr">
              <a:buNone/>
            </a:pPr>
            <a:r>
              <a:rPr lang="en-US" sz="100">
                <a:effectLst/>
              </a:rPr>
              <a:t> </a:t>
            </a:r>
            <a:endParaRPr lang="en-US"/>
          </a:p>
        </p:txBody>
      </p:sp>
      <p:sp>
        <p:nvSpPr>
          <p:cNvPr id="39206" name="Step 4 owner">
            <a:extLst>
              <a:ext uri="{FF2B5EF4-FFF2-40B4-BE49-F238E27FC236}">
                <a16:creationId xmlns:a16="http://schemas.microsoft.com/office/drawing/2014/main" id="{202C8110-D676-9F70-5BA9-234AC1B869C4}"/>
              </a:ext>
            </a:extLst>
          </p:cNvPr>
          <p:cNvSpPr/>
          <p:nvPr/>
        </p:nvSpPr>
        <p:spPr>
          <a:xfrm>
            <a:off x="5693664" y="4218776"/>
            <a:ext cx="880199"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2E6B5E"/>
                </a:solidFill>
                <a:effectLst/>
                <a:latin typeface="Arial" panose="020B0604020202020204" pitchFamily="34" charset="0"/>
              </a:rPr>
              <a:t>Resident</a:t>
            </a:r>
          </a:p>
          <a:p>
            <a:pPr algn="l">
              <a:buNone/>
            </a:pPr>
            <a:r>
              <a:rPr lang="en-US" sz="100">
                <a:effectLst/>
              </a:rPr>
              <a:t> </a:t>
            </a:r>
            <a:endParaRPr lang="en-US"/>
          </a:p>
        </p:txBody>
      </p:sp>
      <p:sp>
        <p:nvSpPr>
          <p:cNvPr id="39233" name="Step 5 disc">
            <a:extLst>
              <a:ext uri="{FF2B5EF4-FFF2-40B4-BE49-F238E27FC236}">
                <a16:creationId xmlns:a16="http://schemas.microsoft.com/office/drawing/2014/main" id="{B6022851-288A-B555-5E12-7CFA6120BB10}"/>
              </a:ext>
            </a:extLst>
          </p:cNvPr>
          <p:cNvSpPr/>
          <p:nvPr/>
        </p:nvSpPr>
        <p:spPr>
          <a:xfrm>
            <a:off x="5090160" y="4535424"/>
            <a:ext cx="512064" cy="512064"/>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261" name="Step 5 name">
            <a:extLst>
              <a:ext uri="{FF2B5EF4-FFF2-40B4-BE49-F238E27FC236}">
                <a16:creationId xmlns:a16="http://schemas.microsoft.com/office/drawing/2014/main" id="{513B1470-A8BB-7CC2-C583-ADEDF9C27544}"/>
              </a:ext>
            </a:extLst>
          </p:cNvPr>
          <p:cNvSpPr/>
          <p:nvPr/>
        </p:nvSpPr>
        <p:spPr>
          <a:xfrm>
            <a:off x="5693664" y="4538816"/>
            <a:ext cx="5949696"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Work order and quality acceptance</a:t>
            </a:r>
          </a:p>
          <a:p>
            <a:pPr algn="l">
              <a:buNone/>
            </a:pPr>
            <a:r>
              <a:rPr lang="en-US" sz="100">
                <a:effectLst/>
              </a:rPr>
              <a:t> </a:t>
            </a:r>
            <a:endParaRPr lang="en-US"/>
          </a:p>
        </p:txBody>
      </p:sp>
      <p:sp>
        <p:nvSpPr>
          <p:cNvPr id="39290" name="Step 5 chip">
            <a:extLst>
              <a:ext uri="{FF2B5EF4-FFF2-40B4-BE49-F238E27FC236}">
                <a16:creationId xmlns:a16="http://schemas.microsoft.com/office/drawing/2014/main" id="{7B306E36-C61C-A260-9FD9-A0092154F041}"/>
              </a:ext>
            </a:extLst>
          </p:cNvPr>
          <p:cNvSpPr/>
          <p:nvPr/>
        </p:nvSpPr>
        <p:spPr>
          <a:xfrm>
            <a:off x="9503664" y="4928616"/>
            <a:ext cx="2139696"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DELIVERED #90 #91</a:t>
            </a:r>
          </a:p>
          <a:p>
            <a:pPr algn="ctr">
              <a:buNone/>
            </a:pPr>
            <a:r>
              <a:rPr lang="en-US" sz="100">
                <a:effectLst/>
              </a:rPr>
              <a:t> </a:t>
            </a:r>
            <a:endParaRPr lang="en-US"/>
          </a:p>
        </p:txBody>
      </p:sp>
      <p:sp>
        <p:nvSpPr>
          <p:cNvPr id="39320" name="Step 5 owner">
            <a:extLst>
              <a:ext uri="{FF2B5EF4-FFF2-40B4-BE49-F238E27FC236}">
                <a16:creationId xmlns:a16="http://schemas.microsoft.com/office/drawing/2014/main" id="{13135D2A-6EDE-BD5F-40F6-3BB394375487}"/>
              </a:ext>
            </a:extLst>
          </p:cNvPr>
          <p:cNvSpPr/>
          <p:nvPr/>
        </p:nvSpPr>
        <p:spPr>
          <a:xfrm>
            <a:off x="5693664" y="4858856"/>
            <a:ext cx="2380813"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2E6B5E"/>
                </a:solidFill>
                <a:effectLst/>
                <a:latin typeface="Arial" panose="020B0604020202020204" pitchFamily="34" charset="0"/>
              </a:rPr>
              <a:t>Contractor + independent QA</a:t>
            </a:r>
          </a:p>
          <a:p>
            <a:pPr algn="l">
              <a:buNone/>
            </a:pPr>
            <a:r>
              <a:rPr lang="en-US" sz="100">
                <a:effectLst/>
              </a:rPr>
              <a:t> </a:t>
            </a:r>
            <a:endParaRPr lang="en-US"/>
          </a:p>
        </p:txBody>
      </p:sp>
      <p:sp>
        <p:nvSpPr>
          <p:cNvPr id="39351" name="Step 6 disc">
            <a:extLst>
              <a:ext uri="{FF2B5EF4-FFF2-40B4-BE49-F238E27FC236}">
                <a16:creationId xmlns:a16="http://schemas.microsoft.com/office/drawing/2014/main" id="{ADEB64FF-502D-6AA3-6CD6-AD32D292A7FD}"/>
              </a:ext>
            </a:extLst>
          </p:cNvPr>
          <p:cNvSpPr/>
          <p:nvPr/>
        </p:nvSpPr>
        <p:spPr>
          <a:xfrm>
            <a:off x="5090160" y="5175504"/>
            <a:ext cx="512064" cy="512064"/>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383" name="Step 6 name">
            <a:extLst>
              <a:ext uri="{FF2B5EF4-FFF2-40B4-BE49-F238E27FC236}">
                <a16:creationId xmlns:a16="http://schemas.microsoft.com/office/drawing/2014/main" id="{F9BB02D6-6696-3EC7-3873-7FCB3AC70A06}"/>
              </a:ext>
            </a:extLst>
          </p:cNvPr>
          <p:cNvSpPr/>
          <p:nvPr/>
        </p:nvSpPr>
        <p:spPr>
          <a:xfrm>
            <a:off x="5693664" y="5178896"/>
            <a:ext cx="5949696"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Handover and grant claim</a:t>
            </a:r>
          </a:p>
          <a:p>
            <a:pPr algn="l">
              <a:buNone/>
            </a:pPr>
            <a:r>
              <a:rPr lang="en-US" sz="100">
                <a:effectLst/>
              </a:rPr>
              <a:t> </a:t>
            </a:r>
            <a:endParaRPr lang="en-US"/>
          </a:p>
        </p:txBody>
      </p:sp>
      <p:sp>
        <p:nvSpPr>
          <p:cNvPr id="39416" name="Step 6 chip">
            <a:extLst>
              <a:ext uri="{FF2B5EF4-FFF2-40B4-BE49-F238E27FC236}">
                <a16:creationId xmlns:a16="http://schemas.microsoft.com/office/drawing/2014/main" id="{E50B9EB3-9030-BE21-733A-0107CAEE83AA}"/>
              </a:ext>
            </a:extLst>
          </p:cNvPr>
          <p:cNvSpPr/>
          <p:nvPr/>
        </p:nvSpPr>
        <p:spPr>
          <a:xfrm>
            <a:off x="9851136" y="5568696"/>
            <a:ext cx="1792224"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DELIVERED #95</a:t>
            </a:r>
          </a:p>
          <a:p>
            <a:pPr algn="ctr">
              <a:buNone/>
            </a:pPr>
            <a:r>
              <a:rPr lang="en-US" sz="100">
                <a:effectLst/>
              </a:rPr>
              <a:t> </a:t>
            </a:r>
            <a:endParaRPr lang="en-US"/>
          </a:p>
        </p:txBody>
      </p:sp>
      <p:sp>
        <p:nvSpPr>
          <p:cNvPr id="39450" name="Step 6 owner">
            <a:extLst>
              <a:ext uri="{FF2B5EF4-FFF2-40B4-BE49-F238E27FC236}">
                <a16:creationId xmlns:a16="http://schemas.microsoft.com/office/drawing/2014/main" id="{05FF5DC0-B447-3C41-3D71-2CC4EE3357A3}"/>
              </a:ext>
            </a:extLst>
          </p:cNvPr>
          <p:cNvSpPr/>
          <p:nvPr/>
        </p:nvSpPr>
        <p:spPr>
          <a:xfrm>
            <a:off x="5693664" y="5498936"/>
            <a:ext cx="815945"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2E6B5E"/>
                </a:solidFill>
                <a:effectLst/>
                <a:latin typeface="Arial" panose="020B0604020202020204" pitchFamily="34" charset="0"/>
              </a:rPr>
              <a:t>Finance</a:t>
            </a:r>
          </a:p>
          <a:p>
            <a:pPr algn="l">
              <a:buNone/>
            </a:pPr>
            <a:r>
              <a:rPr lang="en-US" sz="100">
                <a:effectLst/>
              </a:rPr>
              <a:t> </a:t>
            </a:r>
            <a:endParaRPr lang="en-US"/>
          </a:p>
        </p:txBody>
      </p:sp>
      <p:pic>
        <p:nvPicPr>
          <p:cNvPr id="39451" name="Step 1 icon" descr="Survey icon">
            <a:extLst>
              <a:ext uri="{FF2B5EF4-FFF2-40B4-BE49-F238E27FC236}">
                <a16:creationId xmlns:a16="http://schemas.microsoft.com/office/drawing/2014/main" id="{6B7B846C-91FA-6ADF-36AC-55A59CD73159}"/>
              </a:ext>
            </a:extLst>
          </p:cNvPr>
          <p:cNvPicPr>
            <a:picLocks noChangeAspect="1"/>
          </p:cNvPicPr>
          <p:nvPr/>
        </p:nvPicPr>
        <p:blipFill>
          <a:blip r:embed="rId4"/>
          <a:stretch>
            <a:fillRect/>
          </a:stretch>
        </p:blipFill>
        <p:spPr>
          <a:xfrm>
            <a:off x="5172456" y="2057400"/>
            <a:ext cx="347472" cy="347472"/>
          </a:xfrm>
          <a:prstGeom prst="rect">
            <a:avLst/>
          </a:prstGeom>
        </p:spPr>
      </p:pic>
      <p:pic>
        <p:nvPicPr>
          <p:cNvPr id="39452" name="Step 2 icon" descr="Evidence icon">
            <a:extLst>
              <a:ext uri="{FF2B5EF4-FFF2-40B4-BE49-F238E27FC236}">
                <a16:creationId xmlns:a16="http://schemas.microsoft.com/office/drawing/2014/main" id="{77666DB8-9FBC-3288-B277-2982293616B7}"/>
              </a:ext>
            </a:extLst>
          </p:cNvPr>
          <p:cNvPicPr>
            <a:picLocks noChangeAspect="1"/>
          </p:cNvPicPr>
          <p:nvPr/>
        </p:nvPicPr>
        <p:blipFill>
          <a:blip r:embed="rId5"/>
          <a:stretch>
            <a:fillRect/>
          </a:stretch>
        </p:blipFill>
        <p:spPr>
          <a:xfrm>
            <a:off x="5172456" y="2697480"/>
            <a:ext cx="347472" cy="347472"/>
          </a:xfrm>
          <a:prstGeom prst="rect">
            <a:avLst/>
          </a:prstGeom>
        </p:spPr>
      </p:pic>
      <p:pic>
        <p:nvPicPr>
          <p:cNvPr id="39453" name="Step 3 icon" descr="AI icon">
            <a:extLst>
              <a:ext uri="{FF2B5EF4-FFF2-40B4-BE49-F238E27FC236}">
                <a16:creationId xmlns:a16="http://schemas.microsoft.com/office/drawing/2014/main" id="{89362BB4-139A-44BD-77D1-C3590AB7034B}"/>
              </a:ext>
            </a:extLst>
          </p:cNvPr>
          <p:cNvPicPr>
            <a:picLocks noChangeAspect="1"/>
          </p:cNvPicPr>
          <p:nvPr/>
        </p:nvPicPr>
        <p:blipFill>
          <a:blip r:embed="rId6"/>
          <a:stretch>
            <a:fillRect/>
          </a:stretch>
        </p:blipFill>
        <p:spPr>
          <a:xfrm>
            <a:off x="5172456" y="3337560"/>
            <a:ext cx="347472" cy="347472"/>
          </a:xfrm>
          <a:prstGeom prst="rect">
            <a:avLst/>
          </a:prstGeom>
        </p:spPr>
      </p:pic>
      <p:pic>
        <p:nvPicPr>
          <p:cNvPr id="39454" name="Step 4 icon" descr="People and roles icon">
            <a:extLst>
              <a:ext uri="{FF2B5EF4-FFF2-40B4-BE49-F238E27FC236}">
                <a16:creationId xmlns:a16="http://schemas.microsoft.com/office/drawing/2014/main" id="{9DB79DEE-9B1D-E8C5-A670-AAFEE87219AC}"/>
              </a:ext>
            </a:extLst>
          </p:cNvPr>
          <p:cNvPicPr>
            <a:picLocks noChangeAspect="1"/>
          </p:cNvPicPr>
          <p:nvPr/>
        </p:nvPicPr>
        <p:blipFill>
          <a:blip r:embed="rId7"/>
          <a:stretch>
            <a:fillRect/>
          </a:stretch>
        </p:blipFill>
        <p:spPr>
          <a:xfrm>
            <a:off x="5172456" y="3977640"/>
            <a:ext cx="347472" cy="347472"/>
          </a:xfrm>
          <a:prstGeom prst="rect">
            <a:avLst/>
          </a:prstGeom>
        </p:spPr>
      </p:pic>
      <p:pic>
        <p:nvPicPr>
          <p:cNvPr id="39455" name="Step 5 icon" descr="Contractor icon">
            <a:extLst>
              <a:ext uri="{FF2B5EF4-FFF2-40B4-BE49-F238E27FC236}">
                <a16:creationId xmlns:a16="http://schemas.microsoft.com/office/drawing/2014/main" id="{D25C5034-8AA1-4EF8-E260-267E40EA626A}"/>
              </a:ext>
            </a:extLst>
          </p:cNvPr>
          <p:cNvPicPr>
            <a:picLocks noChangeAspect="1"/>
          </p:cNvPicPr>
          <p:nvPr/>
        </p:nvPicPr>
        <p:blipFill>
          <a:blip r:embed="rId8"/>
          <a:stretch>
            <a:fillRect/>
          </a:stretch>
        </p:blipFill>
        <p:spPr>
          <a:xfrm>
            <a:off x="5172456" y="4617720"/>
            <a:ext cx="347472" cy="347472"/>
          </a:xfrm>
          <a:prstGeom prst="rect">
            <a:avLst/>
          </a:prstGeom>
        </p:spPr>
      </p:pic>
      <p:pic>
        <p:nvPicPr>
          <p:cNvPr id="39456" name="Step 6 icon" descr="Cost icon">
            <a:extLst>
              <a:ext uri="{FF2B5EF4-FFF2-40B4-BE49-F238E27FC236}">
                <a16:creationId xmlns:a16="http://schemas.microsoft.com/office/drawing/2014/main" id="{85F4CF5C-5E87-02B3-133B-1BCC12A13F46}"/>
              </a:ext>
            </a:extLst>
          </p:cNvPr>
          <p:cNvPicPr>
            <a:picLocks noChangeAspect="1"/>
          </p:cNvPicPr>
          <p:nvPr/>
        </p:nvPicPr>
        <p:blipFill>
          <a:blip r:embed="rId9"/>
          <a:stretch>
            <a:fillRect/>
          </a:stretch>
        </p:blipFill>
        <p:spPr>
          <a:xfrm>
            <a:off x="5172456" y="5257800"/>
            <a:ext cx="347472" cy="347472"/>
          </a:xfrm>
          <a:prstGeom prst="rect">
            <a:avLst/>
          </a:prstGeom>
        </p:spPr>
      </p:pic>
    </p:spTree>
    <p:extLst>
      <p:ext uri="{BB962C8B-B14F-4D97-AF65-F5344CB8AC3E}">
        <p14:creationId xmlns:p14="http://schemas.microsoft.com/office/powerpoint/2010/main" val="23774742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9457" name="Eyebrow">
            <a:extLst>
              <a:ext uri="{FF2B5EF4-FFF2-40B4-BE49-F238E27FC236}">
                <a16:creationId xmlns:a16="http://schemas.microsoft.com/office/drawing/2014/main" id="{B6697767-710C-FC27-5DB1-C083D9362B90}"/>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3 · THE PRODUCT</a:t>
            </a:r>
          </a:p>
          <a:p>
            <a:pPr algn="l">
              <a:buNone/>
            </a:pPr>
            <a:r>
              <a:rPr lang="en-US" sz="100">
                <a:effectLst/>
              </a:rPr>
              <a:t> </a:t>
            </a:r>
            <a:endParaRPr lang="en-US"/>
          </a:p>
        </p:txBody>
      </p:sp>
      <p:sp>
        <p:nvSpPr>
          <p:cNvPr id="39459" name="Slide title">
            <a:extLst>
              <a:ext uri="{FF2B5EF4-FFF2-40B4-BE49-F238E27FC236}">
                <a16:creationId xmlns:a16="http://schemas.microsoft.com/office/drawing/2014/main" id="{94EA84CA-EA8A-E087-0FED-85758913CC94}"/>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189 backlog items, 16 epics, one coherent product.</a:t>
            </a:r>
          </a:p>
          <a:p>
            <a:pPr algn="l">
              <a:buNone/>
            </a:pPr>
            <a:r>
              <a:rPr lang="en-US" sz="100">
                <a:effectLst/>
              </a:rPr>
              <a:t> </a:t>
            </a:r>
            <a:endParaRPr lang="en-US"/>
          </a:p>
        </p:txBody>
      </p:sp>
      <p:sp>
        <p:nvSpPr>
          <p:cNvPr id="39462" name="Footer sources">
            <a:extLst>
              <a:ext uri="{FF2B5EF4-FFF2-40B4-BE49-F238E27FC236}">
                <a16:creationId xmlns:a16="http://schemas.microsoft.com/office/drawing/2014/main" id="{F37DCD64-7F8D-F7D7-1F1B-BE32402898DE}"/>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 AMA Plan project 7 snapshot, 23 Oct 2026 07:21 UTC (API projection of GitHub issues)</a:t>
            </a:r>
          </a:p>
          <a:p>
            <a:pPr algn="l">
              <a:buNone/>
            </a:pPr>
            <a:r>
              <a:rPr lang="en-US" sz="100">
                <a:effectLst/>
              </a:rPr>
              <a:t> </a:t>
            </a:r>
            <a:endParaRPr lang="en-US"/>
          </a:p>
        </p:txBody>
      </p:sp>
      <p:sp>
        <p:nvSpPr>
          <p:cNvPr id="39466" name="Footer navigation">
            <a:extLst>
              <a:ext uri="{FF2B5EF4-FFF2-40B4-BE49-F238E27FC236}">
                <a16:creationId xmlns:a16="http://schemas.microsoft.com/office/drawing/2014/main" id="{17385D11-3F7F-48F7-10C7-609CEDCC62FE}"/>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S13</a:t>
            </a:r>
          </a:p>
          <a:p>
            <a:pPr algn="r">
              <a:buNone/>
            </a:pPr>
            <a:r>
              <a:rPr lang="en-US" sz="100">
                <a:effectLst/>
              </a:rPr>
              <a:t> </a:t>
            </a:r>
            <a:endParaRPr lang="en-US"/>
          </a:p>
        </p:txBody>
      </p:sp>
      <p:sp>
        <p:nvSpPr>
          <p:cNvPr id="39471" name="Epic tile 1">
            <a:extLst>
              <a:ext uri="{FF2B5EF4-FFF2-40B4-BE49-F238E27FC236}">
                <a16:creationId xmlns:a16="http://schemas.microsoft.com/office/drawing/2014/main" id="{1615A875-967D-A3E2-AD89-A01676B1AE0D}"/>
              </a:ext>
            </a:extLst>
          </p:cNvPr>
          <p:cNvSpPr/>
          <p:nvPr/>
        </p:nvSpPr>
        <p:spPr>
          <a:xfrm>
            <a:off x="548640" y="1536192"/>
            <a:ext cx="1874520" cy="1005840"/>
          </a:xfrm>
          <a:prstGeom prst="rect">
            <a:avLst/>
          </a:prstGeom>
          <a:solidFill>
            <a:srgbClr val="FFFFFF"/>
          </a:solidFill>
          <a:ln w="12700">
            <a:solidFill>
              <a:srgbClr val="C3D2C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477" name="Epic 1 name">
            <a:extLst>
              <a:ext uri="{FF2B5EF4-FFF2-40B4-BE49-F238E27FC236}">
                <a16:creationId xmlns:a16="http://schemas.microsoft.com/office/drawing/2014/main" id="{83C823BA-9D2D-23D4-CB86-35A718701968}"/>
              </a:ext>
            </a:extLst>
          </p:cNvPr>
          <p:cNvSpPr/>
          <p:nvPr/>
        </p:nvSpPr>
        <p:spPr>
          <a:xfrm>
            <a:off x="941832" y="1563624"/>
            <a:ext cx="1499616"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Home case and workbench</a:t>
            </a:r>
          </a:p>
          <a:p>
            <a:pPr algn="l">
              <a:buNone/>
            </a:pPr>
            <a:r>
              <a:rPr lang="en-US" sz="100">
                <a:effectLst/>
              </a:rPr>
              <a:t> </a:t>
            </a:r>
            <a:endParaRPr lang="en-US"/>
          </a:p>
        </p:txBody>
      </p:sp>
      <p:sp>
        <p:nvSpPr>
          <p:cNvPr id="39484" name="Epic 1 track">
            <a:extLst>
              <a:ext uri="{FF2B5EF4-FFF2-40B4-BE49-F238E27FC236}">
                <a16:creationId xmlns:a16="http://schemas.microsoft.com/office/drawing/2014/main" id="{B054232A-0785-9808-E063-26F210594CB6}"/>
              </a:ext>
            </a:extLst>
          </p:cNvPr>
          <p:cNvSpPr/>
          <p:nvPr/>
        </p:nvSpPr>
        <p:spPr>
          <a:xfrm>
            <a:off x="640080" y="2116836"/>
            <a:ext cx="1691640" cy="128016"/>
          </a:xfrm>
          <a:prstGeom prst="rect">
            <a:avLst/>
          </a:prstGeom>
          <a:solidFill>
            <a:srgbClr val="E6ECE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492" name="Epic 1 delivered bar">
            <a:extLst>
              <a:ext uri="{FF2B5EF4-FFF2-40B4-BE49-F238E27FC236}">
                <a16:creationId xmlns:a16="http://schemas.microsoft.com/office/drawing/2014/main" id="{98AB816B-D7BC-428B-9480-C55E85CCB909}"/>
              </a:ext>
            </a:extLst>
          </p:cNvPr>
          <p:cNvSpPr/>
          <p:nvPr/>
        </p:nvSpPr>
        <p:spPr>
          <a:xfrm>
            <a:off x="640080" y="2116836"/>
            <a:ext cx="116665" cy="128016"/>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501" name="Epic 1 queued bar">
            <a:extLst>
              <a:ext uri="{FF2B5EF4-FFF2-40B4-BE49-F238E27FC236}">
                <a16:creationId xmlns:a16="http://schemas.microsoft.com/office/drawing/2014/main" id="{34E2BC26-6B07-D472-B9B8-8135A2AFB7F6}"/>
              </a:ext>
            </a:extLst>
          </p:cNvPr>
          <p:cNvSpPr/>
          <p:nvPr/>
        </p:nvSpPr>
        <p:spPr>
          <a:xfrm>
            <a:off x="756745" y="2116836"/>
            <a:ext cx="349994" cy="128016"/>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511" name="Epic 1 delivered count">
            <a:extLst>
              <a:ext uri="{FF2B5EF4-FFF2-40B4-BE49-F238E27FC236}">
                <a16:creationId xmlns:a16="http://schemas.microsoft.com/office/drawing/2014/main" id="{A504EDD0-5756-F76A-DA54-418730BD7AC4}"/>
              </a:ext>
            </a:extLst>
          </p:cNvPr>
          <p:cNvSpPr/>
          <p:nvPr/>
        </p:nvSpPr>
        <p:spPr>
          <a:xfrm>
            <a:off x="548640" y="2159852"/>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E6B5E"/>
                </a:solidFill>
                <a:effectLst/>
                <a:latin typeface="Arial" panose="020B0604020202020204" pitchFamily="34" charset="0"/>
              </a:rPr>
              <a:t>2</a:t>
            </a:r>
          </a:p>
          <a:p>
            <a:pPr algn="l">
              <a:buNone/>
            </a:pPr>
            <a:r>
              <a:rPr lang="en-US" sz="100">
                <a:effectLst/>
              </a:rPr>
              <a:t> </a:t>
            </a:r>
            <a:endParaRPr lang="en-US"/>
          </a:p>
        </p:txBody>
      </p:sp>
      <p:sp>
        <p:nvSpPr>
          <p:cNvPr id="39522" name="Epic 1 in progress count">
            <a:extLst>
              <a:ext uri="{FF2B5EF4-FFF2-40B4-BE49-F238E27FC236}">
                <a16:creationId xmlns:a16="http://schemas.microsoft.com/office/drawing/2014/main" id="{4B63F270-AD5C-AD52-B377-353546125781}"/>
              </a:ext>
            </a:extLst>
          </p:cNvPr>
          <p:cNvSpPr/>
          <p:nvPr/>
        </p:nvSpPr>
        <p:spPr>
          <a:xfrm>
            <a:off x="932688" y="2159852"/>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F5F8A"/>
                </a:solidFill>
                <a:effectLst/>
                <a:latin typeface="Arial" panose="020B0604020202020204" pitchFamily="34" charset="0"/>
              </a:rPr>
              <a:t>0</a:t>
            </a:r>
          </a:p>
          <a:p>
            <a:pPr algn="l">
              <a:buNone/>
            </a:pPr>
            <a:r>
              <a:rPr lang="en-US" sz="100">
                <a:effectLst/>
              </a:rPr>
              <a:t> </a:t>
            </a:r>
            <a:endParaRPr lang="en-US"/>
          </a:p>
        </p:txBody>
      </p:sp>
      <p:sp>
        <p:nvSpPr>
          <p:cNvPr id="39534" name="Epic 1 queued count">
            <a:extLst>
              <a:ext uri="{FF2B5EF4-FFF2-40B4-BE49-F238E27FC236}">
                <a16:creationId xmlns:a16="http://schemas.microsoft.com/office/drawing/2014/main" id="{F55F16DB-E7DD-15EC-A19D-EA6A60AA1B13}"/>
              </a:ext>
            </a:extLst>
          </p:cNvPr>
          <p:cNvSpPr/>
          <p:nvPr/>
        </p:nvSpPr>
        <p:spPr>
          <a:xfrm>
            <a:off x="1316736" y="2159852"/>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6</a:t>
            </a:r>
          </a:p>
          <a:p>
            <a:pPr algn="l">
              <a:buNone/>
            </a:pPr>
            <a:r>
              <a:rPr lang="en-US" sz="100">
                <a:effectLst/>
              </a:rPr>
              <a:t> </a:t>
            </a:r>
            <a:endParaRPr lang="en-US"/>
          </a:p>
        </p:txBody>
      </p:sp>
      <p:sp>
        <p:nvSpPr>
          <p:cNvPr id="39547" name="Epic tile 2">
            <a:extLst>
              <a:ext uri="{FF2B5EF4-FFF2-40B4-BE49-F238E27FC236}">
                <a16:creationId xmlns:a16="http://schemas.microsoft.com/office/drawing/2014/main" id="{08EC7A73-BC46-969F-A540-943304D598DF}"/>
              </a:ext>
            </a:extLst>
          </p:cNvPr>
          <p:cNvSpPr/>
          <p:nvPr/>
        </p:nvSpPr>
        <p:spPr>
          <a:xfrm>
            <a:off x="2523744" y="1536192"/>
            <a:ext cx="1874520" cy="1005840"/>
          </a:xfrm>
          <a:prstGeom prst="rect">
            <a:avLst/>
          </a:prstGeom>
          <a:solidFill>
            <a:srgbClr val="FFFFFF"/>
          </a:solidFill>
          <a:ln w="12700">
            <a:solidFill>
              <a:srgbClr val="C3D2C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561" name="Epic 2 name">
            <a:extLst>
              <a:ext uri="{FF2B5EF4-FFF2-40B4-BE49-F238E27FC236}">
                <a16:creationId xmlns:a16="http://schemas.microsoft.com/office/drawing/2014/main" id="{4333FE9C-294D-E4B7-FB81-015878051E34}"/>
              </a:ext>
            </a:extLst>
          </p:cNvPr>
          <p:cNvSpPr/>
          <p:nvPr/>
        </p:nvSpPr>
        <p:spPr>
          <a:xfrm>
            <a:off x="2916936" y="1563624"/>
            <a:ext cx="1499616"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Safety and consent</a:t>
            </a:r>
          </a:p>
          <a:p>
            <a:pPr algn="l">
              <a:buNone/>
            </a:pPr>
            <a:r>
              <a:rPr lang="en-US" sz="100">
                <a:effectLst/>
              </a:rPr>
              <a:t> </a:t>
            </a:r>
            <a:endParaRPr lang="en-US"/>
          </a:p>
        </p:txBody>
      </p:sp>
      <p:sp>
        <p:nvSpPr>
          <p:cNvPr id="39576" name="Epic 2 track">
            <a:extLst>
              <a:ext uri="{FF2B5EF4-FFF2-40B4-BE49-F238E27FC236}">
                <a16:creationId xmlns:a16="http://schemas.microsoft.com/office/drawing/2014/main" id="{DE0F94BE-4BCC-38D2-AA54-D36FB7ABCB0D}"/>
              </a:ext>
            </a:extLst>
          </p:cNvPr>
          <p:cNvSpPr/>
          <p:nvPr/>
        </p:nvSpPr>
        <p:spPr>
          <a:xfrm>
            <a:off x="2615184" y="2116836"/>
            <a:ext cx="1691640" cy="128016"/>
          </a:xfrm>
          <a:prstGeom prst="rect">
            <a:avLst/>
          </a:prstGeom>
          <a:solidFill>
            <a:srgbClr val="E6ECE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592" name="Epic 2 delivered bar">
            <a:extLst>
              <a:ext uri="{FF2B5EF4-FFF2-40B4-BE49-F238E27FC236}">
                <a16:creationId xmlns:a16="http://schemas.microsoft.com/office/drawing/2014/main" id="{47941CCA-2950-AB45-4F10-CD4ED285D07C}"/>
              </a:ext>
            </a:extLst>
          </p:cNvPr>
          <p:cNvSpPr/>
          <p:nvPr/>
        </p:nvSpPr>
        <p:spPr>
          <a:xfrm>
            <a:off x="2615184" y="2116836"/>
            <a:ext cx="233330" cy="128016"/>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609" name="Epic 2 queued bar">
            <a:extLst>
              <a:ext uri="{FF2B5EF4-FFF2-40B4-BE49-F238E27FC236}">
                <a16:creationId xmlns:a16="http://schemas.microsoft.com/office/drawing/2014/main" id="{CDFE35A8-AA36-0DD9-9629-5D09E3C54CB6}"/>
              </a:ext>
            </a:extLst>
          </p:cNvPr>
          <p:cNvSpPr/>
          <p:nvPr/>
        </p:nvSpPr>
        <p:spPr>
          <a:xfrm>
            <a:off x="2848514" y="2116836"/>
            <a:ext cx="291662" cy="128016"/>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627" name="Epic 2 delivered count">
            <a:extLst>
              <a:ext uri="{FF2B5EF4-FFF2-40B4-BE49-F238E27FC236}">
                <a16:creationId xmlns:a16="http://schemas.microsoft.com/office/drawing/2014/main" id="{90D5C5E1-C79A-3D03-6382-325FD6023729}"/>
              </a:ext>
            </a:extLst>
          </p:cNvPr>
          <p:cNvSpPr/>
          <p:nvPr/>
        </p:nvSpPr>
        <p:spPr>
          <a:xfrm>
            <a:off x="2523744" y="2159852"/>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E6B5E"/>
                </a:solidFill>
                <a:effectLst/>
                <a:latin typeface="Arial" panose="020B0604020202020204" pitchFamily="34" charset="0"/>
              </a:rPr>
              <a:t>4</a:t>
            </a:r>
          </a:p>
          <a:p>
            <a:pPr algn="l">
              <a:buNone/>
            </a:pPr>
            <a:r>
              <a:rPr lang="en-US" sz="100">
                <a:effectLst/>
              </a:rPr>
              <a:t> </a:t>
            </a:r>
            <a:endParaRPr lang="en-US"/>
          </a:p>
        </p:txBody>
      </p:sp>
      <p:sp>
        <p:nvSpPr>
          <p:cNvPr id="39646" name="Epic 2 in progress count">
            <a:extLst>
              <a:ext uri="{FF2B5EF4-FFF2-40B4-BE49-F238E27FC236}">
                <a16:creationId xmlns:a16="http://schemas.microsoft.com/office/drawing/2014/main" id="{1FF2108B-66BA-4716-AEC4-0383201D21BB}"/>
              </a:ext>
            </a:extLst>
          </p:cNvPr>
          <p:cNvSpPr/>
          <p:nvPr/>
        </p:nvSpPr>
        <p:spPr>
          <a:xfrm>
            <a:off x="2907792" y="2159852"/>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F5F8A"/>
                </a:solidFill>
                <a:effectLst/>
                <a:latin typeface="Arial" panose="020B0604020202020204" pitchFamily="34" charset="0"/>
              </a:rPr>
              <a:t>0</a:t>
            </a:r>
          </a:p>
          <a:p>
            <a:pPr algn="l">
              <a:buNone/>
            </a:pPr>
            <a:r>
              <a:rPr lang="en-US" sz="100">
                <a:effectLst/>
              </a:rPr>
              <a:t> </a:t>
            </a:r>
            <a:endParaRPr lang="en-US"/>
          </a:p>
        </p:txBody>
      </p:sp>
      <p:sp>
        <p:nvSpPr>
          <p:cNvPr id="39666" name="Epic 2 queued count">
            <a:extLst>
              <a:ext uri="{FF2B5EF4-FFF2-40B4-BE49-F238E27FC236}">
                <a16:creationId xmlns:a16="http://schemas.microsoft.com/office/drawing/2014/main" id="{2344DE37-6921-8AA3-F4DA-31F939057F4D}"/>
              </a:ext>
            </a:extLst>
          </p:cNvPr>
          <p:cNvSpPr/>
          <p:nvPr/>
        </p:nvSpPr>
        <p:spPr>
          <a:xfrm>
            <a:off x="3291840" y="2159852"/>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5</a:t>
            </a:r>
          </a:p>
          <a:p>
            <a:pPr algn="l">
              <a:buNone/>
            </a:pPr>
            <a:r>
              <a:rPr lang="en-US" sz="100">
                <a:effectLst/>
              </a:rPr>
              <a:t> </a:t>
            </a:r>
            <a:endParaRPr lang="en-US"/>
          </a:p>
        </p:txBody>
      </p:sp>
      <p:sp>
        <p:nvSpPr>
          <p:cNvPr id="39687" name="Epic tile 3">
            <a:extLst>
              <a:ext uri="{FF2B5EF4-FFF2-40B4-BE49-F238E27FC236}">
                <a16:creationId xmlns:a16="http://schemas.microsoft.com/office/drawing/2014/main" id="{F0EBD501-A9AE-8DB3-184B-30BCC032878E}"/>
              </a:ext>
            </a:extLst>
          </p:cNvPr>
          <p:cNvSpPr/>
          <p:nvPr/>
        </p:nvSpPr>
        <p:spPr>
          <a:xfrm>
            <a:off x="4498848" y="1536192"/>
            <a:ext cx="1874520" cy="1005840"/>
          </a:xfrm>
          <a:prstGeom prst="rect">
            <a:avLst/>
          </a:prstGeom>
          <a:solidFill>
            <a:srgbClr val="FFFFFF"/>
          </a:solidFill>
          <a:ln w="12700">
            <a:solidFill>
              <a:srgbClr val="C3D2C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709" name="Epic 3 name">
            <a:extLst>
              <a:ext uri="{FF2B5EF4-FFF2-40B4-BE49-F238E27FC236}">
                <a16:creationId xmlns:a16="http://schemas.microsoft.com/office/drawing/2014/main" id="{966891B2-20FD-C9CA-1690-AFF74E2BB483}"/>
              </a:ext>
            </a:extLst>
          </p:cNvPr>
          <p:cNvSpPr/>
          <p:nvPr/>
        </p:nvSpPr>
        <p:spPr>
          <a:xfrm>
            <a:off x="4892040" y="1563624"/>
            <a:ext cx="1499616"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Capacity and quality</a:t>
            </a:r>
          </a:p>
          <a:p>
            <a:pPr algn="l">
              <a:buNone/>
            </a:pPr>
            <a:r>
              <a:rPr lang="en-US" sz="100">
                <a:effectLst/>
              </a:rPr>
              <a:t> </a:t>
            </a:r>
            <a:endParaRPr lang="en-US"/>
          </a:p>
        </p:txBody>
      </p:sp>
      <p:sp>
        <p:nvSpPr>
          <p:cNvPr id="39732" name="Epic 3 track">
            <a:extLst>
              <a:ext uri="{FF2B5EF4-FFF2-40B4-BE49-F238E27FC236}">
                <a16:creationId xmlns:a16="http://schemas.microsoft.com/office/drawing/2014/main" id="{C17B0D96-5545-CA6A-4F8E-38BC1A91CAF4}"/>
              </a:ext>
            </a:extLst>
          </p:cNvPr>
          <p:cNvSpPr/>
          <p:nvPr/>
        </p:nvSpPr>
        <p:spPr>
          <a:xfrm>
            <a:off x="4590288" y="2116836"/>
            <a:ext cx="1691640" cy="128016"/>
          </a:xfrm>
          <a:prstGeom prst="rect">
            <a:avLst/>
          </a:prstGeom>
          <a:solidFill>
            <a:srgbClr val="E6ECE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756" name="Epic 3 delivered bar">
            <a:extLst>
              <a:ext uri="{FF2B5EF4-FFF2-40B4-BE49-F238E27FC236}">
                <a16:creationId xmlns:a16="http://schemas.microsoft.com/office/drawing/2014/main" id="{F77985F1-70CF-29BB-F232-BF59EFA04522}"/>
              </a:ext>
            </a:extLst>
          </p:cNvPr>
          <p:cNvSpPr/>
          <p:nvPr/>
        </p:nvSpPr>
        <p:spPr>
          <a:xfrm>
            <a:off x="4590288" y="2116836"/>
            <a:ext cx="116665" cy="128016"/>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781" name="Epic 3 queued bar">
            <a:extLst>
              <a:ext uri="{FF2B5EF4-FFF2-40B4-BE49-F238E27FC236}">
                <a16:creationId xmlns:a16="http://schemas.microsoft.com/office/drawing/2014/main" id="{6B2CD820-FEBD-A7B7-02A2-26A9428A9E48}"/>
              </a:ext>
            </a:extLst>
          </p:cNvPr>
          <p:cNvSpPr/>
          <p:nvPr/>
        </p:nvSpPr>
        <p:spPr>
          <a:xfrm>
            <a:off x="4706953" y="2116836"/>
            <a:ext cx="174997" cy="128016"/>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807" name="Epic 3 delivered count">
            <a:extLst>
              <a:ext uri="{FF2B5EF4-FFF2-40B4-BE49-F238E27FC236}">
                <a16:creationId xmlns:a16="http://schemas.microsoft.com/office/drawing/2014/main" id="{F19F5B46-E713-BB2A-20E5-7657FBBFEA17}"/>
              </a:ext>
            </a:extLst>
          </p:cNvPr>
          <p:cNvSpPr/>
          <p:nvPr/>
        </p:nvSpPr>
        <p:spPr>
          <a:xfrm>
            <a:off x="4498848" y="2159852"/>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E6B5E"/>
                </a:solidFill>
                <a:effectLst/>
                <a:latin typeface="Arial" panose="020B0604020202020204" pitchFamily="34" charset="0"/>
              </a:rPr>
              <a:t>2</a:t>
            </a:r>
          </a:p>
          <a:p>
            <a:pPr algn="l">
              <a:buNone/>
            </a:pPr>
            <a:r>
              <a:rPr lang="en-US" sz="100">
                <a:effectLst/>
              </a:rPr>
              <a:t> </a:t>
            </a:r>
            <a:endParaRPr lang="en-US"/>
          </a:p>
        </p:txBody>
      </p:sp>
      <p:sp>
        <p:nvSpPr>
          <p:cNvPr id="39834" name="Epic 3 in progress count">
            <a:extLst>
              <a:ext uri="{FF2B5EF4-FFF2-40B4-BE49-F238E27FC236}">
                <a16:creationId xmlns:a16="http://schemas.microsoft.com/office/drawing/2014/main" id="{69043818-9B88-15EB-896D-BFB001A14628}"/>
              </a:ext>
            </a:extLst>
          </p:cNvPr>
          <p:cNvSpPr/>
          <p:nvPr/>
        </p:nvSpPr>
        <p:spPr>
          <a:xfrm>
            <a:off x="4882896" y="2159852"/>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F5F8A"/>
                </a:solidFill>
                <a:effectLst/>
                <a:latin typeface="Arial" panose="020B0604020202020204" pitchFamily="34" charset="0"/>
              </a:rPr>
              <a:t>0</a:t>
            </a:r>
          </a:p>
          <a:p>
            <a:pPr algn="l">
              <a:buNone/>
            </a:pPr>
            <a:r>
              <a:rPr lang="en-US" sz="100">
                <a:effectLst/>
              </a:rPr>
              <a:t> </a:t>
            </a:r>
            <a:endParaRPr lang="en-US"/>
          </a:p>
        </p:txBody>
      </p:sp>
      <p:sp>
        <p:nvSpPr>
          <p:cNvPr id="39862" name="Epic 3 queued count">
            <a:extLst>
              <a:ext uri="{FF2B5EF4-FFF2-40B4-BE49-F238E27FC236}">
                <a16:creationId xmlns:a16="http://schemas.microsoft.com/office/drawing/2014/main" id="{6D891715-926D-D377-94C8-3E7A9BFFF18D}"/>
              </a:ext>
            </a:extLst>
          </p:cNvPr>
          <p:cNvSpPr/>
          <p:nvPr/>
        </p:nvSpPr>
        <p:spPr>
          <a:xfrm>
            <a:off x="5266944" y="2159852"/>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3</a:t>
            </a:r>
          </a:p>
          <a:p>
            <a:pPr algn="l">
              <a:buNone/>
            </a:pPr>
            <a:r>
              <a:rPr lang="en-US" sz="100">
                <a:effectLst/>
              </a:rPr>
              <a:t> </a:t>
            </a:r>
            <a:endParaRPr lang="en-US"/>
          </a:p>
        </p:txBody>
      </p:sp>
      <p:sp>
        <p:nvSpPr>
          <p:cNvPr id="39891" name="Epic tile 4">
            <a:extLst>
              <a:ext uri="{FF2B5EF4-FFF2-40B4-BE49-F238E27FC236}">
                <a16:creationId xmlns:a16="http://schemas.microsoft.com/office/drawing/2014/main" id="{8364EA49-25C0-29F5-4147-98757C90988E}"/>
              </a:ext>
            </a:extLst>
          </p:cNvPr>
          <p:cNvSpPr/>
          <p:nvPr/>
        </p:nvSpPr>
        <p:spPr>
          <a:xfrm>
            <a:off x="6473952" y="1536192"/>
            <a:ext cx="1874520" cy="1005840"/>
          </a:xfrm>
          <a:prstGeom prst="rect">
            <a:avLst/>
          </a:prstGeom>
          <a:solidFill>
            <a:srgbClr val="FFFFFF"/>
          </a:solidFill>
          <a:ln w="12700">
            <a:solidFill>
              <a:srgbClr val="C3D2C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921" name="Epic 4 name">
            <a:extLst>
              <a:ext uri="{FF2B5EF4-FFF2-40B4-BE49-F238E27FC236}">
                <a16:creationId xmlns:a16="http://schemas.microsoft.com/office/drawing/2014/main" id="{288C15BF-BF72-7FB9-A1F5-F50F72714F48}"/>
              </a:ext>
            </a:extLst>
          </p:cNvPr>
          <p:cNvSpPr/>
          <p:nvPr/>
        </p:nvSpPr>
        <p:spPr>
          <a:xfrm>
            <a:off x="6867144" y="1563624"/>
            <a:ext cx="1499616"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Finance and grants</a:t>
            </a:r>
          </a:p>
          <a:p>
            <a:pPr algn="l">
              <a:buNone/>
            </a:pPr>
            <a:r>
              <a:rPr lang="en-US" sz="100">
                <a:effectLst/>
              </a:rPr>
              <a:t> </a:t>
            </a:r>
            <a:endParaRPr lang="en-US"/>
          </a:p>
        </p:txBody>
      </p:sp>
      <p:sp>
        <p:nvSpPr>
          <p:cNvPr id="39952" name="Epic 4 track">
            <a:extLst>
              <a:ext uri="{FF2B5EF4-FFF2-40B4-BE49-F238E27FC236}">
                <a16:creationId xmlns:a16="http://schemas.microsoft.com/office/drawing/2014/main" id="{4EEAED34-59EF-B2BE-443A-3E7B7D2F1C32}"/>
              </a:ext>
            </a:extLst>
          </p:cNvPr>
          <p:cNvSpPr/>
          <p:nvPr/>
        </p:nvSpPr>
        <p:spPr>
          <a:xfrm>
            <a:off x="6565392" y="2116836"/>
            <a:ext cx="1691640" cy="128016"/>
          </a:xfrm>
          <a:prstGeom prst="rect">
            <a:avLst/>
          </a:prstGeom>
          <a:solidFill>
            <a:srgbClr val="E6ECE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984" name="Epic 4 delivered bar">
            <a:extLst>
              <a:ext uri="{FF2B5EF4-FFF2-40B4-BE49-F238E27FC236}">
                <a16:creationId xmlns:a16="http://schemas.microsoft.com/office/drawing/2014/main" id="{D8E159A2-A161-A276-F2FE-6FD04A234B28}"/>
              </a:ext>
            </a:extLst>
          </p:cNvPr>
          <p:cNvSpPr/>
          <p:nvPr/>
        </p:nvSpPr>
        <p:spPr>
          <a:xfrm>
            <a:off x="6565392" y="2116836"/>
            <a:ext cx="116665" cy="128016"/>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0017" name="Epic 4 in progress bar">
            <a:extLst>
              <a:ext uri="{FF2B5EF4-FFF2-40B4-BE49-F238E27FC236}">
                <a16:creationId xmlns:a16="http://schemas.microsoft.com/office/drawing/2014/main" id="{8C73B6C5-28AB-C067-1A1D-E1607F04872D}"/>
              </a:ext>
            </a:extLst>
          </p:cNvPr>
          <p:cNvSpPr/>
          <p:nvPr/>
        </p:nvSpPr>
        <p:spPr>
          <a:xfrm>
            <a:off x="6682057" y="2116836"/>
            <a:ext cx="116665" cy="128016"/>
          </a:xfrm>
          <a:prstGeom prst="rect">
            <a:avLst/>
          </a:prstGeom>
          <a:solidFill>
            <a:srgbClr val="5B8DB8"/>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0051" name="Epic 4 queued bar">
            <a:extLst>
              <a:ext uri="{FF2B5EF4-FFF2-40B4-BE49-F238E27FC236}">
                <a16:creationId xmlns:a16="http://schemas.microsoft.com/office/drawing/2014/main" id="{7E42BA54-433A-7050-312B-D4BCA7AD6703}"/>
              </a:ext>
            </a:extLst>
          </p:cNvPr>
          <p:cNvSpPr/>
          <p:nvPr/>
        </p:nvSpPr>
        <p:spPr>
          <a:xfrm>
            <a:off x="6798722" y="2116836"/>
            <a:ext cx="116664" cy="128016"/>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0086" name="Epic 4 delivered count">
            <a:extLst>
              <a:ext uri="{FF2B5EF4-FFF2-40B4-BE49-F238E27FC236}">
                <a16:creationId xmlns:a16="http://schemas.microsoft.com/office/drawing/2014/main" id="{EC786664-3628-5A7B-9B21-2CFEA5EC3DEA}"/>
              </a:ext>
            </a:extLst>
          </p:cNvPr>
          <p:cNvSpPr/>
          <p:nvPr/>
        </p:nvSpPr>
        <p:spPr>
          <a:xfrm>
            <a:off x="6473952" y="2159852"/>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E6B5E"/>
                </a:solidFill>
                <a:effectLst/>
                <a:latin typeface="Arial" panose="020B0604020202020204" pitchFamily="34" charset="0"/>
              </a:rPr>
              <a:t>2</a:t>
            </a:r>
          </a:p>
          <a:p>
            <a:pPr algn="l">
              <a:buNone/>
            </a:pPr>
            <a:r>
              <a:rPr lang="en-US" sz="100">
                <a:effectLst/>
              </a:rPr>
              <a:t> </a:t>
            </a:r>
            <a:endParaRPr lang="en-US"/>
          </a:p>
        </p:txBody>
      </p:sp>
      <p:sp>
        <p:nvSpPr>
          <p:cNvPr id="40122" name="Epic 4 in progress count">
            <a:extLst>
              <a:ext uri="{FF2B5EF4-FFF2-40B4-BE49-F238E27FC236}">
                <a16:creationId xmlns:a16="http://schemas.microsoft.com/office/drawing/2014/main" id="{13254650-C925-8BA7-6F05-EE4E8915E9B8}"/>
              </a:ext>
            </a:extLst>
          </p:cNvPr>
          <p:cNvSpPr/>
          <p:nvPr/>
        </p:nvSpPr>
        <p:spPr>
          <a:xfrm>
            <a:off x="6858000" y="2159852"/>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F5F8A"/>
                </a:solidFill>
                <a:effectLst/>
                <a:latin typeface="Arial" panose="020B0604020202020204" pitchFamily="34" charset="0"/>
              </a:rPr>
              <a:t>2</a:t>
            </a:r>
          </a:p>
          <a:p>
            <a:pPr algn="l">
              <a:buNone/>
            </a:pPr>
            <a:r>
              <a:rPr lang="en-US" sz="100">
                <a:effectLst/>
              </a:rPr>
              <a:t> </a:t>
            </a:r>
            <a:endParaRPr lang="en-US"/>
          </a:p>
        </p:txBody>
      </p:sp>
      <p:sp>
        <p:nvSpPr>
          <p:cNvPr id="40159" name="Epic 4 queued count">
            <a:extLst>
              <a:ext uri="{FF2B5EF4-FFF2-40B4-BE49-F238E27FC236}">
                <a16:creationId xmlns:a16="http://schemas.microsoft.com/office/drawing/2014/main" id="{19409DDF-9BDD-B7FA-434F-DC6FAF0E7A17}"/>
              </a:ext>
            </a:extLst>
          </p:cNvPr>
          <p:cNvSpPr/>
          <p:nvPr/>
        </p:nvSpPr>
        <p:spPr>
          <a:xfrm>
            <a:off x="7242048" y="2159852"/>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2</a:t>
            </a:r>
          </a:p>
          <a:p>
            <a:pPr algn="l">
              <a:buNone/>
            </a:pPr>
            <a:r>
              <a:rPr lang="en-US" sz="100">
                <a:effectLst/>
              </a:rPr>
              <a:t> </a:t>
            </a:r>
            <a:endParaRPr lang="en-US"/>
          </a:p>
        </p:txBody>
      </p:sp>
      <p:sp>
        <p:nvSpPr>
          <p:cNvPr id="40197" name="Epic tile 5">
            <a:extLst>
              <a:ext uri="{FF2B5EF4-FFF2-40B4-BE49-F238E27FC236}">
                <a16:creationId xmlns:a16="http://schemas.microsoft.com/office/drawing/2014/main" id="{03FC93BB-8A47-2DA2-FD90-46C05BC31AE4}"/>
              </a:ext>
            </a:extLst>
          </p:cNvPr>
          <p:cNvSpPr/>
          <p:nvPr/>
        </p:nvSpPr>
        <p:spPr>
          <a:xfrm>
            <a:off x="548640" y="2642616"/>
            <a:ext cx="1874520" cy="1005840"/>
          </a:xfrm>
          <a:prstGeom prst="rect">
            <a:avLst/>
          </a:prstGeom>
          <a:solidFill>
            <a:srgbClr val="FFFFFF"/>
          </a:solidFill>
          <a:ln w="12700">
            <a:solidFill>
              <a:srgbClr val="C3D2C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0236" name="Epic 5 name">
            <a:extLst>
              <a:ext uri="{FF2B5EF4-FFF2-40B4-BE49-F238E27FC236}">
                <a16:creationId xmlns:a16="http://schemas.microsoft.com/office/drawing/2014/main" id="{20843483-0A7F-0886-C491-13FB5DAA8A3A}"/>
              </a:ext>
            </a:extLst>
          </p:cNvPr>
          <p:cNvSpPr/>
          <p:nvPr/>
        </p:nvSpPr>
        <p:spPr>
          <a:xfrm>
            <a:off x="941832" y="2670048"/>
            <a:ext cx="1499616"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Insight and forecasting</a:t>
            </a:r>
          </a:p>
          <a:p>
            <a:pPr algn="l">
              <a:buNone/>
            </a:pPr>
            <a:r>
              <a:rPr lang="en-US" sz="100">
                <a:effectLst/>
              </a:rPr>
              <a:t> </a:t>
            </a:r>
            <a:endParaRPr lang="en-US"/>
          </a:p>
        </p:txBody>
      </p:sp>
      <p:sp>
        <p:nvSpPr>
          <p:cNvPr id="40276" name="Epic 5 track">
            <a:extLst>
              <a:ext uri="{FF2B5EF4-FFF2-40B4-BE49-F238E27FC236}">
                <a16:creationId xmlns:a16="http://schemas.microsoft.com/office/drawing/2014/main" id="{BEEF2A10-71E0-9785-78C1-5A75EB4DFCE3}"/>
              </a:ext>
            </a:extLst>
          </p:cNvPr>
          <p:cNvSpPr/>
          <p:nvPr/>
        </p:nvSpPr>
        <p:spPr>
          <a:xfrm>
            <a:off x="640080" y="3223260"/>
            <a:ext cx="1691640" cy="128016"/>
          </a:xfrm>
          <a:prstGeom prst="rect">
            <a:avLst/>
          </a:prstGeom>
          <a:solidFill>
            <a:srgbClr val="E6ECE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0317" name="Epic 5 delivered bar">
            <a:extLst>
              <a:ext uri="{FF2B5EF4-FFF2-40B4-BE49-F238E27FC236}">
                <a16:creationId xmlns:a16="http://schemas.microsoft.com/office/drawing/2014/main" id="{4E8E387E-FCF4-235E-2282-C02B8C8117CB}"/>
              </a:ext>
            </a:extLst>
          </p:cNvPr>
          <p:cNvSpPr/>
          <p:nvPr/>
        </p:nvSpPr>
        <p:spPr>
          <a:xfrm>
            <a:off x="640080" y="3223260"/>
            <a:ext cx="174997" cy="128016"/>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0359" name="Epic 5 queued bar">
            <a:extLst>
              <a:ext uri="{FF2B5EF4-FFF2-40B4-BE49-F238E27FC236}">
                <a16:creationId xmlns:a16="http://schemas.microsoft.com/office/drawing/2014/main" id="{574CC97F-972A-A7EC-229F-C0ED09506DCB}"/>
              </a:ext>
            </a:extLst>
          </p:cNvPr>
          <p:cNvSpPr/>
          <p:nvPr/>
        </p:nvSpPr>
        <p:spPr>
          <a:xfrm>
            <a:off x="815077" y="3223260"/>
            <a:ext cx="58333" cy="128016"/>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0402" name="Epic 5 delivered count">
            <a:extLst>
              <a:ext uri="{FF2B5EF4-FFF2-40B4-BE49-F238E27FC236}">
                <a16:creationId xmlns:a16="http://schemas.microsoft.com/office/drawing/2014/main" id="{11FA64B5-46D1-FC86-8DE0-CC054BC484E9}"/>
              </a:ext>
            </a:extLst>
          </p:cNvPr>
          <p:cNvSpPr/>
          <p:nvPr/>
        </p:nvSpPr>
        <p:spPr>
          <a:xfrm>
            <a:off x="548640" y="3266276"/>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E6B5E"/>
                </a:solidFill>
                <a:effectLst/>
                <a:latin typeface="Arial" panose="020B0604020202020204" pitchFamily="34" charset="0"/>
              </a:rPr>
              <a:t>3</a:t>
            </a:r>
          </a:p>
          <a:p>
            <a:pPr algn="l">
              <a:buNone/>
            </a:pPr>
            <a:r>
              <a:rPr lang="en-US" sz="100">
                <a:effectLst/>
              </a:rPr>
              <a:t> </a:t>
            </a:r>
            <a:endParaRPr lang="en-US"/>
          </a:p>
        </p:txBody>
      </p:sp>
      <p:sp>
        <p:nvSpPr>
          <p:cNvPr id="40446" name="Epic 5 in progress count">
            <a:extLst>
              <a:ext uri="{FF2B5EF4-FFF2-40B4-BE49-F238E27FC236}">
                <a16:creationId xmlns:a16="http://schemas.microsoft.com/office/drawing/2014/main" id="{2C9C648C-EC03-E6A8-F178-A4D349683CD6}"/>
              </a:ext>
            </a:extLst>
          </p:cNvPr>
          <p:cNvSpPr/>
          <p:nvPr/>
        </p:nvSpPr>
        <p:spPr>
          <a:xfrm>
            <a:off x="932688" y="3266276"/>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F5F8A"/>
                </a:solidFill>
                <a:effectLst/>
                <a:latin typeface="Arial" panose="020B0604020202020204" pitchFamily="34" charset="0"/>
              </a:rPr>
              <a:t>0</a:t>
            </a:r>
          </a:p>
          <a:p>
            <a:pPr algn="l">
              <a:buNone/>
            </a:pPr>
            <a:r>
              <a:rPr lang="en-US" sz="100">
                <a:effectLst/>
              </a:rPr>
              <a:t> </a:t>
            </a:r>
            <a:endParaRPr lang="en-US"/>
          </a:p>
        </p:txBody>
      </p:sp>
      <p:sp>
        <p:nvSpPr>
          <p:cNvPr id="40491" name="Epic 5 queued count">
            <a:extLst>
              <a:ext uri="{FF2B5EF4-FFF2-40B4-BE49-F238E27FC236}">
                <a16:creationId xmlns:a16="http://schemas.microsoft.com/office/drawing/2014/main" id="{430ED200-AC55-B976-BAD5-8933B1706E3E}"/>
              </a:ext>
            </a:extLst>
          </p:cNvPr>
          <p:cNvSpPr/>
          <p:nvPr/>
        </p:nvSpPr>
        <p:spPr>
          <a:xfrm>
            <a:off x="1316736" y="3266276"/>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1</a:t>
            </a:r>
          </a:p>
          <a:p>
            <a:pPr algn="l">
              <a:buNone/>
            </a:pPr>
            <a:r>
              <a:rPr lang="en-US" sz="100">
                <a:effectLst/>
              </a:rPr>
              <a:t> </a:t>
            </a:r>
            <a:endParaRPr lang="en-US"/>
          </a:p>
        </p:txBody>
      </p:sp>
      <p:sp>
        <p:nvSpPr>
          <p:cNvPr id="40537" name="Epic tile 6">
            <a:extLst>
              <a:ext uri="{FF2B5EF4-FFF2-40B4-BE49-F238E27FC236}">
                <a16:creationId xmlns:a16="http://schemas.microsoft.com/office/drawing/2014/main" id="{DD9CE2EE-8AF1-A327-CDC1-594DC74B21A6}"/>
              </a:ext>
            </a:extLst>
          </p:cNvPr>
          <p:cNvSpPr/>
          <p:nvPr/>
        </p:nvSpPr>
        <p:spPr>
          <a:xfrm>
            <a:off x="2523744" y="2642616"/>
            <a:ext cx="1874520" cy="1005840"/>
          </a:xfrm>
          <a:prstGeom prst="rect">
            <a:avLst/>
          </a:prstGeom>
          <a:solidFill>
            <a:srgbClr val="FFFFFF"/>
          </a:solidFill>
          <a:ln w="12700">
            <a:solidFill>
              <a:srgbClr val="C3D2C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0584" name="Epic 6 name">
            <a:extLst>
              <a:ext uri="{FF2B5EF4-FFF2-40B4-BE49-F238E27FC236}">
                <a16:creationId xmlns:a16="http://schemas.microsoft.com/office/drawing/2014/main" id="{CF2F2329-1FDC-2B67-1B2C-2C677EEFCB0D}"/>
              </a:ext>
            </a:extLst>
          </p:cNvPr>
          <p:cNvSpPr/>
          <p:nvPr/>
        </p:nvSpPr>
        <p:spPr>
          <a:xfrm>
            <a:off x="2916936" y="2691728"/>
            <a:ext cx="1499616"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Bounded AI</a:t>
            </a:r>
          </a:p>
          <a:p>
            <a:pPr algn="l">
              <a:buNone/>
            </a:pPr>
            <a:r>
              <a:rPr lang="en-US" sz="100">
                <a:effectLst/>
              </a:rPr>
              <a:t> </a:t>
            </a:r>
            <a:endParaRPr lang="en-US"/>
          </a:p>
        </p:txBody>
      </p:sp>
      <p:sp>
        <p:nvSpPr>
          <p:cNvPr id="40632" name="Epic 6 track">
            <a:extLst>
              <a:ext uri="{FF2B5EF4-FFF2-40B4-BE49-F238E27FC236}">
                <a16:creationId xmlns:a16="http://schemas.microsoft.com/office/drawing/2014/main" id="{45FE2CF6-0E7F-93D1-4FE6-BD845FD90D62}"/>
              </a:ext>
            </a:extLst>
          </p:cNvPr>
          <p:cNvSpPr/>
          <p:nvPr/>
        </p:nvSpPr>
        <p:spPr>
          <a:xfrm>
            <a:off x="2615184" y="3223260"/>
            <a:ext cx="1691640" cy="128016"/>
          </a:xfrm>
          <a:prstGeom prst="rect">
            <a:avLst/>
          </a:prstGeom>
          <a:solidFill>
            <a:srgbClr val="E6ECE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0681" name="Epic 6 delivered bar">
            <a:extLst>
              <a:ext uri="{FF2B5EF4-FFF2-40B4-BE49-F238E27FC236}">
                <a16:creationId xmlns:a16="http://schemas.microsoft.com/office/drawing/2014/main" id="{88D7900C-5B97-E8C9-E458-87F2F8AFB213}"/>
              </a:ext>
            </a:extLst>
          </p:cNvPr>
          <p:cNvSpPr/>
          <p:nvPr/>
        </p:nvSpPr>
        <p:spPr>
          <a:xfrm>
            <a:off x="2615184" y="3223260"/>
            <a:ext cx="116665" cy="128016"/>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0731" name="Epic 6 in progress bar">
            <a:extLst>
              <a:ext uri="{FF2B5EF4-FFF2-40B4-BE49-F238E27FC236}">
                <a16:creationId xmlns:a16="http://schemas.microsoft.com/office/drawing/2014/main" id="{9B5D0D61-8180-2421-3989-8BAC5B1D6BA7}"/>
              </a:ext>
            </a:extLst>
          </p:cNvPr>
          <p:cNvSpPr/>
          <p:nvPr/>
        </p:nvSpPr>
        <p:spPr>
          <a:xfrm>
            <a:off x="2731849" y="3223260"/>
            <a:ext cx="174997" cy="128016"/>
          </a:xfrm>
          <a:prstGeom prst="rect">
            <a:avLst/>
          </a:prstGeom>
          <a:solidFill>
            <a:srgbClr val="5B8DB8"/>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0782" name="Epic 6 queued bar">
            <a:extLst>
              <a:ext uri="{FF2B5EF4-FFF2-40B4-BE49-F238E27FC236}">
                <a16:creationId xmlns:a16="http://schemas.microsoft.com/office/drawing/2014/main" id="{58C7F098-E1C3-7D91-1825-FBB047E7DEEC}"/>
              </a:ext>
            </a:extLst>
          </p:cNvPr>
          <p:cNvSpPr/>
          <p:nvPr/>
        </p:nvSpPr>
        <p:spPr>
          <a:xfrm>
            <a:off x="2906846" y="3223260"/>
            <a:ext cx="58332" cy="128016"/>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0834" name="Epic 6 delivered count">
            <a:extLst>
              <a:ext uri="{FF2B5EF4-FFF2-40B4-BE49-F238E27FC236}">
                <a16:creationId xmlns:a16="http://schemas.microsoft.com/office/drawing/2014/main" id="{481491DB-E3E9-5E0E-C81B-EBDB881CBD0F}"/>
              </a:ext>
            </a:extLst>
          </p:cNvPr>
          <p:cNvSpPr/>
          <p:nvPr/>
        </p:nvSpPr>
        <p:spPr>
          <a:xfrm>
            <a:off x="2523744" y="3266276"/>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E6B5E"/>
                </a:solidFill>
                <a:effectLst/>
                <a:latin typeface="Arial" panose="020B0604020202020204" pitchFamily="34" charset="0"/>
              </a:rPr>
              <a:t>2</a:t>
            </a:r>
          </a:p>
          <a:p>
            <a:pPr algn="l">
              <a:buNone/>
            </a:pPr>
            <a:r>
              <a:rPr lang="en-US" sz="100">
                <a:effectLst/>
              </a:rPr>
              <a:t> </a:t>
            </a:r>
            <a:endParaRPr lang="en-US"/>
          </a:p>
        </p:txBody>
      </p:sp>
      <p:sp>
        <p:nvSpPr>
          <p:cNvPr id="40887" name="Epic 6 in progress count">
            <a:extLst>
              <a:ext uri="{FF2B5EF4-FFF2-40B4-BE49-F238E27FC236}">
                <a16:creationId xmlns:a16="http://schemas.microsoft.com/office/drawing/2014/main" id="{CC7931A1-C31C-4C5C-B74E-4A470D81F19A}"/>
              </a:ext>
            </a:extLst>
          </p:cNvPr>
          <p:cNvSpPr/>
          <p:nvPr/>
        </p:nvSpPr>
        <p:spPr>
          <a:xfrm>
            <a:off x="2907792" y="3266276"/>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F5F8A"/>
                </a:solidFill>
                <a:effectLst/>
                <a:latin typeface="Arial" panose="020B0604020202020204" pitchFamily="34" charset="0"/>
              </a:rPr>
              <a:t>3</a:t>
            </a:r>
          </a:p>
          <a:p>
            <a:pPr algn="l">
              <a:buNone/>
            </a:pPr>
            <a:r>
              <a:rPr lang="en-US" sz="100">
                <a:effectLst/>
              </a:rPr>
              <a:t> </a:t>
            </a:r>
            <a:endParaRPr lang="en-US"/>
          </a:p>
        </p:txBody>
      </p:sp>
      <p:sp>
        <p:nvSpPr>
          <p:cNvPr id="40941" name="Epic 6 queued count">
            <a:extLst>
              <a:ext uri="{FF2B5EF4-FFF2-40B4-BE49-F238E27FC236}">
                <a16:creationId xmlns:a16="http://schemas.microsoft.com/office/drawing/2014/main" id="{92335C81-8296-FA9F-A0E7-17B68E787122}"/>
              </a:ext>
            </a:extLst>
          </p:cNvPr>
          <p:cNvSpPr/>
          <p:nvPr/>
        </p:nvSpPr>
        <p:spPr>
          <a:xfrm>
            <a:off x="3291840" y="3266276"/>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1</a:t>
            </a:r>
          </a:p>
          <a:p>
            <a:pPr algn="l">
              <a:buNone/>
            </a:pPr>
            <a:r>
              <a:rPr lang="en-US" sz="100">
                <a:effectLst/>
              </a:rPr>
              <a:t> </a:t>
            </a:r>
            <a:endParaRPr lang="en-US"/>
          </a:p>
        </p:txBody>
      </p:sp>
      <p:sp>
        <p:nvSpPr>
          <p:cNvPr id="40996" name="Epic tile 7">
            <a:extLst>
              <a:ext uri="{FF2B5EF4-FFF2-40B4-BE49-F238E27FC236}">
                <a16:creationId xmlns:a16="http://schemas.microsoft.com/office/drawing/2014/main" id="{3B1E4854-17CE-382A-991B-27B714E77182}"/>
              </a:ext>
            </a:extLst>
          </p:cNvPr>
          <p:cNvSpPr/>
          <p:nvPr/>
        </p:nvSpPr>
        <p:spPr>
          <a:xfrm>
            <a:off x="4498848" y="2642616"/>
            <a:ext cx="1874520" cy="1005840"/>
          </a:xfrm>
          <a:prstGeom prst="rect">
            <a:avLst/>
          </a:prstGeom>
          <a:solidFill>
            <a:srgbClr val="FFFFFF"/>
          </a:solidFill>
          <a:ln w="12700">
            <a:solidFill>
              <a:srgbClr val="C3D2C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1052" name="Epic 7 name">
            <a:extLst>
              <a:ext uri="{FF2B5EF4-FFF2-40B4-BE49-F238E27FC236}">
                <a16:creationId xmlns:a16="http://schemas.microsoft.com/office/drawing/2014/main" id="{9B2FA306-FC77-BBCF-DECE-7BE9D2F3F657}"/>
              </a:ext>
            </a:extLst>
          </p:cNvPr>
          <p:cNvSpPr/>
          <p:nvPr/>
        </p:nvSpPr>
        <p:spPr>
          <a:xfrm>
            <a:off x="4892040" y="2691728"/>
            <a:ext cx="1499616"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IoT monitoring</a:t>
            </a:r>
          </a:p>
          <a:p>
            <a:pPr algn="l">
              <a:buNone/>
            </a:pPr>
            <a:r>
              <a:rPr lang="en-US" sz="100">
                <a:effectLst/>
              </a:rPr>
              <a:t> </a:t>
            </a:r>
            <a:endParaRPr lang="en-US"/>
          </a:p>
        </p:txBody>
      </p:sp>
      <p:sp>
        <p:nvSpPr>
          <p:cNvPr id="41109" name="Epic 7 track">
            <a:extLst>
              <a:ext uri="{FF2B5EF4-FFF2-40B4-BE49-F238E27FC236}">
                <a16:creationId xmlns:a16="http://schemas.microsoft.com/office/drawing/2014/main" id="{C794F151-BB48-7127-A2B6-8DD7B82744C1}"/>
              </a:ext>
            </a:extLst>
          </p:cNvPr>
          <p:cNvSpPr/>
          <p:nvPr/>
        </p:nvSpPr>
        <p:spPr>
          <a:xfrm>
            <a:off x="4590288" y="3223260"/>
            <a:ext cx="1691640" cy="128016"/>
          </a:xfrm>
          <a:prstGeom prst="rect">
            <a:avLst/>
          </a:prstGeom>
          <a:solidFill>
            <a:srgbClr val="E6ECE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1167" name="Epic 7 delivered bar">
            <a:extLst>
              <a:ext uri="{FF2B5EF4-FFF2-40B4-BE49-F238E27FC236}">
                <a16:creationId xmlns:a16="http://schemas.microsoft.com/office/drawing/2014/main" id="{42AA7CA0-8F3D-AFAA-A929-136103ACBC17}"/>
              </a:ext>
            </a:extLst>
          </p:cNvPr>
          <p:cNvSpPr/>
          <p:nvPr/>
        </p:nvSpPr>
        <p:spPr>
          <a:xfrm>
            <a:off x="4590288" y="3223260"/>
            <a:ext cx="58332" cy="128016"/>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1226" name="Epic 7 queued bar">
            <a:extLst>
              <a:ext uri="{FF2B5EF4-FFF2-40B4-BE49-F238E27FC236}">
                <a16:creationId xmlns:a16="http://schemas.microsoft.com/office/drawing/2014/main" id="{C5C665B8-B271-238C-1790-0C89DA6D40D8}"/>
              </a:ext>
            </a:extLst>
          </p:cNvPr>
          <p:cNvSpPr/>
          <p:nvPr/>
        </p:nvSpPr>
        <p:spPr>
          <a:xfrm>
            <a:off x="4648620" y="3223260"/>
            <a:ext cx="116665" cy="128016"/>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1286" name="Epic 7 delivered count">
            <a:extLst>
              <a:ext uri="{FF2B5EF4-FFF2-40B4-BE49-F238E27FC236}">
                <a16:creationId xmlns:a16="http://schemas.microsoft.com/office/drawing/2014/main" id="{4ECDAA8C-5B02-6200-165F-7729E87E15A9}"/>
              </a:ext>
            </a:extLst>
          </p:cNvPr>
          <p:cNvSpPr/>
          <p:nvPr/>
        </p:nvSpPr>
        <p:spPr>
          <a:xfrm>
            <a:off x="4498848" y="3266276"/>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E6B5E"/>
                </a:solidFill>
                <a:effectLst/>
                <a:latin typeface="Arial" panose="020B0604020202020204" pitchFamily="34" charset="0"/>
              </a:rPr>
              <a:t>1</a:t>
            </a:r>
          </a:p>
          <a:p>
            <a:pPr algn="l">
              <a:buNone/>
            </a:pPr>
            <a:r>
              <a:rPr lang="en-US" sz="100">
                <a:effectLst/>
              </a:rPr>
              <a:t> </a:t>
            </a:r>
            <a:endParaRPr lang="en-US"/>
          </a:p>
        </p:txBody>
      </p:sp>
      <p:sp>
        <p:nvSpPr>
          <p:cNvPr id="41347" name="Epic 7 in progress count">
            <a:extLst>
              <a:ext uri="{FF2B5EF4-FFF2-40B4-BE49-F238E27FC236}">
                <a16:creationId xmlns:a16="http://schemas.microsoft.com/office/drawing/2014/main" id="{D0657394-860A-A168-C264-B48AF3B4C9E9}"/>
              </a:ext>
            </a:extLst>
          </p:cNvPr>
          <p:cNvSpPr/>
          <p:nvPr/>
        </p:nvSpPr>
        <p:spPr>
          <a:xfrm>
            <a:off x="4882896" y="3266276"/>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F5F8A"/>
                </a:solidFill>
                <a:effectLst/>
                <a:latin typeface="Arial" panose="020B0604020202020204" pitchFamily="34" charset="0"/>
              </a:rPr>
              <a:t>0</a:t>
            </a:r>
          </a:p>
          <a:p>
            <a:pPr algn="l">
              <a:buNone/>
            </a:pPr>
            <a:r>
              <a:rPr lang="en-US" sz="100">
                <a:effectLst/>
              </a:rPr>
              <a:t> </a:t>
            </a:r>
            <a:endParaRPr lang="en-US"/>
          </a:p>
        </p:txBody>
      </p:sp>
      <p:sp>
        <p:nvSpPr>
          <p:cNvPr id="41409" name="Epic 7 queued count">
            <a:extLst>
              <a:ext uri="{FF2B5EF4-FFF2-40B4-BE49-F238E27FC236}">
                <a16:creationId xmlns:a16="http://schemas.microsoft.com/office/drawing/2014/main" id="{D4A73A11-70B6-299C-4FCA-7919FEC14337}"/>
              </a:ext>
            </a:extLst>
          </p:cNvPr>
          <p:cNvSpPr/>
          <p:nvPr/>
        </p:nvSpPr>
        <p:spPr>
          <a:xfrm>
            <a:off x="5266944" y="3266276"/>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2</a:t>
            </a:r>
          </a:p>
          <a:p>
            <a:pPr algn="l">
              <a:buNone/>
            </a:pPr>
            <a:r>
              <a:rPr lang="en-US" sz="100">
                <a:effectLst/>
              </a:rPr>
              <a:t> </a:t>
            </a:r>
            <a:endParaRPr lang="en-US"/>
          </a:p>
        </p:txBody>
      </p:sp>
      <p:sp>
        <p:nvSpPr>
          <p:cNvPr id="41472" name="Epic tile 8">
            <a:extLst>
              <a:ext uri="{FF2B5EF4-FFF2-40B4-BE49-F238E27FC236}">
                <a16:creationId xmlns:a16="http://schemas.microsoft.com/office/drawing/2014/main" id="{FA2B5401-5184-7AE8-3AFC-C334B32AED66}"/>
              </a:ext>
            </a:extLst>
          </p:cNvPr>
          <p:cNvSpPr/>
          <p:nvPr/>
        </p:nvSpPr>
        <p:spPr>
          <a:xfrm>
            <a:off x="6473952" y="2642616"/>
            <a:ext cx="1874520" cy="1005840"/>
          </a:xfrm>
          <a:prstGeom prst="rect">
            <a:avLst/>
          </a:prstGeom>
          <a:solidFill>
            <a:srgbClr val="FFFFFF"/>
          </a:solidFill>
          <a:ln w="12700">
            <a:solidFill>
              <a:srgbClr val="C3D2C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1536" name="Epic 8 name">
            <a:extLst>
              <a:ext uri="{FF2B5EF4-FFF2-40B4-BE49-F238E27FC236}">
                <a16:creationId xmlns:a16="http://schemas.microsoft.com/office/drawing/2014/main" id="{6F0AFC86-324B-B403-7E42-48B545732A29}"/>
              </a:ext>
            </a:extLst>
          </p:cNvPr>
          <p:cNvSpPr/>
          <p:nvPr/>
        </p:nvSpPr>
        <p:spPr>
          <a:xfrm>
            <a:off x="6867144" y="2670048"/>
            <a:ext cx="1499616"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Platform and security</a:t>
            </a:r>
          </a:p>
          <a:p>
            <a:pPr algn="l">
              <a:buNone/>
            </a:pPr>
            <a:r>
              <a:rPr lang="en-US" sz="100">
                <a:effectLst/>
              </a:rPr>
              <a:t> </a:t>
            </a:r>
            <a:endParaRPr lang="en-US"/>
          </a:p>
        </p:txBody>
      </p:sp>
      <p:sp>
        <p:nvSpPr>
          <p:cNvPr id="41601" name="Epic 8 track">
            <a:extLst>
              <a:ext uri="{FF2B5EF4-FFF2-40B4-BE49-F238E27FC236}">
                <a16:creationId xmlns:a16="http://schemas.microsoft.com/office/drawing/2014/main" id="{AAE4CA33-8C92-1CCF-2B83-24BD9C2CEFB9}"/>
              </a:ext>
            </a:extLst>
          </p:cNvPr>
          <p:cNvSpPr/>
          <p:nvPr/>
        </p:nvSpPr>
        <p:spPr>
          <a:xfrm>
            <a:off x="6565392" y="3223260"/>
            <a:ext cx="1691640" cy="128016"/>
          </a:xfrm>
          <a:prstGeom prst="rect">
            <a:avLst/>
          </a:prstGeom>
          <a:solidFill>
            <a:srgbClr val="E6ECE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1667" name="Epic 8 in progress bar">
            <a:extLst>
              <a:ext uri="{FF2B5EF4-FFF2-40B4-BE49-F238E27FC236}">
                <a16:creationId xmlns:a16="http://schemas.microsoft.com/office/drawing/2014/main" id="{DAF5B928-16C7-8989-52B9-6D5EE15F8D38}"/>
              </a:ext>
            </a:extLst>
          </p:cNvPr>
          <p:cNvSpPr/>
          <p:nvPr/>
        </p:nvSpPr>
        <p:spPr>
          <a:xfrm>
            <a:off x="6565392" y="3223260"/>
            <a:ext cx="58332" cy="128016"/>
          </a:xfrm>
          <a:prstGeom prst="rect">
            <a:avLst/>
          </a:prstGeom>
          <a:solidFill>
            <a:srgbClr val="5B8DB8"/>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1734" name="Epic 8 queued bar">
            <a:extLst>
              <a:ext uri="{FF2B5EF4-FFF2-40B4-BE49-F238E27FC236}">
                <a16:creationId xmlns:a16="http://schemas.microsoft.com/office/drawing/2014/main" id="{FF6FC4D5-6339-6EF9-EB53-C51BFFB81431}"/>
              </a:ext>
            </a:extLst>
          </p:cNvPr>
          <p:cNvSpPr/>
          <p:nvPr/>
        </p:nvSpPr>
        <p:spPr>
          <a:xfrm>
            <a:off x="6623724" y="3223260"/>
            <a:ext cx="466660" cy="128016"/>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1802" name="Epic 8 delivered count">
            <a:extLst>
              <a:ext uri="{FF2B5EF4-FFF2-40B4-BE49-F238E27FC236}">
                <a16:creationId xmlns:a16="http://schemas.microsoft.com/office/drawing/2014/main" id="{700818F2-C232-C6FF-84B5-47DF53ED5768}"/>
              </a:ext>
            </a:extLst>
          </p:cNvPr>
          <p:cNvSpPr/>
          <p:nvPr/>
        </p:nvSpPr>
        <p:spPr>
          <a:xfrm>
            <a:off x="6473952" y="3266276"/>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E6B5E"/>
                </a:solidFill>
                <a:effectLst/>
                <a:latin typeface="Arial" panose="020B0604020202020204" pitchFamily="34" charset="0"/>
              </a:rPr>
              <a:t>0</a:t>
            </a:r>
          </a:p>
          <a:p>
            <a:pPr algn="l">
              <a:buNone/>
            </a:pPr>
            <a:r>
              <a:rPr lang="en-US" sz="100">
                <a:effectLst/>
              </a:rPr>
              <a:t> </a:t>
            </a:r>
            <a:endParaRPr lang="en-US"/>
          </a:p>
        </p:txBody>
      </p:sp>
      <p:sp>
        <p:nvSpPr>
          <p:cNvPr id="41871" name="Epic 8 in progress count">
            <a:extLst>
              <a:ext uri="{FF2B5EF4-FFF2-40B4-BE49-F238E27FC236}">
                <a16:creationId xmlns:a16="http://schemas.microsoft.com/office/drawing/2014/main" id="{739B454E-1866-F515-38D7-C26774801569}"/>
              </a:ext>
            </a:extLst>
          </p:cNvPr>
          <p:cNvSpPr/>
          <p:nvPr/>
        </p:nvSpPr>
        <p:spPr>
          <a:xfrm>
            <a:off x="6858000" y="3266276"/>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F5F8A"/>
                </a:solidFill>
                <a:effectLst/>
                <a:latin typeface="Arial" panose="020B0604020202020204" pitchFamily="34" charset="0"/>
              </a:rPr>
              <a:t>1</a:t>
            </a:r>
          </a:p>
          <a:p>
            <a:pPr algn="l">
              <a:buNone/>
            </a:pPr>
            <a:r>
              <a:rPr lang="en-US" sz="100">
                <a:effectLst/>
              </a:rPr>
              <a:t> </a:t>
            </a:r>
            <a:endParaRPr lang="en-US"/>
          </a:p>
        </p:txBody>
      </p:sp>
      <p:sp>
        <p:nvSpPr>
          <p:cNvPr id="41941" name="Epic 8 queued count">
            <a:extLst>
              <a:ext uri="{FF2B5EF4-FFF2-40B4-BE49-F238E27FC236}">
                <a16:creationId xmlns:a16="http://schemas.microsoft.com/office/drawing/2014/main" id="{69625984-139B-47E6-6C75-69E05EB961B1}"/>
              </a:ext>
            </a:extLst>
          </p:cNvPr>
          <p:cNvSpPr/>
          <p:nvPr/>
        </p:nvSpPr>
        <p:spPr>
          <a:xfrm>
            <a:off x="7242048" y="3266276"/>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8</a:t>
            </a:r>
          </a:p>
          <a:p>
            <a:pPr algn="l">
              <a:buNone/>
            </a:pPr>
            <a:r>
              <a:rPr lang="en-US" sz="100">
                <a:effectLst/>
              </a:rPr>
              <a:t> </a:t>
            </a:r>
            <a:endParaRPr lang="en-US"/>
          </a:p>
        </p:txBody>
      </p:sp>
      <p:sp>
        <p:nvSpPr>
          <p:cNvPr id="42012" name="Epic tile 9">
            <a:extLst>
              <a:ext uri="{FF2B5EF4-FFF2-40B4-BE49-F238E27FC236}">
                <a16:creationId xmlns:a16="http://schemas.microsoft.com/office/drawing/2014/main" id="{11636425-AC6F-790E-D669-076C0DCCCDE4}"/>
              </a:ext>
            </a:extLst>
          </p:cNvPr>
          <p:cNvSpPr/>
          <p:nvPr/>
        </p:nvSpPr>
        <p:spPr>
          <a:xfrm>
            <a:off x="548640" y="3749040"/>
            <a:ext cx="1874520" cy="1005840"/>
          </a:xfrm>
          <a:prstGeom prst="rect">
            <a:avLst/>
          </a:prstGeom>
          <a:solidFill>
            <a:srgbClr val="FFFFFF"/>
          </a:solidFill>
          <a:ln w="12700">
            <a:solidFill>
              <a:srgbClr val="C3D2C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084" name="Epic 9 name">
            <a:extLst>
              <a:ext uri="{FF2B5EF4-FFF2-40B4-BE49-F238E27FC236}">
                <a16:creationId xmlns:a16="http://schemas.microsoft.com/office/drawing/2014/main" id="{A8FE7E1E-0843-9619-9EA7-DDB2484398A3}"/>
              </a:ext>
            </a:extLst>
          </p:cNvPr>
          <p:cNvSpPr/>
          <p:nvPr/>
        </p:nvSpPr>
        <p:spPr>
          <a:xfrm>
            <a:off x="941832" y="3798152"/>
            <a:ext cx="1499616"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Governance</a:t>
            </a:r>
          </a:p>
          <a:p>
            <a:pPr algn="l">
              <a:buNone/>
            </a:pPr>
            <a:r>
              <a:rPr lang="en-US" sz="100">
                <a:effectLst/>
              </a:rPr>
              <a:t> </a:t>
            </a:r>
            <a:endParaRPr lang="en-US"/>
          </a:p>
        </p:txBody>
      </p:sp>
      <p:sp>
        <p:nvSpPr>
          <p:cNvPr id="42157" name="Epic 9 track">
            <a:extLst>
              <a:ext uri="{FF2B5EF4-FFF2-40B4-BE49-F238E27FC236}">
                <a16:creationId xmlns:a16="http://schemas.microsoft.com/office/drawing/2014/main" id="{C05E9977-E4C9-5AD9-0A96-86A2B9B2F9F6}"/>
              </a:ext>
            </a:extLst>
          </p:cNvPr>
          <p:cNvSpPr/>
          <p:nvPr/>
        </p:nvSpPr>
        <p:spPr>
          <a:xfrm>
            <a:off x="640080" y="4329684"/>
            <a:ext cx="1691640" cy="128016"/>
          </a:xfrm>
          <a:prstGeom prst="rect">
            <a:avLst/>
          </a:prstGeom>
          <a:solidFill>
            <a:srgbClr val="E6ECE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231" name="Epic 9 delivered bar">
            <a:extLst>
              <a:ext uri="{FF2B5EF4-FFF2-40B4-BE49-F238E27FC236}">
                <a16:creationId xmlns:a16="http://schemas.microsoft.com/office/drawing/2014/main" id="{B0498D8E-4C14-A88F-5D3F-E54A040A46C4}"/>
              </a:ext>
            </a:extLst>
          </p:cNvPr>
          <p:cNvSpPr/>
          <p:nvPr/>
        </p:nvSpPr>
        <p:spPr>
          <a:xfrm>
            <a:off x="640080" y="4329684"/>
            <a:ext cx="58332" cy="128016"/>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306" name="Epic 9 in progress bar">
            <a:extLst>
              <a:ext uri="{FF2B5EF4-FFF2-40B4-BE49-F238E27FC236}">
                <a16:creationId xmlns:a16="http://schemas.microsoft.com/office/drawing/2014/main" id="{C72D058A-50F0-363F-0FBE-EF962E810C40}"/>
              </a:ext>
            </a:extLst>
          </p:cNvPr>
          <p:cNvSpPr/>
          <p:nvPr/>
        </p:nvSpPr>
        <p:spPr>
          <a:xfrm>
            <a:off x="698412" y="4329684"/>
            <a:ext cx="58333" cy="128016"/>
          </a:xfrm>
          <a:prstGeom prst="rect">
            <a:avLst/>
          </a:prstGeom>
          <a:solidFill>
            <a:srgbClr val="5B8DB8"/>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382" name="Epic 9 queued bar">
            <a:extLst>
              <a:ext uri="{FF2B5EF4-FFF2-40B4-BE49-F238E27FC236}">
                <a16:creationId xmlns:a16="http://schemas.microsoft.com/office/drawing/2014/main" id="{12682D42-CF69-AE14-6402-4F8641CC2317}"/>
              </a:ext>
            </a:extLst>
          </p:cNvPr>
          <p:cNvSpPr/>
          <p:nvPr/>
        </p:nvSpPr>
        <p:spPr>
          <a:xfrm>
            <a:off x="756745" y="4329684"/>
            <a:ext cx="233329" cy="128016"/>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459" name="Epic 9 delivered count">
            <a:extLst>
              <a:ext uri="{FF2B5EF4-FFF2-40B4-BE49-F238E27FC236}">
                <a16:creationId xmlns:a16="http://schemas.microsoft.com/office/drawing/2014/main" id="{018A772D-743A-139D-24E2-39D91B9E3084}"/>
              </a:ext>
            </a:extLst>
          </p:cNvPr>
          <p:cNvSpPr/>
          <p:nvPr/>
        </p:nvSpPr>
        <p:spPr>
          <a:xfrm>
            <a:off x="548640" y="4372700"/>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E6B5E"/>
                </a:solidFill>
                <a:effectLst/>
                <a:latin typeface="Arial" panose="020B0604020202020204" pitchFamily="34" charset="0"/>
              </a:rPr>
              <a:t>1</a:t>
            </a:r>
          </a:p>
          <a:p>
            <a:pPr algn="l">
              <a:buNone/>
            </a:pPr>
            <a:r>
              <a:rPr lang="en-US" sz="100">
                <a:effectLst/>
              </a:rPr>
              <a:t> </a:t>
            </a:r>
            <a:endParaRPr lang="en-US"/>
          </a:p>
        </p:txBody>
      </p:sp>
      <p:sp>
        <p:nvSpPr>
          <p:cNvPr id="42537" name="Epic 9 in progress count">
            <a:extLst>
              <a:ext uri="{FF2B5EF4-FFF2-40B4-BE49-F238E27FC236}">
                <a16:creationId xmlns:a16="http://schemas.microsoft.com/office/drawing/2014/main" id="{173901CC-64F1-F140-4DA7-A7F9D6BA35AD}"/>
              </a:ext>
            </a:extLst>
          </p:cNvPr>
          <p:cNvSpPr/>
          <p:nvPr/>
        </p:nvSpPr>
        <p:spPr>
          <a:xfrm>
            <a:off x="932688" y="4372700"/>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F5F8A"/>
                </a:solidFill>
                <a:effectLst/>
                <a:latin typeface="Arial" panose="020B0604020202020204" pitchFamily="34" charset="0"/>
              </a:rPr>
              <a:t>1</a:t>
            </a:r>
          </a:p>
          <a:p>
            <a:pPr algn="l">
              <a:buNone/>
            </a:pPr>
            <a:r>
              <a:rPr lang="en-US" sz="100">
                <a:effectLst/>
              </a:rPr>
              <a:t> </a:t>
            </a:r>
            <a:endParaRPr lang="en-US"/>
          </a:p>
        </p:txBody>
      </p:sp>
      <p:sp>
        <p:nvSpPr>
          <p:cNvPr id="42616" name="Epic 9 queued count">
            <a:extLst>
              <a:ext uri="{FF2B5EF4-FFF2-40B4-BE49-F238E27FC236}">
                <a16:creationId xmlns:a16="http://schemas.microsoft.com/office/drawing/2014/main" id="{C3B5B5E3-6160-1085-D8F8-E3B53C37CB59}"/>
              </a:ext>
            </a:extLst>
          </p:cNvPr>
          <p:cNvSpPr/>
          <p:nvPr/>
        </p:nvSpPr>
        <p:spPr>
          <a:xfrm>
            <a:off x="1316736" y="4372700"/>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4</a:t>
            </a:r>
          </a:p>
          <a:p>
            <a:pPr algn="l">
              <a:buNone/>
            </a:pPr>
            <a:r>
              <a:rPr lang="en-US" sz="100">
                <a:effectLst/>
              </a:rPr>
              <a:t> </a:t>
            </a:r>
            <a:endParaRPr lang="en-US"/>
          </a:p>
        </p:txBody>
      </p:sp>
      <p:sp>
        <p:nvSpPr>
          <p:cNvPr id="42696" name="Epic tile 10">
            <a:extLst>
              <a:ext uri="{FF2B5EF4-FFF2-40B4-BE49-F238E27FC236}">
                <a16:creationId xmlns:a16="http://schemas.microsoft.com/office/drawing/2014/main" id="{5011770B-6105-2350-C89B-85D1CC464F90}"/>
              </a:ext>
            </a:extLst>
          </p:cNvPr>
          <p:cNvSpPr/>
          <p:nvPr/>
        </p:nvSpPr>
        <p:spPr>
          <a:xfrm>
            <a:off x="2523744" y="3749040"/>
            <a:ext cx="1874520" cy="1005840"/>
          </a:xfrm>
          <a:prstGeom prst="rect">
            <a:avLst/>
          </a:prstGeom>
          <a:solidFill>
            <a:srgbClr val="FFFFFF"/>
          </a:solidFill>
          <a:ln w="12700">
            <a:solidFill>
              <a:srgbClr val="C3D2C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777" name="Epic 10 name">
            <a:extLst>
              <a:ext uri="{FF2B5EF4-FFF2-40B4-BE49-F238E27FC236}">
                <a16:creationId xmlns:a16="http://schemas.microsoft.com/office/drawing/2014/main" id="{2CA111CE-FDDD-09F0-26F2-7B852B710C35}"/>
              </a:ext>
            </a:extLst>
          </p:cNvPr>
          <p:cNvSpPr/>
          <p:nvPr/>
        </p:nvSpPr>
        <p:spPr>
          <a:xfrm>
            <a:off x="2916936" y="3776472"/>
            <a:ext cx="1499616"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Infrastructure as code</a:t>
            </a:r>
          </a:p>
          <a:p>
            <a:pPr algn="l">
              <a:buNone/>
            </a:pPr>
            <a:r>
              <a:rPr lang="en-US" sz="100">
                <a:effectLst/>
              </a:rPr>
              <a:t> </a:t>
            </a:r>
            <a:endParaRPr lang="en-US"/>
          </a:p>
        </p:txBody>
      </p:sp>
      <p:sp>
        <p:nvSpPr>
          <p:cNvPr id="42859" name="Epic 10 track">
            <a:extLst>
              <a:ext uri="{FF2B5EF4-FFF2-40B4-BE49-F238E27FC236}">
                <a16:creationId xmlns:a16="http://schemas.microsoft.com/office/drawing/2014/main" id="{E6D45FEB-3A10-2358-A08F-FBDB2ABBCFB9}"/>
              </a:ext>
            </a:extLst>
          </p:cNvPr>
          <p:cNvSpPr/>
          <p:nvPr/>
        </p:nvSpPr>
        <p:spPr>
          <a:xfrm>
            <a:off x="2615184" y="4329684"/>
            <a:ext cx="1691640" cy="128016"/>
          </a:xfrm>
          <a:prstGeom prst="rect">
            <a:avLst/>
          </a:prstGeom>
          <a:solidFill>
            <a:srgbClr val="E6ECE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942" name="Epic 10 in progress bar">
            <a:extLst>
              <a:ext uri="{FF2B5EF4-FFF2-40B4-BE49-F238E27FC236}">
                <a16:creationId xmlns:a16="http://schemas.microsoft.com/office/drawing/2014/main" id="{52EC6809-FE9F-0E6D-162A-837183442BC0}"/>
              </a:ext>
            </a:extLst>
          </p:cNvPr>
          <p:cNvSpPr/>
          <p:nvPr/>
        </p:nvSpPr>
        <p:spPr>
          <a:xfrm>
            <a:off x="2615184" y="4329684"/>
            <a:ext cx="116665" cy="128016"/>
          </a:xfrm>
          <a:prstGeom prst="rect">
            <a:avLst/>
          </a:prstGeom>
          <a:solidFill>
            <a:srgbClr val="5B8DB8"/>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3026" name="Epic 10 queued bar">
            <a:extLst>
              <a:ext uri="{FF2B5EF4-FFF2-40B4-BE49-F238E27FC236}">
                <a16:creationId xmlns:a16="http://schemas.microsoft.com/office/drawing/2014/main" id="{BE2864A9-6129-1700-28A4-FCC2C876B49F}"/>
              </a:ext>
            </a:extLst>
          </p:cNvPr>
          <p:cNvSpPr/>
          <p:nvPr/>
        </p:nvSpPr>
        <p:spPr>
          <a:xfrm>
            <a:off x="2731849" y="4329684"/>
            <a:ext cx="641656" cy="128016"/>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3111" name="Epic 10 delivered count">
            <a:extLst>
              <a:ext uri="{FF2B5EF4-FFF2-40B4-BE49-F238E27FC236}">
                <a16:creationId xmlns:a16="http://schemas.microsoft.com/office/drawing/2014/main" id="{682FFA5D-B0DC-BB52-27EF-9E2B98740F5F}"/>
              </a:ext>
            </a:extLst>
          </p:cNvPr>
          <p:cNvSpPr/>
          <p:nvPr/>
        </p:nvSpPr>
        <p:spPr>
          <a:xfrm>
            <a:off x="2523744" y="4372700"/>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E6B5E"/>
                </a:solidFill>
                <a:effectLst/>
                <a:latin typeface="Arial" panose="020B0604020202020204" pitchFamily="34" charset="0"/>
              </a:rPr>
              <a:t>0</a:t>
            </a:r>
          </a:p>
          <a:p>
            <a:pPr algn="l">
              <a:buNone/>
            </a:pPr>
            <a:r>
              <a:rPr lang="en-US" sz="100">
                <a:effectLst/>
              </a:rPr>
              <a:t> </a:t>
            </a:r>
            <a:endParaRPr lang="en-US"/>
          </a:p>
        </p:txBody>
      </p:sp>
      <p:sp>
        <p:nvSpPr>
          <p:cNvPr id="43197" name="Epic 10 in progress count">
            <a:extLst>
              <a:ext uri="{FF2B5EF4-FFF2-40B4-BE49-F238E27FC236}">
                <a16:creationId xmlns:a16="http://schemas.microsoft.com/office/drawing/2014/main" id="{D90A50C3-3A07-A93C-61DE-CDBD53425C19}"/>
              </a:ext>
            </a:extLst>
          </p:cNvPr>
          <p:cNvSpPr/>
          <p:nvPr/>
        </p:nvSpPr>
        <p:spPr>
          <a:xfrm>
            <a:off x="2907792" y="4372700"/>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F5F8A"/>
                </a:solidFill>
                <a:effectLst/>
                <a:latin typeface="Arial" panose="020B0604020202020204" pitchFamily="34" charset="0"/>
              </a:rPr>
              <a:t>2</a:t>
            </a:r>
          </a:p>
          <a:p>
            <a:pPr algn="l">
              <a:buNone/>
            </a:pPr>
            <a:r>
              <a:rPr lang="en-US" sz="100">
                <a:effectLst/>
              </a:rPr>
              <a:t> </a:t>
            </a:r>
            <a:endParaRPr lang="en-US"/>
          </a:p>
        </p:txBody>
      </p:sp>
      <p:sp>
        <p:nvSpPr>
          <p:cNvPr id="43284" name="Epic 10 queued count">
            <a:extLst>
              <a:ext uri="{FF2B5EF4-FFF2-40B4-BE49-F238E27FC236}">
                <a16:creationId xmlns:a16="http://schemas.microsoft.com/office/drawing/2014/main" id="{1504B982-5CA5-5A8D-CC8A-F4EE9287FC1A}"/>
              </a:ext>
            </a:extLst>
          </p:cNvPr>
          <p:cNvSpPr/>
          <p:nvPr/>
        </p:nvSpPr>
        <p:spPr>
          <a:xfrm>
            <a:off x="3291840" y="4372700"/>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11</a:t>
            </a:r>
          </a:p>
          <a:p>
            <a:pPr algn="l">
              <a:buNone/>
            </a:pPr>
            <a:r>
              <a:rPr lang="en-US" sz="100">
                <a:effectLst/>
              </a:rPr>
              <a:t> </a:t>
            </a:r>
            <a:endParaRPr lang="en-US"/>
          </a:p>
        </p:txBody>
      </p:sp>
      <p:sp>
        <p:nvSpPr>
          <p:cNvPr id="43372" name="Epic tile 11">
            <a:extLst>
              <a:ext uri="{FF2B5EF4-FFF2-40B4-BE49-F238E27FC236}">
                <a16:creationId xmlns:a16="http://schemas.microsoft.com/office/drawing/2014/main" id="{3A08125F-8133-E2B3-6DEF-CD33E4721624}"/>
              </a:ext>
            </a:extLst>
          </p:cNvPr>
          <p:cNvSpPr/>
          <p:nvPr/>
        </p:nvSpPr>
        <p:spPr>
          <a:xfrm>
            <a:off x="4498848" y="3749040"/>
            <a:ext cx="1874520" cy="1005840"/>
          </a:xfrm>
          <a:prstGeom prst="rect">
            <a:avLst/>
          </a:prstGeom>
          <a:solidFill>
            <a:srgbClr val="FFFFFF"/>
          </a:solidFill>
          <a:ln w="12700">
            <a:solidFill>
              <a:srgbClr val="C3D2C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3461" name="Epic 11 name">
            <a:extLst>
              <a:ext uri="{FF2B5EF4-FFF2-40B4-BE49-F238E27FC236}">
                <a16:creationId xmlns:a16="http://schemas.microsoft.com/office/drawing/2014/main" id="{AEA36FAE-F173-EF31-3639-78895325965C}"/>
              </a:ext>
            </a:extLst>
          </p:cNvPr>
          <p:cNvSpPr/>
          <p:nvPr/>
        </p:nvSpPr>
        <p:spPr>
          <a:xfrm>
            <a:off x="4892040" y="3776472"/>
            <a:ext cx="1499616"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UX and accessibility</a:t>
            </a:r>
          </a:p>
          <a:p>
            <a:pPr algn="l">
              <a:buNone/>
            </a:pPr>
            <a:r>
              <a:rPr lang="en-US" sz="100">
                <a:effectLst/>
              </a:rPr>
              <a:t> </a:t>
            </a:r>
            <a:endParaRPr lang="en-US"/>
          </a:p>
        </p:txBody>
      </p:sp>
      <p:sp>
        <p:nvSpPr>
          <p:cNvPr id="43551" name="Epic 11 track">
            <a:extLst>
              <a:ext uri="{FF2B5EF4-FFF2-40B4-BE49-F238E27FC236}">
                <a16:creationId xmlns:a16="http://schemas.microsoft.com/office/drawing/2014/main" id="{0AE2FCA7-356B-8FC0-862E-AA95689265EE}"/>
              </a:ext>
            </a:extLst>
          </p:cNvPr>
          <p:cNvSpPr/>
          <p:nvPr/>
        </p:nvSpPr>
        <p:spPr>
          <a:xfrm>
            <a:off x="4590288" y="4329684"/>
            <a:ext cx="1691640" cy="128016"/>
          </a:xfrm>
          <a:prstGeom prst="rect">
            <a:avLst/>
          </a:prstGeom>
          <a:solidFill>
            <a:srgbClr val="E6ECE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3642" name="Epic 11 delivered bar">
            <a:extLst>
              <a:ext uri="{FF2B5EF4-FFF2-40B4-BE49-F238E27FC236}">
                <a16:creationId xmlns:a16="http://schemas.microsoft.com/office/drawing/2014/main" id="{E1E0E860-E630-283E-87CC-7BE18F85EEEA}"/>
              </a:ext>
            </a:extLst>
          </p:cNvPr>
          <p:cNvSpPr/>
          <p:nvPr/>
        </p:nvSpPr>
        <p:spPr>
          <a:xfrm>
            <a:off x="4590288" y="4329684"/>
            <a:ext cx="58332" cy="128016"/>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3734" name="Epic 11 in progress bar">
            <a:extLst>
              <a:ext uri="{FF2B5EF4-FFF2-40B4-BE49-F238E27FC236}">
                <a16:creationId xmlns:a16="http://schemas.microsoft.com/office/drawing/2014/main" id="{16C9B743-D3D2-7D5C-13DE-0DBD555835F1}"/>
              </a:ext>
            </a:extLst>
          </p:cNvPr>
          <p:cNvSpPr/>
          <p:nvPr/>
        </p:nvSpPr>
        <p:spPr>
          <a:xfrm>
            <a:off x="4648620" y="4329684"/>
            <a:ext cx="116665" cy="128016"/>
          </a:xfrm>
          <a:prstGeom prst="rect">
            <a:avLst/>
          </a:prstGeom>
          <a:solidFill>
            <a:srgbClr val="5B8DB8"/>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3827" name="Epic 11 queued bar">
            <a:extLst>
              <a:ext uri="{FF2B5EF4-FFF2-40B4-BE49-F238E27FC236}">
                <a16:creationId xmlns:a16="http://schemas.microsoft.com/office/drawing/2014/main" id="{B1A04E0D-7E22-94AA-D10C-81A10F3C5D5A}"/>
              </a:ext>
            </a:extLst>
          </p:cNvPr>
          <p:cNvSpPr/>
          <p:nvPr/>
        </p:nvSpPr>
        <p:spPr>
          <a:xfrm>
            <a:off x="4765285" y="4329684"/>
            <a:ext cx="758322" cy="128016"/>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3921" name="Epic 11 delivered count">
            <a:extLst>
              <a:ext uri="{FF2B5EF4-FFF2-40B4-BE49-F238E27FC236}">
                <a16:creationId xmlns:a16="http://schemas.microsoft.com/office/drawing/2014/main" id="{E084AF30-EEEA-C9AE-D4BC-EA30C108BEFD}"/>
              </a:ext>
            </a:extLst>
          </p:cNvPr>
          <p:cNvSpPr/>
          <p:nvPr/>
        </p:nvSpPr>
        <p:spPr>
          <a:xfrm>
            <a:off x="4498848" y="4372700"/>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E6B5E"/>
                </a:solidFill>
                <a:effectLst/>
                <a:latin typeface="Arial" panose="020B0604020202020204" pitchFamily="34" charset="0"/>
              </a:rPr>
              <a:t>1</a:t>
            </a:r>
          </a:p>
          <a:p>
            <a:pPr algn="l">
              <a:buNone/>
            </a:pPr>
            <a:r>
              <a:rPr lang="en-US" sz="100">
                <a:effectLst/>
              </a:rPr>
              <a:t> </a:t>
            </a:r>
            <a:endParaRPr lang="en-US"/>
          </a:p>
        </p:txBody>
      </p:sp>
      <p:sp>
        <p:nvSpPr>
          <p:cNvPr id="44016" name="Epic 11 in progress count">
            <a:extLst>
              <a:ext uri="{FF2B5EF4-FFF2-40B4-BE49-F238E27FC236}">
                <a16:creationId xmlns:a16="http://schemas.microsoft.com/office/drawing/2014/main" id="{034BE952-39AB-865F-19C3-2CAC20B9EF5B}"/>
              </a:ext>
            </a:extLst>
          </p:cNvPr>
          <p:cNvSpPr/>
          <p:nvPr/>
        </p:nvSpPr>
        <p:spPr>
          <a:xfrm>
            <a:off x="4882896" y="4372700"/>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F5F8A"/>
                </a:solidFill>
                <a:effectLst/>
                <a:latin typeface="Arial" panose="020B0604020202020204" pitchFamily="34" charset="0"/>
              </a:rPr>
              <a:t>2</a:t>
            </a:r>
          </a:p>
          <a:p>
            <a:pPr algn="l">
              <a:buNone/>
            </a:pPr>
            <a:r>
              <a:rPr lang="en-US" sz="100">
                <a:effectLst/>
              </a:rPr>
              <a:t> </a:t>
            </a:r>
            <a:endParaRPr lang="en-US"/>
          </a:p>
        </p:txBody>
      </p:sp>
      <p:sp>
        <p:nvSpPr>
          <p:cNvPr id="44112" name="Epic 11 queued count">
            <a:extLst>
              <a:ext uri="{FF2B5EF4-FFF2-40B4-BE49-F238E27FC236}">
                <a16:creationId xmlns:a16="http://schemas.microsoft.com/office/drawing/2014/main" id="{DD8BC81F-0E35-4801-02BE-53C3F07089C3}"/>
              </a:ext>
            </a:extLst>
          </p:cNvPr>
          <p:cNvSpPr/>
          <p:nvPr/>
        </p:nvSpPr>
        <p:spPr>
          <a:xfrm>
            <a:off x="5266944" y="4372700"/>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13</a:t>
            </a:r>
          </a:p>
          <a:p>
            <a:pPr algn="l">
              <a:buNone/>
            </a:pPr>
            <a:r>
              <a:rPr lang="en-US" sz="100">
                <a:effectLst/>
              </a:rPr>
              <a:t> </a:t>
            </a:r>
            <a:endParaRPr lang="en-US"/>
          </a:p>
        </p:txBody>
      </p:sp>
      <p:sp>
        <p:nvSpPr>
          <p:cNvPr id="44209" name="Epic tile 12">
            <a:extLst>
              <a:ext uri="{FF2B5EF4-FFF2-40B4-BE49-F238E27FC236}">
                <a16:creationId xmlns:a16="http://schemas.microsoft.com/office/drawing/2014/main" id="{1EB794A3-2040-B0A5-354A-A32D5A60B37D}"/>
              </a:ext>
            </a:extLst>
          </p:cNvPr>
          <p:cNvSpPr/>
          <p:nvPr/>
        </p:nvSpPr>
        <p:spPr>
          <a:xfrm>
            <a:off x="6473952" y="3749040"/>
            <a:ext cx="1874520" cy="1005840"/>
          </a:xfrm>
          <a:prstGeom prst="rect">
            <a:avLst/>
          </a:prstGeom>
          <a:solidFill>
            <a:srgbClr val="FFFFFF"/>
          </a:solidFill>
          <a:ln w="12700">
            <a:solidFill>
              <a:srgbClr val="C3D2C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4307" name="Epic 12 name">
            <a:extLst>
              <a:ext uri="{FF2B5EF4-FFF2-40B4-BE49-F238E27FC236}">
                <a16:creationId xmlns:a16="http://schemas.microsoft.com/office/drawing/2014/main" id="{191CF2DA-0452-A499-2774-C03BABFB8D12}"/>
              </a:ext>
            </a:extLst>
          </p:cNvPr>
          <p:cNvSpPr/>
          <p:nvPr/>
        </p:nvSpPr>
        <p:spPr>
          <a:xfrm>
            <a:off x="6867144" y="3798152"/>
            <a:ext cx="1499616"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Agent chat</a:t>
            </a:r>
          </a:p>
          <a:p>
            <a:pPr algn="l">
              <a:buNone/>
            </a:pPr>
            <a:r>
              <a:rPr lang="en-US" sz="100">
                <a:effectLst/>
              </a:rPr>
              <a:t> </a:t>
            </a:r>
            <a:endParaRPr lang="en-US"/>
          </a:p>
        </p:txBody>
      </p:sp>
      <p:sp>
        <p:nvSpPr>
          <p:cNvPr id="44406" name="Epic 12 track">
            <a:extLst>
              <a:ext uri="{FF2B5EF4-FFF2-40B4-BE49-F238E27FC236}">
                <a16:creationId xmlns:a16="http://schemas.microsoft.com/office/drawing/2014/main" id="{69A8D6EE-82F9-6C09-9C00-69E5EA922466}"/>
              </a:ext>
            </a:extLst>
          </p:cNvPr>
          <p:cNvSpPr/>
          <p:nvPr/>
        </p:nvSpPr>
        <p:spPr>
          <a:xfrm>
            <a:off x="6565392" y="4329684"/>
            <a:ext cx="1691640" cy="128016"/>
          </a:xfrm>
          <a:prstGeom prst="rect">
            <a:avLst/>
          </a:prstGeom>
          <a:solidFill>
            <a:srgbClr val="E6ECE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4506" name="Epic 12 delivered bar">
            <a:extLst>
              <a:ext uri="{FF2B5EF4-FFF2-40B4-BE49-F238E27FC236}">
                <a16:creationId xmlns:a16="http://schemas.microsoft.com/office/drawing/2014/main" id="{0CCC0EA3-8136-306C-5A74-525D9072E81D}"/>
              </a:ext>
            </a:extLst>
          </p:cNvPr>
          <p:cNvSpPr/>
          <p:nvPr/>
        </p:nvSpPr>
        <p:spPr>
          <a:xfrm>
            <a:off x="6565392" y="4329684"/>
            <a:ext cx="58332" cy="128016"/>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4607" name="Epic 12 in progress bar">
            <a:extLst>
              <a:ext uri="{FF2B5EF4-FFF2-40B4-BE49-F238E27FC236}">
                <a16:creationId xmlns:a16="http://schemas.microsoft.com/office/drawing/2014/main" id="{DBFEF01E-ED79-6CAE-12A9-2FC0717D5C45}"/>
              </a:ext>
            </a:extLst>
          </p:cNvPr>
          <p:cNvSpPr/>
          <p:nvPr/>
        </p:nvSpPr>
        <p:spPr>
          <a:xfrm>
            <a:off x="6623724" y="4329684"/>
            <a:ext cx="58333" cy="128016"/>
          </a:xfrm>
          <a:prstGeom prst="rect">
            <a:avLst/>
          </a:prstGeom>
          <a:solidFill>
            <a:srgbClr val="5B8DB8"/>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4709" name="Epic 12 queued bar">
            <a:extLst>
              <a:ext uri="{FF2B5EF4-FFF2-40B4-BE49-F238E27FC236}">
                <a16:creationId xmlns:a16="http://schemas.microsoft.com/office/drawing/2014/main" id="{235B4718-B3D6-AADA-2AF5-5B4B3DAFAAB1}"/>
              </a:ext>
            </a:extLst>
          </p:cNvPr>
          <p:cNvSpPr/>
          <p:nvPr/>
        </p:nvSpPr>
        <p:spPr>
          <a:xfrm>
            <a:off x="6682057" y="4329684"/>
            <a:ext cx="291662" cy="128016"/>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4812" name="Epic 12 delivered count">
            <a:extLst>
              <a:ext uri="{FF2B5EF4-FFF2-40B4-BE49-F238E27FC236}">
                <a16:creationId xmlns:a16="http://schemas.microsoft.com/office/drawing/2014/main" id="{4B0F93D6-F002-A30B-CCCB-4134E153F283}"/>
              </a:ext>
            </a:extLst>
          </p:cNvPr>
          <p:cNvSpPr/>
          <p:nvPr/>
        </p:nvSpPr>
        <p:spPr>
          <a:xfrm>
            <a:off x="6473952" y="4372700"/>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E6B5E"/>
                </a:solidFill>
                <a:effectLst/>
                <a:latin typeface="Arial" panose="020B0604020202020204" pitchFamily="34" charset="0"/>
              </a:rPr>
              <a:t>1</a:t>
            </a:r>
          </a:p>
          <a:p>
            <a:pPr algn="l">
              <a:buNone/>
            </a:pPr>
            <a:r>
              <a:rPr lang="en-US" sz="100">
                <a:effectLst/>
              </a:rPr>
              <a:t> </a:t>
            </a:r>
            <a:endParaRPr lang="en-US"/>
          </a:p>
        </p:txBody>
      </p:sp>
      <p:sp>
        <p:nvSpPr>
          <p:cNvPr id="44916" name="Epic 12 in progress count">
            <a:extLst>
              <a:ext uri="{FF2B5EF4-FFF2-40B4-BE49-F238E27FC236}">
                <a16:creationId xmlns:a16="http://schemas.microsoft.com/office/drawing/2014/main" id="{ECF154D2-B788-13B5-E979-F48147F9E60C}"/>
              </a:ext>
            </a:extLst>
          </p:cNvPr>
          <p:cNvSpPr/>
          <p:nvPr/>
        </p:nvSpPr>
        <p:spPr>
          <a:xfrm>
            <a:off x="6858000" y="4372700"/>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F5F8A"/>
                </a:solidFill>
                <a:effectLst/>
                <a:latin typeface="Arial" panose="020B0604020202020204" pitchFamily="34" charset="0"/>
              </a:rPr>
              <a:t>1</a:t>
            </a:r>
          </a:p>
          <a:p>
            <a:pPr algn="l">
              <a:buNone/>
            </a:pPr>
            <a:r>
              <a:rPr lang="en-US" sz="100">
                <a:effectLst/>
              </a:rPr>
              <a:t> </a:t>
            </a:r>
            <a:endParaRPr lang="en-US"/>
          </a:p>
        </p:txBody>
      </p:sp>
      <p:sp>
        <p:nvSpPr>
          <p:cNvPr id="45021" name="Epic 12 queued count">
            <a:extLst>
              <a:ext uri="{FF2B5EF4-FFF2-40B4-BE49-F238E27FC236}">
                <a16:creationId xmlns:a16="http://schemas.microsoft.com/office/drawing/2014/main" id="{A1C1CC39-826A-7926-B889-731855A556B9}"/>
              </a:ext>
            </a:extLst>
          </p:cNvPr>
          <p:cNvSpPr/>
          <p:nvPr/>
        </p:nvSpPr>
        <p:spPr>
          <a:xfrm>
            <a:off x="7242048" y="4372700"/>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5</a:t>
            </a:r>
          </a:p>
          <a:p>
            <a:pPr algn="l">
              <a:buNone/>
            </a:pPr>
            <a:r>
              <a:rPr lang="en-US" sz="100">
                <a:effectLst/>
              </a:rPr>
              <a:t> </a:t>
            </a:r>
            <a:endParaRPr lang="en-US"/>
          </a:p>
        </p:txBody>
      </p:sp>
      <p:sp>
        <p:nvSpPr>
          <p:cNvPr id="45127" name="Epic tile 13">
            <a:extLst>
              <a:ext uri="{FF2B5EF4-FFF2-40B4-BE49-F238E27FC236}">
                <a16:creationId xmlns:a16="http://schemas.microsoft.com/office/drawing/2014/main" id="{D9139794-2960-22F4-76A8-1D2D9ABDEBA3}"/>
              </a:ext>
            </a:extLst>
          </p:cNvPr>
          <p:cNvSpPr/>
          <p:nvPr/>
        </p:nvSpPr>
        <p:spPr>
          <a:xfrm>
            <a:off x="548640" y="4855464"/>
            <a:ext cx="1874520" cy="1005840"/>
          </a:xfrm>
          <a:prstGeom prst="rect">
            <a:avLst/>
          </a:prstGeom>
          <a:solidFill>
            <a:srgbClr val="FFFFFF"/>
          </a:solidFill>
          <a:ln w="12700">
            <a:solidFill>
              <a:srgbClr val="C3D2C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5234" name="Epic 13 name">
            <a:extLst>
              <a:ext uri="{FF2B5EF4-FFF2-40B4-BE49-F238E27FC236}">
                <a16:creationId xmlns:a16="http://schemas.microsoft.com/office/drawing/2014/main" id="{F3372555-3E97-6367-2912-D8625E3852AD}"/>
              </a:ext>
            </a:extLst>
          </p:cNvPr>
          <p:cNvSpPr/>
          <p:nvPr/>
        </p:nvSpPr>
        <p:spPr>
          <a:xfrm>
            <a:off x="941832" y="4904576"/>
            <a:ext cx="1499616"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Synthetic data</a:t>
            </a:r>
          </a:p>
          <a:p>
            <a:pPr algn="l">
              <a:buNone/>
            </a:pPr>
            <a:r>
              <a:rPr lang="en-US" sz="100">
                <a:effectLst/>
              </a:rPr>
              <a:t> </a:t>
            </a:r>
            <a:endParaRPr lang="en-US"/>
          </a:p>
        </p:txBody>
      </p:sp>
      <p:sp>
        <p:nvSpPr>
          <p:cNvPr id="45342" name="Epic 13 track">
            <a:extLst>
              <a:ext uri="{FF2B5EF4-FFF2-40B4-BE49-F238E27FC236}">
                <a16:creationId xmlns:a16="http://schemas.microsoft.com/office/drawing/2014/main" id="{B68389B0-4447-A582-D720-F15B39BF7ED0}"/>
              </a:ext>
            </a:extLst>
          </p:cNvPr>
          <p:cNvSpPr/>
          <p:nvPr/>
        </p:nvSpPr>
        <p:spPr>
          <a:xfrm>
            <a:off x="640080" y="5436108"/>
            <a:ext cx="1691640" cy="128016"/>
          </a:xfrm>
          <a:prstGeom prst="rect">
            <a:avLst/>
          </a:prstGeom>
          <a:solidFill>
            <a:srgbClr val="E6ECE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5451" name="Epic 13 delivered bar">
            <a:extLst>
              <a:ext uri="{FF2B5EF4-FFF2-40B4-BE49-F238E27FC236}">
                <a16:creationId xmlns:a16="http://schemas.microsoft.com/office/drawing/2014/main" id="{94FBC1D1-EAA3-80E9-CF8C-5268522A7069}"/>
              </a:ext>
            </a:extLst>
          </p:cNvPr>
          <p:cNvSpPr/>
          <p:nvPr/>
        </p:nvSpPr>
        <p:spPr>
          <a:xfrm>
            <a:off x="640080" y="5436108"/>
            <a:ext cx="524992" cy="128016"/>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5561" name="Epic 13 in progress bar">
            <a:extLst>
              <a:ext uri="{FF2B5EF4-FFF2-40B4-BE49-F238E27FC236}">
                <a16:creationId xmlns:a16="http://schemas.microsoft.com/office/drawing/2014/main" id="{2BCAB353-0599-B8F3-E7F2-0C039BF165F6}"/>
              </a:ext>
            </a:extLst>
          </p:cNvPr>
          <p:cNvSpPr/>
          <p:nvPr/>
        </p:nvSpPr>
        <p:spPr>
          <a:xfrm>
            <a:off x="1165072" y="5436108"/>
            <a:ext cx="58332" cy="128016"/>
          </a:xfrm>
          <a:prstGeom prst="rect">
            <a:avLst/>
          </a:prstGeom>
          <a:solidFill>
            <a:srgbClr val="5B8DB8"/>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5672" name="Epic 13 queued bar">
            <a:extLst>
              <a:ext uri="{FF2B5EF4-FFF2-40B4-BE49-F238E27FC236}">
                <a16:creationId xmlns:a16="http://schemas.microsoft.com/office/drawing/2014/main" id="{9C6389C1-8D08-3B09-8AF1-7E2FE13C35AD}"/>
              </a:ext>
            </a:extLst>
          </p:cNvPr>
          <p:cNvSpPr/>
          <p:nvPr/>
        </p:nvSpPr>
        <p:spPr>
          <a:xfrm>
            <a:off x="1223404" y="5436108"/>
            <a:ext cx="1108316" cy="128016"/>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5784" name="Epic 13 delivered count">
            <a:extLst>
              <a:ext uri="{FF2B5EF4-FFF2-40B4-BE49-F238E27FC236}">
                <a16:creationId xmlns:a16="http://schemas.microsoft.com/office/drawing/2014/main" id="{77CFFEA6-0DC8-7166-5957-7DC0BBD64F42}"/>
              </a:ext>
            </a:extLst>
          </p:cNvPr>
          <p:cNvSpPr/>
          <p:nvPr/>
        </p:nvSpPr>
        <p:spPr>
          <a:xfrm>
            <a:off x="548640" y="5479124"/>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E6B5E"/>
                </a:solidFill>
                <a:effectLst/>
                <a:latin typeface="Arial" panose="020B0604020202020204" pitchFamily="34" charset="0"/>
              </a:rPr>
              <a:t>9</a:t>
            </a:r>
          </a:p>
          <a:p>
            <a:pPr algn="l">
              <a:buNone/>
            </a:pPr>
            <a:r>
              <a:rPr lang="en-US" sz="100">
                <a:effectLst/>
              </a:rPr>
              <a:t> </a:t>
            </a:r>
            <a:endParaRPr lang="en-US"/>
          </a:p>
        </p:txBody>
      </p:sp>
      <p:sp>
        <p:nvSpPr>
          <p:cNvPr id="45897" name="Epic 13 in progress count">
            <a:extLst>
              <a:ext uri="{FF2B5EF4-FFF2-40B4-BE49-F238E27FC236}">
                <a16:creationId xmlns:a16="http://schemas.microsoft.com/office/drawing/2014/main" id="{8A0C6D2D-C637-80DF-B063-5F62D10C00FC}"/>
              </a:ext>
            </a:extLst>
          </p:cNvPr>
          <p:cNvSpPr/>
          <p:nvPr/>
        </p:nvSpPr>
        <p:spPr>
          <a:xfrm>
            <a:off x="932688" y="5479124"/>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F5F8A"/>
                </a:solidFill>
                <a:effectLst/>
                <a:latin typeface="Arial" panose="020B0604020202020204" pitchFamily="34" charset="0"/>
              </a:rPr>
              <a:t>1</a:t>
            </a:r>
          </a:p>
          <a:p>
            <a:pPr algn="l">
              <a:buNone/>
            </a:pPr>
            <a:r>
              <a:rPr lang="en-US" sz="100">
                <a:effectLst/>
              </a:rPr>
              <a:t> </a:t>
            </a:r>
            <a:endParaRPr lang="en-US"/>
          </a:p>
        </p:txBody>
      </p:sp>
      <p:sp>
        <p:nvSpPr>
          <p:cNvPr id="46011" name="Epic 13 queued count">
            <a:extLst>
              <a:ext uri="{FF2B5EF4-FFF2-40B4-BE49-F238E27FC236}">
                <a16:creationId xmlns:a16="http://schemas.microsoft.com/office/drawing/2014/main" id="{B31AE8C5-50F9-6F3B-765C-CE3FAD7A54FC}"/>
              </a:ext>
            </a:extLst>
          </p:cNvPr>
          <p:cNvSpPr/>
          <p:nvPr/>
        </p:nvSpPr>
        <p:spPr>
          <a:xfrm>
            <a:off x="1316736" y="5479124"/>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19</a:t>
            </a:r>
          </a:p>
          <a:p>
            <a:pPr algn="l">
              <a:buNone/>
            </a:pPr>
            <a:r>
              <a:rPr lang="en-US" sz="100">
                <a:effectLst/>
              </a:rPr>
              <a:t> </a:t>
            </a:r>
            <a:endParaRPr lang="en-US"/>
          </a:p>
        </p:txBody>
      </p:sp>
      <p:sp>
        <p:nvSpPr>
          <p:cNvPr id="46126" name="Epic tile 14">
            <a:extLst>
              <a:ext uri="{FF2B5EF4-FFF2-40B4-BE49-F238E27FC236}">
                <a16:creationId xmlns:a16="http://schemas.microsoft.com/office/drawing/2014/main" id="{7D64E8F2-F272-ABB2-5319-8DDC82FDF9AB}"/>
              </a:ext>
            </a:extLst>
          </p:cNvPr>
          <p:cNvSpPr/>
          <p:nvPr/>
        </p:nvSpPr>
        <p:spPr>
          <a:xfrm>
            <a:off x="2523744" y="4855464"/>
            <a:ext cx="1874520" cy="1005840"/>
          </a:xfrm>
          <a:prstGeom prst="rect">
            <a:avLst/>
          </a:prstGeom>
          <a:solidFill>
            <a:srgbClr val="FFFFFF"/>
          </a:solidFill>
          <a:ln w="12700">
            <a:solidFill>
              <a:srgbClr val="C3D2C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6242" name="Epic 14 name">
            <a:extLst>
              <a:ext uri="{FF2B5EF4-FFF2-40B4-BE49-F238E27FC236}">
                <a16:creationId xmlns:a16="http://schemas.microsoft.com/office/drawing/2014/main" id="{A97FBE47-4FA8-ACF6-0802-9332A545DF4E}"/>
              </a:ext>
            </a:extLst>
          </p:cNvPr>
          <p:cNvSpPr/>
          <p:nvPr/>
        </p:nvSpPr>
        <p:spPr>
          <a:xfrm>
            <a:off x="2916936" y="4882896"/>
            <a:ext cx="1499616"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Repository restructure</a:t>
            </a:r>
          </a:p>
          <a:p>
            <a:pPr algn="l">
              <a:buNone/>
            </a:pPr>
            <a:r>
              <a:rPr lang="en-US" sz="100">
                <a:effectLst/>
              </a:rPr>
              <a:t> </a:t>
            </a:r>
            <a:endParaRPr lang="en-US"/>
          </a:p>
        </p:txBody>
      </p:sp>
      <p:sp>
        <p:nvSpPr>
          <p:cNvPr id="46359" name="Epic 14 track">
            <a:extLst>
              <a:ext uri="{FF2B5EF4-FFF2-40B4-BE49-F238E27FC236}">
                <a16:creationId xmlns:a16="http://schemas.microsoft.com/office/drawing/2014/main" id="{1F417936-EB5B-7624-8E04-41159CB461BE}"/>
              </a:ext>
            </a:extLst>
          </p:cNvPr>
          <p:cNvSpPr/>
          <p:nvPr/>
        </p:nvSpPr>
        <p:spPr>
          <a:xfrm>
            <a:off x="2615184" y="5436108"/>
            <a:ext cx="1691640" cy="128016"/>
          </a:xfrm>
          <a:prstGeom prst="rect">
            <a:avLst/>
          </a:prstGeom>
          <a:solidFill>
            <a:srgbClr val="E6ECE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6477" name="Epic 14 delivered bar">
            <a:extLst>
              <a:ext uri="{FF2B5EF4-FFF2-40B4-BE49-F238E27FC236}">
                <a16:creationId xmlns:a16="http://schemas.microsoft.com/office/drawing/2014/main" id="{EF2A0CA0-1CCA-0609-9404-F6F07DFEB931}"/>
              </a:ext>
            </a:extLst>
          </p:cNvPr>
          <p:cNvSpPr/>
          <p:nvPr/>
        </p:nvSpPr>
        <p:spPr>
          <a:xfrm>
            <a:off x="2615184" y="5436108"/>
            <a:ext cx="174997" cy="128016"/>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6596" name="Epic 14 in progress bar">
            <a:extLst>
              <a:ext uri="{FF2B5EF4-FFF2-40B4-BE49-F238E27FC236}">
                <a16:creationId xmlns:a16="http://schemas.microsoft.com/office/drawing/2014/main" id="{D5D9A924-1214-5A1D-499E-FE39F948A73B}"/>
              </a:ext>
            </a:extLst>
          </p:cNvPr>
          <p:cNvSpPr/>
          <p:nvPr/>
        </p:nvSpPr>
        <p:spPr>
          <a:xfrm>
            <a:off x="2790181" y="5436108"/>
            <a:ext cx="58333" cy="128016"/>
          </a:xfrm>
          <a:prstGeom prst="rect">
            <a:avLst/>
          </a:prstGeom>
          <a:solidFill>
            <a:srgbClr val="5B8DB8"/>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6716" name="Epic 14 queued bar">
            <a:extLst>
              <a:ext uri="{FF2B5EF4-FFF2-40B4-BE49-F238E27FC236}">
                <a16:creationId xmlns:a16="http://schemas.microsoft.com/office/drawing/2014/main" id="{E6A4DE54-D87E-E7A8-A73E-53033A30A171}"/>
              </a:ext>
            </a:extLst>
          </p:cNvPr>
          <p:cNvSpPr/>
          <p:nvPr/>
        </p:nvSpPr>
        <p:spPr>
          <a:xfrm>
            <a:off x="2848514" y="5436108"/>
            <a:ext cx="349994" cy="128016"/>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6837" name="Epic 14 delivered count">
            <a:extLst>
              <a:ext uri="{FF2B5EF4-FFF2-40B4-BE49-F238E27FC236}">
                <a16:creationId xmlns:a16="http://schemas.microsoft.com/office/drawing/2014/main" id="{2FFB175C-AC40-A82C-8AF6-AFAC7CE287C4}"/>
              </a:ext>
            </a:extLst>
          </p:cNvPr>
          <p:cNvSpPr/>
          <p:nvPr/>
        </p:nvSpPr>
        <p:spPr>
          <a:xfrm>
            <a:off x="2523744" y="5479124"/>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E6B5E"/>
                </a:solidFill>
                <a:effectLst/>
                <a:latin typeface="Arial" panose="020B0604020202020204" pitchFamily="34" charset="0"/>
              </a:rPr>
              <a:t>3</a:t>
            </a:r>
          </a:p>
          <a:p>
            <a:pPr algn="l">
              <a:buNone/>
            </a:pPr>
            <a:r>
              <a:rPr lang="en-US" sz="100">
                <a:effectLst/>
              </a:rPr>
              <a:t> </a:t>
            </a:r>
            <a:endParaRPr lang="en-US"/>
          </a:p>
        </p:txBody>
      </p:sp>
      <p:sp>
        <p:nvSpPr>
          <p:cNvPr id="46959" name="Epic 14 in progress count">
            <a:extLst>
              <a:ext uri="{FF2B5EF4-FFF2-40B4-BE49-F238E27FC236}">
                <a16:creationId xmlns:a16="http://schemas.microsoft.com/office/drawing/2014/main" id="{106385A8-B043-BF07-9B63-1335F9808BCE}"/>
              </a:ext>
            </a:extLst>
          </p:cNvPr>
          <p:cNvSpPr/>
          <p:nvPr/>
        </p:nvSpPr>
        <p:spPr>
          <a:xfrm>
            <a:off x="2907792" y="5479124"/>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F5F8A"/>
                </a:solidFill>
                <a:effectLst/>
                <a:latin typeface="Arial" panose="020B0604020202020204" pitchFamily="34" charset="0"/>
              </a:rPr>
              <a:t>1</a:t>
            </a:r>
          </a:p>
          <a:p>
            <a:pPr algn="l">
              <a:buNone/>
            </a:pPr>
            <a:r>
              <a:rPr lang="en-US" sz="100">
                <a:effectLst/>
              </a:rPr>
              <a:t> </a:t>
            </a:r>
            <a:endParaRPr lang="en-US"/>
          </a:p>
        </p:txBody>
      </p:sp>
      <p:sp>
        <p:nvSpPr>
          <p:cNvPr id="47082" name="Epic 14 queued count">
            <a:extLst>
              <a:ext uri="{FF2B5EF4-FFF2-40B4-BE49-F238E27FC236}">
                <a16:creationId xmlns:a16="http://schemas.microsoft.com/office/drawing/2014/main" id="{30966F52-CACA-1F44-83D5-34FF15F597E8}"/>
              </a:ext>
            </a:extLst>
          </p:cNvPr>
          <p:cNvSpPr/>
          <p:nvPr/>
        </p:nvSpPr>
        <p:spPr>
          <a:xfrm>
            <a:off x="3291840" y="5479124"/>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6</a:t>
            </a:r>
          </a:p>
          <a:p>
            <a:pPr algn="l">
              <a:buNone/>
            </a:pPr>
            <a:r>
              <a:rPr lang="en-US" sz="100">
                <a:effectLst/>
              </a:rPr>
              <a:t> </a:t>
            </a:r>
            <a:endParaRPr lang="en-US"/>
          </a:p>
        </p:txBody>
      </p:sp>
      <p:sp>
        <p:nvSpPr>
          <p:cNvPr id="47206" name="Epic tile 15">
            <a:extLst>
              <a:ext uri="{FF2B5EF4-FFF2-40B4-BE49-F238E27FC236}">
                <a16:creationId xmlns:a16="http://schemas.microsoft.com/office/drawing/2014/main" id="{32AAF4CA-EB4D-57AC-6480-062E133AFAEB}"/>
              </a:ext>
            </a:extLst>
          </p:cNvPr>
          <p:cNvSpPr/>
          <p:nvPr/>
        </p:nvSpPr>
        <p:spPr>
          <a:xfrm>
            <a:off x="4498848" y="4855464"/>
            <a:ext cx="1874520" cy="1005840"/>
          </a:xfrm>
          <a:prstGeom prst="rect">
            <a:avLst/>
          </a:prstGeom>
          <a:solidFill>
            <a:srgbClr val="FFFFFF"/>
          </a:solidFill>
          <a:ln w="12700">
            <a:solidFill>
              <a:srgbClr val="C3D2C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7331" name="Epic 15 name">
            <a:extLst>
              <a:ext uri="{FF2B5EF4-FFF2-40B4-BE49-F238E27FC236}">
                <a16:creationId xmlns:a16="http://schemas.microsoft.com/office/drawing/2014/main" id="{34F63D05-16E8-B177-BD5C-45F2F400508E}"/>
              </a:ext>
            </a:extLst>
          </p:cNvPr>
          <p:cNvSpPr/>
          <p:nvPr/>
        </p:nvSpPr>
        <p:spPr>
          <a:xfrm>
            <a:off x="4892040" y="4882896"/>
            <a:ext cx="1499616"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Regulatory assistant</a:t>
            </a:r>
          </a:p>
          <a:p>
            <a:pPr algn="l">
              <a:buNone/>
            </a:pPr>
            <a:r>
              <a:rPr lang="en-US" sz="100">
                <a:effectLst/>
              </a:rPr>
              <a:t> </a:t>
            </a:r>
            <a:endParaRPr lang="en-US"/>
          </a:p>
        </p:txBody>
      </p:sp>
      <p:sp>
        <p:nvSpPr>
          <p:cNvPr id="47457" name="Epic 15 track">
            <a:extLst>
              <a:ext uri="{FF2B5EF4-FFF2-40B4-BE49-F238E27FC236}">
                <a16:creationId xmlns:a16="http://schemas.microsoft.com/office/drawing/2014/main" id="{3ED44572-3BC0-E66D-8E4D-99674A6C9D93}"/>
              </a:ext>
            </a:extLst>
          </p:cNvPr>
          <p:cNvSpPr/>
          <p:nvPr/>
        </p:nvSpPr>
        <p:spPr>
          <a:xfrm>
            <a:off x="4590288" y="5436108"/>
            <a:ext cx="1691640" cy="128016"/>
          </a:xfrm>
          <a:prstGeom prst="rect">
            <a:avLst/>
          </a:prstGeom>
          <a:solidFill>
            <a:srgbClr val="E6ECE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7584" name="Epic 15 delivered bar">
            <a:extLst>
              <a:ext uri="{FF2B5EF4-FFF2-40B4-BE49-F238E27FC236}">
                <a16:creationId xmlns:a16="http://schemas.microsoft.com/office/drawing/2014/main" id="{4C47C88B-A9D2-4085-DB7B-A8336F7D7D5E}"/>
              </a:ext>
            </a:extLst>
          </p:cNvPr>
          <p:cNvSpPr/>
          <p:nvPr/>
        </p:nvSpPr>
        <p:spPr>
          <a:xfrm>
            <a:off x="4590288" y="5436108"/>
            <a:ext cx="116665" cy="128016"/>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7712" name="Epic 15 in progress bar">
            <a:extLst>
              <a:ext uri="{FF2B5EF4-FFF2-40B4-BE49-F238E27FC236}">
                <a16:creationId xmlns:a16="http://schemas.microsoft.com/office/drawing/2014/main" id="{68D214E1-AD76-F22B-49A4-FD898DBEBEB1}"/>
              </a:ext>
            </a:extLst>
          </p:cNvPr>
          <p:cNvSpPr/>
          <p:nvPr/>
        </p:nvSpPr>
        <p:spPr>
          <a:xfrm>
            <a:off x="4706953" y="5436108"/>
            <a:ext cx="58332" cy="128016"/>
          </a:xfrm>
          <a:prstGeom prst="rect">
            <a:avLst/>
          </a:prstGeom>
          <a:solidFill>
            <a:srgbClr val="5B8DB8"/>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7841" name="Epic 15 queued bar">
            <a:extLst>
              <a:ext uri="{FF2B5EF4-FFF2-40B4-BE49-F238E27FC236}">
                <a16:creationId xmlns:a16="http://schemas.microsoft.com/office/drawing/2014/main" id="{6B252743-6AA6-C340-A4D2-39817F70D98D}"/>
              </a:ext>
            </a:extLst>
          </p:cNvPr>
          <p:cNvSpPr/>
          <p:nvPr/>
        </p:nvSpPr>
        <p:spPr>
          <a:xfrm>
            <a:off x="4765285" y="5436108"/>
            <a:ext cx="349995" cy="128016"/>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7971" name="Epic 15 delivered count">
            <a:extLst>
              <a:ext uri="{FF2B5EF4-FFF2-40B4-BE49-F238E27FC236}">
                <a16:creationId xmlns:a16="http://schemas.microsoft.com/office/drawing/2014/main" id="{E886E31F-DCD2-A05C-5768-4BAE309CCEBE}"/>
              </a:ext>
            </a:extLst>
          </p:cNvPr>
          <p:cNvSpPr/>
          <p:nvPr/>
        </p:nvSpPr>
        <p:spPr>
          <a:xfrm>
            <a:off x="4498848" y="5479124"/>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E6B5E"/>
                </a:solidFill>
                <a:effectLst/>
                <a:latin typeface="Arial" panose="020B0604020202020204" pitchFamily="34" charset="0"/>
              </a:rPr>
              <a:t>2</a:t>
            </a:r>
          </a:p>
          <a:p>
            <a:pPr algn="l">
              <a:buNone/>
            </a:pPr>
            <a:r>
              <a:rPr lang="en-US" sz="100">
                <a:effectLst/>
              </a:rPr>
              <a:t> </a:t>
            </a:r>
            <a:endParaRPr lang="en-US"/>
          </a:p>
        </p:txBody>
      </p:sp>
      <p:sp>
        <p:nvSpPr>
          <p:cNvPr id="48102" name="Epic 15 in progress count">
            <a:extLst>
              <a:ext uri="{FF2B5EF4-FFF2-40B4-BE49-F238E27FC236}">
                <a16:creationId xmlns:a16="http://schemas.microsoft.com/office/drawing/2014/main" id="{0262411D-035D-140D-D9C2-F4BDA5B523EF}"/>
              </a:ext>
            </a:extLst>
          </p:cNvPr>
          <p:cNvSpPr/>
          <p:nvPr/>
        </p:nvSpPr>
        <p:spPr>
          <a:xfrm>
            <a:off x="4882896" y="5479124"/>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F5F8A"/>
                </a:solidFill>
                <a:effectLst/>
                <a:latin typeface="Arial" panose="020B0604020202020204" pitchFamily="34" charset="0"/>
              </a:rPr>
              <a:t>1</a:t>
            </a:r>
          </a:p>
          <a:p>
            <a:pPr algn="l">
              <a:buNone/>
            </a:pPr>
            <a:r>
              <a:rPr lang="en-US" sz="100">
                <a:effectLst/>
              </a:rPr>
              <a:t> </a:t>
            </a:r>
            <a:endParaRPr lang="en-US"/>
          </a:p>
        </p:txBody>
      </p:sp>
      <p:sp>
        <p:nvSpPr>
          <p:cNvPr id="48234" name="Epic 15 queued count">
            <a:extLst>
              <a:ext uri="{FF2B5EF4-FFF2-40B4-BE49-F238E27FC236}">
                <a16:creationId xmlns:a16="http://schemas.microsoft.com/office/drawing/2014/main" id="{2BDEB4A6-D685-A295-EBEC-92D9F7FB73A1}"/>
              </a:ext>
            </a:extLst>
          </p:cNvPr>
          <p:cNvSpPr/>
          <p:nvPr/>
        </p:nvSpPr>
        <p:spPr>
          <a:xfrm>
            <a:off x="5266944" y="5479124"/>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6</a:t>
            </a:r>
          </a:p>
          <a:p>
            <a:pPr algn="l">
              <a:buNone/>
            </a:pPr>
            <a:r>
              <a:rPr lang="en-US" sz="100">
                <a:effectLst/>
              </a:rPr>
              <a:t> </a:t>
            </a:r>
            <a:endParaRPr lang="en-US"/>
          </a:p>
        </p:txBody>
      </p:sp>
      <p:sp>
        <p:nvSpPr>
          <p:cNvPr id="48367" name="Epic tile 16">
            <a:extLst>
              <a:ext uri="{FF2B5EF4-FFF2-40B4-BE49-F238E27FC236}">
                <a16:creationId xmlns:a16="http://schemas.microsoft.com/office/drawing/2014/main" id="{ACC454A2-707E-44E9-357D-0284BAD8E3E9}"/>
              </a:ext>
            </a:extLst>
          </p:cNvPr>
          <p:cNvSpPr/>
          <p:nvPr/>
        </p:nvSpPr>
        <p:spPr>
          <a:xfrm>
            <a:off x="6473952" y="4855464"/>
            <a:ext cx="1874520" cy="1005840"/>
          </a:xfrm>
          <a:prstGeom prst="rect">
            <a:avLst/>
          </a:prstGeom>
          <a:solidFill>
            <a:srgbClr val="FFFFFF"/>
          </a:solidFill>
          <a:ln w="12700">
            <a:solidFill>
              <a:srgbClr val="C3D2C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8501" name="Epic 16 name">
            <a:extLst>
              <a:ext uri="{FF2B5EF4-FFF2-40B4-BE49-F238E27FC236}">
                <a16:creationId xmlns:a16="http://schemas.microsoft.com/office/drawing/2014/main" id="{90EF07D2-46D4-1989-4AA0-6190DD617745}"/>
              </a:ext>
            </a:extLst>
          </p:cNvPr>
          <p:cNvSpPr/>
          <p:nvPr/>
        </p:nvSpPr>
        <p:spPr>
          <a:xfrm>
            <a:off x="6867144" y="4904576"/>
            <a:ext cx="1499616"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Responsible AI</a:t>
            </a:r>
          </a:p>
          <a:p>
            <a:pPr algn="l">
              <a:buNone/>
            </a:pPr>
            <a:r>
              <a:rPr lang="en-US" sz="100">
                <a:effectLst/>
              </a:rPr>
              <a:t> </a:t>
            </a:r>
            <a:endParaRPr lang="en-US"/>
          </a:p>
        </p:txBody>
      </p:sp>
      <p:sp>
        <p:nvSpPr>
          <p:cNvPr id="48636" name="Epic 16 track">
            <a:extLst>
              <a:ext uri="{FF2B5EF4-FFF2-40B4-BE49-F238E27FC236}">
                <a16:creationId xmlns:a16="http://schemas.microsoft.com/office/drawing/2014/main" id="{CF765600-0006-A70B-AFBC-6851C3C98090}"/>
              </a:ext>
            </a:extLst>
          </p:cNvPr>
          <p:cNvSpPr/>
          <p:nvPr/>
        </p:nvSpPr>
        <p:spPr>
          <a:xfrm>
            <a:off x="6565392" y="5436108"/>
            <a:ext cx="1691640" cy="128016"/>
          </a:xfrm>
          <a:prstGeom prst="rect">
            <a:avLst/>
          </a:prstGeom>
          <a:solidFill>
            <a:srgbClr val="E6ECE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8772" name="Epic 16 in progress bar">
            <a:extLst>
              <a:ext uri="{FF2B5EF4-FFF2-40B4-BE49-F238E27FC236}">
                <a16:creationId xmlns:a16="http://schemas.microsoft.com/office/drawing/2014/main" id="{7B06C4C2-95D1-A9D3-7822-8EE267870E5C}"/>
              </a:ext>
            </a:extLst>
          </p:cNvPr>
          <p:cNvSpPr/>
          <p:nvPr/>
        </p:nvSpPr>
        <p:spPr>
          <a:xfrm>
            <a:off x="6565392" y="5436108"/>
            <a:ext cx="116665" cy="128016"/>
          </a:xfrm>
          <a:prstGeom prst="rect">
            <a:avLst/>
          </a:prstGeom>
          <a:solidFill>
            <a:srgbClr val="5B8DB8"/>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8909" name="Epic 16 queued bar">
            <a:extLst>
              <a:ext uri="{FF2B5EF4-FFF2-40B4-BE49-F238E27FC236}">
                <a16:creationId xmlns:a16="http://schemas.microsoft.com/office/drawing/2014/main" id="{B4947D67-BF0D-CE31-B108-2B23D451868D}"/>
              </a:ext>
            </a:extLst>
          </p:cNvPr>
          <p:cNvSpPr/>
          <p:nvPr/>
        </p:nvSpPr>
        <p:spPr>
          <a:xfrm>
            <a:off x="6682057" y="5436108"/>
            <a:ext cx="233329" cy="128016"/>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9047" name="Epic 16 delivered count">
            <a:extLst>
              <a:ext uri="{FF2B5EF4-FFF2-40B4-BE49-F238E27FC236}">
                <a16:creationId xmlns:a16="http://schemas.microsoft.com/office/drawing/2014/main" id="{668F372D-DE84-66C5-F83B-D6C914823D95}"/>
              </a:ext>
            </a:extLst>
          </p:cNvPr>
          <p:cNvSpPr/>
          <p:nvPr/>
        </p:nvSpPr>
        <p:spPr>
          <a:xfrm>
            <a:off x="6473952" y="5479124"/>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E6B5E"/>
                </a:solidFill>
                <a:effectLst/>
                <a:latin typeface="Arial" panose="020B0604020202020204" pitchFamily="34" charset="0"/>
              </a:rPr>
              <a:t>0</a:t>
            </a:r>
          </a:p>
          <a:p>
            <a:pPr algn="l">
              <a:buNone/>
            </a:pPr>
            <a:r>
              <a:rPr lang="en-US" sz="100">
                <a:effectLst/>
              </a:rPr>
              <a:t> </a:t>
            </a:r>
            <a:endParaRPr lang="en-US"/>
          </a:p>
        </p:txBody>
      </p:sp>
      <p:sp>
        <p:nvSpPr>
          <p:cNvPr id="49186" name="Epic 16 in progress count">
            <a:extLst>
              <a:ext uri="{FF2B5EF4-FFF2-40B4-BE49-F238E27FC236}">
                <a16:creationId xmlns:a16="http://schemas.microsoft.com/office/drawing/2014/main" id="{4A815485-A6E1-DA65-605D-FD26F98617F3}"/>
              </a:ext>
            </a:extLst>
          </p:cNvPr>
          <p:cNvSpPr/>
          <p:nvPr/>
        </p:nvSpPr>
        <p:spPr>
          <a:xfrm>
            <a:off x="6858000" y="5479124"/>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F5F8A"/>
                </a:solidFill>
                <a:effectLst/>
                <a:latin typeface="Arial" panose="020B0604020202020204" pitchFamily="34" charset="0"/>
              </a:rPr>
              <a:t>2</a:t>
            </a:r>
          </a:p>
          <a:p>
            <a:pPr algn="l">
              <a:buNone/>
            </a:pPr>
            <a:r>
              <a:rPr lang="en-US" sz="100">
                <a:effectLst/>
              </a:rPr>
              <a:t> </a:t>
            </a:r>
            <a:endParaRPr lang="en-US"/>
          </a:p>
        </p:txBody>
      </p:sp>
      <p:sp>
        <p:nvSpPr>
          <p:cNvPr id="49326" name="Epic 16 queued count">
            <a:extLst>
              <a:ext uri="{FF2B5EF4-FFF2-40B4-BE49-F238E27FC236}">
                <a16:creationId xmlns:a16="http://schemas.microsoft.com/office/drawing/2014/main" id="{A6183167-3875-9958-B3C0-4D288F1510DC}"/>
              </a:ext>
            </a:extLst>
          </p:cNvPr>
          <p:cNvSpPr/>
          <p:nvPr/>
        </p:nvSpPr>
        <p:spPr>
          <a:xfrm>
            <a:off x="7242048" y="5479124"/>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4</a:t>
            </a:r>
          </a:p>
          <a:p>
            <a:pPr algn="l">
              <a:buNone/>
            </a:pPr>
            <a:r>
              <a:rPr lang="en-US" sz="100">
                <a:effectLst/>
              </a:rPr>
              <a:t> </a:t>
            </a:r>
            <a:endParaRPr lang="en-US"/>
          </a:p>
        </p:txBody>
      </p:sp>
      <p:sp>
        <p:nvSpPr>
          <p:cNvPr id="49467" name="Counter delivered number">
            <a:extLst>
              <a:ext uri="{FF2B5EF4-FFF2-40B4-BE49-F238E27FC236}">
                <a16:creationId xmlns:a16="http://schemas.microsoft.com/office/drawing/2014/main" id="{73E06EBF-930F-9965-F254-AE2EABDD931E}"/>
              </a:ext>
            </a:extLst>
          </p:cNvPr>
          <p:cNvSpPr/>
          <p:nvPr/>
        </p:nvSpPr>
        <p:spPr>
          <a:xfrm>
            <a:off x="8549640" y="1374992"/>
            <a:ext cx="974397" cy="87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4000" b="1">
                <a:solidFill>
                  <a:srgbClr val="2E6B5E"/>
                </a:solidFill>
                <a:effectLst/>
                <a:latin typeface="Arial" panose="020B0604020202020204" pitchFamily="34" charset="0"/>
              </a:rPr>
              <a:t>54</a:t>
            </a:r>
          </a:p>
          <a:p>
            <a:pPr algn="r">
              <a:buNone/>
            </a:pPr>
            <a:r>
              <a:rPr lang="en-US" sz="100">
                <a:effectLst/>
              </a:rPr>
              <a:t> </a:t>
            </a:r>
            <a:endParaRPr lang="en-US"/>
          </a:p>
        </p:txBody>
      </p:sp>
      <p:sp>
        <p:nvSpPr>
          <p:cNvPr id="49609" name="Counter delivered key">
            <a:extLst>
              <a:ext uri="{FF2B5EF4-FFF2-40B4-BE49-F238E27FC236}">
                <a16:creationId xmlns:a16="http://schemas.microsoft.com/office/drawing/2014/main" id="{E04A41DC-227A-8F16-0546-86FFE8DED621}"/>
              </a:ext>
            </a:extLst>
          </p:cNvPr>
          <p:cNvSpPr/>
          <p:nvPr/>
        </p:nvSpPr>
        <p:spPr>
          <a:xfrm>
            <a:off x="9597189" y="1820456"/>
            <a:ext cx="155448" cy="155448"/>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9752" name="Counter delivered label">
            <a:extLst>
              <a:ext uri="{FF2B5EF4-FFF2-40B4-BE49-F238E27FC236}">
                <a16:creationId xmlns:a16="http://schemas.microsoft.com/office/drawing/2014/main" id="{A4838E81-D756-65F5-5A6E-93A575445921}"/>
              </a:ext>
            </a:extLst>
          </p:cNvPr>
          <p:cNvSpPr/>
          <p:nvPr/>
        </p:nvSpPr>
        <p:spPr>
          <a:xfrm>
            <a:off x="9734349" y="1639444"/>
            <a:ext cx="1909011"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delivered</a:t>
            </a:r>
          </a:p>
          <a:p>
            <a:pPr algn="l">
              <a:buNone/>
            </a:pPr>
            <a:r>
              <a:rPr lang="en-US" sz="100">
                <a:effectLst/>
              </a:rPr>
              <a:t> </a:t>
            </a:r>
            <a:endParaRPr lang="en-US"/>
          </a:p>
        </p:txBody>
      </p:sp>
      <p:sp>
        <p:nvSpPr>
          <p:cNvPr id="49896" name="Counter in progress number">
            <a:extLst>
              <a:ext uri="{FF2B5EF4-FFF2-40B4-BE49-F238E27FC236}">
                <a16:creationId xmlns:a16="http://schemas.microsoft.com/office/drawing/2014/main" id="{262F6E3A-31A1-BED9-DBCA-1E513DB84A4F}"/>
              </a:ext>
            </a:extLst>
          </p:cNvPr>
          <p:cNvSpPr/>
          <p:nvPr/>
        </p:nvSpPr>
        <p:spPr>
          <a:xfrm>
            <a:off x="8549640" y="1960208"/>
            <a:ext cx="974397" cy="87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4000" b="1">
                <a:solidFill>
                  <a:srgbClr val="2F5F8A"/>
                </a:solidFill>
                <a:effectLst/>
                <a:latin typeface="Arial" panose="020B0604020202020204" pitchFamily="34" charset="0"/>
              </a:rPr>
              <a:t>24</a:t>
            </a:r>
          </a:p>
          <a:p>
            <a:pPr algn="r">
              <a:buNone/>
            </a:pPr>
            <a:r>
              <a:rPr lang="en-US" sz="100">
                <a:effectLst/>
              </a:rPr>
              <a:t> </a:t>
            </a:r>
            <a:endParaRPr lang="en-US"/>
          </a:p>
        </p:txBody>
      </p:sp>
      <p:sp>
        <p:nvSpPr>
          <p:cNvPr id="50041" name="Counter in progress key">
            <a:extLst>
              <a:ext uri="{FF2B5EF4-FFF2-40B4-BE49-F238E27FC236}">
                <a16:creationId xmlns:a16="http://schemas.microsoft.com/office/drawing/2014/main" id="{E03EF8C5-F778-4D63-AE83-895AEA01046C}"/>
              </a:ext>
            </a:extLst>
          </p:cNvPr>
          <p:cNvSpPr/>
          <p:nvPr/>
        </p:nvSpPr>
        <p:spPr>
          <a:xfrm>
            <a:off x="9597189" y="2405672"/>
            <a:ext cx="155448" cy="155448"/>
          </a:xfrm>
          <a:prstGeom prst="rect">
            <a:avLst/>
          </a:prstGeom>
          <a:solidFill>
            <a:srgbClr val="5B8DB8"/>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0187" name="Counter in progress label">
            <a:extLst>
              <a:ext uri="{FF2B5EF4-FFF2-40B4-BE49-F238E27FC236}">
                <a16:creationId xmlns:a16="http://schemas.microsoft.com/office/drawing/2014/main" id="{785BFAC5-0E71-925D-2897-9B5EF6379F17}"/>
              </a:ext>
            </a:extLst>
          </p:cNvPr>
          <p:cNvSpPr/>
          <p:nvPr/>
        </p:nvSpPr>
        <p:spPr>
          <a:xfrm>
            <a:off x="9734349" y="2224660"/>
            <a:ext cx="1909011"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in progress</a:t>
            </a:r>
          </a:p>
          <a:p>
            <a:pPr algn="l">
              <a:buNone/>
            </a:pPr>
            <a:r>
              <a:rPr lang="en-US" sz="100">
                <a:effectLst/>
              </a:rPr>
              <a:t> </a:t>
            </a:r>
            <a:endParaRPr lang="en-US"/>
          </a:p>
        </p:txBody>
      </p:sp>
      <p:sp>
        <p:nvSpPr>
          <p:cNvPr id="50334" name="Counter queued number">
            <a:extLst>
              <a:ext uri="{FF2B5EF4-FFF2-40B4-BE49-F238E27FC236}">
                <a16:creationId xmlns:a16="http://schemas.microsoft.com/office/drawing/2014/main" id="{E29B6427-9D47-134F-0E99-AF564280A695}"/>
              </a:ext>
            </a:extLst>
          </p:cNvPr>
          <p:cNvSpPr/>
          <p:nvPr/>
        </p:nvSpPr>
        <p:spPr>
          <a:xfrm>
            <a:off x="8549640" y="2545424"/>
            <a:ext cx="974397" cy="87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4000" b="1">
                <a:solidFill>
                  <a:srgbClr val="7A4B00"/>
                </a:solidFill>
                <a:effectLst/>
                <a:latin typeface="Arial" panose="020B0604020202020204" pitchFamily="34" charset="0"/>
              </a:rPr>
              <a:t>111</a:t>
            </a:r>
          </a:p>
          <a:p>
            <a:pPr algn="r">
              <a:buNone/>
            </a:pPr>
            <a:r>
              <a:rPr lang="en-US" sz="100">
                <a:effectLst/>
              </a:rPr>
              <a:t> </a:t>
            </a:r>
            <a:endParaRPr lang="en-US"/>
          </a:p>
        </p:txBody>
      </p:sp>
      <p:sp>
        <p:nvSpPr>
          <p:cNvPr id="50482" name="Counter queued key">
            <a:extLst>
              <a:ext uri="{FF2B5EF4-FFF2-40B4-BE49-F238E27FC236}">
                <a16:creationId xmlns:a16="http://schemas.microsoft.com/office/drawing/2014/main" id="{E1FBFBFC-0B3F-AA8A-83BF-E2D991AC6EEA}"/>
              </a:ext>
            </a:extLst>
          </p:cNvPr>
          <p:cNvSpPr/>
          <p:nvPr/>
        </p:nvSpPr>
        <p:spPr>
          <a:xfrm>
            <a:off x="9597189" y="2990888"/>
            <a:ext cx="155448" cy="155448"/>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0631" name="Counter queued label">
            <a:extLst>
              <a:ext uri="{FF2B5EF4-FFF2-40B4-BE49-F238E27FC236}">
                <a16:creationId xmlns:a16="http://schemas.microsoft.com/office/drawing/2014/main" id="{78C1C20A-CE8E-9872-5EF5-8384C3BE5541}"/>
              </a:ext>
            </a:extLst>
          </p:cNvPr>
          <p:cNvSpPr/>
          <p:nvPr/>
        </p:nvSpPr>
        <p:spPr>
          <a:xfrm>
            <a:off x="9734349" y="2809876"/>
            <a:ext cx="1909011"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queued</a:t>
            </a:r>
          </a:p>
          <a:p>
            <a:pPr algn="l">
              <a:buNone/>
            </a:pPr>
            <a:r>
              <a:rPr lang="en-US" sz="100">
                <a:effectLst/>
              </a:rPr>
              <a:t> </a:t>
            </a:r>
            <a:endParaRPr lang="en-US"/>
          </a:p>
        </p:txBody>
      </p:sp>
      <p:sp>
        <p:nvSpPr>
          <p:cNvPr id="50781" name="Statement 2">
            <a:extLst>
              <a:ext uri="{FF2B5EF4-FFF2-40B4-BE49-F238E27FC236}">
                <a16:creationId xmlns:a16="http://schemas.microsoft.com/office/drawing/2014/main" id="{B471467C-F3D5-F498-8737-D13CB6C01F02}"/>
              </a:ext>
            </a:extLst>
          </p:cNvPr>
          <p:cNvSpPr/>
          <p:nvPr/>
        </p:nvSpPr>
        <p:spPr>
          <a:xfrm>
            <a:off x="8549640" y="3456432"/>
            <a:ext cx="309372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Generated from the BRD, PRD and architecture decisions</a:t>
            </a:r>
          </a:p>
          <a:p>
            <a:pPr algn="l">
              <a:buNone/>
            </a:pPr>
            <a:r>
              <a:rPr lang="en-US" sz="100">
                <a:effectLst/>
              </a:rPr>
              <a:t> </a:t>
            </a:r>
            <a:endParaRPr lang="en-US"/>
          </a:p>
        </p:txBody>
      </p:sp>
      <p:sp>
        <p:nvSpPr>
          <p:cNvPr id="50932" name="Statement 3">
            <a:extLst>
              <a:ext uri="{FF2B5EF4-FFF2-40B4-BE49-F238E27FC236}">
                <a16:creationId xmlns:a16="http://schemas.microsoft.com/office/drawing/2014/main" id="{A57F6551-7ACA-0B43-761C-CFD5A5FF814D}"/>
              </a:ext>
            </a:extLst>
          </p:cNvPr>
          <p:cNvSpPr/>
          <p:nvPr/>
        </p:nvSpPr>
        <p:spPr>
          <a:xfrm>
            <a:off x="8549640" y="4352544"/>
            <a:ext cx="309372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Every item traceable from requirement to pull request</a:t>
            </a:r>
          </a:p>
          <a:p>
            <a:pPr algn="l">
              <a:buNone/>
            </a:pPr>
            <a:r>
              <a:rPr lang="en-US" sz="100">
                <a:effectLst/>
              </a:rPr>
              <a:t> </a:t>
            </a:r>
            <a:endParaRPr lang="en-US"/>
          </a:p>
        </p:txBody>
      </p:sp>
      <p:sp>
        <p:nvSpPr>
          <p:cNvPr id="51084" name="Footnote">
            <a:extLst>
              <a:ext uri="{FF2B5EF4-FFF2-40B4-BE49-F238E27FC236}">
                <a16:creationId xmlns:a16="http://schemas.microsoft.com/office/drawing/2014/main" id="{46C15A2E-FDFC-E05E-C1C0-074D1E623016}"/>
              </a:ext>
            </a:extLst>
          </p:cNvPr>
          <p:cNvSpPr/>
          <p:nvPr/>
        </p:nvSpPr>
        <p:spPr>
          <a:xfrm>
            <a:off x="8549640" y="5059680"/>
            <a:ext cx="309372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Board totals include 28 items outside the 16 epic areas.</a:t>
            </a:r>
          </a:p>
          <a:p>
            <a:pPr algn="l">
              <a:buNone/>
            </a:pPr>
            <a:r>
              <a:rPr lang="en-US" sz="1200">
                <a:solidFill>
                  <a:srgbClr val="50655E"/>
                </a:solidFill>
                <a:effectLst/>
                <a:latin typeface="Arial" panose="020B0604020202020204" pitchFamily="34" charset="0"/>
              </a:rPr>
              <a:t>Bars to one scale: full track = 29 items.</a:t>
            </a:r>
            <a:endParaRPr lang="en-US"/>
          </a:p>
        </p:txBody>
      </p:sp>
      <p:pic>
        <p:nvPicPr>
          <p:cNvPr id="51085" name="Epic 1 icon" descr="House icon">
            <a:extLst>
              <a:ext uri="{FF2B5EF4-FFF2-40B4-BE49-F238E27FC236}">
                <a16:creationId xmlns:a16="http://schemas.microsoft.com/office/drawing/2014/main" id="{F1C1C2AC-54C3-ED3A-C72F-07D51AAA052F}"/>
              </a:ext>
            </a:extLst>
          </p:cNvPr>
          <p:cNvPicPr>
            <a:picLocks noChangeAspect="1"/>
          </p:cNvPicPr>
          <p:nvPr/>
        </p:nvPicPr>
        <p:blipFill>
          <a:blip r:embed="rId3"/>
          <a:stretch>
            <a:fillRect/>
          </a:stretch>
        </p:blipFill>
        <p:spPr>
          <a:xfrm>
            <a:off x="640080" y="1658112"/>
            <a:ext cx="329184" cy="329184"/>
          </a:xfrm>
          <a:prstGeom prst="rect">
            <a:avLst/>
          </a:prstGeom>
        </p:spPr>
      </p:pic>
      <p:pic>
        <p:nvPicPr>
          <p:cNvPr id="51086" name="Epic 2 icon" descr="Damp and mould icon">
            <a:extLst>
              <a:ext uri="{FF2B5EF4-FFF2-40B4-BE49-F238E27FC236}">
                <a16:creationId xmlns:a16="http://schemas.microsoft.com/office/drawing/2014/main" id="{2D57FD56-99A7-674A-E7CD-99981C36FA96}"/>
              </a:ext>
            </a:extLst>
          </p:cNvPr>
          <p:cNvPicPr>
            <a:picLocks noChangeAspect="1"/>
          </p:cNvPicPr>
          <p:nvPr/>
        </p:nvPicPr>
        <p:blipFill>
          <a:blip r:embed="rId4"/>
          <a:stretch>
            <a:fillRect/>
          </a:stretch>
        </p:blipFill>
        <p:spPr>
          <a:xfrm>
            <a:off x="2615184" y="1658112"/>
            <a:ext cx="329184" cy="329184"/>
          </a:xfrm>
          <a:prstGeom prst="rect">
            <a:avLst/>
          </a:prstGeom>
        </p:spPr>
      </p:pic>
      <p:pic>
        <p:nvPicPr>
          <p:cNvPr id="51087" name="Epic 3 icon" descr="Contractor icon">
            <a:extLst>
              <a:ext uri="{FF2B5EF4-FFF2-40B4-BE49-F238E27FC236}">
                <a16:creationId xmlns:a16="http://schemas.microsoft.com/office/drawing/2014/main" id="{8E0902D5-91C8-7AB8-99C7-9AD14477A069}"/>
              </a:ext>
            </a:extLst>
          </p:cNvPr>
          <p:cNvPicPr>
            <a:picLocks noChangeAspect="1"/>
          </p:cNvPicPr>
          <p:nvPr/>
        </p:nvPicPr>
        <p:blipFill>
          <a:blip r:embed="rId5"/>
          <a:stretch>
            <a:fillRect/>
          </a:stretch>
        </p:blipFill>
        <p:spPr>
          <a:xfrm>
            <a:off x="4590288" y="1658112"/>
            <a:ext cx="329184" cy="329184"/>
          </a:xfrm>
          <a:prstGeom prst="rect">
            <a:avLst/>
          </a:prstGeom>
        </p:spPr>
      </p:pic>
      <p:pic>
        <p:nvPicPr>
          <p:cNvPr id="51088" name="Epic 4 icon" descr="Cost icon">
            <a:extLst>
              <a:ext uri="{FF2B5EF4-FFF2-40B4-BE49-F238E27FC236}">
                <a16:creationId xmlns:a16="http://schemas.microsoft.com/office/drawing/2014/main" id="{5791F5A4-47D6-6422-A0FB-0439D43ED6F8}"/>
              </a:ext>
            </a:extLst>
          </p:cNvPr>
          <p:cNvPicPr>
            <a:picLocks noChangeAspect="1"/>
          </p:cNvPicPr>
          <p:nvPr/>
        </p:nvPicPr>
        <p:blipFill>
          <a:blip r:embed="rId6"/>
          <a:stretch>
            <a:fillRect/>
          </a:stretch>
        </p:blipFill>
        <p:spPr>
          <a:xfrm>
            <a:off x="6565392" y="1658112"/>
            <a:ext cx="329184" cy="329184"/>
          </a:xfrm>
          <a:prstGeom prst="rect">
            <a:avLst/>
          </a:prstGeom>
        </p:spPr>
      </p:pic>
      <p:pic>
        <p:nvPicPr>
          <p:cNvPr id="51089" name="Epic 5 icon" descr="Forecast icon">
            <a:extLst>
              <a:ext uri="{FF2B5EF4-FFF2-40B4-BE49-F238E27FC236}">
                <a16:creationId xmlns:a16="http://schemas.microsoft.com/office/drawing/2014/main" id="{9E275A9F-8A54-DC4E-C162-F5F5EE5C45AB}"/>
              </a:ext>
            </a:extLst>
          </p:cNvPr>
          <p:cNvPicPr>
            <a:picLocks noChangeAspect="1"/>
          </p:cNvPicPr>
          <p:nvPr/>
        </p:nvPicPr>
        <p:blipFill>
          <a:blip r:embed="rId7"/>
          <a:stretch>
            <a:fillRect/>
          </a:stretch>
        </p:blipFill>
        <p:spPr>
          <a:xfrm>
            <a:off x="640080" y="2764536"/>
            <a:ext cx="329184" cy="329184"/>
          </a:xfrm>
          <a:prstGeom prst="rect">
            <a:avLst/>
          </a:prstGeom>
        </p:spPr>
      </p:pic>
      <p:pic>
        <p:nvPicPr>
          <p:cNvPr id="51090" name="Epic 6 icon" descr="AI icon">
            <a:extLst>
              <a:ext uri="{FF2B5EF4-FFF2-40B4-BE49-F238E27FC236}">
                <a16:creationId xmlns:a16="http://schemas.microsoft.com/office/drawing/2014/main" id="{A1E3FC52-AA2A-CCBB-08FF-A6738F280FF3}"/>
              </a:ext>
            </a:extLst>
          </p:cNvPr>
          <p:cNvPicPr>
            <a:picLocks noChangeAspect="1"/>
          </p:cNvPicPr>
          <p:nvPr/>
        </p:nvPicPr>
        <p:blipFill>
          <a:blip r:embed="rId8"/>
          <a:stretch>
            <a:fillRect/>
          </a:stretch>
        </p:blipFill>
        <p:spPr>
          <a:xfrm>
            <a:off x="2615184" y="2764536"/>
            <a:ext cx="329184" cy="329184"/>
          </a:xfrm>
          <a:prstGeom prst="rect">
            <a:avLst/>
          </a:prstGeom>
        </p:spPr>
      </p:pic>
      <p:pic>
        <p:nvPicPr>
          <p:cNvPr id="51091" name="Epic 7 icon" descr="Warmth icon">
            <a:extLst>
              <a:ext uri="{FF2B5EF4-FFF2-40B4-BE49-F238E27FC236}">
                <a16:creationId xmlns:a16="http://schemas.microsoft.com/office/drawing/2014/main" id="{8AB2000F-ED42-0254-0A5D-536AFB6E0BD4}"/>
              </a:ext>
            </a:extLst>
          </p:cNvPr>
          <p:cNvPicPr>
            <a:picLocks noChangeAspect="1"/>
          </p:cNvPicPr>
          <p:nvPr/>
        </p:nvPicPr>
        <p:blipFill>
          <a:blip r:embed="rId9"/>
          <a:stretch>
            <a:fillRect/>
          </a:stretch>
        </p:blipFill>
        <p:spPr>
          <a:xfrm>
            <a:off x="4590288" y="2764536"/>
            <a:ext cx="329184" cy="329184"/>
          </a:xfrm>
          <a:prstGeom prst="rect">
            <a:avLst/>
          </a:prstGeom>
        </p:spPr>
      </p:pic>
      <p:pic>
        <p:nvPicPr>
          <p:cNvPr id="51092" name="Epic 8 icon" descr="Security icon">
            <a:extLst>
              <a:ext uri="{FF2B5EF4-FFF2-40B4-BE49-F238E27FC236}">
                <a16:creationId xmlns:a16="http://schemas.microsoft.com/office/drawing/2014/main" id="{32A40441-62DC-BA96-AA2B-A7119D4F2EFE}"/>
              </a:ext>
            </a:extLst>
          </p:cNvPr>
          <p:cNvPicPr>
            <a:picLocks noChangeAspect="1"/>
          </p:cNvPicPr>
          <p:nvPr/>
        </p:nvPicPr>
        <p:blipFill>
          <a:blip r:embed="rId10"/>
          <a:stretch>
            <a:fillRect/>
          </a:stretch>
        </p:blipFill>
        <p:spPr>
          <a:xfrm>
            <a:off x="6565392" y="2764536"/>
            <a:ext cx="329184" cy="329184"/>
          </a:xfrm>
          <a:prstGeom prst="rect">
            <a:avLst/>
          </a:prstGeom>
        </p:spPr>
      </p:pic>
      <p:pic>
        <p:nvPicPr>
          <p:cNvPr id="51093" name="Epic 9 icon" descr="Approval gate icon">
            <a:extLst>
              <a:ext uri="{FF2B5EF4-FFF2-40B4-BE49-F238E27FC236}">
                <a16:creationId xmlns:a16="http://schemas.microsoft.com/office/drawing/2014/main" id="{C6E251BD-3E33-93AA-2542-69A062B4247C}"/>
              </a:ext>
            </a:extLst>
          </p:cNvPr>
          <p:cNvPicPr>
            <a:picLocks noChangeAspect="1"/>
          </p:cNvPicPr>
          <p:nvPr/>
        </p:nvPicPr>
        <p:blipFill>
          <a:blip r:embed="rId11"/>
          <a:stretch>
            <a:fillRect/>
          </a:stretch>
        </p:blipFill>
        <p:spPr>
          <a:xfrm>
            <a:off x="640080" y="3870960"/>
            <a:ext cx="329184" cy="329184"/>
          </a:xfrm>
          <a:prstGeom prst="rect">
            <a:avLst/>
          </a:prstGeom>
        </p:spPr>
      </p:pic>
      <p:pic>
        <p:nvPicPr>
          <p:cNvPr id="51094" name="Epic 10 icon" descr="Cloud icon">
            <a:extLst>
              <a:ext uri="{FF2B5EF4-FFF2-40B4-BE49-F238E27FC236}">
                <a16:creationId xmlns:a16="http://schemas.microsoft.com/office/drawing/2014/main" id="{9CEFBDA5-DE75-B1F6-7453-24116B7691BD}"/>
              </a:ext>
            </a:extLst>
          </p:cNvPr>
          <p:cNvPicPr>
            <a:picLocks noChangeAspect="1"/>
          </p:cNvPicPr>
          <p:nvPr/>
        </p:nvPicPr>
        <p:blipFill>
          <a:blip r:embed="rId12"/>
          <a:stretch>
            <a:fillRect/>
          </a:stretch>
        </p:blipFill>
        <p:spPr>
          <a:xfrm>
            <a:off x="2615184" y="3870960"/>
            <a:ext cx="329184" cy="329184"/>
          </a:xfrm>
          <a:prstGeom prst="rect">
            <a:avLst/>
          </a:prstGeom>
        </p:spPr>
      </p:pic>
      <p:pic>
        <p:nvPicPr>
          <p:cNvPr id="51095" name="Epic 11 icon" descr="Prototype icon">
            <a:extLst>
              <a:ext uri="{FF2B5EF4-FFF2-40B4-BE49-F238E27FC236}">
                <a16:creationId xmlns:a16="http://schemas.microsoft.com/office/drawing/2014/main" id="{6C16D3B1-7BD4-16B3-C5E5-34B74BC7FC87}"/>
              </a:ext>
            </a:extLst>
          </p:cNvPr>
          <p:cNvPicPr>
            <a:picLocks noChangeAspect="1"/>
          </p:cNvPicPr>
          <p:nvPr/>
        </p:nvPicPr>
        <p:blipFill>
          <a:blip r:embed="rId13"/>
          <a:stretch>
            <a:fillRect/>
          </a:stretch>
        </p:blipFill>
        <p:spPr>
          <a:xfrm>
            <a:off x="4590288" y="3870960"/>
            <a:ext cx="329184" cy="329184"/>
          </a:xfrm>
          <a:prstGeom prst="rect">
            <a:avLst/>
          </a:prstGeom>
        </p:spPr>
      </p:pic>
      <p:pic>
        <p:nvPicPr>
          <p:cNvPr id="51096" name="Epic 12 icon" descr="Conversation icon">
            <a:extLst>
              <a:ext uri="{FF2B5EF4-FFF2-40B4-BE49-F238E27FC236}">
                <a16:creationId xmlns:a16="http://schemas.microsoft.com/office/drawing/2014/main" id="{09681945-4C64-A262-2708-1BF52B0E62EF}"/>
              </a:ext>
            </a:extLst>
          </p:cNvPr>
          <p:cNvPicPr>
            <a:picLocks noChangeAspect="1"/>
          </p:cNvPicPr>
          <p:nvPr/>
        </p:nvPicPr>
        <p:blipFill>
          <a:blip r:embed="rId14"/>
          <a:stretch>
            <a:fillRect/>
          </a:stretch>
        </p:blipFill>
        <p:spPr>
          <a:xfrm>
            <a:off x="6565392" y="3870960"/>
            <a:ext cx="329184" cy="329184"/>
          </a:xfrm>
          <a:prstGeom prst="rect">
            <a:avLst/>
          </a:prstGeom>
        </p:spPr>
      </p:pic>
      <p:pic>
        <p:nvPicPr>
          <p:cNvPr id="51097" name="Epic 13 icon" descr="Spreadsheet icon">
            <a:extLst>
              <a:ext uri="{FF2B5EF4-FFF2-40B4-BE49-F238E27FC236}">
                <a16:creationId xmlns:a16="http://schemas.microsoft.com/office/drawing/2014/main" id="{0180DE6B-F0E7-758C-918C-BFB197F30AA1}"/>
              </a:ext>
            </a:extLst>
          </p:cNvPr>
          <p:cNvPicPr>
            <a:picLocks noChangeAspect="1"/>
          </p:cNvPicPr>
          <p:nvPr/>
        </p:nvPicPr>
        <p:blipFill>
          <a:blip r:embed="rId15"/>
          <a:stretch>
            <a:fillRect/>
          </a:stretch>
        </p:blipFill>
        <p:spPr>
          <a:xfrm>
            <a:off x="640080" y="4977384"/>
            <a:ext cx="329184" cy="329184"/>
          </a:xfrm>
          <a:prstGeom prst="rect">
            <a:avLst/>
          </a:prstGeom>
        </p:spPr>
      </p:pic>
      <p:pic>
        <p:nvPicPr>
          <p:cNvPr id="51098" name="Epic 14 icon" descr="Route icon">
            <a:extLst>
              <a:ext uri="{FF2B5EF4-FFF2-40B4-BE49-F238E27FC236}">
                <a16:creationId xmlns:a16="http://schemas.microsoft.com/office/drawing/2014/main" id="{3D1A947A-C9C1-BAE9-A3C7-8645427066BD}"/>
              </a:ext>
            </a:extLst>
          </p:cNvPr>
          <p:cNvPicPr>
            <a:picLocks noChangeAspect="1"/>
          </p:cNvPicPr>
          <p:nvPr/>
        </p:nvPicPr>
        <p:blipFill>
          <a:blip r:embed="rId16"/>
          <a:stretch>
            <a:fillRect/>
          </a:stretch>
        </p:blipFill>
        <p:spPr>
          <a:xfrm>
            <a:off x="2615184" y="4977384"/>
            <a:ext cx="329184" cy="329184"/>
          </a:xfrm>
          <a:prstGeom prst="rect">
            <a:avLst/>
          </a:prstGeom>
        </p:spPr>
      </p:pic>
      <p:pic>
        <p:nvPicPr>
          <p:cNvPr id="51099" name="Epic 15 icon" descr="Evidence icon">
            <a:extLst>
              <a:ext uri="{FF2B5EF4-FFF2-40B4-BE49-F238E27FC236}">
                <a16:creationId xmlns:a16="http://schemas.microsoft.com/office/drawing/2014/main" id="{CCB82A9F-2FB2-91BE-26E3-6098E9A1E99E}"/>
              </a:ext>
            </a:extLst>
          </p:cNvPr>
          <p:cNvPicPr>
            <a:picLocks noChangeAspect="1"/>
          </p:cNvPicPr>
          <p:nvPr/>
        </p:nvPicPr>
        <p:blipFill>
          <a:blip r:embed="rId17"/>
          <a:stretch>
            <a:fillRect/>
          </a:stretch>
        </p:blipFill>
        <p:spPr>
          <a:xfrm>
            <a:off x="4590288" y="4977384"/>
            <a:ext cx="329184" cy="329184"/>
          </a:xfrm>
          <a:prstGeom prst="rect">
            <a:avLst/>
          </a:prstGeom>
        </p:spPr>
      </p:pic>
      <p:pic>
        <p:nvPicPr>
          <p:cNvPr id="51100" name="Epic 16 icon" descr="Research icon">
            <a:extLst>
              <a:ext uri="{FF2B5EF4-FFF2-40B4-BE49-F238E27FC236}">
                <a16:creationId xmlns:a16="http://schemas.microsoft.com/office/drawing/2014/main" id="{A0DEF99C-EC00-1C94-8059-1B6D7E1D09ED}"/>
              </a:ext>
            </a:extLst>
          </p:cNvPr>
          <p:cNvPicPr>
            <a:picLocks noChangeAspect="1"/>
          </p:cNvPicPr>
          <p:nvPr/>
        </p:nvPicPr>
        <p:blipFill>
          <a:blip r:embed="rId18"/>
          <a:stretch>
            <a:fillRect/>
          </a:stretch>
        </p:blipFill>
        <p:spPr>
          <a:xfrm>
            <a:off x="6565392" y="4977384"/>
            <a:ext cx="329184" cy="329184"/>
          </a:xfrm>
          <a:prstGeom prst="rect">
            <a:avLst/>
          </a:prstGeom>
        </p:spPr>
      </p:pic>
    </p:spTree>
    <p:extLst>
      <p:ext uri="{BB962C8B-B14F-4D97-AF65-F5344CB8AC3E}">
        <p14:creationId xmlns:p14="http://schemas.microsoft.com/office/powerpoint/2010/main" val="30324756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55094" name="Lane 1">
            <a:extLst>
              <a:ext uri="{FF2B5EF4-FFF2-40B4-BE49-F238E27FC236}">
                <a16:creationId xmlns:a16="http://schemas.microsoft.com/office/drawing/2014/main" id="{1641F7CC-2437-292E-7164-058D8E3551E2}"/>
              </a:ext>
            </a:extLst>
          </p:cNvPr>
          <p:cNvSpPr/>
          <p:nvPr/>
        </p:nvSpPr>
        <p:spPr>
          <a:xfrm>
            <a:off x="548640" y="1463040"/>
            <a:ext cx="2103120" cy="2971800"/>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096" name="Sheet stock list">
            <a:extLst>
              <a:ext uri="{FF2B5EF4-FFF2-40B4-BE49-F238E27FC236}">
                <a16:creationId xmlns:a16="http://schemas.microsoft.com/office/drawing/2014/main" id="{5EE8D02E-5125-9192-F5E1-B63C8C9893D9}"/>
              </a:ext>
            </a:extLst>
          </p:cNvPr>
          <p:cNvSpPr/>
          <p:nvPr/>
        </p:nvSpPr>
        <p:spPr>
          <a:xfrm>
            <a:off x="649224" y="2526792"/>
            <a:ext cx="1901952" cy="274320"/>
          </a:xfrm>
          <a:prstGeom prst="rect">
            <a:avLst/>
          </a:prstGeom>
          <a:solidFill>
            <a:srgbClr val="F1F4F2"/>
          </a:solidFill>
          <a:ln w="9525">
            <a:solidFill>
              <a:srgbClr val="D5DDD9"/>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099" name="Sheet survey tracker">
            <a:extLst>
              <a:ext uri="{FF2B5EF4-FFF2-40B4-BE49-F238E27FC236}">
                <a16:creationId xmlns:a16="http://schemas.microsoft.com/office/drawing/2014/main" id="{9306674D-DFCD-0D75-50CE-17998855EB41}"/>
              </a:ext>
            </a:extLst>
          </p:cNvPr>
          <p:cNvSpPr/>
          <p:nvPr/>
        </p:nvSpPr>
        <p:spPr>
          <a:xfrm>
            <a:off x="649224" y="2865120"/>
            <a:ext cx="1901952" cy="274320"/>
          </a:xfrm>
          <a:prstGeom prst="rect">
            <a:avLst/>
          </a:prstGeom>
          <a:solidFill>
            <a:srgbClr val="F1F4F2"/>
          </a:solidFill>
          <a:ln w="9525">
            <a:solidFill>
              <a:srgbClr val="D5DDD9"/>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103" name="Sheet grant tracker">
            <a:extLst>
              <a:ext uri="{FF2B5EF4-FFF2-40B4-BE49-F238E27FC236}">
                <a16:creationId xmlns:a16="http://schemas.microsoft.com/office/drawing/2014/main" id="{3811FC6A-B9B8-F5F5-C7EF-712E1975580E}"/>
              </a:ext>
            </a:extLst>
          </p:cNvPr>
          <p:cNvSpPr/>
          <p:nvPr/>
        </p:nvSpPr>
        <p:spPr>
          <a:xfrm>
            <a:off x="649224" y="3203448"/>
            <a:ext cx="1901952" cy="274320"/>
          </a:xfrm>
          <a:prstGeom prst="rect">
            <a:avLst/>
          </a:prstGeom>
          <a:solidFill>
            <a:srgbClr val="F1F4F2"/>
          </a:solidFill>
          <a:ln w="9525">
            <a:solidFill>
              <a:srgbClr val="D5DDD9"/>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108" name="Sheet contractor schedule">
            <a:extLst>
              <a:ext uri="{FF2B5EF4-FFF2-40B4-BE49-F238E27FC236}">
                <a16:creationId xmlns:a16="http://schemas.microsoft.com/office/drawing/2014/main" id="{D1917239-4A76-1FB9-07C4-D7E98247B96D}"/>
              </a:ext>
            </a:extLst>
          </p:cNvPr>
          <p:cNvSpPr/>
          <p:nvPr/>
        </p:nvSpPr>
        <p:spPr>
          <a:xfrm>
            <a:off x="649224" y="3541776"/>
            <a:ext cx="1901952" cy="274320"/>
          </a:xfrm>
          <a:prstGeom prst="rect">
            <a:avLst/>
          </a:prstGeom>
          <a:solidFill>
            <a:srgbClr val="F1F4F2"/>
          </a:solidFill>
          <a:ln w="9525">
            <a:solidFill>
              <a:srgbClr val="D5DDD9"/>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114" name="Lane 2">
            <a:extLst>
              <a:ext uri="{FF2B5EF4-FFF2-40B4-BE49-F238E27FC236}">
                <a16:creationId xmlns:a16="http://schemas.microsoft.com/office/drawing/2014/main" id="{15AD7684-B527-13D1-3AB8-5F91AE8EF195}"/>
              </a:ext>
            </a:extLst>
          </p:cNvPr>
          <p:cNvSpPr/>
          <p:nvPr/>
        </p:nvSpPr>
        <p:spPr>
          <a:xfrm>
            <a:off x="3035808" y="1463040"/>
            <a:ext cx="2560320" cy="297180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121" name="Lane 3">
            <a:extLst>
              <a:ext uri="{FF2B5EF4-FFF2-40B4-BE49-F238E27FC236}">
                <a16:creationId xmlns:a16="http://schemas.microsoft.com/office/drawing/2014/main" id="{71B46951-9204-BD65-6F8F-9BECC71FD0DB}"/>
              </a:ext>
            </a:extLst>
          </p:cNvPr>
          <p:cNvSpPr/>
          <p:nvPr/>
        </p:nvSpPr>
        <p:spPr>
          <a:xfrm>
            <a:off x="5980176" y="1463040"/>
            <a:ext cx="2377440" cy="297180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129" name="Lane 4">
            <a:extLst>
              <a:ext uri="{FF2B5EF4-FFF2-40B4-BE49-F238E27FC236}">
                <a16:creationId xmlns:a16="http://schemas.microsoft.com/office/drawing/2014/main" id="{10DE829E-1663-544F-8E35-D8622FA9F95D}"/>
              </a:ext>
            </a:extLst>
          </p:cNvPr>
          <p:cNvSpPr/>
          <p:nvPr/>
        </p:nvSpPr>
        <p:spPr>
          <a:xfrm>
            <a:off x="8741664" y="1463040"/>
            <a:ext cx="2898648" cy="297180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138" name="Arrow 1-2">
            <a:extLst>
              <a:ext uri="{FF2B5EF4-FFF2-40B4-BE49-F238E27FC236}">
                <a16:creationId xmlns:a16="http://schemas.microsoft.com/office/drawing/2014/main" id="{D8FA6A29-0413-B019-3387-27B7D6693B4D}"/>
              </a:ext>
            </a:extLst>
          </p:cNvPr>
          <p:cNvSpPr/>
          <p:nvPr/>
        </p:nvSpPr>
        <p:spPr>
          <a:xfrm>
            <a:off x="2715768" y="2811780"/>
            <a:ext cx="256032" cy="27432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148" name="Arrow 2-3">
            <a:extLst>
              <a:ext uri="{FF2B5EF4-FFF2-40B4-BE49-F238E27FC236}">
                <a16:creationId xmlns:a16="http://schemas.microsoft.com/office/drawing/2014/main" id="{E3E50997-1235-EFA1-28ED-2A606CE1B4C6}"/>
              </a:ext>
            </a:extLst>
          </p:cNvPr>
          <p:cNvSpPr/>
          <p:nvPr/>
        </p:nvSpPr>
        <p:spPr>
          <a:xfrm>
            <a:off x="5660136" y="2811780"/>
            <a:ext cx="256032" cy="27432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159" name="Arrow 3-4">
            <a:extLst>
              <a:ext uri="{FF2B5EF4-FFF2-40B4-BE49-F238E27FC236}">
                <a16:creationId xmlns:a16="http://schemas.microsoft.com/office/drawing/2014/main" id="{19E6362C-439A-4529-76E8-363C441D3760}"/>
              </a:ext>
            </a:extLst>
          </p:cNvPr>
          <p:cNvSpPr/>
          <p:nvPr/>
        </p:nvSpPr>
        <p:spPr>
          <a:xfrm>
            <a:off x="8421624" y="2811780"/>
            <a:ext cx="256032" cy="27432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171" name="Microsoft 365 band">
            <a:extLst>
              <a:ext uri="{FF2B5EF4-FFF2-40B4-BE49-F238E27FC236}">
                <a16:creationId xmlns:a16="http://schemas.microsoft.com/office/drawing/2014/main" id="{A5C94923-E809-1CC1-B6A6-092CF75DAAFF}"/>
              </a:ext>
            </a:extLst>
          </p:cNvPr>
          <p:cNvSpPr/>
          <p:nvPr/>
        </p:nvSpPr>
        <p:spPr>
          <a:xfrm>
            <a:off x="548640" y="4535424"/>
            <a:ext cx="11094720" cy="1328928"/>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184" name="M365 chip 1">
            <a:extLst>
              <a:ext uri="{FF2B5EF4-FFF2-40B4-BE49-F238E27FC236}">
                <a16:creationId xmlns:a16="http://schemas.microsoft.com/office/drawing/2014/main" id="{8837A139-28EB-7CF1-EFBF-D65C1909C38E}"/>
              </a:ext>
            </a:extLst>
          </p:cNvPr>
          <p:cNvSpPr/>
          <p:nvPr/>
        </p:nvSpPr>
        <p:spPr>
          <a:xfrm>
            <a:off x="3035808" y="4626864"/>
            <a:ext cx="1611782" cy="908304"/>
          </a:xfrm>
          <a:prstGeom prst="rect">
            <a:avLst/>
          </a:prstGeom>
          <a:solidFill>
            <a:srgbClr val="1F4D41"/>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198" name="M365 chip 2">
            <a:extLst>
              <a:ext uri="{FF2B5EF4-FFF2-40B4-BE49-F238E27FC236}">
                <a16:creationId xmlns:a16="http://schemas.microsoft.com/office/drawing/2014/main" id="{C61D75C0-82D3-7A46-2242-51DF272697C3}"/>
              </a:ext>
            </a:extLst>
          </p:cNvPr>
          <p:cNvSpPr/>
          <p:nvPr/>
        </p:nvSpPr>
        <p:spPr>
          <a:xfrm>
            <a:off x="4757318" y="4626864"/>
            <a:ext cx="1611782" cy="908304"/>
          </a:xfrm>
          <a:prstGeom prst="rect">
            <a:avLst/>
          </a:prstGeom>
          <a:solidFill>
            <a:srgbClr val="1F4D41"/>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213" name="M365 chip 3">
            <a:extLst>
              <a:ext uri="{FF2B5EF4-FFF2-40B4-BE49-F238E27FC236}">
                <a16:creationId xmlns:a16="http://schemas.microsoft.com/office/drawing/2014/main" id="{3A7F82BB-FDEB-FE85-8326-7DD53201C2DD}"/>
              </a:ext>
            </a:extLst>
          </p:cNvPr>
          <p:cNvSpPr/>
          <p:nvPr/>
        </p:nvSpPr>
        <p:spPr>
          <a:xfrm>
            <a:off x="6478828" y="4626864"/>
            <a:ext cx="1611782" cy="908304"/>
          </a:xfrm>
          <a:prstGeom prst="rect">
            <a:avLst/>
          </a:prstGeom>
          <a:solidFill>
            <a:srgbClr val="1F4D41"/>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229" name="M365 chip 4">
            <a:extLst>
              <a:ext uri="{FF2B5EF4-FFF2-40B4-BE49-F238E27FC236}">
                <a16:creationId xmlns:a16="http://schemas.microsoft.com/office/drawing/2014/main" id="{887C0AAC-B3E8-D4B6-1EC8-824E1580E0B8}"/>
              </a:ext>
            </a:extLst>
          </p:cNvPr>
          <p:cNvSpPr/>
          <p:nvPr/>
        </p:nvSpPr>
        <p:spPr>
          <a:xfrm>
            <a:off x="8200338" y="4626864"/>
            <a:ext cx="1611782" cy="908304"/>
          </a:xfrm>
          <a:prstGeom prst="rect">
            <a:avLst/>
          </a:prstGeom>
          <a:solidFill>
            <a:srgbClr val="1F4D41"/>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246" name="M365 chip 5">
            <a:extLst>
              <a:ext uri="{FF2B5EF4-FFF2-40B4-BE49-F238E27FC236}">
                <a16:creationId xmlns:a16="http://schemas.microsoft.com/office/drawing/2014/main" id="{4086DB01-C483-B624-CB57-26C744955B10}"/>
              </a:ext>
            </a:extLst>
          </p:cNvPr>
          <p:cNvSpPr/>
          <p:nvPr/>
        </p:nvSpPr>
        <p:spPr>
          <a:xfrm>
            <a:off x="9921848" y="4626864"/>
            <a:ext cx="1611782" cy="908304"/>
          </a:xfrm>
          <a:prstGeom prst="rect">
            <a:avLst/>
          </a:prstGeom>
          <a:solidFill>
            <a:srgbClr val="1F4D41"/>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55247" name="Lane 1 icon" descr="Spreadsheet icon">
            <a:extLst>
              <a:ext uri="{FF2B5EF4-FFF2-40B4-BE49-F238E27FC236}">
                <a16:creationId xmlns:a16="http://schemas.microsoft.com/office/drawing/2014/main" id="{A60A0D02-1855-72A9-9647-2A0CE78C4F97}"/>
              </a:ext>
            </a:extLst>
          </p:cNvPr>
          <p:cNvPicPr>
            <a:picLocks noChangeAspect="1"/>
          </p:cNvPicPr>
          <p:nvPr/>
        </p:nvPicPr>
        <p:blipFill>
          <a:blip r:embed="rId3"/>
          <a:stretch>
            <a:fillRect/>
          </a:stretch>
        </p:blipFill>
        <p:spPr>
          <a:xfrm>
            <a:off x="649224" y="1563624"/>
            <a:ext cx="347472" cy="347472"/>
          </a:xfrm>
          <a:prstGeom prst="rect">
            <a:avLst/>
          </a:prstGeom>
        </p:spPr>
      </p:pic>
      <p:pic>
        <p:nvPicPr>
          <p:cNvPr id="55248" name="Lane 2 icon" descr="Research icon">
            <a:extLst>
              <a:ext uri="{FF2B5EF4-FFF2-40B4-BE49-F238E27FC236}">
                <a16:creationId xmlns:a16="http://schemas.microsoft.com/office/drawing/2014/main" id="{CEAA2512-0CD4-A3F0-911E-772EE6687E87}"/>
              </a:ext>
            </a:extLst>
          </p:cNvPr>
          <p:cNvPicPr>
            <a:picLocks noChangeAspect="1"/>
          </p:cNvPicPr>
          <p:nvPr/>
        </p:nvPicPr>
        <p:blipFill>
          <a:blip r:embed="rId4"/>
          <a:stretch>
            <a:fillRect/>
          </a:stretch>
        </p:blipFill>
        <p:spPr>
          <a:xfrm>
            <a:off x="3136392" y="1563624"/>
            <a:ext cx="347472" cy="347472"/>
          </a:xfrm>
          <a:prstGeom prst="rect">
            <a:avLst/>
          </a:prstGeom>
        </p:spPr>
      </p:pic>
      <p:pic>
        <p:nvPicPr>
          <p:cNvPr id="55249" name="Lane 3 icon" descr="People and roles icon">
            <a:extLst>
              <a:ext uri="{FF2B5EF4-FFF2-40B4-BE49-F238E27FC236}">
                <a16:creationId xmlns:a16="http://schemas.microsoft.com/office/drawing/2014/main" id="{0712210D-9C5D-D5A3-CC4B-BF16AD7847FB}"/>
              </a:ext>
            </a:extLst>
          </p:cNvPr>
          <p:cNvPicPr>
            <a:picLocks noChangeAspect="1"/>
          </p:cNvPicPr>
          <p:nvPr/>
        </p:nvPicPr>
        <p:blipFill>
          <a:blip r:embed="rId5"/>
          <a:stretch>
            <a:fillRect/>
          </a:stretch>
        </p:blipFill>
        <p:spPr>
          <a:xfrm>
            <a:off x="6080760" y="1563624"/>
            <a:ext cx="347472" cy="347472"/>
          </a:xfrm>
          <a:prstGeom prst="rect">
            <a:avLst/>
          </a:prstGeom>
        </p:spPr>
      </p:pic>
      <p:pic>
        <p:nvPicPr>
          <p:cNvPr id="55250" name="Lane 4 icon" descr="House icon">
            <a:extLst>
              <a:ext uri="{FF2B5EF4-FFF2-40B4-BE49-F238E27FC236}">
                <a16:creationId xmlns:a16="http://schemas.microsoft.com/office/drawing/2014/main" id="{B2B53EFB-321E-A7F1-23C4-64A577025A94}"/>
              </a:ext>
            </a:extLst>
          </p:cNvPr>
          <p:cNvPicPr>
            <a:picLocks noChangeAspect="1"/>
          </p:cNvPicPr>
          <p:nvPr/>
        </p:nvPicPr>
        <p:blipFill>
          <a:blip r:embed="rId6"/>
          <a:stretch>
            <a:fillRect/>
          </a:stretch>
        </p:blipFill>
        <p:spPr>
          <a:xfrm>
            <a:off x="8842248" y="1563624"/>
            <a:ext cx="347472" cy="347472"/>
          </a:xfrm>
          <a:prstGeom prst="rect">
            <a:avLst/>
          </a:prstGeom>
        </p:spPr>
      </p:pic>
      <p:sp>
        <p:nvSpPr>
          <p:cNvPr id="55251" name="Eyebrow">
            <a:extLst>
              <a:ext uri="{FF2B5EF4-FFF2-40B4-BE49-F238E27FC236}">
                <a16:creationId xmlns:a16="http://schemas.microsoft.com/office/drawing/2014/main" id="{F2D51851-665E-F43B-94DF-D6860D7B151F}"/>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3 · THE PRODUCT</a:t>
            </a:r>
          </a:p>
          <a:p>
            <a:pPr algn="l">
              <a:buNone/>
            </a:pPr>
            <a:r>
              <a:rPr lang="en-US" sz="100">
                <a:effectLst/>
              </a:rPr>
              <a:t> </a:t>
            </a:r>
            <a:endParaRPr lang="en-US"/>
          </a:p>
        </p:txBody>
      </p:sp>
      <p:sp>
        <p:nvSpPr>
          <p:cNvPr id="55253" name="Slide title">
            <a:extLst>
              <a:ext uri="{FF2B5EF4-FFF2-40B4-BE49-F238E27FC236}">
                <a16:creationId xmlns:a16="http://schemas.microsoft.com/office/drawing/2014/main" id="{178E0B52-A837-C50A-F817-A01770BC3EB7}"/>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Start Monday with the spreadsheets you already run.</a:t>
            </a:r>
          </a:p>
          <a:p>
            <a:pPr algn="l">
              <a:buNone/>
            </a:pPr>
            <a:r>
              <a:rPr lang="en-US" sz="100">
                <a:effectLst/>
              </a:rPr>
              <a:t> </a:t>
            </a:r>
            <a:endParaRPr lang="en-US"/>
          </a:p>
        </p:txBody>
      </p:sp>
      <p:sp>
        <p:nvSpPr>
          <p:cNvPr id="55256" name="Footer sources">
            <a:extLst>
              <a:ext uri="{FF2B5EF4-FFF2-40B4-BE49-F238E27FC236}">
                <a16:creationId xmlns:a16="http://schemas.microsoft.com/office/drawing/2014/main" id="{C432C705-6E37-84F6-4276-D5CBE0991E29}"/>
              </a:ext>
            </a:extLst>
          </p:cNvPr>
          <p:cNvSpPr/>
          <p:nvPr/>
        </p:nvSpPr>
        <p:spPr>
          <a:xfrm>
            <a:off x="548640" y="6126480"/>
            <a:ext cx="918972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PRD FR-029, FR-030, NFR-010 and transition plan · infra/main.bicep · architecture README · AMA Plan #80, #100, #102</a:t>
            </a:r>
          </a:p>
          <a:p>
            <a:pPr algn="l">
              <a:buNone/>
            </a:pPr>
            <a:r>
              <a:rPr lang="en-US" sz="100">
                <a:effectLst/>
              </a:rPr>
              <a:t> </a:t>
            </a:r>
            <a:endParaRPr lang="en-US"/>
          </a:p>
        </p:txBody>
      </p:sp>
      <p:sp>
        <p:nvSpPr>
          <p:cNvPr id="55260" name="Footer navigation">
            <a:extLst>
              <a:ext uri="{FF2B5EF4-FFF2-40B4-BE49-F238E27FC236}">
                <a16:creationId xmlns:a16="http://schemas.microsoft.com/office/drawing/2014/main" id="{6CD62730-CA8D-2891-F337-87472AAFECA4}"/>
              </a:ext>
            </a:extLst>
          </p:cNvPr>
          <p:cNvSpPr/>
          <p:nvPr/>
        </p:nvSpPr>
        <p:spPr>
          <a:xfrm>
            <a:off x="10043160" y="6126480"/>
            <a:ext cx="1600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S14 · Answers: B20</a:t>
            </a:r>
          </a:p>
          <a:p>
            <a:pPr algn="r">
              <a:buNone/>
            </a:pPr>
            <a:r>
              <a:rPr lang="en-US" sz="100">
                <a:effectLst/>
              </a:rPr>
              <a:t> </a:t>
            </a:r>
            <a:endParaRPr lang="en-US"/>
          </a:p>
        </p:txBody>
      </p:sp>
      <p:sp>
        <p:nvSpPr>
          <p:cNvPr id="55265" name="Lane 1 title">
            <a:extLst>
              <a:ext uri="{FF2B5EF4-FFF2-40B4-BE49-F238E27FC236}">
                <a16:creationId xmlns:a16="http://schemas.microsoft.com/office/drawing/2014/main" id="{73C1E209-DDBB-D3C9-717F-E72FD1374A60}"/>
              </a:ext>
            </a:extLst>
          </p:cNvPr>
          <p:cNvSpPr/>
          <p:nvPr/>
        </p:nvSpPr>
        <p:spPr>
          <a:xfrm>
            <a:off x="557784" y="1920240"/>
            <a:ext cx="2084832"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Your spreadsheets</a:t>
            </a:r>
          </a:p>
          <a:p>
            <a:pPr algn="l">
              <a:buNone/>
            </a:pPr>
            <a:r>
              <a:rPr lang="en-US" sz="1600" b="1">
                <a:solidFill>
                  <a:srgbClr val="173F35"/>
                </a:solidFill>
                <a:effectLst/>
                <a:latin typeface="Arial" panose="020B0604020202020204" pitchFamily="34" charset="0"/>
              </a:rPr>
              <a:t>today</a:t>
            </a:r>
            <a:endParaRPr lang="en-US"/>
          </a:p>
        </p:txBody>
      </p:sp>
      <p:sp>
        <p:nvSpPr>
          <p:cNvPr id="55271" name="Sheet stock list text">
            <a:extLst>
              <a:ext uri="{FF2B5EF4-FFF2-40B4-BE49-F238E27FC236}">
                <a16:creationId xmlns:a16="http://schemas.microsoft.com/office/drawing/2014/main" id="{95D69706-BF0F-58C7-265C-F2441C1FD1D7}"/>
              </a:ext>
            </a:extLst>
          </p:cNvPr>
          <p:cNvSpPr/>
          <p:nvPr/>
        </p:nvSpPr>
        <p:spPr>
          <a:xfrm>
            <a:off x="649224" y="2434172"/>
            <a:ext cx="1901952"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stock list</a:t>
            </a:r>
          </a:p>
          <a:p>
            <a:pPr algn="l">
              <a:buNone/>
            </a:pPr>
            <a:r>
              <a:rPr lang="en-US" sz="100">
                <a:effectLst/>
              </a:rPr>
              <a:t> </a:t>
            </a:r>
            <a:endParaRPr lang="en-US"/>
          </a:p>
        </p:txBody>
      </p:sp>
      <p:sp>
        <p:nvSpPr>
          <p:cNvPr id="55278" name="Sheet survey tracker text">
            <a:extLst>
              <a:ext uri="{FF2B5EF4-FFF2-40B4-BE49-F238E27FC236}">
                <a16:creationId xmlns:a16="http://schemas.microsoft.com/office/drawing/2014/main" id="{98248242-A9B4-EB7A-7E54-1247DDF86CD8}"/>
              </a:ext>
            </a:extLst>
          </p:cNvPr>
          <p:cNvSpPr/>
          <p:nvPr/>
        </p:nvSpPr>
        <p:spPr>
          <a:xfrm>
            <a:off x="649224" y="2772500"/>
            <a:ext cx="1901952"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survey tracker</a:t>
            </a:r>
          </a:p>
          <a:p>
            <a:pPr algn="l">
              <a:buNone/>
            </a:pPr>
            <a:r>
              <a:rPr lang="en-US" sz="100">
                <a:effectLst/>
              </a:rPr>
              <a:t> </a:t>
            </a:r>
            <a:endParaRPr lang="en-US"/>
          </a:p>
        </p:txBody>
      </p:sp>
      <p:sp>
        <p:nvSpPr>
          <p:cNvPr id="55286" name="Sheet grant tracker text">
            <a:extLst>
              <a:ext uri="{FF2B5EF4-FFF2-40B4-BE49-F238E27FC236}">
                <a16:creationId xmlns:a16="http://schemas.microsoft.com/office/drawing/2014/main" id="{92848ABE-43CD-B491-181F-26F73994CDC4}"/>
              </a:ext>
            </a:extLst>
          </p:cNvPr>
          <p:cNvSpPr/>
          <p:nvPr/>
        </p:nvSpPr>
        <p:spPr>
          <a:xfrm>
            <a:off x="649224" y="3110828"/>
            <a:ext cx="1901952"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grant tracker</a:t>
            </a:r>
          </a:p>
          <a:p>
            <a:pPr algn="l">
              <a:buNone/>
            </a:pPr>
            <a:r>
              <a:rPr lang="en-US" sz="100">
                <a:effectLst/>
              </a:rPr>
              <a:t> </a:t>
            </a:r>
            <a:endParaRPr lang="en-US"/>
          </a:p>
        </p:txBody>
      </p:sp>
      <p:sp>
        <p:nvSpPr>
          <p:cNvPr id="55295" name="Sheet contractor schedule text">
            <a:extLst>
              <a:ext uri="{FF2B5EF4-FFF2-40B4-BE49-F238E27FC236}">
                <a16:creationId xmlns:a16="http://schemas.microsoft.com/office/drawing/2014/main" id="{BB444293-DA70-0F3F-7F9C-7F6293CD6A72}"/>
              </a:ext>
            </a:extLst>
          </p:cNvPr>
          <p:cNvSpPr/>
          <p:nvPr/>
        </p:nvSpPr>
        <p:spPr>
          <a:xfrm>
            <a:off x="649224" y="3449156"/>
            <a:ext cx="1901952"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contractor schedule</a:t>
            </a:r>
          </a:p>
          <a:p>
            <a:pPr algn="l">
              <a:buNone/>
            </a:pPr>
            <a:r>
              <a:rPr lang="en-US" sz="100">
                <a:effectLst/>
              </a:rPr>
              <a:t> </a:t>
            </a:r>
            <a:endParaRPr lang="en-US"/>
          </a:p>
        </p:txBody>
      </p:sp>
      <p:sp>
        <p:nvSpPr>
          <p:cNvPr id="55305" name="Lane 2 title">
            <a:extLst>
              <a:ext uri="{FF2B5EF4-FFF2-40B4-BE49-F238E27FC236}">
                <a16:creationId xmlns:a16="http://schemas.microsoft.com/office/drawing/2014/main" id="{0888320D-04F4-23BD-A3B8-EB86FD97C777}"/>
              </a:ext>
            </a:extLst>
          </p:cNvPr>
          <p:cNvSpPr/>
          <p:nvPr/>
        </p:nvSpPr>
        <p:spPr>
          <a:xfrm>
            <a:off x="3044952" y="1835240"/>
            <a:ext cx="2542032"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Import preview</a:t>
            </a:r>
          </a:p>
          <a:p>
            <a:pPr algn="l">
              <a:buNone/>
            </a:pPr>
            <a:r>
              <a:rPr lang="en-US" sz="100">
                <a:effectLst/>
              </a:rPr>
              <a:t> </a:t>
            </a:r>
            <a:endParaRPr lang="en-US"/>
          </a:p>
        </p:txBody>
      </p:sp>
      <p:sp>
        <p:nvSpPr>
          <p:cNvPr id="55316" name="Lane 2 body">
            <a:extLst>
              <a:ext uri="{FF2B5EF4-FFF2-40B4-BE49-F238E27FC236}">
                <a16:creationId xmlns:a16="http://schemas.microsoft.com/office/drawing/2014/main" id="{78561FCA-B635-A5C5-6E1C-C1AE9CD069C8}"/>
              </a:ext>
            </a:extLst>
          </p:cNvPr>
          <p:cNvSpPr/>
          <p:nvPr/>
        </p:nvSpPr>
        <p:spPr>
          <a:xfrm>
            <a:off x="3044952" y="2237232"/>
            <a:ext cx="2542032" cy="9448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Import today’s trackers: preview, validate, quarantine bad rows, never touch the source</a:t>
            </a:r>
          </a:p>
          <a:p>
            <a:pPr algn="l">
              <a:buNone/>
            </a:pPr>
            <a:r>
              <a:rPr lang="en-US" sz="100">
                <a:effectLst/>
              </a:rPr>
              <a:t> </a:t>
            </a:r>
            <a:endParaRPr lang="en-US"/>
          </a:p>
        </p:txBody>
      </p:sp>
      <p:sp>
        <p:nvSpPr>
          <p:cNvPr id="55328" name="Lane 2 detail">
            <a:extLst>
              <a:ext uri="{FF2B5EF4-FFF2-40B4-BE49-F238E27FC236}">
                <a16:creationId xmlns:a16="http://schemas.microsoft.com/office/drawing/2014/main" id="{04840B29-12AB-9B87-1581-76D9F7FCCE93}"/>
              </a:ext>
            </a:extLst>
          </p:cNvPr>
          <p:cNvSpPr/>
          <p:nvPr/>
        </p:nvSpPr>
        <p:spPr>
          <a:xfrm>
            <a:off x="3044952" y="3163824"/>
            <a:ext cx="2542032"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2E6B5E"/>
                </a:solidFill>
                <a:effectLst/>
                <a:latin typeface="Arial" panose="020B0604020202020204" pitchFamily="34" charset="0"/>
              </a:rPr>
              <a:t>Map columns · 500-row import under 10 s preview target</a:t>
            </a:r>
          </a:p>
          <a:p>
            <a:pPr algn="l">
              <a:buNone/>
            </a:pPr>
            <a:r>
              <a:rPr lang="en-US" sz="100">
                <a:effectLst/>
              </a:rPr>
              <a:t> </a:t>
            </a:r>
            <a:endParaRPr lang="en-US"/>
          </a:p>
        </p:txBody>
      </p:sp>
      <p:sp>
        <p:nvSpPr>
          <p:cNvPr id="55341" name="Lane 2 pill DESIGNED · PRD FR-029">
            <a:extLst>
              <a:ext uri="{FF2B5EF4-FFF2-40B4-BE49-F238E27FC236}">
                <a16:creationId xmlns:a16="http://schemas.microsoft.com/office/drawing/2014/main" id="{E16DA279-B185-8332-B7FF-EA1E37A7389E}"/>
              </a:ext>
            </a:extLst>
          </p:cNvPr>
          <p:cNvSpPr/>
          <p:nvPr/>
        </p:nvSpPr>
        <p:spPr>
          <a:xfrm>
            <a:off x="3136392" y="3685032"/>
            <a:ext cx="224942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7A4B00"/>
                </a:solidFill>
                <a:effectLst/>
                <a:latin typeface="Arial" panose="020B0604020202020204" pitchFamily="34" charset="0"/>
              </a:rPr>
              <a:t>DESIGNED · PRD FR-029</a:t>
            </a:r>
          </a:p>
          <a:p>
            <a:pPr algn="ctr">
              <a:buNone/>
            </a:pPr>
            <a:r>
              <a:rPr lang="en-US" sz="100">
                <a:effectLst/>
              </a:rPr>
              <a:t> </a:t>
            </a:r>
            <a:endParaRPr lang="en-US"/>
          </a:p>
        </p:txBody>
      </p:sp>
      <p:sp>
        <p:nvSpPr>
          <p:cNvPr id="55355" name="Lane 3 title">
            <a:extLst>
              <a:ext uri="{FF2B5EF4-FFF2-40B4-BE49-F238E27FC236}">
                <a16:creationId xmlns:a16="http://schemas.microsoft.com/office/drawing/2014/main" id="{575AA986-7E1D-C0CF-155C-7B39FC5C9DD3}"/>
              </a:ext>
            </a:extLst>
          </p:cNvPr>
          <p:cNvSpPr/>
          <p:nvPr/>
        </p:nvSpPr>
        <p:spPr>
          <a:xfrm>
            <a:off x="5989320" y="1835240"/>
            <a:ext cx="2359152"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Parallel run</a:t>
            </a:r>
          </a:p>
          <a:p>
            <a:pPr algn="l">
              <a:buNone/>
            </a:pPr>
            <a:r>
              <a:rPr lang="en-US" sz="100">
                <a:effectLst/>
              </a:rPr>
              <a:t> </a:t>
            </a:r>
            <a:endParaRPr lang="en-US"/>
          </a:p>
        </p:txBody>
      </p:sp>
      <p:sp>
        <p:nvSpPr>
          <p:cNvPr id="55370" name="Lane 3 body">
            <a:extLst>
              <a:ext uri="{FF2B5EF4-FFF2-40B4-BE49-F238E27FC236}">
                <a16:creationId xmlns:a16="http://schemas.microsoft.com/office/drawing/2014/main" id="{F684E39C-64AB-2DBC-DA40-E2BB54491271}"/>
              </a:ext>
            </a:extLst>
          </p:cNvPr>
          <p:cNvSpPr/>
          <p:nvPr/>
        </p:nvSpPr>
        <p:spPr>
          <a:xfrm>
            <a:off x="5989320" y="2237232"/>
            <a:ext cx="2359152" cy="9448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Run side by side with named Excel editors, then switch the workbooks to read-only</a:t>
            </a:r>
          </a:p>
          <a:p>
            <a:pPr algn="l">
              <a:buNone/>
            </a:pPr>
            <a:r>
              <a:rPr lang="en-US" sz="100">
                <a:effectLst/>
              </a:rPr>
              <a:t> </a:t>
            </a:r>
            <a:endParaRPr lang="en-US"/>
          </a:p>
        </p:txBody>
      </p:sp>
      <p:sp>
        <p:nvSpPr>
          <p:cNvPr id="55386" name="Lane 3 detail">
            <a:extLst>
              <a:ext uri="{FF2B5EF4-FFF2-40B4-BE49-F238E27FC236}">
                <a16:creationId xmlns:a16="http://schemas.microsoft.com/office/drawing/2014/main" id="{87F60F0C-492E-389F-E642-E8CC49AE80AA}"/>
              </a:ext>
            </a:extLst>
          </p:cNvPr>
          <p:cNvSpPr/>
          <p:nvPr/>
        </p:nvSpPr>
        <p:spPr>
          <a:xfrm>
            <a:off x="5989320" y="3078824"/>
            <a:ext cx="2359152"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2E6B5E"/>
                </a:solidFill>
                <a:effectLst/>
                <a:latin typeface="Arial" panose="020B0604020202020204" pitchFamily="34" charset="0"/>
              </a:rPr>
              <a:t>Read-only comparison</a:t>
            </a:r>
          </a:p>
          <a:p>
            <a:pPr algn="l">
              <a:buNone/>
            </a:pPr>
            <a:r>
              <a:rPr lang="en-US" sz="100">
                <a:effectLst/>
              </a:rPr>
              <a:t> </a:t>
            </a:r>
            <a:endParaRPr lang="en-US"/>
          </a:p>
        </p:txBody>
      </p:sp>
      <p:sp>
        <p:nvSpPr>
          <p:cNvPr id="55403" name="Lane 3 pill NEXT · #80">
            <a:extLst>
              <a:ext uri="{FF2B5EF4-FFF2-40B4-BE49-F238E27FC236}">
                <a16:creationId xmlns:a16="http://schemas.microsoft.com/office/drawing/2014/main" id="{AD1367C4-E4BB-937D-6E95-FD4A29E24E98}"/>
              </a:ext>
            </a:extLst>
          </p:cNvPr>
          <p:cNvSpPr/>
          <p:nvPr/>
        </p:nvSpPr>
        <p:spPr>
          <a:xfrm>
            <a:off x="6080760" y="3502152"/>
            <a:ext cx="117957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7A4B00"/>
                </a:solidFill>
                <a:effectLst/>
                <a:latin typeface="Arial" panose="020B0604020202020204" pitchFamily="34" charset="0"/>
              </a:rPr>
              <a:t>NEXT · #80</a:t>
            </a:r>
          </a:p>
          <a:p>
            <a:pPr algn="ctr">
              <a:buNone/>
            </a:pPr>
            <a:r>
              <a:rPr lang="en-US" sz="100">
                <a:effectLst/>
              </a:rPr>
              <a:t> </a:t>
            </a:r>
            <a:endParaRPr lang="en-US"/>
          </a:p>
        </p:txBody>
      </p:sp>
      <p:sp>
        <p:nvSpPr>
          <p:cNvPr id="55421" name="Lane 4 title">
            <a:extLst>
              <a:ext uri="{FF2B5EF4-FFF2-40B4-BE49-F238E27FC236}">
                <a16:creationId xmlns:a16="http://schemas.microsoft.com/office/drawing/2014/main" id="{96F30EF8-ECE7-75A2-3F56-57FE5008C27F}"/>
              </a:ext>
            </a:extLst>
          </p:cNvPr>
          <p:cNvSpPr/>
          <p:nvPr/>
        </p:nvSpPr>
        <p:spPr>
          <a:xfrm>
            <a:off x="8750808" y="1835240"/>
            <a:ext cx="288036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Workbench and exports</a:t>
            </a:r>
          </a:p>
          <a:p>
            <a:pPr algn="l">
              <a:buNone/>
            </a:pPr>
            <a:r>
              <a:rPr lang="en-US" sz="100">
                <a:effectLst/>
              </a:rPr>
              <a:t> </a:t>
            </a:r>
            <a:endParaRPr lang="en-US"/>
          </a:p>
        </p:txBody>
      </p:sp>
      <p:sp>
        <p:nvSpPr>
          <p:cNvPr id="55440" name="Lane 4 body">
            <a:extLst>
              <a:ext uri="{FF2B5EF4-FFF2-40B4-BE49-F238E27FC236}">
                <a16:creationId xmlns:a16="http://schemas.microsoft.com/office/drawing/2014/main" id="{79E4F4E4-9F4E-54BE-AF8F-EFCDB2B81BBB}"/>
              </a:ext>
            </a:extLst>
          </p:cNvPr>
          <p:cNvSpPr/>
          <p:nvPr/>
        </p:nvSpPr>
        <p:spPr>
          <a:xfrm>
            <a:off x="8750808" y="2152232"/>
            <a:ext cx="288036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Export to Excel or CSV any time</a:t>
            </a:r>
          </a:p>
          <a:p>
            <a:pPr algn="l">
              <a:buNone/>
            </a:pPr>
            <a:r>
              <a:rPr lang="en-US" sz="100">
                <a:effectLst/>
              </a:rPr>
              <a:t> </a:t>
            </a:r>
            <a:endParaRPr lang="en-US"/>
          </a:p>
        </p:txBody>
      </p:sp>
      <p:sp>
        <p:nvSpPr>
          <p:cNvPr id="55460" name="Lane 4 Excel or CSV export, no write-back">
            <a:extLst>
              <a:ext uri="{FF2B5EF4-FFF2-40B4-BE49-F238E27FC236}">
                <a16:creationId xmlns:a16="http://schemas.microsoft.com/office/drawing/2014/main" id="{D888D46A-F3CE-6BA1-6AFB-57A699101CDA}"/>
              </a:ext>
            </a:extLst>
          </p:cNvPr>
          <p:cNvSpPr/>
          <p:nvPr/>
        </p:nvSpPr>
        <p:spPr>
          <a:xfrm>
            <a:off x="8750808" y="2438744"/>
            <a:ext cx="2880360"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Excel or CSV export, no write-back</a:t>
            </a:r>
          </a:p>
          <a:p>
            <a:pPr algn="l">
              <a:buNone/>
            </a:pPr>
            <a:r>
              <a:rPr lang="en-US" sz="100">
                <a:effectLst/>
              </a:rPr>
              <a:t> </a:t>
            </a:r>
            <a:endParaRPr lang="en-US"/>
          </a:p>
        </p:txBody>
      </p:sp>
      <p:sp>
        <p:nvSpPr>
          <p:cNvPr id="55481" name="Lane 4 pill DESIGNED · FR-030">
            <a:extLst>
              <a:ext uri="{FF2B5EF4-FFF2-40B4-BE49-F238E27FC236}">
                <a16:creationId xmlns:a16="http://schemas.microsoft.com/office/drawing/2014/main" id="{0EBC22C5-2DA1-CBB3-0D9E-CB3B3EAC7BFD}"/>
              </a:ext>
            </a:extLst>
          </p:cNvPr>
          <p:cNvSpPr/>
          <p:nvPr/>
        </p:nvSpPr>
        <p:spPr>
          <a:xfrm>
            <a:off x="8842248" y="2795016"/>
            <a:ext cx="186537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7A4B00"/>
                </a:solidFill>
                <a:effectLst/>
                <a:latin typeface="Arial" panose="020B0604020202020204" pitchFamily="34" charset="0"/>
              </a:rPr>
              <a:t>DESIGNED · FR-030</a:t>
            </a:r>
          </a:p>
          <a:p>
            <a:pPr algn="ctr">
              <a:buNone/>
            </a:pPr>
            <a:r>
              <a:rPr lang="en-US" sz="100">
                <a:effectLst/>
              </a:rPr>
              <a:t> </a:t>
            </a:r>
            <a:endParaRPr lang="en-US"/>
          </a:p>
        </p:txBody>
      </p:sp>
      <p:sp>
        <p:nvSpPr>
          <p:cNvPr id="55503" name="Lane 4 Progress packs">
            <a:extLst>
              <a:ext uri="{FF2B5EF4-FFF2-40B4-BE49-F238E27FC236}">
                <a16:creationId xmlns:a16="http://schemas.microsoft.com/office/drawing/2014/main" id="{8BC171AA-D219-7BC1-8A88-D30642D98BBC}"/>
              </a:ext>
            </a:extLst>
          </p:cNvPr>
          <p:cNvSpPr/>
          <p:nvPr/>
        </p:nvSpPr>
        <p:spPr>
          <a:xfrm>
            <a:off x="8750808" y="3048344"/>
            <a:ext cx="2880360"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Progress packs</a:t>
            </a:r>
          </a:p>
          <a:p>
            <a:pPr algn="l">
              <a:buNone/>
            </a:pPr>
            <a:r>
              <a:rPr lang="en-US" sz="100">
                <a:effectLst/>
              </a:rPr>
              <a:t> </a:t>
            </a:r>
            <a:endParaRPr lang="en-US"/>
          </a:p>
        </p:txBody>
      </p:sp>
      <p:sp>
        <p:nvSpPr>
          <p:cNvPr id="55526" name="Lane 4 pill DELIVERED #102">
            <a:extLst>
              <a:ext uri="{FF2B5EF4-FFF2-40B4-BE49-F238E27FC236}">
                <a16:creationId xmlns:a16="http://schemas.microsoft.com/office/drawing/2014/main" id="{2250ECB1-D278-ED97-1F95-3202610A416F}"/>
              </a:ext>
            </a:extLst>
          </p:cNvPr>
          <p:cNvSpPr/>
          <p:nvPr/>
        </p:nvSpPr>
        <p:spPr>
          <a:xfrm>
            <a:off x="8842248" y="3404616"/>
            <a:ext cx="1655064"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173F35"/>
                </a:solidFill>
                <a:effectLst/>
                <a:latin typeface="Arial" panose="020B0604020202020204" pitchFamily="34" charset="0"/>
              </a:rPr>
              <a:t>DELIVERED #102</a:t>
            </a:r>
          </a:p>
          <a:p>
            <a:pPr algn="ctr">
              <a:buNone/>
            </a:pPr>
            <a:r>
              <a:rPr lang="en-US" sz="100">
                <a:effectLst/>
              </a:rPr>
              <a:t> </a:t>
            </a:r>
            <a:endParaRPr lang="en-US"/>
          </a:p>
        </p:txBody>
      </p:sp>
      <p:sp>
        <p:nvSpPr>
          <p:cNvPr id="55550" name="Lane 4 Evidence export">
            <a:extLst>
              <a:ext uri="{FF2B5EF4-FFF2-40B4-BE49-F238E27FC236}">
                <a16:creationId xmlns:a16="http://schemas.microsoft.com/office/drawing/2014/main" id="{BDB0AAEE-F447-9F83-F03E-053DFCDF8807}"/>
              </a:ext>
            </a:extLst>
          </p:cNvPr>
          <p:cNvSpPr/>
          <p:nvPr/>
        </p:nvSpPr>
        <p:spPr>
          <a:xfrm>
            <a:off x="8750808" y="3657944"/>
            <a:ext cx="2880360"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Evidence export</a:t>
            </a:r>
          </a:p>
          <a:p>
            <a:pPr algn="l">
              <a:buNone/>
            </a:pPr>
            <a:r>
              <a:rPr lang="en-US" sz="100">
                <a:effectLst/>
              </a:rPr>
              <a:t> </a:t>
            </a:r>
            <a:endParaRPr lang="en-US"/>
          </a:p>
        </p:txBody>
      </p:sp>
      <p:sp>
        <p:nvSpPr>
          <p:cNvPr id="55575" name="Lane 4 pill BUILDING #100">
            <a:extLst>
              <a:ext uri="{FF2B5EF4-FFF2-40B4-BE49-F238E27FC236}">
                <a16:creationId xmlns:a16="http://schemas.microsoft.com/office/drawing/2014/main" id="{37174888-B8A8-E801-FDF8-2F6EAD4F853E}"/>
              </a:ext>
            </a:extLst>
          </p:cNvPr>
          <p:cNvSpPr/>
          <p:nvPr/>
        </p:nvSpPr>
        <p:spPr>
          <a:xfrm>
            <a:off x="8842248" y="4014216"/>
            <a:ext cx="1517904"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173F35"/>
                </a:solidFill>
                <a:effectLst/>
                <a:latin typeface="Arial" panose="020B0604020202020204" pitchFamily="34" charset="0"/>
              </a:rPr>
              <a:t>BUILDING #100</a:t>
            </a:r>
          </a:p>
          <a:p>
            <a:pPr algn="ctr">
              <a:buNone/>
            </a:pPr>
            <a:r>
              <a:rPr lang="en-US" sz="100">
                <a:effectLst/>
              </a:rPr>
              <a:t> </a:t>
            </a:r>
            <a:endParaRPr lang="en-US"/>
          </a:p>
        </p:txBody>
      </p:sp>
      <p:sp>
        <p:nvSpPr>
          <p:cNvPr id="55601" name="Statement 3 (Microsoft 365)">
            <a:extLst>
              <a:ext uri="{FF2B5EF4-FFF2-40B4-BE49-F238E27FC236}">
                <a16:creationId xmlns:a16="http://schemas.microsoft.com/office/drawing/2014/main" id="{B47A3AB1-93C8-74D9-CC6F-DEB574AC52B2}"/>
              </a:ext>
            </a:extLst>
          </p:cNvPr>
          <p:cNvSpPr/>
          <p:nvPr/>
        </p:nvSpPr>
        <p:spPr>
          <a:xfrm>
            <a:off x="557784" y="4669536"/>
            <a:ext cx="2084832"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FAF9F6"/>
                </a:solidFill>
                <a:effectLst/>
                <a:latin typeface="Arial" panose="020B0604020202020204" pitchFamily="34" charset="0"/>
              </a:rPr>
              <a:t>Microsoft 365 for sign-in, alerts and documents</a:t>
            </a:r>
          </a:p>
          <a:p>
            <a:pPr algn="l">
              <a:buNone/>
            </a:pPr>
            <a:r>
              <a:rPr lang="en-US" sz="100">
                <a:effectLst/>
              </a:rPr>
              <a:t> </a:t>
            </a:r>
            <a:endParaRPr lang="en-US"/>
          </a:p>
        </p:txBody>
      </p:sp>
      <p:sp>
        <p:nvSpPr>
          <p:cNvPr id="55628" name="M365 chip 1 name">
            <a:extLst>
              <a:ext uri="{FF2B5EF4-FFF2-40B4-BE49-F238E27FC236}">
                <a16:creationId xmlns:a16="http://schemas.microsoft.com/office/drawing/2014/main" id="{9B350A66-10B9-ADF0-3549-41081B47EF9D}"/>
              </a:ext>
            </a:extLst>
          </p:cNvPr>
          <p:cNvSpPr/>
          <p:nvPr/>
        </p:nvSpPr>
        <p:spPr>
          <a:xfrm>
            <a:off x="3017520" y="4654296"/>
            <a:ext cx="1648358"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b="1">
                <a:solidFill>
                  <a:srgbClr val="FAF9F6"/>
                </a:solidFill>
                <a:effectLst/>
                <a:latin typeface="Arial" panose="020B0604020202020204" pitchFamily="34" charset="0"/>
              </a:rPr>
              <a:t>Entra ID sign-in and roles</a:t>
            </a:r>
          </a:p>
          <a:p>
            <a:pPr algn="l">
              <a:buNone/>
            </a:pPr>
            <a:r>
              <a:rPr lang="en-US" sz="100">
                <a:effectLst/>
              </a:rPr>
              <a:t> </a:t>
            </a:r>
            <a:endParaRPr lang="en-US"/>
          </a:p>
        </p:txBody>
      </p:sp>
      <p:sp>
        <p:nvSpPr>
          <p:cNvPr id="55656" name="M365 chip 1 status">
            <a:extLst>
              <a:ext uri="{FF2B5EF4-FFF2-40B4-BE49-F238E27FC236}">
                <a16:creationId xmlns:a16="http://schemas.microsoft.com/office/drawing/2014/main" id="{43E1D41A-AAEA-C6FE-E195-2B8F991617CF}"/>
              </a:ext>
            </a:extLst>
          </p:cNvPr>
          <p:cNvSpPr/>
          <p:nvPr/>
        </p:nvSpPr>
        <p:spPr>
          <a:xfrm>
            <a:off x="3108960" y="5141976"/>
            <a:ext cx="1289304"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173F35"/>
                </a:solidFill>
                <a:effectLst/>
                <a:latin typeface="Arial" panose="020B0604020202020204" pitchFamily="34" charset="0"/>
              </a:rPr>
              <a:t>LIVE IN MVP</a:t>
            </a:r>
          </a:p>
          <a:p>
            <a:pPr algn="ctr">
              <a:buNone/>
            </a:pPr>
            <a:r>
              <a:rPr lang="en-US" sz="100">
                <a:effectLst/>
              </a:rPr>
              <a:t> </a:t>
            </a:r>
            <a:endParaRPr lang="en-US"/>
          </a:p>
        </p:txBody>
      </p:sp>
      <p:sp>
        <p:nvSpPr>
          <p:cNvPr id="55685" name="M365 chip 2 name">
            <a:extLst>
              <a:ext uri="{FF2B5EF4-FFF2-40B4-BE49-F238E27FC236}">
                <a16:creationId xmlns:a16="http://schemas.microsoft.com/office/drawing/2014/main" id="{5B8B3D53-FCFE-5027-E90E-A1EF71DFA5DC}"/>
              </a:ext>
            </a:extLst>
          </p:cNvPr>
          <p:cNvSpPr/>
          <p:nvPr/>
        </p:nvSpPr>
        <p:spPr>
          <a:xfrm>
            <a:off x="4739030" y="4654296"/>
            <a:ext cx="1648358"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b="1">
                <a:solidFill>
                  <a:srgbClr val="FAF9F6"/>
                </a:solidFill>
                <a:effectLst/>
                <a:latin typeface="Arial" panose="020B0604020202020204" pitchFamily="34" charset="0"/>
              </a:rPr>
              <a:t>Microsoft Graph profile</a:t>
            </a:r>
          </a:p>
          <a:p>
            <a:pPr algn="l">
              <a:buNone/>
            </a:pPr>
            <a:r>
              <a:rPr lang="en-US" sz="100">
                <a:effectLst/>
              </a:rPr>
              <a:t> </a:t>
            </a:r>
            <a:endParaRPr lang="en-US"/>
          </a:p>
        </p:txBody>
      </p:sp>
      <p:sp>
        <p:nvSpPr>
          <p:cNvPr id="55715" name="M365 chip 2 status">
            <a:extLst>
              <a:ext uri="{FF2B5EF4-FFF2-40B4-BE49-F238E27FC236}">
                <a16:creationId xmlns:a16="http://schemas.microsoft.com/office/drawing/2014/main" id="{6DC17E0E-19C2-FDA6-3842-015BE7E953CE}"/>
              </a:ext>
            </a:extLst>
          </p:cNvPr>
          <p:cNvSpPr/>
          <p:nvPr/>
        </p:nvSpPr>
        <p:spPr>
          <a:xfrm>
            <a:off x="4830470" y="5141976"/>
            <a:ext cx="1289304"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173F35"/>
                </a:solidFill>
                <a:effectLst/>
                <a:latin typeface="Arial" panose="020B0604020202020204" pitchFamily="34" charset="0"/>
              </a:rPr>
              <a:t>LIVE IN MVP</a:t>
            </a:r>
          </a:p>
          <a:p>
            <a:pPr algn="ctr">
              <a:buNone/>
            </a:pPr>
            <a:r>
              <a:rPr lang="en-US" sz="100">
                <a:effectLst/>
              </a:rPr>
              <a:t> </a:t>
            </a:r>
            <a:endParaRPr lang="en-US"/>
          </a:p>
        </p:txBody>
      </p:sp>
      <p:sp>
        <p:nvSpPr>
          <p:cNvPr id="55746" name="M365 chip 3 name">
            <a:extLst>
              <a:ext uri="{FF2B5EF4-FFF2-40B4-BE49-F238E27FC236}">
                <a16:creationId xmlns:a16="http://schemas.microsoft.com/office/drawing/2014/main" id="{0EFDADCA-5BBB-EEB7-06FF-EF2D1B3D3C56}"/>
              </a:ext>
            </a:extLst>
          </p:cNvPr>
          <p:cNvSpPr/>
          <p:nvPr/>
        </p:nvSpPr>
        <p:spPr>
          <a:xfrm>
            <a:off x="6460540" y="4654296"/>
            <a:ext cx="1648358"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b="1">
                <a:solidFill>
                  <a:srgbClr val="FAF9F6"/>
                </a:solidFill>
                <a:effectLst/>
                <a:latin typeface="Arial" panose="020B0604020202020204" pitchFamily="34" charset="0"/>
              </a:rPr>
              <a:t>Teams operations alerts</a:t>
            </a:r>
          </a:p>
          <a:p>
            <a:pPr algn="l">
              <a:buNone/>
            </a:pPr>
            <a:r>
              <a:rPr lang="en-US" sz="100">
                <a:effectLst/>
              </a:rPr>
              <a:t> </a:t>
            </a:r>
            <a:endParaRPr lang="en-US"/>
          </a:p>
        </p:txBody>
      </p:sp>
      <p:sp>
        <p:nvSpPr>
          <p:cNvPr id="55778" name="M365 chip 3 status">
            <a:extLst>
              <a:ext uri="{FF2B5EF4-FFF2-40B4-BE49-F238E27FC236}">
                <a16:creationId xmlns:a16="http://schemas.microsoft.com/office/drawing/2014/main" id="{0CD8B42A-0DCD-A52F-A2C9-62E368FFA8EF}"/>
              </a:ext>
            </a:extLst>
          </p:cNvPr>
          <p:cNvSpPr/>
          <p:nvPr/>
        </p:nvSpPr>
        <p:spPr>
          <a:xfrm>
            <a:off x="6551980" y="5141976"/>
            <a:ext cx="1399032"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173F35"/>
                </a:solidFill>
                <a:effectLst/>
                <a:latin typeface="Arial" panose="020B0604020202020204" pitchFamily="34" charset="0"/>
              </a:rPr>
              <a:t>CONFIGURED</a:t>
            </a:r>
          </a:p>
          <a:p>
            <a:pPr algn="ctr">
              <a:buNone/>
            </a:pPr>
            <a:r>
              <a:rPr lang="en-US" sz="100">
                <a:effectLst/>
              </a:rPr>
              <a:t> </a:t>
            </a:r>
            <a:endParaRPr lang="en-US"/>
          </a:p>
        </p:txBody>
      </p:sp>
      <p:sp>
        <p:nvSpPr>
          <p:cNvPr id="55811" name="M365 chip 4 name">
            <a:extLst>
              <a:ext uri="{FF2B5EF4-FFF2-40B4-BE49-F238E27FC236}">
                <a16:creationId xmlns:a16="http://schemas.microsoft.com/office/drawing/2014/main" id="{676EF646-31FA-0904-79DD-AEC82BA4143B}"/>
              </a:ext>
            </a:extLst>
          </p:cNvPr>
          <p:cNvSpPr/>
          <p:nvPr/>
        </p:nvSpPr>
        <p:spPr>
          <a:xfrm>
            <a:off x="8182050" y="4654296"/>
            <a:ext cx="1648358"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b="1">
                <a:solidFill>
                  <a:srgbClr val="FAF9F6"/>
                </a:solidFill>
                <a:effectLst/>
                <a:latin typeface="Arial" panose="020B0604020202020204" pitchFamily="34" charset="0"/>
              </a:rPr>
              <a:t>SharePoint evidence library</a:t>
            </a:r>
          </a:p>
          <a:p>
            <a:pPr algn="l">
              <a:buNone/>
            </a:pPr>
            <a:r>
              <a:rPr lang="en-US" sz="100">
                <a:effectLst/>
              </a:rPr>
              <a:t> </a:t>
            </a:r>
            <a:endParaRPr lang="en-US"/>
          </a:p>
        </p:txBody>
      </p:sp>
      <p:sp>
        <p:nvSpPr>
          <p:cNvPr id="55845" name="M365 chip 4 status">
            <a:extLst>
              <a:ext uri="{FF2B5EF4-FFF2-40B4-BE49-F238E27FC236}">
                <a16:creationId xmlns:a16="http://schemas.microsoft.com/office/drawing/2014/main" id="{D99A1BCE-0206-81B7-8509-0364FF1869F9}"/>
              </a:ext>
            </a:extLst>
          </p:cNvPr>
          <p:cNvSpPr/>
          <p:nvPr/>
        </p:nvSpPr>
        <p:spPr>
          <a:xfrm>
            <a:off x="8273490" y="5141976"/>
            <a:ext cx="1161288"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7A4B00"/>
                </a:solidFill>
                <a:effectLst/>
                <a:latin typeface="Arial" panose="020B0604020202020204" pitchFamily="34" charset="0"/>
              </a:rPr>
              <a:t>DESIGNED</a:t>
            </a:r>
          </a:p>
          <a:p>
            <a:pPr algn="ctr">
              <a:buNone/>
            </a:pPr>
            <a:r>
              <a:rPr lang="en-US" sz="100">
                <a:effectLst/>
              </a:rPr>
              <a:t> </a:t>
            </a:r>
            <a:endParaRPr lang="en-US"/>
          </a:p>
        </p:txBody>
      </p:sp>
      <p:sp>
        <p:nvSpPr>
          <p:cNvPr id="55880" name="M365 chip 5 name">
            <a:extLst>
              <a:ext uri="{FF2B5EF4-FFF2-40B4-BE49-F238E27FC236}">
                <a16:creationId xmlns:a16="http://schemas.microsoft.com/office/drawing/2014/main" id="{477DB6C1-7C20-DFB8-5A03-A03C318DF020}"/>
              </a:ext>
            </a:extLst>
          </p:cNvPr>
          <p:cNvSpPr/>
          <p:nvPr/>
        </p:nvSpPr>
        <p:spPr>
          <a:xfrm>
            <a:off x="9903560" y="4654296"/>
            <a:ext cx="1648358"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b="1">
                <a:solidFill>
                  <a:srgbClr val="FAF9F6"/>
                </a:solidFill>
                <a:effectLst/>
                <a:latin typeface="Arial" panose="020B0604020202020204" pitchFamily="34" charset="0"/>
              </a:rPr>
              <a:t>Teams review nudges</a:t>
            </a:r>
          </a:p>
          <a:p>
            <a:pPr algn="l">
              <a:buNone/>
            </a:pPr>
            <a:r>
              <a:rPr lang="en-US" sz="100">
                <a:effectLst/>
              </a:rPr>
              <a:t> </a:t>
            </a:r>
            <a:endParaRPr lang="en-US"/>
          </a:p>
        </p:txBody>
      </p:sp>
      <p:sp>
        <p:nvSpPr>
          <p:cNvPr id="55916" name="M365 chip 5 status">
            <a:extLst>
              <a:ext uri="{FF2B5EF4-FFF2-40B4-BE49-F238E27FC236}">
                <a16:creationId xmlns:a16="http://schemas.microsoft.com/office/drawing/2014/main" id="{18910FA0-F55F-EA8D-7237-6DB1DEC3C15C}"/>
              </a:ext>
            </a:extLst>
          </p:cNvPr>
          <p:cNvSpPr/>
          <p:nvPr/>
        </p:nvSpPr>
        <p:spPr>
          <a:xfrm>
            <a:off x="9995000" y="5141976"/>
            <a:ext cx="1143000"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7A4B00"/>
                </a:solidFill>
                <a:effectLst/>
                <a:latin typeface="Arial" panose="020B0604020202020204" pitchFamily="34" charset="0"/>
              </a:rPr>
              <a:t>ROADMAP</a:t>
            </a:r>
          </a:p>
          <a:p>
            <a:pPr algn="ctr">
              <a:buNone/>
            </a:pPr>
            <a:r>
              <a:rPr lang="en-US" sz="100">
                <a:effectLst/>
              </a:rPr>
              <a:t> </a:t>
            </a:r>
            <a:endParaRPr lang="en-US"/>
          </a:p>
        </p:txBody>
      </p:sp>
      <p:sp>
        <p:nvSpPr>
          <p:cNvPr id="55953" name="Microsoft 365 rule">
            <a:extLst>
              <a:ext uri="{FF2B5EF4-FFF2-40B4-BE49-F238E27FC236}">
                <a16:creationId xmlns:a16="http://schemas.microsoft.com/office/drawing/2014/main" id="{42E414A7-E7BD-9083-B1D1-00D2EED51F94}"/>
              </a:ext>
            </a:extLst>
          </p:cNvPr>
          <p:cNvSpPr/>
          <p:nvPr/>
        </p:nvSpPr>
        <p:spPr>
          <a:xfrm>
            <a:off x="2944368" y="5459312"/>
            <a:ext cx="8607552"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DCE8E2"/>
                </a:solidFill>
                <a:effectLst/>
                <a:latin typeface="Arial" panose="020B0604020202020204" pitchFamily="34" charset="0"/>
              </a:rPr>
              <a:t>Microsoft 365 is for people and documents; the workbench stays the system of record.</a:t>
            </a:r>
          </a:p>
          <a:p>
            <a:pPr algn="l">
              <a:buNone/>
            </a:pPr>
            <a:r>
              <a:rPr lang="en-US" sz="100">
                <a:effectLst/>
              </a:rPr>
              <a:t> </a:t>
            </a:r>
            <a:endParaRPr lang="en-US"/>
          </a:p>
        </p:txBody>
      </p:sp>
    </p:spTree>
    <p:extLst>
      <p:ext uri="{BB962C8B-B14F-4D97-AF65-F5344CB8AC3E}">
        <p14:creationId xmlns:p14="http://schemas.microsoft.com/office/powerpoint/2010/main" val="316252826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52590" name="Eyebrow">
            <a:extLst>
              <a:ext uri="{FF2B5EF4-FFF2-40B4-BE49-F238E27FC236}">
                <a16:creationId xmlns:a16="http://schemas.microsoft.com/office/drawing/2014/main" id="{68E5CB15-FF48-8DC0-B55E-B8792D2DE0EA}"/>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3 · THE PRODUCT</a:t>
            </a:r>
          </a:p>
          <a:p>
            <a:pPr algn="l">
              <a:buNone/>
            </a:pPr>
            <a:r>
              <a:rPr lang="en-US" sz="100">
                <a:effectLst/>
              </a:rPr>
              <a:t> </a:t>
            </a:r>
            <a:endParaRPr lang="en-US"/>
          </a:p>
        </p:txBody>
      </p:sp>
      <p:sp>
        <p:nvSpPr>
          <p:cNvPr id="52592" name="Slide title">
            <a:extLst>
              <a:ext uri="{FF2B5EF4-FFF2-40B4-BE49-F238E27FC236}">
                <a16:creationId xmlns:a16="http://schemas.microsoft.com/office/drawing/2014/main" id="{60B5CDF0-92B6-8630-EFFA-1C6FA66BA2BF}"/>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AI where it earns its place:</a:t>
            </a:r>
          </a:p>
          <a:p>
            <a:pPr algn="l">
              <a:buNone/>
            </a:pPr>
            <a:r>
              <a:rPr lang="en-US" sz="3200" b="1">
                <a:solidFill>
                  <a:srgbClr val="173F35"/>
                </a:solidFill>
                <a:effectLst/>
                <a:latin typeface="Arial" panose="020B0604020202020204" pitchFamily="34" charset="0"/>
              </a:rPr>
              <a:t>five assistants, one workbench, people decide.</a:t>
            </a:r>
            <a:endParaRPr lang="en-US"/>
          </a:p>
        </p:txBody>
      </p:sp>
      <p:sp>
        <p:nvSpPr>
          <p:cNvPr id="52595" name="Footer sources">
            <a:extLst>
              <a:ext uri="{FF2B5EF4-FFF2-40B4-BE49-F238E27FC236}">
                <a16:creationId xmlns:a16="http://schemas.microsoft.com/office/drawing/2014/main" id="{C8610F2E-571E-20A6-C04E-7E0E35E36A10}"/>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AI placement view (E04, E09) · AMA Plan #104, #105, #106, #107, #214</a:t>
            </a:r>
          </a:p>
          <a:p>
            <a:pPr algn="l">
              <a:buNone/>
            </a:pPr>
            <a:r>
              <a:rPr lang="en-US" sz="100">
                <a:effectLst/>
              </a:rPr>
              <a:t> </a:t>
            </a:r>
            <a:endParaRPr lang="en-US"/>
          </a:p>
        </p:txBody>
      </p:sp>
      <p:sp>
        <p:nvSpPr>
          <p:cNvPr id="52599" name="Footer navigation">
            <a:extLst>
              <a:ext uri="{FF2B5EF4-FFF2-40B4-BE49-F238E27FC236}">
                <a16:creationId xmlns:a16="http://schemas.microsoft.com/office/drawing/2014/main" id="{BBDF7C06-8865-BDF5-7C38-AFDD9B1C5142}"/>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S15 · Answers: B04 · B11</a:t>
            </a:r>
          </a:p>
          <a:p>
            <a:pPr algn="r">
              <a:buNone/>
            </a:pPr>
            <a:r>
              <a:rPr lang="en-US" sz="100">
                <a:effectLst/>
              </a:rPr>
              <a:t> </a:t>
            </a:r>
            <a:endParaRPr lang="en-US"/>
          </a:p>
        </p:txBody>
      </p:sp>
      <p:sp>
        <p:nvSpPr>
          <p:cNvPr id="52604" name="Statement 1">
            <a:extLst>
              <a:ext uri="{FF2B5EF4-FFF2-40B4-BE49-F238E27FC236}">
                <a16:creationId xmlns:a16="http://schemas.microsoft.com/office/drawing/2014/main" id="{485ECB80-19A2-CBA0-E919-DD03B6BA2910}"/>
              </a:ext>
            </a:extLst>
          </p:cNvPr>
          <p:cNvSpPr/>
          <p:nvPr/>
        </p:nvSpPr>
        <p:spPr>
          <a:xfrm>
            <a:off x="548640" y="1926680"/>
            <a:ext cx="110947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Rules for policy and arithmetic · learned scoring for candidate choices · generative AI for drafts</a:t>
            </a:r>
          </a:p>
          <a:p>
            <a:pPr algn="l">
              <a:buNone/>
            </a:pPr>
            <a:r>
              <a:rPr lang="en-US" sz="100">
                <a:effectLst/>
              </a:rPr>
              <a:t> </a:t>
            </a:r>
            <a:endParaRPr lang="en-US"/>
          </a:p>
        </p:txBody>
      </p:sp>
      <p:sp>
        <p:nvSpPr>
          <p:cNvPr id="52610" name="Card Rules">
            <a:extLst>
              <a:ext uri="{FF2B5EF4-FFF2-40B4-BE49-F238E27FC236}">
                <a16:creationId xmlns:a16="http://schemas.microsoft.com/office/drawing/2014/main" id="{DCCC742F-2BCA-A38E-DA52-3A5838B42D9F}"/>
              </a:ext>
            </a:extLst>
          </p:cNvPr>
          <p:cNvSpPr/>
          <p:nvPr/>
        </p:nvSpPr>
        <p:spPr>
          <a:xfrm>
            <a:off x="548640" y="2450592"/>
            <a:ext cx="3545840" cy="137160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2617" name="Rules title">
            <a:extLst>
              <a:ext uri="{FF2B5EF4-FFF2-40B4-BE49-F238E27FC236}">
                <a16:creationId xmlns:a16="http://schemas.microsoft.com/office/drawing/2014/main" id="{BA5738D9-D8CD-20FA-312F-7F880FA677C4}"/>
              </a:ext>
            </a:extLst>
          </p:cNvPr>
          <p:cNvSpPr/>
          <p:nvPr/>
        </p:nvSpPr>
        <p:spPr>
          <a:xfrm>
            <a:off x="621792" y="2524088"/>
            <a:ext cx="3399536"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Rules</a:t>
            </a:r>
          </a:p>
          <a:p>
            <a:pPr algn="l">
              <a:buNone/>
            </a:pPr>
            <a:r>
              <a:rPr lang="en-US" sz="100">
                <a:effectLst/>
              </a:rPr>
              <a:t> </a:t>
            </a:r>
            <a:endParaRPr lang="en-US"/>
          </a:p>
        </p:txBody>
      </p:sp>
      <p:sp>
        <p:nvSpPr>
          <p:cNvPr id="52625" name="Rules lines">
            <a:extLst>
              <a:ext uri="{FF2B5EF4-FFF2-40B4-BE49-F238E27FC236}">
                <a16:creationId xmlns:a16="http://schemas.microsoft.com/office/drawing/2014/main" id="{C87CF421-B2B2-DA4E-4C15-406866AB87B9}"/>
              </a:ext>
            </a:extLst>
          </p:cNvPr>
          <p:cNvSpPr/>
          <p:nvPr/>
        </p:nvSpPr>
        <p:spPr>
          <a:xfrm>
            <a:off x="621792" y="3044952"/>
            <a:ext cx="3399536"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Known policy and arithmetic</a:t>
            </a:r>
          </a:p>
          <a:p>
            <a:pPr algn="l">
              <a:buNone/>
            </a:pPr>
            <a:r>
              <a:rPr lang="en-US" sz="1400">
                <a:solidFill>
                  <a:srgbClr val="173F35"/>
                </a:solidFill>
                <a:effectLst/>
                <a:latin typeface="Arial" panose="020B0604020202020204" pitchFamily="34" charset="0"/>
              </a:rPr>
              <a:t>Deterministic, fast and repeatable</a:t>
            </a:r>
            <a:endParaRPr lang="en-US"/>
          </a:p>
        </p:txBody>
      </p:sp>
      <p:sp>
        <p:nvSpPr>
          <p:cNvPr id="52634" name="Card Decision model">
            <a:extLst>
              <a:ext uri="{FF2B5EF4-FFF2-40B4-BE49-F238E27FC236}">
                <a16:creationId xmlns:a16="http://schemas.microsoft.com/office/drawing/2014/main" id="{4D25BB4D-1BBA-A5A8-87F7-FCD46BC41B0A}"/>
              </a:ext>
            </a:extLst>
          </p:cNvPr>
          <p:cNvSpPr/>
          <p:nvPr/>
        </p:nvSpPr>
        <p:spPr>
          <a:xfrm>
            <a:off x="4323080" y="2450592"/>
            <a:ext cx="3545840" cy="137160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2644" name="Decision model title">
            <a:extLst>
              <a:ext uri="{FF2B5EF4-FFF2-40B4-BE49-F238E27FC236}">
                <a16:creationId xmlns:a16="http://schemas.microsoft.com/office/drawing/2014/main" id="{9DEBAD12-8FE8-696F-87F5-A5CC3345D0FA}"/>
              </a:ext>
            </a:extLst>
          </p:cNvPr>
          <p:cNvSpPr/>
          <p:nvPr/>
        </p:nvSpPr>
        <p:spPr>
          <a:xfrm>
            <a:off x="4396232" y="2524088"/>
            <a:ext cx="3399536"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Decision model</a:t>
            </a:r>
          </a:p>
          <a:p>
            <a:pPr algn="l">
              <a:buNone/>
            </a:pPr>
            <a:r>
              <a:rPr lang="en-US" sz="100">
                <a:effectLst/>
              </a:rPr>
              <a:t> </a:t>
            </a:r>
            <a:endParaRPr lang="en-US"/>
          </a:p>
        </p:txBody>
      </p:sp>
      <p:sp>
        <p:nvSpPr>
          <p:cNvPr id="52655" name="Decision model lines">
            <a:extLst>
              <a:ext uri="{FF2B5EF4-FFF2-40B4-BE49-F238E27FC236}">
                <a16:creationId xmlns:a16="http://schemas.microsoft.com/office/drawing/2014/main" id="{1EE60E45-A323-4A66-04E5-A0F26E246386}"/>
              </a:ext>
            </a:extLst>
          </p:cNvPr>
          <p:cNvSpPr/>
          <p:nvPr/>
        </p:nvSpPr>
        <p:spPr>
          <a:xfrm>
            <a:off x="4396232" y="3044952"/>
            <a:ext cx="3399536"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Chooses between supplied candidates</a:t>
            </a:r>
          </a:p>
          <a:p>
            <a:pPr algn="l">
              <a:buNone/>
            </a:pPr>
            <a:r>
              <a:rPr lang="en-US" sz="1400">
                <a:solidFill>
                  <a:srgbClr val="173F35"/>
                </a:solidFill>
                <a:effectLst/>
                <a:latin typeface="Arial" panose="020B0604020202020204" pitchFamily="34" charset="0"/>
              </a:rPr>
              <a:t>Scores them and can abstain</a:t>
            </a:r>
            <a:endParaRPr lang="en-US"/>
          </a:p>
        </p:txBody>
      </p:sp>
      <p:sp>
        <p:nvSpPr>
          <p:cNvPr id="52667" name="Card Generative AI">
            <a:extLst>
              <a:ext uri="{FF2B5EF4-FFF2-40B4-BE49-F238E27FC236}">
                <a16:creationId xmlns:a16="http://schemas.microsoft.com/office/drawing/2014/main" id="{F4F29BD5-ECD3-6964-5093-24C1FD52E1D3}"/>
              </a:ext>
            </a:extLst>
          </p:cNvPr>
          <p:cNvSpPr/>
          <p:nvPr/>
        </p:nvSpPr>
        <p:spPr>
          <a:xfrm>
            <a:off x="8097520" y="2450592"/>
            <a:ext cx="3545840" cy="1371600"/>
          </a:xfrm>
          <a:prstGeom prst="rect">
            <a:avLst/>
          </a:prstGeom>
          <a:solidFill>
            <a:srgbClr val="F0EBFA"/>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2680" name="Generative AI title">
            <a:extLst>
              <a:ext uri="{FF2B5EF4-FFF2-40B4-BE49-F238E27FC236}">
                <a16:creationId xmlns:a16="http://schemas.microsoft.com/office/drawing/2014/main" id="{E7D86FBB-41F0-2783-535A-780D152900F6}"/>
              </a:ext>
            </a:extLst>
          </p:cNvPr>
          <p:cNvSpPr/>
          <p:nvPr/>
        </p:nvSpPr>
        <p:spPr>
          <a:xfrm>
            <a:off x="8646160" y="2524088"/>
            <a:ext cx="2924048"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Generative AI</a:t>
            </a:r>
          </a:p>
          <a:p>
            <a:pPr algn="l">
              <a:buNone/>
            </a:pPr>
            <a:r>
              <a:rPr lang="en-US" sz="100">
                <a:effectLst/>
              </a:rPr>
              <a:t> </a:t>
            </a:r>
            <a:endParaRPr lang="en-US"/>
          </a:p>
        </p:txBody>
      </p:sp>
      <p:sp>
        <p:nvSpPr>
          <p:cNvPr id="52694" name="Generative AI lines">
            <a:extLst>
              <a:ext uri="{FF2B5EF4-FFF2-40B4-BE49-F238E27FC236}">
                <a16:creationId xmlns:a16="http://schemas.microsoft.com/office/drawing/2014/main" id="{61E5D5B0-ADE7-F6B3-F72A-B2B659C35741}"/>
              </a:ext>
            </a:extLst>
          </p:cNvPr>
          <p:cNvSpPr/>
          <p:nvPr/>
        </p:nvSpPr>
        <p:spPr>
          <a:xfrm>
            <a:off x="8170672" y="3044952"/>
            <a:ext cx="3399536"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Explains evidence, drafts letters</a:t>
            </a:r>
          </a:p>
          <a:p>
            <a:pPr algn="l">
              <a:buNone/>
            </a:pPr>
            <a:r>
              <a:rPr lang="en-US" sz="1400">
                <a:solidFill>
                  <a:srgbClr val="173F35"/>
                </a:solidFill>
                <a:effectLst/>
                <a:latin typeface="Arial" panose="020B0604020202020204" pitchFamily="34" charset="0"/>
              </a:rPr>
              <a:t>Writes a cited draft</a:t>
            </a:r>
            <a:endParaRPr lang="en-US"/>
          </a:p>
        </p:txBody>
      </p:sp>
      <p:sp>
        <p:nvSpPr>
          <p:cNvPr id="52709" name="Statement 2">
            <a:extLst>
              <a:ext uri="{FF2B5EF4-FFF2-40B4-BE49-F238E27FC236}">
                <a16:creationId xmlns:a16="http://schemas.microsoft.com/office/drawing/2014/main" id="{305CFD68-E643-84C9-B29A-BC480A35C14A}"/>
              </a:ext>
            </a:extLst>
          </p:cNvPr>
          <p:cNvSpPr/>
          <p:nvPr/>
        </p:nvSpPr>
        <p:spPr>
          <a:xfrm>
            <a:off x="548640" y="3862160"/>
            <a:ext cx="914400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Five assistants on one proposal service: prioritise, assess, fund, coordinate, check quality</a:t>
            </a:r>
          </a:p>
          <a:p>
            <a:pPr algn="l">
              <a:buNone/>
            </a:pPr>
            <a:r>
              <a:rPr lang="en-US" sz="100">
                <a:effectLst/>
              </a:rPr>
              <a:t> </a:t>
            </a:r>
            <a:endParaRPr lang="en-US"/>
          </a:p>
        </p:txBody>
      </p:sp>
      <p:sp>
        <p:nvSpPr>
          <p:cNvPr id="52725" name="Building pill">
            <a:extLst>
              <a:ext uri="{FF2B5EF4-FFF2-40B4-BE49-F238E27FC236}">
                <a16:creationId xmlns:a16="http://schemas.microsoft.com/office/drawing/2014/main" id="{77B4AA23-669B-F99B-6F31-6811014CB057}"/>
              </a:ext>
            </a:extLst>
          </p:cNvPr>
          <p:cNvSpPr/>
          <p:nvPr/>
        </p:nvSpPr>
        <p:spPr>
          <a:xfrm>
            <a:off x="9896856" y="3954780"/>
            <a:ext cx="1746504"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BUILDING #107</a:t>
            </a:r>
          </a:p>
          <a:p>
            <a:pPr algn="ctr">
              <a:buNone/>
            </a:pPr>
            <a:r>
              <a:rPr lang="en-US" sz="100">
                <a:effectLst/>
              </a:rPr>
              <a:t> </a:t>
            </a:r>
            <a:endParaRPr lang="en-US"/>
          </a:p>
        </p:txBody>
      </p:sp>
      <p:sp>
        <p:nvSpPr>
          <p:cNvPr id="52742" name="Proposal service rail">
            <a:extLst>
              <a:ext uri="{FF2B5EF4-FFF2-40B4-BE49-F238E27FC236}">
                <a16:creationId xmlns:a16="http://schemas.microsoft.com/office/drawing/2014/main" id="{C4882B06-CEBE-7AC1-0A12-6FAE139A09E8}"/>
              </a:ext>
            </a:extLst>
          </p:cNvPr>
          <p:cNvSpPr/>
          <p:nvPr/>
        </p:nvSpPr>
        <p:spPr>
          <a:xfrm>
            <a:off x="548640" y="4389120"/>
            <a:ext cx="9528048" cy="932688"/>
          </a:xfrm>
          <a:prstGeom prst="homePlate">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2760" name="Assistant Prioritisation">
            <a:extLst>
              <a:ext uri="{FF2B5EF4-FFF2-40B4-BE49-F238E27FC236}">
                <a16:creationId xmlns:a16="http://schemas.microsoft.com/office/drawing/2014/main" id="{40FBBB7E-AC51-7E92-AE3A-8C8E5F9F3C96}"/>
              </a:ext>
            </a:extLst>
          </p:cNvPr>
          <p:cNvSpPr/>
          <p:nvPr/>
        </p:nvSpPr>
        <p:spPr>
          <a:xfrm>
            <a:off x="676656" y="4498848"/>
            <a:ext cx="1680667" cy="347472"/>
          </a:xfrm>
          <a:prstGeom prst="roundRect">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300" b="1">
                <a:solidFill>
                  <a:srgbClr val="173F35"/>
                </a:solidFill>
                <a:effectLst/>
                <a:latin typeface="Arial" panose="020B0604020202020204" pitchFamily="34" charset="0"/>
              </a:rPr>
              <a:t>Prioritisation</a:t>
            </a:r>
          </a:p>
          <a:p>
            <a:pPr algn="ctr">
              <a:buNone/>
            </a:pPr>
            <a:r>
              <a:rPr lang="en-US" sz="100">
                <a:effectLst/>
              </a:rPr>
              <a:t> </a:t>
            </a:r>
            <a:endParaRPr lang="en-US"/>
          </a:p>
        </p:txBody>
      </p:sp>
      <p:sp>
        <p:nvSpPr>
          <p:cNvPr id="52779" name="Assistant Assessment">
            <a:extLst>
              <a:ext uri="{FF2B5EF4-FFF2-40B4-BE49-F238E27FC236}">
                <a16:creationId xmlns:a16="http://schemas.microsoft.com/office/drawing/2014/main" id="{617A7457-1A5B-B5C4-8F6B-53401CB2B553}"/>
              </a:ext>
            </a:extLst>
          </p:cNvPr>
          <p:cNvSpPr/>
          <p:nvPr/>
        </p:nvSpPr>
        <p:spPr>
          <a:xfrm>
            <a:off x="2467051" y="4498848"/>
            <a:ext cx="1680667" cy="347472"/>
          </a:xfrm>
          <a:prstGeom prst="roundRect">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300" b="1">
                <a:solidFill>
                  <a:srgbClr val="173F35"/>
                </a:solidFill>
                <a:effectLst/>
                <a:latin typeface="Arial" panose="020B0604020202020204" pitchFamily="34" charset="0"/>
              </a:rPr>
              <a:t>Assessment</a:t>
            </a:r>
          </a:p>
          <a:p>
            <a:pPr algn="ctr">
              <a:buNone/>
            </a:pPr>
            <a:r>
              <a:rPr lang="en-US" sz="100">
                <a:effectLst/>
              </a:rPr>
              <a:t> </a:t>
            </a:r>
            <a:endParaRPr lang="en-US"/>
          </a:p>
        </p:txBody>
      </p:sp>
      <p:sp>
        <p:nvSpPr>
          <p:cNvPr id="52799" name="Assistant Funding evidence">
            <a:extLst>
              <a:ext uri="{FF2B5EF4-FFF2-40B4-BE49-F238E27FC236}">
                <a16:creationId xmlns:a16="http://schemas.microsoft.com/office/drawing/2014/main" id="{EDA495B2-4765-2E48-99A5-107A6206C8C9}"/>
              </a:ext>
            </a:extLst>
          </p:cNvPr>
          <p:cNvSpPr/>
          <p:nvPr/>
        </p:nvSpPr>
        <p:spPr>
          <a:xfrm>
            <a:off x="4257446" y="4498848"/>
            <a:ext cx="1680667" cy="347472"/>
          </a:xfrm>
          <a:prstGeom prst="roundRect">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300" b="1">
                <a:solidFill>
                  <a:srgbClr val="173F35"/>
                </a:solidFill>
                <a:effectLst/>
                <a:latin typeface="Arial" panose="020B0604020202020204" pitchFamily="34" charset="0"/>
              </a:rPr>
              <a:t>Funding evidence</a:t>
            </a:r>
          </a:p>
          <a:p>
            <a:pPr algn="ctr">
              <a:buNone/>
            </a:pPr>
            <a:r>
              <a:rPr lang="en-US" sz="100">
                <a:effectLst/>
              </a:rPr>
              <a:t> </a:t>
            </a:r>
            <a:endParaRPr lang="en-US"/>
          </a:p>
        </p:txBody>
      </p:sp>
      <p:sp>
        <p:nvSpPr>
          <p:cNvPr id="52820" name="Assistant Coordination">
            <a:extLst>
              <a:ext uri="{FF2B5EF4-FFF2-40B4-BE49-F238E27FC236}">
                <a16:creationId xmlns:a16="http://schemas.microsoft.com/office/drawing/2014/main" id="{3622B57B-CD5E-B22D-D1F2-70CE569726EA}"/>
              </a:ext>
            </a:extLst>
          </p:cNvPr>
          <p:cNvSpPr/>
          <p:nvPr/>
        </p:nvSpPr>
        <p:spPr>
          <a:xfrm>
            <a:off x="6047841" y="4498848"/>
            <a:ext cx="1680667" cy="347472"/>
          </a:xfrm>
          <a:prstGeom prst="roundRect">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300" b="1">
                <a:solidFill>
                  <a:srgbClr val="173F35"/>
                </a:solidFill>
                <a:effectLst/>
                <a:latin typeface="Arial" panose="020B0604020202020204" pitchFamily="34" charset="0"/>
              </a:rPr>
              <a:t>Coordination</a:t>
            </a:r>
          </a:p>
          <a:p>
            <a:pPr algn="ctr">
              <a:buNone/>
            </a:pPr>
            <a:r>
              <a:rPr lang="en-US" sz="100">
                <a:effectLst/>
              </a:rPr>
              <a:t> </a:t>
            </a:r>
            <a:endParaRPr lang="en-US"/>
          </a:p>
        </p:txBody>
      </p:sp>
      <p:sp>
        <p:nvSpPr>
          <p:cNvPr id="52842" name="Assistant Quality evidence">
            <a:extLst>
              <a:ext uri="{FF2B5EF4-FFF2-40B4-BE49-F238E27FC236}">
                <a16:creationId xmlns:a16="http://schemas.microsoft.com/office/drawing/2014/main" id="{B8B70083-ED78-43B8-76A3-8D2BF0C43B1C}"/>
              </a:ext>
            </a:extLst>
          </p:cNvPr>
          <p:cNvSpPr/>
          <p:nvPr/>
        </p:nvSpPr>
        <p:spPr>
          <a:xfrm>
            <a:off x="7838236" y="4498848"/>
            <a:ext cx="1680667" cy="347472"/>
          </a:xfrm>
          <a:prstGeom prst="roundRect">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300" b="1">
                <a:solidFill>
                  <a:srgbClr val="173F35"/>
                </a:solidFill>
                <a:effectLst/>
                <a:latin typeface="Arial" panose="020B0604020202020204" pitchFamily="34" charset="0"/>
              </a:rPr>
              <a:t>Quality evidence</a:t>
            </a:r>
          </a:p>
          <a:p>
            <a:pPr algn="ctr">
              <a:buNone/>
            </a:pPr>
            <a:r>
              <a:rPr lang="en-US" sz="100">
                <a:effectLst/>
              </a:rPr>
              <a:t> </a:t>
            </a:r>
            <a:endParaRPr lang="en-US"/>
          </a:p>
        </p:txBody>
      </p:sp>
      <p:sp>
        <p:nvSpPr>
          <p:cNvPr id="52865" name="Rail label">
            <a:extLst>
              <a:ext uri="{FF2B5EF4-FFF2-40B4-BE49-F238E27FC236}">
                <a16:creationId xmlns:a16="http://schemas.microsoft.com/office/drawing/2014/main" id="{EA2FDA95-F0F1-AEB9-FD83-AB4C160E600C}"/>
              </a:ext>
            </a:extLst>
          </p:cNvPr>
          <p:cNvSpPr/>
          <p:nvPr/>
        </p:nvSpPr>
        <p:spPr>
          <a:xfrm>
            <a:off x="585216" y="4837520"/>
            <a:ext cx="4101742"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FAF9F6"/>
                </a:solidFill>
                <a:effectLst/>
                <a:latin typeface="Arial" panose="020B0604020202020204" pitchFamily="34" charset="0"/>
              </a:rPr>
              <a:t>One proposal service · workflow-only fallback</a:t>
            </a:r>
          </a:p>
          <a:p>
            <a:pPr algn="l">
              <a:buNone/>
            </a:pPr>
            <a:r>
              <a:rPr lang="en-US" sz="100">
                <a:effectLst/>
              </a:rPr>
              <a:t> </a:t>
            </a:r>
            <a:endParaRPr lang="en-US"/>
          </a:p>
        </p:txBody>
      </p:sp>
      <p:sp>
        <p:nvSpPr>
          <p:cNvPr id="52889" name="Delivered pill">
            <a:extLst>
              <a:ext uri="{FF2B5EF4-FFF2-40B4-BE49-F238E27FC236}">
                <a16:creationId xmlns:a16="http://schemas.microsoft.com/office/drawing/2014/main" id="{782F9A13-7632-0610-549A-3896617503DC}"/>
              </a:ext>
            </a:extLst>
          </p:cNvPr>
          <p:cNvSpPr/>
          <p:nvPr/>
        </p:nvSpPr>
        <p:spPr>
          <a:xfrm>
            <a:off x="4796686" y="4914900"/>
            <a:ext cx="2340864"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DELIVERED #105 #106</a:t>
            </a:r>
          </a:p>
          <a:p>
            <a:pPr algn="ctr">
              <a:buNone/>
            </a:pPr>
            <a:r>
              <a:rPr lang="en-US" sz="100">
                <a:effectLst/>
              </a:rPr>
              <a:t> </a:t>
            </a:r>
            <a:endParaRPr lang="en-US"/>
          </a:p>
        </p:txBody>
      </p:sp>
      <p:sp>
        <p:nvSpPr>
          <p:cNvPr id="52914" name="Gate disc">
            <a:extLst>
              <a:ext uri="{FF2B5EF4-FFF2-40B4-BE49-F238E27FC236}">
                <a16:creationId xmlns:a16="http://schemas.microsoft.com/office/drawing/2014/main" id="{A7A04E04-72D5-9EF8-6C79-029CD3207D23}"/>
              </a:ext>
            </a:extLst>
          </p:cNvPr>
          <p:cNvSpPr/>
          <p:nvPr/>
        </p:nvSpPr>
        <p:spPr>
          <a:xfrm>
            <a:off x="10204704" y="4434840"/>
            <a:ext cx="841248" cy="841248"/>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2940" name="Gate label">
            <a:extLst>
              <a:ext uri="{FF2B5EF4-FFF2-40B4-BE49-F238E27FC236}">
                <a16:creationId xmlns:a16="http://schemas.microsoft.com/office/drawing/2014/main" id="{5C63FED8-B47C-306B-3681-E9419D055FC1}"/>
              </a:ext>
            </a:extLst>
          </p:cNvPr>
          <p:cNvSpPr/>
          <p:nvPr/>
        </p:nvSpPr>
        <p:spPr>
          <a:xfrm>
            <a:off x="9710928" y="5330952"/>
            <a:ext cx="1828800"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173F35"/>
                </a:solidFill>
                <a:effectLst/>
                <a:latin typeface="Arial" panose="020B0604020202020204" pitchFamily="34" charset="0"/>
              </a:rPr>
              <a:t>Accept / reject</a:t>
            </a:r>
          </a:p>
          <a:p>
            <a:pPr algn="ctr">
              <a:buNone/>
            </a:pPr>
            <a:r>
              <a:rPr lang="en-US" sz="1400" b="1">
                <a:solidFill>
                  <a:srgbClr val="173F35"/>
                </a:solidFill>
                <a:effectLst/>
                <a:latin typeface="Arial" panose="020B0604020202020204" pitchFamily="34" charset="0"/>
              </a:rPr>
              <a:t>with reason</a:t>
            </a:r>
            <a:endParaRPr lang="en-US"/>
          </a:p>
        </p:txBody>
      </p:sp>
      <p:sp>
        <p:nvSpPr>
          <p:cNvPr id="52967" name="Statement 3">
            <a:extLst>
              <a:ext uri="{FF2B5EF4-FFF2-40B4-BE49-F238E27FC236}">
                <a16:creationId xmlns:a16="http://schemas.microsoft.com/office/drawing/2014/main" id="{F70B6219-03B8-8B34-6A0E-49604420CD7D}"/>
              </a:ext>
            </a:extLst>
          </p:cNvPr>
          <p:cNvSpPr/>
          <p:nvPr/>
        </p:nvSpPr>
        <p:spPr>
          <a:xfrm>
            <a:off x="548640" y="5343488"/>
            <a:ext cx="685800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Every suggestion is accepted or rejected with a reason</a:t>
            </a:r>
          </a:p>
          <a:p>
            <a:pPr algn="l">
              <a:buNone/>
            </a:pPr>
            <a:r>
              <a:rPr lang="en-US" sz="100">
                <a:effectLst/>
              </a:rPr>
              <a:t> </a:t>
            </a:r>
            <a:endParaRPr lang="en-US"/>
          </a:p>
        </p:txBody>
      </p:sp>
      <p:pic>
        <p:nvPicPr>
          <p:cNvPr id="52968" name="Azure OpenAI icon" descr="Azure OpenAI icon (official Azure icon)">
            <a:extLst>
              <a:ext uri="{FF2B5EF4-FFF2-40B4-BE49-F238E27FC236}">
                <a16:creationId xmlns:a16="http://schemas.microsoft.com/office/drawing/2014/main" id="{75ECE118-507E-E291-BC73-26F94FCC2276}"/>
              </a:ext>
            </a:extLst>
          </p:cNvPr>
          <p:cNvPicPr>
            <a:picLocks noChangeAspect="1"/>
          </p:cNvPicPr>
          <p:nvPr/>
        </p:nvPicPr>
        <p:blipFill>
          <a:blip r:embed="rId3"/>
          <a:stretch>
            <a:fillRect/>
          </a:stretch>
        </p:blipFill>
        <p:spPr>
          <a:xfrm>
            <a:off x="8262112" y="2615184"/>
            <a:ext cx="384048" cy="384048"/>
          </a:xfrm>
          <a:prstGeom prst="rect">
            <a:avLst/>
          </a:prstGeom>
        </p:spPr>
      </p:pic>
      <p:pic>
        <p:nvPicPr>
          <p:cNvPr id="52969" name="Gate icon" descr="Approval gate icon">
            <a:extLst>
              <a:ext uri="{FF2B5EF4-FFF2-40B4-BE49-F238E27FC236}">
                <a16:creationId xmlns:a16="http://schemas.microsoft.com/office/drawing/2014/main" id="{454FF3F0-B91D-8AE7-D1AF-BBF55222DA65}"/>
              </a:ext>
            </a:extLst>
          </p:cNvPr>
          <p:cNvPicPr>
            <a:picLocks noChangeAspect="1"/>
          </p:cNvPicPr>
          <p:nvPr/>
        </p:nvPicPr>
        <p:blipFill>
          <a:blip r:embed="rId4"/>
          <a:stretch>
            <a:fillRect/>
          </a:stretch>
        </p:blipFill>
        <p:spPr>
          <a:xfrm>
            <a:off x="10351008" y="4581144"/>
            <a:ext cx="548640" cy="548640"/>
          </a:xfrm>
          <a:prstGeom prst="rect">
            <a:avLst/>
          </a:prstGeom>
        </p:spPr>
      </p:pic>
    </p:spTree>
    <p:extLst>
      <p:ext uri="{BB962C8B-B14F-4D97-AF65-F5344CB8AC3E}">
        <p14:creationId xmlns:p14="http://schemas.microsoft.com/office/powerpoint/2010/main" val="266176729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65966" name="Eyebrow">
            <a:extLst>
              <a:ext uri="{FF2B5EF4-FFF2-40B4-BE49-F238E27FC236}">
                <a16:creationId xmlns:a16="http://schemas.microsoft.com/office/drawing/2014/main" id="{AAA73CC0-345A-5DBC-7B0F-E8C56A43E66B}"/>
              </a:ext>
            </a:extLst>
          </p:cNvPr>
          <p:cNvSpPr/>
          <p:nvPr/>
        </p:nvSpPr>
        <p:spPr>
          <a:xfrm>
            <a:off x="548640" y="365760"/>
            <a:ext cx="420624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4 · BUILT TO BE TRUSTED</a:t>
            </a:r>
          </a:p>
          <a:p>
            <a:pPr algn="l">
              <a:buNone/>
            </a:pPr>
            <a:r>
              <a:rPr lang="en-US" sz="100">
                <a:effectLst/>
              </a:rPr>
              <a:t> </a:t>
            </a:r>
            <a:endParaRPr lang="en-US"/>
          </a:p>
        </p:txBody>
      </p:sp>
      <p:sp>
        <p:nvSpPr>
          <p:cNvPr id="65968" name="Slide title">
            <a:extLst>
              <a:ext uri="{FF2B5EF4-FFF2-40B4-BE49-F238E27FC236}">
                <a16:creationId xmlns:a16="http://schemas.microsoft.com/office/drawing/2014/main" id="{A2538438-B304-218A-F349-E37605D6D465}"/>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Secure by design: every home record</a:t>
            </a:r>
          </a:p>
          <a:p>
            <a:pPr algn="l">
              <a:buNone/>
            </a:pPr>
            <a:r>
              <a:rPr lang="en-US" sz="3200" b="1">
                <a:solidFill>
                  <a:srgbClr val="173F35"/>
                </a:solidFill>
                <a:effectLst/>
                <a:latin typeface="Arial" panose="020B0604020202020204" pitchFamily="34" charset="0"/>
              </a:rPr>
              <a:t>sits inside three boundaries.</a:t>
            </a:r>
            <a:endParaRPr lang="en-US"/>
          </a:p>
        </p:txBody>
      </p:sp>
      <p:sp>
        <p:nvSpPr>
          <p:cNvPr id="65971" name="Footer sources">
            <a:extLst>
              <a:ext uri="{FF2B5EF4-FFF2-40B4-BE49-F238E27FC236}">
                <a16:creationId xmlns:a16="http://schemas.microsoft.com/office/drawing/2014/main" id="{E44B5BCF-80BC-6F07-D14B-A16B3B940CC5}"/>
              </a:ext>
            </a:extLst>
          </p:cNvPr>
          <p:cNvSpPr/>
          <p:nvPr/>
        </p:nvSpPr>
        <p:spPr>
          <a:xfrm>
            <a:off x="548640" y="5943600"/>
            <a:ext cx="841248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infra/main.bicep · architecture README · ADR 0002 decision 6 · PRD NFR-003 · BRD no-self-approval rules · AMA Plan #80, #102, #143</a:t>
            </a:r>
          </a:p>
          <a:p>
            <a:pPr algn="l">
              <a:buNone/>
            </a:pPr>
            <a:r>
              <a:rPr lang="en-US" sz="100">
                <a:effectLst/>
              </a:rPr>
              <a:t> </a:t>
            </a:r>
            <a:endParaRPr lang="en-US"/>
          </a:p>
        </p:txBody>
      </p:sp>
      <p:sp>
        <p:nvSpPr>
          <p:cNvPr id="65975" name="Footer navigation">
            <a:extLst>
              <a:ext uri="{FF2B5EF4-FFF2-40B4-BE49-F238E27FC236}">
                <a16:creationId xmlns:a16="http://schemas.microsoft.com/office/drawing/2014/main" id="{A5235A33-B091-8688-3BD4-B923343F6065}"/>
              </a:ext>
            </a:extLst>
          </p:cNvPr>
          <p:cNvSpPr/>
          <p:nvPr/>
        </p:nvSpPr>
        <p:spPr>
          <a:xfrm>
            <a:off x="8900160" y="6126480"/>
            <a:ext cx="2743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S16 · Answers: B10 · B19 · B22</a:t>
            </a:r>
          </a:p>
          <a:p>
            <a:pPr algn="r">
              <a:buNone/>
            </a:pPr>
            <a:r>
              <a:rPr lang="en-US" sz="100">
                <a:effectLst/>
              </a:rPr>
              <a:t> </a:t>
            </a:r>
            <a:endParaRPr lang="en-US"/>
          </a:p>
        </p:txBody>
      </p:sp>
      <p:sp>
        <p:nvSpPr>
          <p:cNvPr id="65980" name="Card staff browser">
            <a:extLst>
              <a:ext uri="{FF2B5EF4-FFF2-40B4-BE49-F238E27FC236}">
                <a16:creationId xmlns:a16="http://schemas.microsoft.com/office/drawing/2014/main" id="{DC979B01-2E17-BC07-5213-E292E71294D2}"/>
              </a:ext>
            </a:extLst>
          </p:cNvPr>
          <p:cNvSpPr/>
          <p:nvPr/>
        </p:nvSpPr>
        <p:spPr>
          <a:xfrm>
            <a:off x="3300984" y="3191256"/>
            <a:ext cx="1325880" cy="78028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5986" name="Card Container Apps API">
            <a:extLst>
              <a:ext uri="{FF2B5EF4-FFF2-40B4-BE49-F238E27FC236}">
                <a16:creationId xmlns:a16="http://schemas.microsoft.com/office/drawing/2014/main" id="{590E2C6F-0AF2-8066-34F2-93F827DCDFD0}"/>
              </a:ext>
            </a:extLst>
          </p:cNvPr>
          <p:cNvSpPr/>
          <p:nvPr/>
        </p:nvSpPr>
        <p:spPr>
          <a:xfrm>
            <a:off x="4892040" y="3191256"/>
            <a:ext cx="2212848" cy="960120"/>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5993" name="Card Azure SQL">
            <a:extLst>
              <a:ext uri="{FF2B5EF4-FFF2-40B4-BE49-F238E27FC236}">
                <a16:creationId xmlns:a16="http://schemas.microsoft.com/office/drawing/2014/main" id="{128F3044-B2EC-B2A3-9A70-D93218E1D9B7}"/>
              </a:ext>
            </a:extLst>
          </p:cNvPr>
          <p:cNvSpPr/>
          <p:nvPr/>
        </p:nvSpPr>
        <p:spPr>
          <a:xfrm>
            <a:off x="7443216" y="2944368"/>
            <a:ext cx="1577570" cy="1179576"/>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001" name="Card Azure Blob">
            <a:extLst>
              <a:ext uri="{FF2B5EF4-FFF2-40B4-BE49-F238E27FC236}">
                <a16:creationId xmlns:a16="http://schemas.microsoft.com/office/drawing/2014/main" id="{D20081C8-7AC4-9A34-F7DD-E482AD672205}"/>
              </a:ext>
            </a:extLst>
          </p:cNvPr>
          <p:cNvSpPr/>
          <p:nvPr/>
        </p:nvSpPr>
        <p:spPr>
          <a:xfrm>
            <a:off x="9057362" y="2944368"/>
            <a:ext cx="1205792" cy="1179576"/>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010" name="Scoped model calls zone">
            <a:extLst>
              <a:ext uri="{FF2B5EF4-FFF2-40B4-BE49-F238E27FC236}">
                <a16:creationId xmlns:a16="http://schemas.microsoft.com/office/drawing/2014/main" id="{B19C2637-E27F-507C-ACAE-C469CF852175}"/>
              </a:ext>
            </a:extLst>
          </p:cNvPr>
          <p:cNvSpPr/>
          <p:nvPr/>
        </p:nvSpPr>
        <p:spPr>
          <a:xfrm>
            <a:off x="4041006" y="4471416"/>
            <a:ext cx="3807594" cy="780288"/>
          </a:xfrm>
          <a:prstGeom prst="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020" name="Card Azure OpenAI">
            <a:extLst>
              <a:ext uri="{FF2B5EF4-FFF2-40B4-BE49-F238E27FC236}">
                <a16:creationId xmlns:a16="http://schemas.microsoft.com/office/drawing/2014/main" id="{5324DB1B-867A-C6E4-A55F-27A84570E92C}"/>
              </a:ext>
            </a:extLst>
          </p:cNvPr>
          <p:cNvSpPr/>
          <p:nvPr/>
        </p:nvSpPr>
        <p:spPr>
          <a:xfrm>
            <a:off x="4123302" y="4675632"/>
            <a:ext cx="1990693" cy="493776"/>
          </a:xfrm>
          <a:prstGeom prst="rect">
            <a:avLst/>
          </a:prstGeom>
          <a:solidFill>
            <a:srgbClr val="FFFFFF"/>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031" name="Card Decision 1">
            <a:extLst>
              <a:ext uri="{FF2B5EF4-FFF2-40B4-BE49-F238E27FC236}">
                <a16:creationId xmlns:a16="http://schemas.microsoft.com/office/drawing/2014/main" id="{19A3F976-8CE9-AF43-1D87-6BA7990E0420}"/>
              </a:ext>
            </a:extLst>
          </p:cNvPr>
          <p:cNvSpPr/>
          <p:nvPr/>
        </p:nvSpPr>
        <p:spPr>
          <a:xfrm>
            <a:off x="6196291" y="4675632"/>
            <a:ext cx="1570013" cy="493776"/>
          </a:xfrm>
          <a:prstGeom prst="rect">
            <a:avLst/>
          </a:prstGeom>
          <a:solidFill>
            <a:srgbClr val="FFFFFF"/>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043" name="Arrow browser to API">
            <a:extLst>
              <a:ext uri="{FF2B5EF4-FFF2-40B4-BE49-F238E27FC236}">
                <a16:creationId xmlns:a16="http://schemas.microsoft.com/office/drawing/2014/main" id="{57FA41BA-5EC8-A6A4-D071-708CF2624D6E}"/>
              </a:ext>
            </a:extLst>
          </p:cNvPr>
          <p:cNvSpPr/>
          <p:nvPr/>
        </p:nvSpPr>
        <p:spPr>
          <a:xfrm>
            <a:off x="4672584" y="3489960"/>
            <a:ext cx="173736" cy="18288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056" name="Arrow API to data">
            <a:extLst>
              <a:ext uri="{FF2B5EF4-FFF2-40B4-BE49-F238E27FC236}">
                <a16:creationId xmlns:a16="http://schemas.microsoft.com/office/drawing/2014/main" id="{7BC58E2E-7F79-7D9F-A166-BD49643F7A4C}"/>
              </a:ext>
            </a:extLst>
          </p:cNvPr>
          <p:cNvSpPr/>
          <p:nvPr/>
        </p:nvSpPr>
        <p:spPr>
          <a:xfrm>
            <a:off x="7150608" y="3566160"/>
            <a:ext cx="246888" cy="18288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070" name="Arrow API to model calls">
            <a:extLst>
              <a:ext uri="{FF2B5EF4-FFF2-40B4-BE49-F238E27FC236}">
                <a16:creationId xmlns:a16="http://schemas.microsoft.com/office/drawing/2014/main" id="{C7F40F72-C9CA-E3C0-1FF9-0E71353569A6}"/>
              </a:ext>
            </a:extLst>
          </p:cNvPr>
          <p:cNvSpPr/>
          <p:nvPr/>
        </p:nvSpPr>
        <p:spPr>
          <a:xfrm>
            <a:off x="6658660" y="4197096"/>
            <a:ext cx="228600" cy="228600"/>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085" name="Browser text">
            <a:extLst>
              <a:ext uri="{FF2B5EF4-FFF2-40B4-BE49-F238E27FC236}">
                <a16:creationId xmlns:a16="http://schemas.microsoft.com/office/drawing/2014/main" id="{687CECAB-D171-73D8-8B3C-538AEE8F5D6A}"/>
              </a:ext>
            </a:extLst>
          </p:cNvPr>
          <p:cNvSpPr/>
          <p:nvPr/>
        </p:nvSpPr>
        <p:spPr>
          <a:xfrm>
            <a:off x="3246120" y="3246120"/>
            <a:ext cx="1435608"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Staff browser</a:t>
            </a:r>
          </a:p>
          <a:p>
            <a:pPr algn="l">
              <a:buNone/>
            </a:pPr>
            <a:r>
              <a:rPr lang="en-US" sz="1200">
                <a:solidFill>
                  <a:srgbClr val="173F35"/>
                </a:solidFill>
                <a:effectLst/>
                <a:latin typeface="Arial" panose="020B0604020202020204" pitchFamily="34" charset="0"/>
              </a:rPr>
              <a:t>Resident-assisted</a:t>
            </a:r>
          </a:p>
          <a:p>
            <a:pPr algn="l">
              <a:buNone/>
            </a:pPr>
            <a:r>
              <a:rPr lang="en-US" sz="1200">
                <a:solidFill>
                  <a:srgbClr val="173F35"/>
                </a:solidFill>
                <a:effectLst/>
                <a:latin typeface="Arial" panose="020B0604020202020204" pitchFamily="34" charset="0"/>
              </a:rPr>
              <a:t>routes</a:t>
            </a:r>
            <a:endParaRPr lang="en-US"/>
          </a:p>
        </p:txBody>
      </p:sp>
      <p:sp>
        <p:nvSpPr>
          <p:cNvPr id="66101" name="API title">
            <a:extLst>
              <a:ext uri="{FF2B5EF4-FFF2-40B4-BE49-F238E27FC236}">
                <a16:creationId xmlns:a16="http://schemas.microsoft.com/office/drawing/2014/main" id="{84AE2C80-08D0-C2A5-C410-03BDF53A22F0}"/>
              </a:ext>
            </a:extLst>
          </p:cNvPr>
          <p:cNvSpPr/>
          <p:nvPr/>
        </p:nvSpPr>
        <p:spPr>
          <a:xfrm>
            <a:off x="5285232" y="3200744"/>
            <a:ext cx="1856232"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Container Apps API</a:t>
            </a:r>
          </a:p>
          <a:p>
            <a:pPr algn="l">
              <a:buNone/>
            </a:pPr>
            <a:r>
              <a:rPr lang="en-US" sz="100">
                <a:effectLst/>
              </a:rPr>
              <a:t> </a:t>
            </a:r>
            <a:endParaRPr lang="en-US"/>
          </a:p>
        </p:txBody>
      </p:sp>
      <p:sp>
        <p:nvSpPr>
          <p:cNvPr id="66118" name="API body">
            <a:extLst>
              <a:ext uri="{FF2B5EF4-FFF2-40B4-BE49-F238E27FC236}">
                <a16:creationId xmlns:a16="http://schemas.microsoft.com/office/drawing/2014/main" id="{82FF1EF2-FDD2-F939-2566-8BAB51C18246}"/>
              </a:ext>
            </a:extLst>
          </p:cNvPr>
          <p:cNvSpPr/>
          <p:nvPr/>
        </p:nvSpPr>
        <p:spPr>
          <a:xfrm>
            <a:off x="4873752" y="3639312"/>
            <a:ext cx="2249424"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173F35"/>
                </a:solidFill>
                <a:effectLst/>
                <a:latin typeface="Arial" panose="020B0604020202020204" pitchFamily="34" charset="0"/>
              </a:rPr>
              <a:t>Workflow · permissions · five bounded assistants</a:t>
            </a:r>
          </a:p>
          <a:p>
            <a:pPr algn="l">
              <a:buNone/>
            </a:pPr>
            <a:r>
              <a:rPr lang="en-US" sz="100">
                <a:effectLst/>
              </a:rPr>
              <a:t> </a:t>
            </a:r>
            <a:endParaRPr lang="en-US"/>
          </a:p>
        </p:txBody>
      </p:sp>
      <p:sp>
        <p:nvSpPr>
          <p:cNvPr id="66218" name="Model zone label">
            <a:extLst>
              <a:ext uri="{FF2B5EF4-FFF2-40B4-BE49-F238E27FC236}">
                <a16:creationId xmlns:a16="http://schemas.microsoft.com/office/drawing/2014/main" id="{D6FC0720-828B-88EA-BEB8-56D35113439F}"/>
              </a:ext>
            </a:extLst>
          </p:cNvPr>
          <p:cNvSpPr/>
          <p:nvPr/>
        </p:nvSpPr>
        <p:spPr>
          <a:xfrm>
            <a:off x="4123302" y="4311396"/>
            <a:ext cx="2322576" cy="320040"/>
          </a:xfrm>
          <a:prstGeom prst="round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3F2A72"/>
                </a:solidFill>
                <a:effectLst/>
                <a:latin typeface="Arial" panose="020B0604020202020204" pitchFamily="34" charset="0"/>
              </a:rPr>
              <a:t>SCOPED MODEL CALLS</a:t>
            </a:r>
          </a:p>
          <a:p>
            <a:pPr algn="ctr">
              <a:buNone/>
            </a:pPr>
            <a:r>
              <a:rPr lang="en-US" sz="100">
                <a:effectLst/>
              </a:rPr>
              <a:t> </a:t>
            </a:r>
            <a:endParaRPr lang="en-US"/>
          </a:p>
        </p:txBody>
      </p:sp>
      <p:sp>
        <p:nvSpPr>
          <p:cNvPr id="66241" name="Azure OpenAI text">
            <a:extLst>
              <a:ext uri="{FF2B5EF4-FFF2-40B4-BE49-F238E27FC236}">
                <a16:creationId xmlns:a16="http://schemas.microsoft.com/office/drawing/2014/main" id="{65305AD2-3B41-8196-B798-8072ABA1F9D5}"/>
              </a:ext>
            </a:extLst>
          </p:cNvPr>
          <p:cNvSpPr/>
          <p:nvPr/>
        </p:nvSpPr>
        <p:spPr>
          <a:xfrm>
            <a:off x="4516494" y="4678680"/>
            <a:ext cx="1634077"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Azure OpenAI</a:t>
            </a:r>
          </a:p>
          <a:p>
            <a:pPr algn="l">
              <a:buNone/>
            </a:pPr>
            <a:r>
              <a:rPr lang="en-US" sz="1200">
                <a:solidFill>
                  <a:srgbClr val="173F35"/>
                </a:solidFill>
                <a:effectLst/>
                <a:latin typeface="Arial" panose="020B0604020202020204" pitchFamily="34" charset="0"/>
              </a:rPr>
              <a:t>gpt-4.1-mini · gpt-4.1</a:t>
            </a:r>
            <a:endParaRPr lang="en-US"/>
          </a:p>
        </p:txBody>
      </p:sp>
      <p:sp>
        <p:nvSpPr>
          <p:cNvPr id="66265" name="Decision 1 text">
            <a:extLst>
              <a:ext uri="{FF2B5EF4-FFF2-40B4-BE49-F238E27FC236}">
                <a16:creationId xmlns:a16="http://schemas.microsoft.com/office/drawing/2014/main" id="{989186AA-BF7C-F834-B88F-765A07D4C130}"/>
              </a:ext>
            </a:extLst>
          </p:cNvPr>
          <p:cNvSpPr/>
          <p:nvPr/>
        </p:nvSpPr>
        <p:spPr>
          <a:xfrm>
            <a:off x="6178003" y="4678680"/>
            <a:ext cx="1606589"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Decision 1</a:t>
            </a:r>
          </a:p>
          <a:p>
            <a:pPr algn="l">
              <a:buNone/>
            </a:pPr>
            <a:r>
              <a:rPr lang="en-US" sz="1200">
                <a:solidFill>
                  <a:srgbClr val="173F35"/>
                </a:solidFill>
                <a:effectLst/>
                <a:latin typeface="Arial" panose="020B0604020202020204" pitchFamily="34" charset="0"/>
              </a:rPr>
              <a:t>gated candidate path</a:t>
            </a:r>
            <a:endParaRPr lang="en-US"/>
          </a:p>
        </p:txBody>
      </p:sp>
      <p:pic>
        <p:nvPicPr>
          <p:cNvPr id="66266" name="Azure Container Apps icon" descr="Azure Container Apps icon (official Azure icon)">
            <a:extLst>
              <a:ext uri="{FF2B5EF4-FFF2-40B4-BE49-F238E27FC236}">
                <a16:creationId xmlns:a16="http://schemas.microsoft.com/office/drawing/2014/main" id="{B542BDA5-2AC3-3010-819C-4B7ED5506A83}"/>
              </a:ext>
            </a:extLst>
          </p:cNvPr>
          <p:cNvPicPr>
            <a:picLocks noChangeAspect="1"/>
          </p:cNvPicPr>
          <p:nvPr/>
        </p:nvPicPr>
        <p:blipFill>
          <a:blip r:embed="rId3"/>
          <a:stretch>
            <a:fillRect/>
          </a:stretch>
        </p:blipFill>
        <p:spPr>
          <a:xfrm>
            <a:off x="4946904" y="3246120"/>
            <a:ext cx="384048" cy="384048"/>
          </a:xfrm>
          <a:prstGeom prst="rect">
            <a:avLst/>
          </a:prstGeom>
        </p:spPr>
      </p:pic>
      <p:pic>
        <p:nvPicPr>
          <p:cNvPr id="66267" name="Azure SQL icon" descr="Azure SQL icon (official Azure icon)">
            <a:extLst>
              <a:ext uri="{FF2B5EF4-FFF2-40B4-BE49-F238E27FC236}">
                <a16:creationId xmlns:a16="http://schemas.microsoft.com/office/drawing/2014/main" id="{8508ECC8-3C6D-DFE5-42C0-3B9D46303A5F}"/>
              </a:ext>
            </a:extLst>
          </p:cNvPr>
          <p:cNvPicPr>
            <a:picLocks noChangeAspect="1"/>
          </p:cNvPicPr>
          <p:nvPr/>
        </p:nvPicPr>
        <p:blipFill>
          <a:blip r:embed="rId4"/>
          <a:stretch>
            <a:fillRect/>
          </a:stretch>
        </p:blipFill>
        <p:spPr>
          <a:xfrm>
            <a:off x="7461593" y="3059430"/>
            <a:ext cx="320040" cy="320040"/>
          </a:xfrm>
          <a:prstGeom prst="rect">
            <a:avLst/>
          </a:prstGeom>
        </p:spPr>
      </p:pic>
      <p:pic>
        <p:nvPicPr>
          <p:cNvPr id="66268" name="Azure Storage (Blob) icon" descr="Azure Storage (Blob) icon (official Azure icon)">
            <a:extLst>
              <a:ext uri="{FF2B5EF4-FFF2-40B4-BE49-F238E27FC236}">
                <a16:creationId xmlns:a16="http://schemas.microsoft.com/office/drawing/2014/main" id="{41652622-A693-BCC9-2E67-7E20D0FFE61A}"/>
              </a:ext>
            </a:extLst>
          </p:cNvPr>
          <p:cNvPicPr>
            <a:picLocks noChangeAspect="1"/>
          </p:cNvPicPr>
          <p:nvPr/>
        </p:nvPicPr>
        <p:blipFill>
          <a:blip r:embed="rId5"/>
          <a:stretch>
            <a:fillRect/>
          </a:stretch>
        </p:blipFill>
        <p:spPr>
          <a:xfrm>
            <a:off x="9112619" y="3059430"/>
            <a:ext cx="320040" cy="320040"/>
          </a:xfrm>
          <a:prstGeom prst="rect">
            <a:avLst/>
          </a:prstGeom>
        </p:spPr>
      </p:pic>
      <p:pic>
        <p:nvPicPr>
          <p:cNvPr id="66269" name="Azure OpenAI icon" descr="Azure OpenAI icon (official Azure icon)">
            <a:extLst>
              <a:ext uri="{FF2B5EF4-FFF2-40B4-BE49-F238E27FC236}">
                <a16:creationId xmlns:a16="http://schemas.microsoft.com/office/drawing/2014/main" id="{02E0B182-F372-A6D2-6FC8-48B885587052}"/>
              </a:ext>
            </a:extLst>
          </p:cNvPr>
          <p:cNvPicPr>
            <a:picLocks noChangeAspect="1"/>
          </p:cNvPicPr>
          <p:nvPr/>
        </p:nvPicPr>
        <p:blipFill>
          <a:blip r:embed="rId6"/>
          <a:stretch>
            <a:fillRect/>
          </a:stretch>
        </p:blipFill>
        <p:spPr>
          <a:xfrm>
            <a:off x="4178166" y="4730496"/>
            <a:ext cx="384048" cy="384048"/>
          </a:xfrm>
          <a:prstGeom prst="rect">
            <a:avLst/>
          </a:prstGeom>
        </p:spPr>
      </p:pic>
      <p:sp>
        <p:nvSpPr>
          <p:cNvPr id="67267" name="Azure SQL text">
            <a:extLst>
              <a:ext uri="{FF2B5EF4-FFF2-40B4-BE49-F238E27FC236}">
                <a16:creationId xmlns:a16="http://schemas.microsoft.com/office/drawing/2014/main" id="{B1CA1FFB-1C5A-F35B-8873-010DF4ADE6A6}"/>
              </a:ext>
            </a:extLst>
          </p:cNvPr>
          <p:cNvSpPr/>
          <p:nvPr/>
        </p:nvSpPr>
        <p:spPr>
          <a:xfrm>
            <a:off x="7415784" y="3384042"/>
            <a:ext cx="1632434"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Azure SQL</a:t>
            </a:r>
          </a:p>
          <a:p>
            <a:pPr algn="l">
              <a:buNone/>
            </a:pPr>
            <a:r>
              <a:rPr lang="en-US" sz="1200">
                <a:solidFill>
                  <a:srgbClr val="173F35"/>
                </a:solidFill>
                <a:effectLst/>
                <a:latin typeface="Arial" panose="020B0604020202020204" pitchFamily="34" charset="0"/>
              </a:rPr>
              <a:t>Cases, proposals, audit · ledger checks</a:t>
            </a:r>
            <a:endParaRPr lang="en-US"/>
          </a:p>
        </p:txBody>
      </p:sp>
      <p:sp>
        <p:nvSpPr>
          <p:cNvPr id="67269" name="Azure Blob text">
            <a:extLst>
              <a:ext uri="{FF2B5EF4-FFF2-40B4-BE49-F238E27FC236}">
                <a16:creationId xmlns:a16="http://schemas.microsoft.com/office/drawing/2014/main" id="{D8DC6089-6347-8A03-CEE9-A64DB74168EE}"/>
              </a:ext>
            </a:extLst>
          </p:cNvPr>
          <p:cNvSpPr/>
          <p:nvPr/>
        </p:nvSpPr>
        <p:spPr>
          <a:xfrm>
            <a:off x="9029930" y="3384042"/>
            <a:ext cx="1260656"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Azure Blob</a:t>
            </a:r>
          </a:p>
          <a:p>
            <a:pPr algn="l">
              <a:buNone/>
            </a:pPr>
            <a:r>
              <a:rPr lang="en-US" sz="1200">
                <a:solidFill>
                  <a:srgbClr val="173F35"/>
                </a:solidFill>
                <a:effectLst/>
                <a:latin typeface="Arial" panose="020B0604020202020204" pitchFamily="34" charset="0"/>
              </a:rPr>
              <a:t>Evidence files · hashes in SQL</a:t>
            </a:r>
            <a:endParaRPr lang="en-US"/>
          </a:p>
        </p:txBody>
      </p:sp>
    </p:spTree>
    <p:extLst>
      <p:ext uri="{BB962C8B-B14F-4D97-AF65-F5344CB8AC3E}">
        <p14:creationId xmlns:p14="http://schemas.microsoft.com/office/powerpoint/2010/main" val="297897574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66270" name="Eyebrow">
            <a:extLst>
              <a:ext uri="{FF2B5EF4-FFF2-40B4-BE49-F238E27FC236}">
                <a16:creationId xmlns:a16="http://schemas.microsoft.com/office/drawing/2014/main" id="{405288C7-2035-BD9F-5736-7ECEDB00B251}"/>
              </a:ext>
            </a:extLst>
          </p:cNvPr>
          <p:cNvSpPr/>
          <p:nvPr/>
        </p:nvSpPr>
        <p:spPr>
          <a:xfrm>
            <a:off x="548640" y="365760"/>
            <a:ext cx="420624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4 · BUILT TO BE TRUSTED</a:t>
            </a:r>
          </a:p>
          <a:p>
            <a:pPr algn="l">
              <a:buNone/>
            </a:pPr>
            <a:r>
              <a:rPr lang="en-US" sz="100">
                <a:effectLst/>
              </a:rPr>
              <a:t> </a:t>
            </a:r>
            <a:endParaRPr lang="en-US"/>
          </a:p>
        </p:txBody>
      </p:sp>
      <p:sp>
        <p:nvSpPr>
          <p:cNvPr id="66272" name="Slide title">
            <a:extLst>
              <a:ext uri="{FF2B5EF4-FFF2-40B4-BE49-F238E27FC236}">
                <a16:creationId xmlns:a16="http://schemas.microsoft.com/office/drawing/2014/main" id="{FF7EC53C-EC6A-2801-5E8A-8D5AFB3E461C}"/>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Secure by design: every home record</a:t>
            </a:r>
          </a:p>
          <a:p>
            <a:pPr algn="l">
              <a:buNone/>
            </a:pPr>
            <a:r>
              <a:rPr lang="en-US" sz="3200" b="1">
                <a:solidFill>
                  <a:srgbClr val="173F35"/>
                </a:solidFill>
                <a:effectLst/>
                <a:latin typeface="Arial" panose="020B0604020202020204" pitchFamily="34" charset="0"/>
              </a:rPr>
              <a:t>sits inside three boundaries.</a:t>
            </a:r>
            <a:endParaRPr lang="en-US"/>
          </a:p>
        </p:txBody>
      </p:sp>
      <p:sp>
        <p:nvSpPr>
          <p:cNvPr id="66275" name="Footer sources">
            <a:extLst>
              <a:ext uri="{FF2B5EF4-FFF2-40B4-BE49-F238E27FC236}">
                <a16:creationId xmlns:a16="http://schemas.microsoft.com/office/drawing/2014/main" id="{F509940C-7F4D-1FAB-C5D9-C9DDE4B009FC}"/>
              </a:ext>
            </a:extLst>
          </p:cNvPr>
          <p:cNvSpPr/>
          <p:nvPr/>
        </p:nvSpPr>
        <p:spPr>
          <a:xfrm>
            <a:off x="548640" y="5943600"/>
            <a:ext cx="841248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infra/main.bicep · architecture README · ADR 0002 decision 6 · PRD NFR-003 · BRD no-self-approval rules · AMA Plan #80, #102, #143</a:t>
            </a:r>
          </a:p>
          <a:p>
            <a:pPr algn="l">
              <a:buNone/>
            </a:pPr>
            <a:r>
              <a:rPr lang="en-US" sz="100">
                <a:effectLst/>
              </a:rPr>
              <a:t> </a:t>
            </a:r>
            <a:endParaRPr lang="en-US"/>
          </a:p>
        </p:txBody>
      </p:sp>
      <p:sp>
        <p:nvSpPr>
          <p:cNvPr id="66279" name="Footer navigation">
            <a:extLst>
              <a:ext uri="{FF2B5EF4-FFF2-40B4-BE49-F238E27FC236}">
                <a16:creationId xmlns:a16="http://schemas.microsoft.com/office/drawing/2014/main" id="{983CA842-F69B-180D-4533-729204432925}"/>
              </a:ext>
            </a:extLst>
          </p:cNvPr>
          <p:cNvSpPr/>
          <p:nvPr/>
        </p:nvSpPr>
        <p:spPr>
          <a:xfrm>
            <a:off x="8900160" y="6126480"/>
            <a:ext cx="2743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S16 · Answers: B10 · B19 · B22</a:t>
            </a:r>
          </a:p>
          <a:p>
            <a:pPr algn="r">
              <a:buNone/>
            </a:pPr>
            <a:r>
              <a:rPr lang="en-US" sz="100">
                <a:effectLst/>
              </a:rPr>
              <a:t> </a:t>
            </a:r>
            <a:endParaRPr lang="en-US"/>
          </a:p>
        </p:txBody>
      </p:sp>
      <p:sp>
        <p:nvSpPr>
          <p:cNvPr id="66284" name="Legend">
            <a:extLst>
              <a:ext uri="{FF2B5EF4-FFF2-40B4-BE49-F238E27FC236}">
                <a16:creationId xmlns:a16="http://schemas.microsoft.com/office/drawing/2014/main" id="{BDF8D7F7-BD74-1AFB-451C-8C882038863E}"/>
              </a:ext>
            </a:extLst>
          </p:cNvPr>
          <p:cNvSpPr/>
          <p:nvPr/>
        </p:nvSpPr>
        <p:spPr>
          <a:xfrm>
            <a:off x="5334000" y="365760"/>
            <a:ext cx="630936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Filled arrow = request path · tinted region = security boundary · chip = delivery status</a:t>
            </a:r>
          </a:p>
          <a:p>
            <a:pPr algn="r">
              <a:buNone/>
            </a:pPr>
            <a:r>
              <a:rPr lang="en-US" sz="100">
                <a:effectLst/>
              </a:rPr>
              <a:t> </a:t>
            </a:r>
            <a:endParaRPr lang="en-US"/>
          </a:p>
        </p:txBody>
      </p:sp>
      <p:sp>
        <p:nvSpPr>
          <p:cNvPr id="66290" name="Region public edge">
            <a:extLst>
              <a:ext uri="{FF2B5EF4-FFF2-40B4-BE49-F238E27FC236}">
                <a16:creationId xmlns:a16="http://schemas.microsoft.com/office/drawing/2014/main" id="{BB13514F-9A4C-C2E3-FBB5-90A517B82A15}"/>
              </a:ext>
            </a:extLst>
          </p:cNvPr>
          <p:cNvSpPr/>
          <p:nvPr/>
        </p:nvSpPr>
        <p:spPr>
          <a:xfrm>
            <a:off x="548640" y="2231136"/>
            <a:ext cx="2560320" cy="964692"/>
          </a:xfrm>
          <a:prstGeom prst="roundRect">
            <a:avLst/>
          </a:prstGeom>
          <a:solidFill>
            <a:srgbClr val="FFF1D6"/>
          </a:solidFill>
          <a:ln w="15875">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297" name="Region Entra ID">
            <a:extLst>
              <a:ext uri="{FF2B5EF4-FFF2-40B4-BE49-F238E27FC236}">
                <a16:creationId xmlns:a16="http://schemas.microsoft.com/office/drawing/2014/main" id="{E53138B4-8686-28A5-66CA-D34A0749D7AC}"/>
              </a:ext>
            </a:extLst>
          </p:cNvPr>
          <p:cNvSpPr/>
          <p:nvPr/>
        </p:nvSpPr>
        <p:spPr>
          <a:xfrm>
            <a:off x="3209544" y="2231136"/>
            <a:ext cx="3986784" cy="1984248"/>
          </a:xfrm>
          <a:prstGeom prst="roundRect">
            <a:avLst/>
          </a:prstGeom>
          <a:solidFill>
            <a:srgbClr val="E8F2FB"/>
          </a:solidFill>
          <a:ln w="158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305" name="Region private network">
            <a:extLst>
              <a:ext uri="{FF2B5EF4-FFF2-40B4-BE49-F238E27FC236}">
                <a16:creationId xmlns:a16="http://schemas.microsoft.com/office/drawing/2014/main" id="{7746EB88-4E27-280D-6563-DDC30533F539}"/>
              </a:ext>
            </a:extLst>
          </p:cNvPr>
          <p:cNvSpPr/>
          <p:nvPr/>
        </p:nvSpPr>
        <p:spPr>
          <a:xfrm>
            <a:off x="7379208" y="2231136"/>
            <a:ext cx="4264152" cy="1956816"/>
          </a:xfrm>
          <a:prstGeom prst="roundRect">
            <a:avLst/>
          </a:prstGeom>
          <a:solidFill>
            <a:srgbClr val="E8F1ED"/>
          </a:solidFill>
          <a:ln w="158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314" name="Card staff browser">
            <a:extLst>
              <a:ext uri="{FF2B5EF4-FFF2-40B4-BE49-F238E27FC236}">
                <a16:creationId xmlns:a16="http://schemas.microsoft.com/office/drawing/2014/main" id="{C66BFEB6-3DB8-24B5-5CC4-38C461F0821E}"/>
              </a:ext>
            </a:extLst>
          </p:cNvPr>
          <p:cNvSpPr/>
          <p:nvPr/>
        </p:nvSpPr>
        <p:spPr>
          <a:xfrm>
            <a:off x="3300984" y="3191256"/>
            <a:ext cx="1325880" cy="78028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324" name="Card Container Apps API">
            <a:extLst>
              <a:ext uri="{FF2B5EF4-FFF2-40B4-BE49-F238E27FC236}">
                <a16:creationId xmlns:a16="http://schemas.microsoft.com/office/drawing/2014/main" id="{2599C042-F58E-D9D7-526A-5233AD774FD1}"/>
              </a:ext>
            </a:extLst>
          </p:cNvPr>
          <p:cNvSpPr/>
          <p:nvPr/>
        </p:nvSpPr>
        <p:spPr>
          <a:xfrm>
            <a:off x="4892040" y="3191256"/>
            <a:ext cx="2212848" cy="960120"/>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335" name="Card Azure SQL">
            <a:extLst>
              <a:ext uri="{FF2B5EF4-FFF2-40B4-BE49-F238E27FC236}">
                <a16:creationId xmlns:a16="http://schemas.microsoft.com/office/drawing/2014/main" id="{EA541CD9-6F72-CFFE-B052-AE2070820727}"/>
              </a:ext>
            </a:extLst>
          </p:cNvPr>
          <p:cNvSpPr/>
          <p:nvPr/>
        </p:nvSpPr>
        <p:spPr>
          <a:xfrm>
            <a:off x="7443216" y="2944368"/>
            <a:ext cx="1577570" cy="1179576"/>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347" name="Card Azure Blob">
            <a:extLst>
              <a:ext uri="{FF2B5EF4-FFF2-40B4-BE49-F238E27FC236}">
                <a16:creationId xmlns:a16="http://schemas.microsoft.com/office/drawing/2014/main" id="{60195E23-CB8E-76B1-7D79-FAC5F7DF6C1F}"/>
              </a:ext>
            </a:extLst>
          </p:cNvPr>
          <p:cNvSpPr/>
          <p:nvPr/>
        </p:nvSpPr>
        <p:spPr>
          <a:xfrm>
            <a:off x="9057362" y="2944368"/>
            <a:ext cx="1205792" cy="1179576"/>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360" name="Card Key Vault">
            <a:extLst>
              <a:ext uri="{FF2B5EF4-FFF2-40B4-BE49-F238E27FC236}">
                <a16:creationId xmlns:a16="http://schemas.microsoft.com/office/drawing/2014/main" id="{A5EE0BB3-1A82-568D-4F01-0667E92D0021}"/>
              </a:ext>
            </a:extLst>
          </p:cNvPr>
          <p:cNvSpPr/>
          <p:nvPr/>
        </p:nvSpPr>
        <p:spPr>
          <a:xfrm>
            <a:off x="10299730" y="2944368"/>
            <a:ext cx="1279621" cy="1179576"/>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374" name="Card Operate">
            <a:extLst>
              <a:ext uri="{FF2B5EF4-FFF2-40B4-BE49-F238E27FC236}">
                <a16:creationId xmlns:a16="http://schemas.microsoft.com/office/drawing/2014/main" id="{71A39DED-7522-BA27-C66F-74217AA9369F}"/>
              </a:ext>
            </a:extLst>
          </p:cNvPr>
          <p:cNvSpPr/>
          <p:nvPr/>
        </p:nvSpPr>
        <p:spPr>
          <a:xfrm>
            <a:off x="548640" y="3419856"/>
            <a:ext cx="2560320" cy="78028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389" name="Scoped model calls zone">
            <a:extLst>
              <a:ext uri="{FF2B5EF4-FFF2-40B4-BE49-F238E27FC236}">
                <a16:creationId xmlns:a16="http://schemas.microsoft.com/office/drawing/2014/main" id="{E391B81F-049A-09CE-160A-F5A71785E7DE}"/>
              </a:ext>
            </a:extLst>
          </p:cNvPr>
          <p:cNvSpPr/>
          <p:nvPr/>
        </p:nvSpPr>
        <p:spPr>
          <a:xfrm>
            <a:off x="4041006" y="4471416"/>
            <a:ext cx="3807594" cy="780288"/>
          </a:xfrm>
          <a:prstGeom prst="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405" name="Card Azure OpenAI">
            <a:extLst>
              <a:ext uri="{FF2B5EF4-FFF2-40B4-BE49-F238E27FC236}">
                <a16:creationId xmlns:a16="http://schemas.microsoft.com/office/drawing/2014/main" id="{31980D45-0BC8-5CFA-F76B-B991FE10F14D}"/>
              </a:ext>
            </a:extLst>
          </p:cNvPr>
          <p:cNvSpPr/>
          <p:nvPr/>
        </p:nvSpPr>
        <p:spPr>
          <a:xfrm>
            <a:off x="4123302" y="4675632"/>
            <a:ext cx="1990693" cy="493776"/>
          </a:xfrm>
          <a:prstGeom prst="rect">
            <a:avLst/>
          </a:prstGeom>
          <a:solidFill>
            <a:srgbClr val="FFFFFF"/>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422" name="Card Decision 1">
            <a:extLst>
              <a:ext uri="{FF2B5EF4-FFF2-40B4-BE49-F238E27FC236}">
                <a16:creationId xmlns:a16="http://schemas.microsoft.com/office/drawing/2014/main" id="{8D7AD373-AA47-B10F-60EA-1CD56B8E45D0}"/>
              </a:ext>
            </a:extLst>
          </p:cNvPr>
          <p:cNvSpPr/>
          <p:nvPr/>
        </p:nvSpPr>
        <p:spPr>
          <a:xfrm>
            <a:off x="6196291" y="4675632"/>
            <a:ext cx="1570013" cy="493776"/>
          </a:xfrm>
          <a:prstGeom prst="rect">
            <a:avLst/>
          </a:prstGeom>
          <a:solidFill>
            <a:srgbClr val="FFFFFF"/>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440" name="Arrow browser to API">
            <a:extLst>
              <a:ext uri="{FF2B5EF4-FFF2-40B4-BE49-F238E27FC236}">
                <a16:creationId xmlns:a16="http://schemas.microsoft.com/office/drawing/2014/main" id="{ABD1F61E-647C-995D-A05F-563B22736F5F}"/>
              </a:ext>
            </a:extLst>
          </p:cNvPr>
          <p:cNvSpPr/>
          <p:nvPr/>
        </p:nvSpPr>
        <p:spPr>
          <a:xfrm>
            <a:off x="4672584" y="3489960"/>
            <a:ext cx="173736" cy="18288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459" name="Arrow API to data">
            <a:extLst>
              <a:ext uri="{FF2B5EF4-FFF2-40B4-BE49-F238E27FC236}">
                <a16:creationId xmlns:a16="http://schemas.microsoft.com/office/drawing/2014/main" id="{1D5C0C54-1DC6-DB19-627B-C4054BDD25CE}"/>
              </a:ext>
            </a:extLst>
          </p:cNvPr>
          <p:cNvSpPr/>
          <p:nvPr/>
        </p:nvSpPr>
        <p:spPr>
          <a:xfrm>
            <a:off x="7150608" y="3566160"/>
            <a:ext cx="246888" cy="18288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479" name="Arrow API to model calls">
            <a:extLst>
              <a:ext uri="{FF2B5EF4-FFF2-40B4-BE49-F238E27FC236}">
                <a16:creationId xmlns:a16="http://schemas.microsoft.com/office/drawing/2014/main" id="{0415C898-4F2F-90C8-C3A0-B855BF23A761}"/>
              </a:ext>
            </a:extLst>
          </p:cNvPr>
          <p:cNvSpPr/>
          <p:nvPr/>
        </p:nvSpPr>
        <p:spPr>
          <a:xfrm>
            <a:off x="6658660" y="4197096"/>
            <a:ext cx="228600" cy="228600"/>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500" name="Edge label">
            <a:extLst>
              <a:ext uri="{FF2B5EF4-FFF2-40B4-BE49-F238E27FC236}">
                <a16:creationId xmlns:a16="http://schemas.microsoft.com/office/drawing/2014/main" id="{FEEF25AA-0DDE-CA98-AD55-0074CF7654EA}"/>
              </a:ext>
            </a:extLst>
          </p:cNvPr>
          <p:cNvSpPr/>
          <p:nvPr/>
        </p:nvSpPr>
        <p:spPr>
          <a:xfrm>
            <a:off x="548640" y="2210144"/>
            <a:ext cx="256032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50">
                <a:solidFill>
                  <a:srgbClr val="7A4B00"/>
                </a:solidFill>
                <a:effectLst/>
                <a:latin typeface="Arial" panose="020B0604020202020204" pitchFamily="34" charset="0"/>
              </a:rPr>
              <a:t>PUBLIC EDGE</a:t>
            </a:r>
          </a:p>
          <a:p>
            <a:pPr algn="l">
              <a:buNone/>
            </a:pPr>
            <a:r>
              <a:rPr lang="en-US" sz="100">
                <a:effectLst/>
              </a:rPr>
              <a:t> </a:t>
            </a:r>
            <a:endParaRPr lang="en-US"/>
          </a:p>
        </p:txBody>
      </p:sp>
      <p:sp>
        <p:nvSpPr>
          <p:cNvPr id="66522" name="Edge text">
            <a:extLst>
              <a:ext uri="{FF2B5EF4-FFF2-40B4-BE49-F238E27FC236}">
                <a16:creationId xmlns:a16="http://schemas.microsoft.com/office/drawing/2014/main" id="{B1D1BDFD-DD4C-9B00-9FC5-A3ED742228F5}"/>
              </a:ext>
            </a:extLst>
          </p:cNvPr>
          <p:cNvSpPr/>
          <p:nvPr/>
        </p:nvSpPr>
        <p:spPr>
          <a:xfrm>
            <a:off x="548640" y="2569464"/>
            <a:ext cx="256032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7A4B00"/>
                </a:solidFill>
                <a:effectLst/>
                <a:latin typeface="Arial" panose="020B0604020202020204" pitchFamily="34" charset="0"/>
              </a:rPr>
              <a:t>Front Door Premium + WAF (Prevention) · Private Link origin</a:t>
            </a:r>
          </a:p>
          <a:p>
            <a:pPr algn="l">
              <a:buNone/>
            </a:pPr>
            <a:r>
              <a:rPr lang="en-US" sz="100">
                <a:effectLst/>
              </a:rPr>
              <a:t> </a:t>
            </a:r>
            <a:endParaRPr lang="en-US"/>
          </a:p>
        </p:txBody>
      </p:sp>
      <p:sp>
        <p:nvSpPr>
          <p:cNvPr id="66545" name="Chip edge designed">
            <a:extLst>
              <a:ext uri="{FF2B5EF4-FFF2-40B4-BE49-F238E27FC236}">
                <a16:creationId xmlns:a16="http://schemas.microsoft.com/office/drawing/2014/main" id="{CBCBA464-773E-5863-AF5C-E9C2A07DD712}"/>
              </a:ext>
            </a:extLst>
          </p:cNvPr>
          <p:cNvSpPr/>
          <p:nvPr/>
        </p:nvSpPr>
        <p:spPr>
          <a:xfrm>
            <a:off x="1225296" y="3035808"/>
            <a:ext cx="179222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7A4B00"/>
                </a:solidFill>
                <a:effectLst/>
                <a:latin typeface="Arial" panose="020B0604020202020204" pitchFamily="34" charset="0"/>
              </a:rPr>
              <a:t>DESIGNED IN IaC</a:t>
            </a:r>
          </a:p>
          <a:p>
            <a:pPr algn="ctr">
              <a:buNone/>
            </a:pPr>
            <a:r>
              <a:rPr lang="en-US" sz="100">
                <a:effectLst/>
              </a:rPr>
              <a:t> </a:t>
            </a:r>
            <a:endParaRPr lang="en-US"/>
          </a:p>
        </p:txBody>
      </p:sp>
      <p:sp>
        <p:nvSpPr>
          <p:cNvPr id="66569" name="Entra label">
            <a:extLst>
              <a:ext uri="{FF2B5EF4-FFF2-40B4-BE49-F238E27FC236}">
                <a16:creationId xmlns:a16="http://schemas.microsoft.com/office/drawing/2014/main" id="{89B77736-A44F-6D98-95A2-D228673CC4B5}"/>
              </a:ext>
            </a:extLst>
          </p:cNvPr>
          <p:cNvSpPr/>
          <p:nvPr/>
        </p:nvSpPr>
        <p:spPr>
          <a:xfrm>
            <a:off x="3675888" y="2283296"/>
            <a:ext cx="21488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50">
                <a:solidFill>
                  <a:srgbClr val="173F35"/>
                </a:solidFill>
                <a:effectLst/>
                <a:latin typeface="Arial" panose="020B0604020202020204" pitchFamily="34" charset="0"/>
              </a:rPr>
              <a:t>MICROSOFT ENTRA ID</a:t>
            </a:r>
          </a:p>
          <a:p>
            <a:pPr algn="l">
              <a:buNone/>
            </a:pPr>
            <a:r>
              <a:rPr lang="en-US" sz="100">
                <a:effectLst/>
              </a:rPr>
              <a:t> </a:t>
            </a:r>
            <a:endParaRPr lang="en-US"/>
          </a:p>
        </p:txBody>
      </p:sp>
      <p:sp>
        <p:nvSpPr>
          <p:cNvPr id="66594" name="Chip Entra live">
            <a:extLst>
              <a:ext uri="{FF2B5EF4-FFF2-40B4-BE49-F238E27FC236}">
                <a16:creationId xmlns:a16="http://schemas.microsoft.com/office/drawing/2014/main" id="{CEBFD3F2-90A2-F4E9-35A7-1DE8BD06858F}"/>
              </a:ext>
            </a:extLst>
          </p:cNvPr>
          <p:cNvSpPr/>
          <p:nvPr/>
        </p:nvSpPr>
        <p:spPr>
          <a:xfrm>
            <a:off x="5705856" y="2345436"/>
            <a:ext cx="1399032"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173F35"/>
                </a:solidFill>
                <a:effectLst/>
                <a:latin typeface="Arial" panose="020B0604020202020204" pitchFamily="34" charset="0"/>
              </a:rPr>
              <a:t>LIVE IN MVP</a:t>
            </a:r>
          </a:p>
          <a:p>
            <a:pPr algn="ctr">
              <a:buNone/>
            </a:pPr>
            <a:r>
              <a:rPr lang="en-US" sz="100">
                <a:effectLst/>
              </a:rPr>
              <a:t> </a:t>
            </a:r>
            <a:endParaRPr lang="en-US"/>
          </a:p>
        </p:txBody>
      </p:sp>
      <p:sp>
        <p:nvSpPr>
          <p:cNvPr id="66620" name="Entra captions">
            <a:extLst>
              <a:ext uri="{FF2B5EF4-FFF2-40B4-BE49-F238E27FC236}">
                <a16:creationId xmlns:a16="http://schemas.microsoft.com/office/drawing/2014/main" id="{AC85A465-F53B-8C0A-768D-257F708EA53A}"/>
              </a:ext>
            </a:extLst>
          </p:cNvPr>
          <p:cNvSpPr/>
          <p:nvPr/>
        </p:nvSpPr>
        <p:spPr>
          <a:xfrm>
            <a:off x="3209544" y="2706624"/>
            <a:ext cx="3986784"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173F35"/>
                </a:solidFill>
                <a:effectLst/>
                <a:latin typeface="Arial" panose="020B0604020202020204" pitchFamily="34" charset="0"/>
              </a:rPr>
              <a:t>EasyAuth sign-in · Entra admin group for SQL</a:t>
            </a:r>
          </a:p>
          <a:p>
            <a:pPr algn="l">
              <a:buNone/>
            </a:pPr>
            <a:r>
              <a:rPr lang="en-US" sz="1200">
                <a:solidFill>
                  <a:srgbClr val="173F35"/>
                </a:solidFill>
                <a:effectLst/>
                <a:latin typeface="Arial" panose="020B0604020202020204" pitchFamily="34" charset="0"/>
              </a:rPr>
              <a:t>4 managed identities: api · import · orchestrator · agents</a:t>
            </a:r>
            <a:endParaRPr lang="en-US"/>
          </a:p>
        </p:txBody>
      </p:sp>
      <p:sp>
        <p:nvSpPr>
          <p:cNvPr id="66647" name="Browser text">
            <a:extLst>
              <a:ext uri="{FF2B5EF4-FFF2-40B4-BE49-F238E27FC236}">
                <a16:creationId xmlns:a16="http://schemas.microsoft.com/office/drawing/2014/main" id="{9116597A-2ACB-06BB-F3B2-2C38FC71A43C}"/>
              </a:ext>
            </a:extLst>
          </p:cNvPr>
          <p:cNvSpPr/>
          <p:nvPr/>
        </p:nvSpPr>
        <p:spPr>
          <a:xfrm>
            <a:off x="3246120" y="3246120"/>
            <a:ext cx="1435608"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Staff browser</a:t>
            </a:r>
          </a:p>
          <a:p>
            <a:pPr algn="l">
              <a:buNone/>
            </a:pPr>
            <a:r>
              <a:rPr lang="en-US" sz="1200">
                <a:solidFill>
                  <a:srgbClr val="173F35"/>
                </a:solidFill>
                <a:effectLst/>
                <a:latin typeface="Arial" panose="020B0604020202020204" pitchFamily="34" charset="0"/>
              </a:rPr>
              <a:t>Resident-assisted</a:t>
            </a:r>
          </a:p>
          <a:p>
            <a:pPr algn="l">
              <a:buNone/>
            </a:pPr>
            <a:r>
              <a:rPr lang="en-US" sz="1200">
                <a:solidFill>
                  <a:srgbClr val="173F35"/>
                </a:solidFill>
                <a:effectLst/>
                <a:latin typeface="Arial" panose="020B0604020202020204" pitchFamily="34" charset="0"/>
              </a:rPr>
              <a:t>routes</a:t>
            </a:r>
            <a:endParaRPr lang="en-US"/>
          </a:p>
        </p:txBody>
      </p:sp>
      <p:sp>
        <p:nvSpPr>
          <p:cNvPr id="66675" name="API title">
            <a:extLst>
              <a:ext uri="{FF2B5EF4-FFF2-40B4-BE49-F238E27FC236}">
                <a16:creationId xmlns:a16="http://schemas.microsoft.com/office/drawing/2014/main" id="{9C60FEC0-D99F-99CB-62A4-49EEC0DEA2F9}"/>
              </a:ext>
            </a:extLst>
          </p:cNvPr>
          <p:cNvSpPr/>
          <p:nvPr/>
        </p:nvSpPr>
        <p:spPr>
          <a:xfrm>
            <a:off x="5285232" y="3200744"/>
            <a:ext cx="1856232"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Container Apps API</a:t>
            </a:r>
          </a:p>
          <a:p>
            <a:pPr algn="l">
              <a:buNone/>
            </a:pPr>
            <a:r>
              <a:rPr lang="en-US" sz="100">
                <a:effectLst/>
              </a:rPr>
              <a:t> </a:t>
            </a:r>
            <a:endParaRPr lang="en-US"/>
          </a:p>
        </p:txBody>
      </p:sp>
      <p:sp>
        <p:nvSpPr>
          <p:cNvPr id="66704" name="API body">
            <a:extLst>
              <a:ext uri="{FF2B5EF4-FFF2-40B4-BE49-F238E27FC236}">
                <a16:creationId xmlns:a16="http://schemas.microsoft.com/office/drawing/2014/main" id="{EA4DE891-DAF8-2C0D-EAF9-17EE10D19A2C}"/>
              </a:ext>
            </a:extLst>
          </p:cNvPr>
          <p:cNvSpPr/>
          <p:nvPr/>
        </p:nvSpPr>
        <p:spPr>
          <a:xfrm>
            <a:off x="4873752" y="3639312"/>
            <a:ext cx="2249424"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173F35"/>
                </a:solidFill>
                <a:effectLst/>
                <a:latin typeface="Arial" panose="020B0604020202020204" pitchFamily="34" charset="0"/>
              </a:rPr>
              <a:t>Workflow · permissions · five bounded assistants</a:t>
            </a:r>
          </a:p>
          <a:p>
            <a:pPr algn="l">
              <a:buNone/>
            </a:pPr>
            <a:r>
              <a:rPr lang="en-US" sz="100">
                <a:effectLst/>
              </a:rPr>
              <a:t> </a:t>
            </a:r>
            <a:endParaRPr lang="en-US"/>
          </a:p>
        </p:txBody>
      </p:sp>
      <p:sp>
        <p:nvSpPr>
          <p:cNvPr id="66734" name="VNet label">
            <a:extLst>
              <a:ext uri="{FF2B5EF4-FFF2-40B4-BE49-F238E27FC236}">
                <a16:creationId xmlns:a16="http://schemas.microsoft.com/office/drawing/2014/main" id="{14DE9361-2750-5D2C-20DD-3847EF5BEE91}"/>
              </a:ext>
            </a:extLst>
          </p:cNvPr>
          <p:cNvSpPr/>
          <p:nvPr/>
        </p:nvSpPr>
        <p:spPr>
          <a:xfrm>
            <a:off x="7379208" y="2251292"/>
            <a:ext cx="235000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50">
                <a:solidFill>
                  <a:srgbClr val="173F35"/>
                </a:solidFill>
                <a:effectLst/>
                <a:latin typeface="Arial" panose="020B0604020202020204" pitchFamily="34" charset="0"/>
              </a:rPr>
              <a:t>PRIVATE NETWORK · VNet</a:t>
            </a:r>
          </a:p>
          <a:p>
            <a:pPr algn="l">
              <a:buNone/>
            </a:pPr>
            <a:r>
              <a:rPr lang="en-US" sz="100">
                <a:effectLst/>
              </a:rPr>
              <a:t> </a:t>
            </a:r>
            <a:endParaRPr lang="en-US"/>
          </a:p>
        </p:txBody>
      </p:sp>
      <p:sp>
        <p:nvSpPr>
          <p:cNvPr id="66765" name="Chip VNet configured">
            <a:extLst>
              <a:ext uri="{FF2B5EF4-FFF2-40B4-BE49-F238E27FC236}">
                <a16:creationId xmlns:a16="http://schemas.microsoft.com/office/drawing/2014/main" id="{B2AE7407-8511-761E-38A2-2D09C8CC181F}"/>
              </a:ext>
            </a:extLst>
          </p:cNvPr>
          <p:cNvSpPr/>
          <p:nvPr/>
        </p:nvSpPr>
        <p:spPr>
          <a:xfrm>
            <a:off x="9668256" y="2313432"/>
            <a:ext cx="1883664"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CONFIGURED IN IaC</a:t>
            </a:r>
          </a:p>
          <a:p>
            <a:pPr algn="ctr">
              <a:buNone/>
            </a:pPr>
            <a:r>
              <a:rPr lang="en-US" sz="100">
                <a:effectLst/>
              </a:rPr>
              <a:t> </a:t>
            </a:r>
            <a:endParaRPr lang="en-US"/>
          </a:p>
        </p:txBody>
      </p:sp>
      <p:sp>
        <p:nvSpPr>
          <p:cNvPr id="66797" name="VNet caption">
            <a:extLst>
              <a:ext uri="{FF2B5EF4-FFF2-40B4-BE49-F238E27FC236}">
                <a16:creationId xmlns:a16="http://schemas.microsoft.com/office/drawing/2014/main" id="{E8417AAE-B901-4DFA-AC3F-33753E8F9373}"/>
              </a:ext>
            </a:extLst>
          </p:cNvPr>
          <p:cNvSpPr/>
          <p:nvPr/>
        </p:nvSpPr>
        <p:spPr>
          <a:xfrm>
            <a:off x="7379208" y="2566760"/>
            <a:ext cx="4264152"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173F35"/>
                </a:solidFill>
                <a:effectLst/>
                <a:latin typeface="Arial" panose="020B0604020202020204" pitchFamily="34" charset="0"/>
              </a:rPr>
              <a:t>private endpoints + DNS · public access off by default</a:t>
            </a:r>
          </a:p>
          <a:p>
            <a:pPr algn="l">
              <a:buNone/>
            </a:pPr>
            <a:r>
              <a:rPr lang="en-US" sz="100">
                <a:effectLst/>
              </a:rPr>
              <a:t> </a:t>
            </a:r>
            <a:endParaRPr lang="en-US"/>
          </a:p>
        </p:txBody>
      </p:sp>
      <p:sp>
        <p:nvSpPr>
          <p:cNvPr id="67049" name="Operate text">
            <a:extLst>
              <a:ext uri="{FF2B5EF4-FFF2-40B4-BE49-F238E27FC236}">
                <a16:creationId xmlns:a16="http://schemas.microsoft.com/office/drawing/2014/main" id="{D5DF60A9-289F-8083-B197-54D24DC8AC3D}"/>
              </a:ext>
            </a:extLst>
          </p:cNvPr>
          <p:cNvSpPr/>
          <p:nvPr/>
        </p:nvSpPr>
        <p:spPr>
          <a:xfrm>
            <a:off x="941832" y="3474720"/>
            <a:ext cx="2203704"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Operate</a:t>
            </a:r>
          </a:p>
          <a:p>
            <a:pPr algn="l">
              <a:buNone/>
            </a:pPr>
            <a:r>
              <a:rPr lang="en-US" sz="1200">
                <a:solidFill>
                  <a:srgbClr val="173F35"/>
                </a:solidFill>
                <a:effectLst/>
                <a:latin typeface="Arial" panose="020B0604020202020204" pitchFamily="34" charset="0"/>
              </a:rPr>
              <a:t>Alerts: throttling, 5xx, restarts, ledger digest · budget alerts</a:t>
            </a:r>
            <a:endParaRPr lang="en-US"/>
          </a:p>
        </p:txBody>
      </p:sp>
      <p:sp>
        <p:nvSpPr>
          <p:cNvPr id="67089" name="Model zone label">
            <a:extLst>
              <a:ext uri="{FF2B5EF4-FFF2-40B4-BE49-F238E27FC236}">
                <a16:creationId xmlns:a16="http://schemas.microsoft.com/office/drawing/2014/main" id="{CDE96196-E9E3-E5DC-543B-ECBF3C0B15A2}"/>
              </a:ext>
            </a:extLst>
          </p:cNvPr>
          <p:cNvSpPr/>
          <p:nvPr/>
        </p:nvSpPr>
        <p:spPr>
          <a:xfrm>
            <a:off x="4123302" y="4311396"/>
            <a:ext cx="2322576" cy="320040"/>
          </a:xfrm>
          <a:prstGeom prst="round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3F2A72"/>
                </a:solidFill>
                <a:effectLst/>
                <a:latin typeface="Arial" panose="020B0604020202020204" pitchFamily="34" charset="0"/>
              </a:rPr>
              <a:t>SCOPED MODEL CALLS</a:t>
            </a:r>
          </a:p>
          <a:p>
            <a:pPr algn="ctr">
              <a:buNone/>
            </a:pPr>
            <a:r>
              <a:rPr lang="en-US" sz="100">
                <a:effectLst/>
              </a:rPr>
              <a:t> </a:t>
            </a:r>
            <a:endParaRPr lang="en-US"/>
          </a:p>
        </p:txBody>
      </p:sp>
      <p:sp>
        <p:nvSpPr>
          <p:cNvPr id="67130" name="Azure OpenAI text">
            <a:extLst>
              <a:ext uri="{FF2B5EF4-FFF2-40B4-BE49-F238E27FC236}">
                <a16:creationId xmlns:a16="http://schemas.microsoft.com/office/drawing/2014/main" id="{998D5ACD-DB97-E90A-EA15-8C67BD516648}"/>
              </a:ext>
            </a:extLst>
          </p:cNvPr>
          <p:cNvSpPr/>
          <p:nvPr/>
        </p:nvSpPr>
        <p:spPr>
          <a:xfrm>
            <a:off x="4516494" y="4678680"/>
            <a:ext cx="1634077"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Azure OpenAI</a:t>
            </a:r>
          </a:p>
          <a:p>
            <a:pPr algn="l">
              <a:buNone/>
            </a:pPr>
            <a:r>
              <a:rPr lang="en-US" sz="1200">
                <a:solidFill>
                  <a:srgbClr val="173F35"/>
                </a:solidFill>
                <a:effectLst/>
                <a:latin typeface="Arial" panose="020B0604020202020204" pitchFamily="34" charset="0"/>
              </a:rPr>
              <a:t>gpt-4.1-mini · gpt-4.1</a:t>
            </a:r>
            <a:endParaRPr lang="en-US"/>
          </a:p>
        </p:txBody>
      </p:sp>
      <p:sp>
        <p:nvSpPr>
          <p:cNvPr id="67172" name="Decision 1 text">
            <a:extLst>
              <a:ext uri="{FF2B5EF4-FFF2-40B4-BE49-F238E27FC236}">
                <a16:creationId xmlns:a16="http://schemas.microsoft.com/office/drawing/2014/main" id="{6E834BCB-EF1E-746D-E743-720DA8FAE5D2}"/>
              </a:ext>
            </a:extLst>
          </p:cNvPr>
          <p:cNvSpPr/>
          <p:nvPr/>
        </p:nvSpPr>
        <p:spPr>
          <a:xfrm>
            <a:off x="6178003" y="4678680"/>
            <a:ext cx="1606589"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Decision 1</a:t>
            </a:r>
          </a:p>
          <a:p>
            <a:pPr algn="l">
              <a:buNone/>
            </a:pPr>
            <a:r>
              <a:rPr lang="en-US" sz="1200">
                <a:solidFill>
                  <a:srgbClr val="173F35"/>
                </a:solidFill>
                <a:effectLst/>
                <a:latin typeface="Arial" panose="020B0604020202020204" pitchFamily="34" charset="0"/>
              </a:rPr>
              <a:t>gated candidate path</a:t>
            </a:r>
            <a:endParaRPr lang="en-US"/>
          </a:p>
        </p:txBody>
      </p:sp>
      <p:sp>
        <p:nvSpPr>
          <p:cNvPr id="67215" name="Statement 1">
            <a:extLst>
              <a:ext uri="{FF2B5EF4-FFF2-40B4-BE49-F238E27FC236}">
                <a16:creationId xmlns:a16="http://schemas.microsoft.com/office/drawing/2014/main" id="{E49DD370-9FFF-699A-42FC-D4DF20301E55}"/>
              </a:ext>
            </a:extLst>
          </p:cNvPr>
          <p:cNvSpPr/>
          <p:nvPr/>
        </p:nvSpPr>
        <p:spPr>
          <a:xfrm>
            <a:off x="548640" y="5334000"/>
            <a:ext cx="3819865"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Identity: Entra ID sign-in, then the API rechecks role, case and field on every request</a:t>
            </a:r>
          </a:p>
          <a:p>
            <a:pPr algn="l">
              <a:buNone/>
            </a:pPr>
            <a:r>
              <a:rPr lang="en-US" sz="100">
                <a:effectLst/>
              </a:rPr>
              <a:t> </a:t>
            </a:r>
            <a:endParaRPr lang="en-US"/>
          </a:p>
        </p:txBody>
      </p:sp>
      <p:sp>
        <p:nvSpPr>
          <p:cNvPr id="67259" name="Statement 2">
            <a:extLst>
              <a:ext uri="{FF2B5EF4-FFF2-40B4-BE49-F238E27FC236}">
                <a16:creationId xmlns:a16="http://schemas.microsoft.com/office/drawing/2014/main" id="{7BDB3404-EEDF-9923-2FA2-F295D43D5643}"/>
              </a:ext>
            </a:extLst>
          </p:cNvPr>
          <p:cNvSpPr/>
          <p:nvPr/>
        </p:nvSpPr>
        <p:spPr>
          <a:xfrm>
            <a:off x="4368505" y="5334000"/>
            <a:ext cx="3881389"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Network: SQL and Key Vault on private endpoints · managed identities · no SQL logins</a:t>
            </a:r>
          </a:p>
          <a:p>
            <a:pPr algn="l">
              <a:buNone/>
            </a:pPr>
            <a:r>
              <a:rPr lang="en-US" sz="100">
                <a:effectLst/>
              </a:rPr>
              <a:t> </a:t>
            </a:r>
            <a:endParaRPr lang="en-US"/>
          </a:p>
        </p:txBody>
      </p:sp>
      <p:pic>
        <p:nvPicPr>
          <p:cNvPr id="67260" name="Microsoft Entra ID icon" descr="Microsoft Entra ID icon (official Azure icon)">
            <a:extLst>
              <a:ext uri="{FF2B5EF4-FFF2-40B4-BE49-F238E27FC236}">
                <a16:creationId xmlns:a16="http://schemas.microsoft.com/office/drawing/2014/main" id="{7863C26F-80C7-F4F4-7B40-B0A2B1D88344}"/>
              </a:ext>
            </a:extLst>
          </p:cNvPr>
          <p:cNvPicPr>
            <a:picLocks noChangeAspect="1"/>
          </p:cNvPicPr>
          <p:nvPr/>
        </p:nvPicPr>
        <p:blipFill>
          <a:blip r:embed="rId3"/>
          <a:stretch>
            <a:fillRect/>
          </a:stretch>
        </p:blipFill>
        <p:spPr>
          <a:xfrm>
            <a:off x="3300984" y="2313432"/>
            <a:ext cx="384048" cy="384048"/>
          </a:xfrm>
          <a:prstGeom prst="rect">
            <a:avLst/>
          </a:prstGeom>
        </p:spPr>
      </p:pic>
      <p:pic>
        <p:nvPicPr>
          <p:cNvPr id="67261" name="Azure Container Apps icon" descr="Azure Container Apps icon (official Azure icon)">
            <a:extLst>
              <a:ext uri="{FF2B5EF4-FFF2-40B4-BE49-F238E27FC236}">
                <a16:creationId xmlns:a16="http://schemas.microsoft.com/office/drawing/2014/main" id="{F07F0F1E-3BD1-AAF9-8B1B-3136B8DA3796}"/>
              </a:ext>
            </a:extLst>
          </p:cNvPr>
          <p:cNvPicPr>
            <a:picLocks noChangeAspect="1"/>
          </p:cNvPicPr>
          <p:nvPr/>
        </p:nvPicPr>
        <p:blipFill>
          <a:blip r:embed="rId4"/>
          <a:stretch>
            <a:fillRect/>
          </a:stretch>
        </p:blipFill>
        <p:spPr>
          <a:xfrm>
            <a:off x="4946904" y="3246120"/>
            <a:ext cx="384048" cy="384048"/>
          </a:xfrm>
          <a:prstGeom prst="rect">
            <a:avLst/>
          </a:prstGeom>
        </p:spPr>
      </p:pic>
      <p:pic>
        <p:nvPicPr>
          <p:cNvPr id="67262" name="Azure SQL icon" descr="Azure SQL icon (official Azure icon)">
            <a:extLst>
              <a:ext uri="{FF2B5EF4-FFF2-40B4-BE49-F238E27FC236}">
                <a16:creationId xmlns:a16="http://schemas.microsoft.com/office/drawing/2014/main" id="{46B2A522-DCF4-A1F6-D7ED-DD172A056040}"/>
              </a:ext>
            </a:extLst>
          </p:cNvPr>
          <p:cNvPicPr>
            <a:picLocks noChangeAspect="1"/>
          </p:cNvPicPr>
          <p:nvPr/>
        </p:nvPicPr>
        <p:blipFill>
          <a:blip r:embed="rId5"/>
          <a:stretch>
            <a:fillRect/>
          </a:stretch>
        </p:blipFill>
        <p:spPr>
          <a:xfrm>
            <a:off x="7461593" y="3059430"/>
            <a:ext cx="320040" cy="320040"/>
          </a:xfrm>
          <a:prstGeom prst="rect">
            <a:avLst/>
          </a:prstGeom>
        </p:spPr>
      </p:pic>
      <p:pic>
        <p:nvPicPr>
          <p:cNvPr id="67263" name="Azure Storage (Blob) icon" descr="Azure Storage (Blob) icon (official Azure icon)">
            <a:extLst>
              <a:ext uri="{FF2B5EF4-FFF2-40B4-BE49-F238E27FC236}">
                <a16:creationId xmlns:a16="http://schemas.microsoft.com/office/drawing/2014/main" id="{07F04C6E-5573-6445-5A12-3EAD41F190FA}"/>
              </a:ext>
            </a:extLst>
          </p:cNvPr>
          <p:cNvPicPr>
            <a:picLocks noChangeAspect="1"/>
          </p:cNvPicPr>
          <p:nvPr/>
        </p:nvPicPr>
        <p:blipFill>
          <a:blip r:embed="rId6"/>
          <a:stretch>
            <a:fillRect/>
          </a:stretch>
        </p:blipFill>
        <p:spPr>
          <a:xfrm>
            <a:off x="9112619" y="3059430"/>
            <a:ext cx="320040" cy="320040"/>
          </a:xfrm>
          <a:prstGeom prst="rect">
            <a:avLst/>
          </a:prstGeom>
        </p:spPr>
      </p:pic>
      <p:pic>
        <p:nvPicPr>
          <p:cNvPr id="67264" name="Azure Key Vault icon" descr="Azure Key Vault icon (official Azure icon)">
            <a:extLst>
              <a:ext uri="{FF2B5EF4-FFF2-40B4-BE49-F238E27FC236}">
                <a16:creationId xmlns:a16="http://schemas.microsoft.com/office/drawing/2014/main" id="{686E7391-EFB9-4569-B3EF-133EE05C0C89}"/>
              </a:ext>
            </a:extLst>
          </p:cNvPr>
          <p:cNvPicPr>
            <a:picLocks noChangeAspect="1"/>
          </p:cNvPicPr>
          <p:nvPr/>
        </p:nvPicPr>
        <p:blipFill>
          <a:blip r:embed="rId7"/>
          <a:stretch>
            <a:fillRect/>
          </a:stretch>
        </p:blipFill>
        <p:spPr>
          <a:xfrm>
            <a:off x="10354987" y="3059430"/>
            <a:ext cx="320040" cy="320040"/>
          </a:xfrm>
          <a:prstGeom prst="rect">
            <a:avLst/>
          </a:prstGeom>
        </p:spPr>
      </p:pic>
      <p:pic>
        <p:nvPicPr>
          <p:cNvPr id="67265" name="Azure Monitor icon" descr="Azure Monitor icon (official Azure icon)">
            <a:extLst>
              <a:ext uri="{FF2B5EF4-FFF2-40B4-BE49-F238E27FC236}">
                <a16:creationId xmlns:a16="http://schemas.microsoft.com/office/drawing/2014/main" id="{338EFB03-8D75-8CDB-C62F-8039FB6BF38A}"/>
              </a:ext>
            </a:extLst>
          </p:cNvPr>
          <p:cNvPicPr>
            <a:picLocks noChangeAspect="1"/>
          </p:cNvPicPr>
          <p:nvPr/>
        </p:nvPicPr>
        <p:blipFill>
          <a:blip r:embed="rId8"/>
          <a:stretch>
            <a:fillRect/>
          </a:stretch>
        </p:blipFill>
        <p:spPr>
          <a:xfrm>
            <a:off x="603504" y="3474720"/>
            <a:ext cx="384048" cy="384048"/>
          </a:xfrm>
          <a:prstGeom prst="rect">
            <a:avLst/>
          </a:prstGeom>
        </p:spPr>
      </p:pic>
      <p:pic>
        <p:nvPicPr>
          <p:cNvPr id="67266" name="Azure OpenAI icon" descr="Azure OpenAI icon (official Azure icon)">
            <a:extLst>
              <a:ext uri="{FF2B5EF4-FFF2-40B4-BE49-F238E27FC236}">
                <a16:creationId xmlns:a16="http://schemas.microsoft.com/office/drawing/2014/main" id="{46BC22AC-E4B2-A0CC-846F-45ABF757354E}"/>
              </a:ext>
            </a:extLst>
          </p:cNvPr>
          <p:cNvPicPr>
            <a:picLocks noChangeAspect="1"/>
          </p:cNvPicPr>
          <p:nvPr/>
        </p:nvPicPr>
        <p:blipFill>
          <a:blip r:embed="rId9"/>
          <a:stretch>
            <a:fillRect/>
          </a:stretch>
        </p:blipFill>
        <p:spPr>
          <a:xfrm>
            <a:off x="4178166" y="4730496"/>
            <a:ext cx="384048" cy="384048"/>
          </a:xfrm>
          <a:prstGeom prst="rect">
            <a:avLst/>
          </a:prstGeom>
        </p:spPr>
      </p:pic>
      <p:sp>
        <p:nvSpPr>
          <p:cNvPr id="67270" name="Azure SQL text">
            <a:extLst>
              <a:ext uri="{FF2B5EF4-FFF2-40B4-BE49-F238E27FC236}">
                <a16:creationId xmlns:a16="http://schemas.microsoft.com/office/drawing/2014/main" id="{BEF058B0-B6D3-AC57-00BF-F8354CCF43DF}"/>
              </a:ext>
            </a:extLst>
          </p:cNvPr>
          <p:cNvSpPr/>
          <p:nvPr/>
        </p:nvSpPr>
        <p:spPr>
          <a:xfrm>
            <a:off x="7415784" y="3384042"/>
            <a:ext cx="1632434"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Azure SQL</a:t>
            </a:r>
          </a:p>
          <a:p>
            <a:pPr algn="l">
              <a:buNone/>
            </a:pPr>
            <a:r>
              <a:rPr lang="en-US" sz="1200">
                <a:solidFill>
                  <a:srgbClr val="173F35"/>
                </a:solidFill>
                <a:effectLst/>
                <a:latin typeface="Arial" panose="020B0604020202020204" pitchFamily="34" charset="0"/>
              </a:rPr>
              <a:t>Cases, proposals, audit · ledger checks</a:t>
            </a:r>
            <a:endParaRPr lang="en-US"/>
          </a:p>
        </p:txBody>
      </p:sp>
      <p:sp>
        <p:nvSpPr>
          <p:cNvPr id="67272" name="Azure Blob text">
            <a:extLst>
              <a:ext uri="{FF2B5EF4-FFF2-40B4-BE49-F238E27FC236}">
                <a16:creationId xmlns:a16="http://schemas.microsoft.com/office/drawing/2014/main" id="{0663453D-79C0-3D42-992B-958195CA84A0}"/>
              </a:ext>
            </a:extLst>
          </p:cNvPr>
          <p:cNvSpPr/>
          <p:nvPr/>
        </p:nvSpPr>
        <p:spPr>
          <a:xfrm>
            <a:off x="9029930" y="3384042"/>
            <a:ext cx="1260656"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Azure Blob</a:t>
            </a:r>
          </a:p>
          <a:p>
            <a:pPr algn="l">
              <a:buNone/>
            </a:pPr>
            <a:r>
              <a:rPr lang="en-US" sz="1200">
                <a:solidFill>
                  <a:srgbClr val="173F35"/>
                </a:solidFill>
                <a:effectLst/>
                <a:latin typeface="Arial" panose="020B0604020202020204" pitchFamily="34" charset="0"/>
              </a:rPr>
              <a:t>Evidence files · hashes in SQL</a:t>
            </a:r>
            <a:endParaRPr lang="en-US"/>
          </a:p>
        </p:txBody>
      </p:sp>
      <p:sp>
        <p:nvSpPr>
          <p:cNvPr id="67275" name="Key Vault text">
            <a:extLst>
              <a:ext uri="{FF2B5EF4-FFF2-40B4-BE49-F238E27FC236}">
                <a16:creationId xmlns:a16="http://schemas.microsoft.com/office/drawing/2014/main" id="{08BB5101-402C-3300-6812-B6C8C0CE2082}"/>
              </a:ext>
            </a:extLst>
          </p:cNvPr>
          <p:cNvSpPr/>
          <p:nvPr/>
        </p:nvSpPr>
        <p:spPr>
          <a:xfrm>
            <a:off x="10272298" y="3384042"/>
            <a:ext cx="1334485"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Key Vault</a:t>
            </a:r>
          </a:p>
          <a:p>
            <a:pPr algn="l">
              <a:buNone/>
            </a:pPr>
            <a:r>
              <a:rPr lang="en-US" sz="1200">
                <a:solidFill>
                  <a:srgbClr val="173F35"/>
                </a:solidFill>
                <a:effectLst/>
                <a:latin typeface="Arial" panose="020B0604020202020204" pitchFamily="34" charset="0"/>
              </a:rPr>
              <a:t>Entra secret · token-store SAS</a:t>
            </a:r>
            <a:endParaRPr lang="en-US"/>
          </a:p>
        </p:txBody>
      </p:sp>
    </p:spTree>
    <p:extLst>
      <p:ext uri="{BB962C8B-B14F-4D97-AF65-F5344CB8AC3E}">
        <p14:creationId xmlns:p14="http://schemas.microsoft.com/office/powerpoint/2010/main" val="144820249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64065" name="Eyebrow">
            <a:extLst>
              <a:ext uri="{FF2B5EF4-FFF2-40B4-BE49-F238E27FC236}">
                <a16:creationId xmlns:a16="http://schemas.microsoft.com/office/drawing/2014/main" id="{14C624DB-6073-DE37-6844-6CD8309C33E0}"/>
              </a:ext>
            </a:extLst>
          </p:cNvPr>
          <p:cNvSpPr/>
          <p:nvPr/>
        </p:nvSpPr>
        <p:spPr>
          <a:xfrm>
            <a:off x="548640" y="365760"/>
            <a:ext cx="420624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4 · BUILT TO BE TRUSTED</a:t>
            </a:r>
          </a:p>
          <a:p>
            <a:pPr algn="l">
              <a:buNone/>
            </a:pPr>
            <a:r>
              <a:rPr lang="en-US" sz="100">
                <a:effectLst/>
              </a:rPr>
              <a:t> </a:t>
            </a:r>
            <a:endParaRPr lang="en-US"/>
          </a:p>
        </p:txBody>
      </p:sp>
      <p:sp>
        <p:nvSpPr>
          <p:cNvPr id="64067" name="Slide title">
            <a:extLst>
              <a:ext uri="{FF2B5EF4-FFF2-40B4-BE49-F238E27FC236}">
                <a16:creationId xmlns:a16="http://schemas.microsoft.com/office/drawing/2014/main" id="{07180045-1E50-D356-B692-4B835EB33F1C}"/>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Secure by design: every home record</a:t>
            </a:r>
          </a:p>
          <a:p>
            <a:pPr algn="l">
              <a:buNone/>
            </a:pPr>
            <a:r>
              <a:rPr lang="en-US" sz="3200" b="1">
                <a:solidFill>
                  <a:srgbClr val="173F35"/>
                </a:solidFill>
                <a:effectLst/>
                <a:latin typeface="Arial" panose="020B0604020202020204" pitchFamily="34" charset="0"/>
              </a:rPr>
              <a:t>sits inside three boundaries.</a:t>
            </a:r>
            <a:endParaRPr lang="en-US"/>
          </a:p>
        </p:txBody>
      </p:sp>
      <p:sp>
        <p:nvSpPr>
          <p:cNvPr id="64070" name="Footer sources">
            <a:extLst>
              <a:ext uri="{FF2B5EF4-FFF2-40B4-BE49-F238E27FC236}">
                <a16:creationId xmlns:a16="http://schemas.microsoft.com/office/drawing/2014/main" id="{9E01ADCC-E937-5EDF-584C-A4917C57AF00}"/>
              </a:ext>
            </a:extLst>
          </p:cNvPr>
          <p:cNvSpPr/>
          <p:nvPr/>
        </p:nvSpPr>
        <p:spPr>
          <a:xfrm>
            <a:off x="548640" y="5943600"/>
            <a:ext cx="841248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ADR 0002/0003 · infra/main.bicep · PRD NFR-003 · #441 (assessment) · AMA Plan #80, #102, #143</a:t>
            </a:r>
          </a:p>
          <a:p>
            <a:pPr algn="l">
              <a:buNone/>
            </a:pPr>
            <a:r>
              <a:rPr lang="en-US" sz="100">
                <a:effectLst/>
              </a:rPr>
              <a:t> </a:t>
            </a:r>
            <a:endParaRPr lang="en-US"/>
          </a:p>
        </p:txBody>
      </p:sp>
      <p:sp>
        <p:nvSpPr>
          <p:cNvPr id="64074" name="Footer navigation">
            <a:extLst>
              <a:ext uri="{FF2B5EF4-FFF2-40B4-BE49-F238E27FC236}">
                <a16:creationId xmlns:a16="http://schemas.microsoft.com/office/drawing/2014/main" id="{C14B958C-AA76-9195-4F59-E7EADA4C65F9}"/>
              </a:ext>
            </a:extLst>
          </p:cNvPr>
          <p:cNvSpPr/>
          <p:nvPr/>
        </p:nvSpPr>
        <p:spPr>
          <a:xfrm>
            <a:off x="8900160" y="6126480"/>
            <a:ext cx="2743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S16 · Answers: B10 · B19 · B22</a:t>
            </a:r>
          </a:p>
          <a:p>
            <a:pPr algn="r">
              <a:buNone/>
            </a:pPr>
            <a:r>
              <a:rPr lang="en-US" sz="100">
                <a:effectLst/>
              </a:rPr>
              <a:t> </a:t>
            </a:r>
            <a:endParaRPr lang="en-US"/>
          </a:p>
        </p:txBody>
      </p:sp>
      <p:sp>
        <p:nvSpPr>
          <p:cNvPr id="64079" name="Legend">
            <a:extLst>
              <a:ext uri="{FF2B5EF4-FFF2-40B4-BE49-F238E27FC236}">
                <a16:creationId xmlns:a16="http://schemas.microsoft.com/office/drawing/2014/main" id="{807217D8-2B98-B67C-EE07-45EE0415FEC8}"/>
              </a:ext>
            </a:extLst>
          </p:cNvPr>
          <p:cNvSpPr/>
          <p:nvPr/>
        </p:nvSpPr>
        <p:spPr>
          <a:xfrm>
            <a:off x="5334000" y="365760"/>
            <a:ext cx="630936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Filled arrow = request path · tinted region = security boundary · chip = delivery status</a:t>
            </a:r>
          </a:p>
          <a:p>
            <a:pPr algn="r">
              <a:buNone/>
            </a:pPr>
            <a:r>
              <a:rPr lang="en-US" sz="100">
                <a:effectLst/>
              </a:rPr>
              <a:t> </a:t>
            </a:r>
            <a:endParaRPr lang="en-US"/>
          </a:p>
        </p:txBody>
      </p:sp>
      <p:sp>
        <p:nvSpPr>
          <p:cNvPr id="64085" name="Region public edge">
            <a:extLst>
              <a:ext uri="{FF2B5EF4-FFF2-40B4-BE49-F238E27FC236}">
                <a16:creationId xmlns:a16="http://schemas.microsoft.com/office/drawing/2014/main" id="{88DC3D05-D322-596D-B734-A40AF813C4D6}"/>
              </a:ext>
            </a:extLst>
          </p:cNvPr>
          <p:cNvSpPr/>
          <p:nvPr/>
        </p:nvSpPr>
        <p:spPr>
          <a:xfrm>
            <a:off x="548640" y="2231136"/>
            <a:ext cx="2560320" cy="964692"/>
          </a:xfrm>
          <a:prstGeom prst="roundRect">
            <a:avLst/>
          </a:prstGeom>
          <a:solidFill>
            <a:srgbClr val="FFF1D6"/>
          </a:solidFill>
          <a:ln w="15875">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092" name="Region Entra ID">
            <a:extLst>
              <a:ext uri="{FF2B5EF4-FFF2-40B4-BE49-F238E27FC236}">
                <a16:creationId xmlns:a16="http://schemas.microsoft.com/office/drawing/2014/main" id="{7C265752-78D2-59C5-E615-05506FD9C0B2}"/>
              </a:ext>
            </a:extLst>
          </p:cNvPr>
          <p:cNvSpPr/>
          <p:nvPr/>
        </p:nvSpPr>
        <p:spPr>
          <a:xfrm>
            <a:off x="3209544" y="2231136"/>
            <a:ext cx="3986784" cy="1984248"/>
          </a:xfrm>
          <a:prstGeom prst="roundRect">
            <a:avLst/>
          </a:prstGeom>
          <a:solidFill>
            <a:srgbClr val="E8F2FB"/>
          </a:solidFill>
          <a:ln w="158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100" name="Region private network">
            <a:extLst>
              <a:ext uri="{FF2B5EF4-FFF2-40B4-BE49-F238E27FC236}">
                <a16:creationId xmlns:a16="http://schemas.microsoft.com/office/drawing/2014/main" id="{A560EFD6-11F2-1755-06D6-848ACAA4DDC0}"/>
              </a:ext>
            </a:extLst>
          </p:cNvPr>
          <p:cNvSpPr/>
          <p:nvPr/>
        </p:nvSpPr>
        <p:spPr>
          <a:xfrm>
            <a:off x="7379208" y="2231136"/>
            <a:ext cx="4264152" cy="1956816"/>
          </a:xfrm>
          <a:prstGeom prst="roundRect">
            <a:avLst/>
          </a:prstGeom>
          <a:solidFill>
            <a:srgbClr val="E8F1ED"/>
          </a:solidFill>
          <a:ln w="158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109" name="M365 band">
            <a:extLst>
              <a:ext uri="{FF2B5EF4-FFF2-40B4-BE49-F238E27FC236}">
                <a16:creationId xmlns:a16="http://schemas.microsoft.com/office/drawing/2014/main" id="{FE3AAB70-A382-110C-8C0C-A0CB05C3B43E}"/>
              </a:ext>
            </a:extLst>
          </p:cNvPr>
          <p:cNvSpPr/>
          <p:nvPr/>
        </p:nvSpPr>
        <p:spPr>
          <a:xfrm>
            <a:off x="548640" y="1810512"/>
            <a:ext cx="11094720" cy="384048"/>
          </a:xfrm>
          <a:prstGeom prst="rect">
            <a:avLst/>
          </a:prstGeom>
          <a:solidFill>
            <a:srgbClr val="FFFFFF"/>
          </a:solidFill>
          <a:ln w="12700">
            <a:solidFill>
              <a:srgbClr val="50655E"/>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119" name="Card staff browser">
            <a:extLst>
              <a:ext uri="{FF2B5EF4-FFF2-40B4-BE49-F238E27FC236}">
                <a16:creationId xmlns:a16="http://schemas.microsoft.com/office/drawing/2014/main" id="{5AE2FDB1-0D68-5172-CC08-6291CC2765B2}"/>
              </a:ext>
            </a:extLst>
          </p:cNvPr>
          <p:cNvSpPr/>
          <p:nvPr/>
        </p:nvSpPr>
        <p:spPr>
          <a:xfrm>
            <a:off x="3300984" y="3191256"/>
            <a:ext cx="1325880" cy="78028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130" name="Card Container Apps API">
            <a:extLst>
              <a:ext uri="{FF2B5EF4-FFF2-40B4-BE49-F238E27FC236}">
                <a16:creationId xmlns:a16="http://schemas.microsoft.com/office/drawing/2014/main" id="{E0EF79D5-56A4-D6AA-9144-AD78D612393A}"/>
              </a:ext>
            </a:extLst>
          </p:cNvPr>
          <p:cNvSpPr/>
          <p:nvPr/>
        </p:nvSpPr>
        <p:spPr>
          <a:xfrm>
            <a:off x="4892040" y="3191256"/>
            <a:ext cx="2212848" cy="960120"/>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142" name="Card Azure SQL">
            <a:extLst>
              <a:ext uri="{FF2B5EF4-FFF2-40B4-BE49-F238E27FC236}">
                <a16:creationId xmlns:a16="http://schemas.microsoft.com/office/drawing/2014/main" id="{C2413DC9-5B8A-FB09-536F-C247E8CFA26C}"/>
              </a:ext>
            </a:extLst>
          </p:cNvPr>
          <p:cNvSpPr/>
          <p:nvPr/>
        </p:nvSpPr>
        <p:spPr>
          <a:xfrm>
            <a:off x="7443216" y="2944368"/>
            <a:ext cx="1577570" cy="1179576"/>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155" name="Card Azure Blob">
            <a:extLst>
              <a:ext uri="{FF2B5EF4-FFF2-40B4-BE49-F238E27FC236}">
                <a16:creationId xmlns:a16="http://schemas.microsoft.com/office/drawing/2014/main" id="{8D4C98A3-41EC-9248-D2D3-9E343D0C4524}"/>
              </a:ext>
            </a:extLst>
          </p:cNvPr>
          <p:cNvSpPr/>
          <p:nvPr/>
        </p:nvSpPr>
        <p:spPr>
          <a:xfrm>
            <a:off x="9057362" y="2944368"/>
            <a:ext cx="1205792" cy="1179576"/>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169" name="Card Key Vault">
            <a:extLst>
              <a:ext uri="{FF2B5EF4-FFF2-40B4-BE49-F238E27FC236}">
                <a16:creationId xmlns:a16="http://schemas.microsoft.com/office/drawing/2014/main" id="{1AADF71C-BF9C-78BC-2E24-1F8120D3BC16}"/>
              </a:ext>
            </a:extLst>
          </p:cNvPr>
          <p:cNvSpPr/>
          <p:nvPr/>
        </p:nvSpPr>
        <p:spPr>
          <a:xfrm>
            <a:off x="10299730" y="2944368"/>
            <a:ext cx="1279621" cy="1179576"/>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184" name="Card Operate">
            <a:extLst>
              <a:ext uri="{FF2B5EF4-FFF2-40B4-BE49-F238E27FC236}">
                <a16:creationId xmlns:a16="http://schemas.microsoft.com/office/drawing/2014/main" id="{418B25FE-0CDF-BB4D-06D6-3B71B9B6809E}"/>
              </a:ext>
            </a:extLst>
          </p:cNvPr>
          <p:cNvSpPr/>
          <p:nvPr/>
        </p:nvSpPr>
        <p:spPr>
          <a:xfrm>
            <a:off x="548640" y="3419856"/>
            <a:ext cx="2560320" cy="78028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200" name="Card Excel import">
            <a:extLst>
              <a:ext uri="{FF2B5EF4-FFF2-40B4-BE49-F238E27FC236}">
                <a16:creationId xmlns:a16="http://schemas.microsoft.com/office/drawing/2014/main" id="{BB3BA928-24B1-DF5E-4ACC-A04AA6D1F82D}"/>
              </a:ext>
            </a:extLst>
          </p:cNvPr>
          <p:cNvSpPr/>
          <p:nvPr/>
        </p:nvSpPr>
        <p:spPr>
          <a:xfrm>
            <a:off x="548640" y="4282440"/>
            <a:ext cx="2560320" cy="926592"/>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217" name="Scoped model calls zone">
            <a:extLst>
              <a:ext uri="{FF2B5EF4-FFF2-40B4-BE49-F238E27FC236}">
                <a16:creationId xmlns:a16="http://schemas.microsoft.com/office/drawing/2014/main" id="{330CA031-6580-D61F-E8B2-7AE6EB5E579A}"/>
              </a:ext>
            </a:extLst>
          </p:cNvPr>
          <p:cNvSpPr/>
          <p:nvPr/>
        </p:nvSpPr>
        <p:spPr>
          <a:xfrm>
            <a:off x="4041006" y="4471416"/>
            <a:ext cx="3807594" cy="780288"/>
          </a:xfrm>
          <a:prstGeom prst="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235" name="Card Azure OpenAI">
            <a:extLst>
              <a:ext uri="{FF2B5EF4-FFF2-40B4-BE49-F238E27FC236}">
                <a16:creationId xmlns:a16="http://schemas.microsoft.com/office/drawing/2014/main" id="{61016974-5212-D0D5-9D91-553ABBE31B0B}"/>
              </a:ext>
            </a:extLst>
          </p:cNvPr>
          <p:cNvSpPr/>
          <p:nvPr/>
        </p:nvSpPr>
        <p:spPr>
          <a:xfrm>
            <a:off x="4123302" y="4675632"/>
            <a:ext cx="1990693" cy="493776"/>
          </a:xfrm>
          <a:prstGeom prst="rect">
            <a:avLst/>
          </a:prstGeom>
          <a:solidFill>
            <a:srgbClr val="FFFFFF"/>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254" name="Card Decision 1">
            <a:extLst>
              <a:ext uri="{FF2B5EF4-FFF2-40B4-BE49-F238E27FC236}">
                <a16:creationId xmlns:a16="http://schemas.microsoft.com/office/drawing/2014/main" id="{28A2B5C1-7B2E-1A85-35C1-E14FD2FCF75C}"/>
              </a:ext>
            </a:extLst>
          </p:cNvPr>
          <p:cNvSpPr/>
          <p:nvPr/>
        </p:nvSpPr>
        <p:spPr>
          <a:xfrm>
            <a:off x="6196291" y="4675632"/>
            <a:ext cx="1570013" cy="493776"/>
          </a:xfrm>
          <a:prstGeom prst="rect">
            <a:avLst/>
          </a:prstGeom>
          <a:solidFill>
            <a:srgbClr val="FFFFFF"/>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274" name="Card Exports">
            <a:extLst>
              <a:ext uri="{FF2B5EF4-FFF2-40B4-BE49-F238E27FC236}">
                <a16:creationId xmlns:a16="http://schemas.microsoft.com/office/drawing/2014/main" id="{7AB4337E-94FB-FC9A-4718-32D3AC62D19D}"/>
              </a:ext>
            </a:extLst>
          </p:cNvPr>
          <p:cNvSpPr/>
          <p:nvPr/>
        </p:nvSpPr>
        <p:spPr>
          <a:xfrm>
            <a:off x="8031480" y="4471416"/>
            <a:ext cx="3611880" cy="78028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295" name="Arrow browser to API">
            <a:extLst>
              <a:ext uri="{FF2B5EF4-FFF2-40B4-BE49-F238E27FC236}">
                <a16:creationId xmlns:a16="http://schemas.microsoft.com/office/drawing/2014/main" id="{83F914D3-02AB-98D5-0E60-BC682C245E9A}"/>
              </a:ext>
            </a:extLst>
          </p:cNvPr>
          <p:cNvSpPr/>
          <p:nvPr/>
        </p:nvSpPr>
        <p:spPr>
          <a:xfrm>
            <a:off x="4672584" y="3489960"/>
            <a:ext cx="173736" cy="18288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317" name="Arrow API to data">
            <a:extLst>
              <a:ext uri="{FF2B5EF4-FFF2-40B4-BE49-F238E27FC236}">
                <a16:creationId xmlns:a16="http://schemas.microsoft.com/office/drawing/2014/main" id="{70ED7AF7-A4EE-3ACF-B01C-3DFF32216A1B}"/>
              </a:ext>
            </a:extLst>
          </p:cNvPr>
          <p:cNvSpPr/>
          <p:nvPr/>
        </p:nvSpPr>
        <p:spPr>
          <a:xfrm>
            <a:off x="7150608" y="3566160"/>
            <a:ext cx="246888" cy="18288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340" name="Arrow API to model calls">
            <a:extLst>
              <a:ext uri="{FF2B5EF4-FFF2-40B4-BE49-F238E27FC236}">
                <a16:creationId xmlns:a16="http://schemas.microsoft.com/office/drawing/2014/main" id="{07A7A165-7AC8-229C-80A3-0EECA65F3263}"/>
              </a:ext>
            </a:extLst>
          </p:cNvPr>
          <p:cNvSpPr/>
          <p:nvPr/>
        </p:nvSpPr>
        <p:spPr>
          <a:xfrm>
            <a:off x="6658660" y="4197096"/>
            <a:ext cx="228600" cy="228600"/>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364" name="Arrow import to API">
            <a:extLst>
              <a:ext uri="{FF2B5EF4-FFF2-40B4-BE49-F238E27FC236}">
                <a16:creationId xmlns:a16="http://schemas.microsoft.com/office/drawing/2014/main" id="{EA370E2F-BF4D-7DBE-8B8A-2DBD9DFFA0A8}"/>
              </a:ext>
            </a:extLst>
          </p:cNvPr>
          <p:cNvSpPr/>
          <p:nvPr/>
        </p:nvSpPr>
        <p:spPr>
          <a:xfrm rot="20712305">
            <a:off x="3135134" y="4134612"/>
            <a:ext cx="1730732" cy="18288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389" name="Arrow data to exports">
            <a:extLst>
              <a:ext uri="{FF2B5EF4-FFF2-40B4-BE49-F238E27FC236}">
                <a16:creationId xmlns:a16="http://schemas.microsoft.com/office/drawing/2014/main" id="{83AB8832-38DB-ECA1-892F-80F98714F3FB}"/>
              </a:ext>
            </a:extLst>
          </p:cNvPr>
          <p:cNvSpPr/>
          <p:nvPr/>
        </p:nvSpPr>
        <p:spPr>
          <a:xfrm>
            <a:off x="9723120" y="4233672"/>
            <a:ext cx="228600" cy="192024"/>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415" name="Edge label">
            <a:extLst>
              <a:ext uri="{FF2B5EF4-FFF2-40B4-BE49-F238E27FC236}">
                <a16:creationId xmlns:a16="http://schemas.microsoft.com/office/drawing/2014/main" id="{30D230B5-DFEC-9C27-B73A-FC2AF516EFE7}"/>
              </a:ext>
            </a:extLst>
          </p:cNvPr>
          <p:cNvSpPr/>
          <p:nvPr/>
        </p:nvSpPr>
        <p:spPr>
          <a:xfrm>
            <a:off x="548640" y="2210144"/>
            <a:ext cx="256032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50">
                <a:solidFill>
                  <a:srgbClr val="7A4B00"/>
                </a:solidFill>
                <a:effectLst/>
                <a:latin typeface="Arial" panose="020B0604020202020204" pitchFamily="34" charset="0"/>
              </a:rPr>
              <a:t>PUBLIC EDGE</a:t>
            </a:r>
          </a:p>
          <a:p>
            <a:pPr algn="l">
              <a:buNone/>
            </a:pPr>
            <a:r>
              <a:rPr lang="en-US" sz="100">
                <a:effectLst/>
              </a:rPr>
              <a:t> </a:t>
            </a:r>
            <a:endParaRPr lang="en-US"/>
          </a:p>
        </p:txBody>
      </p:sp>
      <p:sp>
        <p:nvSpPr>
          <p:cNvPr id="64442" name="Edge text">
            <a:extLst>
              <a:ext uri="{FF2B5EF4-FFF2-40B4-BE49-F238E27FC236}">
                <a16:creationId xmlns:a16="http://schemas.microsoft.com/office/drawing/2014/main" id="{A920B7F7-6809-0440-185C-C343FC83E5A1}"/>
              </a:ext>
            </a:extLst>
          </p:cNvPr>
          <p:cNvSpPr/>
          <p:nvPr/>
        </p:nvSpPr>
        <p:spPr>
          <a:xfrm>
            <a:off x="548640" y="2569464"/>
            <a:ext cx="256032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7A4B00"/>
                </a:solidFill>
                <a:effectLst/>
                <a:latin typeface="Arial" panose="020B0604020202020204" pitchFamily="34" charset="0"/>
              </a:rPr>
              <a:t>Front Door Premium + WAF (Prevention) · Private Link origin</a:t>
            </a:r>
          </a:p>
          <a:p>
            <a:pPr algn="l">
              <a:buNone/>
            </a:pPr>
            <a:r>
              <a:rPr lang="en-US" sz="100">
                <a:effectLst/>
              </a:rPr>
              <a:t> </a:t>
            </a:r>
            <a:endParaRPr lang="en-US"/>
          </a:p>
        </p:txBody>
      </p:sp>
      <p:sp>
        <p:nvSpPr>
          <p:cNvPr id="64470" name="Chip edge designed">
            <a:extLst>
              <a:ext uri="{FF2B5EF4-FFF2-40B4-BE49-F238E27FC236}">
                <a16:creationId xmlns:a16="http://schemas.microsoft.com/office/drawing/2014/main" id="{F40DF30E-368D-9AF1-53FC-FB39F33F21F5}"/>
              </a:ext>
            </a:extLst>
          </p:cNvPr>
          <p:cNvSpPr/>
          <p:nvPr/>
        </p:nvSpPr>
        <p:spPr>
          <a:xfrm>
            <a:off x="1225296" y="3035808"/>
            <a:ext cx="179222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7A4B00"/>
                </a:solidFill>
                <a:effectLst/>
                <a:latin typeface="Arial" panose="020B0604020202020204" pitchFamily="34" charset="0"/>
              </a:rPr>
              <a:t>DESIGNED IN IaC</a:t>
            </a:r>
          </a:p>
          <a:p>
            <a:pPr algn="ctr">
              <a:buNone/>
            </a:pPr>
            <a:r>
              <a:rPr lang="en-US" sz="100">
                <a:effectLst/>
              </a:rPr>
              <a:t> </a:t>
            </a:r>
            <a:endParaRPr lang="en-US"/>
          </a:p>
        </p:txBody>
      </p:sp>
      <p:sp>
        <p:nvSpPr>
          <p:cNvPr id="64499" name="Entra label">
            <a:extLst>
              <a:ext uri="{FF2B5EF4-FFF2-40B4-BE49-F238E27FC236}">
                <a16:creationId xmlns:a16="http://schemas.microsoft.com/office/drawing/2014/main" id="{527B5A0B-8F6C-540E-BA70-DBFBF2C8FA12}"/>
              </a:ext>
            </a:extLst>
          </p:cNvPr>
          <p:cNvSpPr/>
          <p:nvPr/>
        </p:nvSpPr>
        <p:spPr>
          <a:xfrm>
            <a:off x="3675888" y="2283296"/>
            <a:ext cx="21488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50">
                <a:solidFill>
                  <a:srgbClr val="173F35"/>
                </a:solidFill>
                <a:effectLst/>
                <a:latin typeface="Arial" panose="020B0604020202020204" pitchFamily="34" charset="0"/>
              </a:rPr>
              <a:t>MICROSOFT ENTRA ID</a:t>
            </a:r>
          </a:p>
          <a:p>
            <a:pPr algn="l">
              <a:buNone/>
            </a:pPr>
            <a:r>
              <a:rPr lang="en-US" sz="100">
                <a:effectLst/>
              </a:rPr>
              <a:t> </a:t>
            </a:r>
            <a:endParaRPr lang="en-US"/>
          </a:p>
        </p:txBody>
      </p:sp>
      <p:sp>
        <p:nvSpPr>
          <p:cNvPr id="64529" name="Chip Entra live">
            <a:extLst>
              <a:ext uri="{FF2B5EF4-FFF2-40B4-BE49-F238E27FC236}">
                <a16:creationId xmlns:a16="http://schemas.microsoft.com/office/drawing/2014/main" id="{BC28763E-8CBC-14AA-AD58-C26D8C60407B}"/>
              </a:ext>
            </a:extLst>
          </p:cNvPr>
          <p:cNvSpPr/>
          <p:nvPr/>
        </p:nvSpPr>
        <p:spPr>
          <a:xfrm>
            <a:off x="5705856" y="2345436"/>
            <a:ext cx="1399032"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173F35"/>
                </a:solidFill>
                <a:effectLst/>
                <a:latin typeface="Arial" panose="020B0604020202020204" pitchFamily="34" charset="0"/>
              </a:rPr>
              <a:t>LIVE IN MVP</a:t>
            </a:r>
          </a:p>
          <a:p>
            <a:pPr algn="ctr">
              <a:buNone/>
            </a:pPr>
            <a:r>
              <a:rPr lang="en-US" sz="100">
                <a:effectLst/>
              </a:rPr>
              <a:t> </a:t>
            </a:r>
            <a:endParaRPr lang="en-US"/>
          </a:p>
        </p:txBody>
      </p:sp>
      <p:sp>
        <p:nvSpPr>
          <p:cNvPr id="64560" name="Entra captions">
            <a:extLst>
              <a:ext uri="{FF2B5EF4-FFF2-40B4-BE49-F238E27FC236}">
                <a16:creationId xmlns:a16="http://schemas.microsoft.com/office/drawing/2014/main" id="{4B019E08-C170-FDDD-E594-8C93440249B6}"/>
              </a:ext>
            </a:extLst>
          </p:cNvPr>
          <p:cNvSpPr/>
          <p:nvPr/>
        </p:nvSpPr>
        <p:spPr>
          <a:xfrm>
            <a:off x="3209544" y="2706624"/>
            <a:ext cx="3986784"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173F35"/>
                </a:solidFill>
                <a:effectLst/>
                <a:latin typeface="Arial" panose="020B0604020202020204" pitchFamily="34" charset="0"/>
              </a:rPr>
              <a:t>EasyAuth sign-in · Entra admin group for SQL</a:t>
            </a:r>
          </a:p>
          <a:p>
            <a:pPr algn="l">
              <a:buNone/>
            </a:pPr>
            <a:r>
              <a:rPr lang="en-US" sz="1200">
                <a:solidFill>
                  <a:srgbClr val="173F35"/>
                </a:solidFill>
                <a:effectLst/>
                <a:latin typeface="Arial" panose="020B0604020202020204" pitchFamily="34" charset="0"/>
              </a:rPr>
              <a:t>4 managed identities: api · import · orchestrator · agents</a:t>
            </a:r>
            <a:endParaRPr lang="en-US"/>
          </a:p>
        </p:txBody>
      </p:sp>
      <p:sp>
        <p:nvSpPr>
          <p:cNvPr id="64592" name="Browser text">
            <a:extLst>
              <a:ext uri="{FF2B5EF4-FFF2-40B4-BE49-F238E27FC236}">
                <a16:creationId xmlns:a16="http://schemas.microsoft.com/office/drawing/2014/main" id="{FEB6AF39-D8D0-34F7-1E2F-7AFF05A078E0}"/>
              </a:ext>
            </a:extLst>
          </p:cNvPr>
          <p:cNvSpPr/>
          <p:nvPr/>
        </p:nvSpPr>
        <p:spPr>
          <a:xfrm>
            <a:off x="3246120" y="3246120"/>
            <a:ext cx="1435608"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Staff browser</a:t>
            </a:r>
          </a:p>
          <a:p>
            <a:pPr algn="l">
              <a:buNone/>
            </a:pPr>
            <a:r>
              <a:rPr lang="en-US" sz="1200">
                <a:solidFill>
                  <a:srgbClr val="173F35"/>
                </a:solidFill>
                <a:effectLst/>
                <a:latin typeface="Arial" panose="020B0604020202020204" pitchFamily="34" charset="0"/>
              </a:rPr>
              <a:t>Resident-assisted</a:t>
            </a:r>
          </a:p>
          <a:p>
            <a:pPr algn="l">
              <a:buNone/>
            </a:pPr>
            <a:r>
              <a:rPr lang="en-US" sz="1200">
                <a:solidFill>
                  <a:srgbClr val="173F35"/>
                </a:solidFill>
                <a:effectLst/>
                <a:latin typeface="Arial" panose="020B0604020202020204" pitchFamily="34" charset="0"/>
              </a:rPr>
              <a:t>routes</a:t>
            </a:r>
            <a:endParaRPr lang="en-US"/>
          </a:p>
        </p:txBody>
      </p:sp>
      <p:sp>
        <p:nvSpPr>
          <p:cNvPr id="64625" name="API title">
            <a:extLst>
              <a:ext uri="{FF2B5EF4-FFF2-40B4-BE49-F238E27FC236}">
                <a16:creationId xmlns:a16="http://schemas.microsoft.com/office/drawing/2014/main" id="{C3AA626E-A221-94E0-DFF1-BFB4B02F3ECB}"/>
              </a:ext>
            </a:extLst>
          </p:cNvPr>
          <p:cNvSpPr/>
          <p:nvPr/>
        </p:nvSpPr>
        <p:spPr>
          <a:xfrm>
            <a:off x="5285232" y="3200744"/>
            <a:ext cx="1856232"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Container Apps API</a:t>
            </a:r>
          </a:p>
          <a:p>
            <a:pPr algn="l">
              <a:buNone/>
            </a:pPr>
            <a:r>
              <a:rPr lang="en-US" sz="100">
                <a:effectLst/>
              </a:rPr>
              <a:t> </a:t>
            </a:r>
            <a:endParaRPr lang="en-US"/>
          </a:p>
        </p:txBody>
      </p:sp>
      <p:sp>
        <p:nvSpPr>
          <p:cNvPr id="64659" name="API body">
            <a:extLst>
              <a:ext uri="{FF2B5EF4-FFF2-40B4-BE49-F238E27FC236}">
                <a16:creationId xmlns:a16="http://schemas.microsoft.com/office/drawing/2014/main" id="{D078919B-9F37-76F8-E4B8-D436C3F34F33}"/>
              </a:ext>
            </a:extLst>
          </p:cNvPr>
          <p:cNvSpPr/>
          <p:nvPr/>
        </p:nvSpPr>
        <p:spPr>
          <a:xfrm>
            <a:off x="4873752" y="3639312"/>
            <a:ext cx="2249424"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173F35"/>
                </a:solidFill>
                <a:effectLst/>
                <a:latin typeface="Arial" panose="020B0604020202020204" pitchFamily="34" charset="0"/>
              </a:rPr>
              <a:t>Workflow · permissions · five bounded assistants</a:t>
            </a:r>
          </a:p>
          <a:p>
            <a:pPr algn="l">
              <a:buNone/>
            </a:pPr>
            <a:r>
              <a:rPr lang="en-US" sz="100">
                <a:effectLst/>
              </a:rPr>
              <a:t> </a:t>
            </a:r>
            <a:endParaRPr lang="en-US"/>
          </a:p>
        </p:txBody>
      </p:sp>
      <p:sp>
        <p:nvSpPr>
          <p:cNvPr id="64694" name="VNet label">
            <a:extLst>
              <a:ext uri="{FF2B5EF4-FFF2-40B4-BE49-F238E27FC236}">
                <a16:creationId xmlns:a16="http://schemas.microsoft.com/office/drawing/2014/main" id="{87E70114-D8E1-4779-468D-8446C0C585B7}"/>
              </a:ext>
            </a:extLst>
          </p:cNvPr>
          <p:cNvSpPr/>
          <p:nvPr/>
        </p:nvSpPr>
        <p:spPr>
          <a:xfrm>
            <a:off x="7379208" y="2251292"/>
            <a:ext cx="235000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50">
                <a:solidFill>
                  <a:srgbClr val="173F35"/>
                </a:solidFill>
                <a:effectLst/>
                <a:latin typeface="Arial" panose="020B0604020202020204" pitchFamily="34" charset="0"/>
              </a:rPr>
              <a:t>PRIVATE NETWORK · VNet</a:t>
            </a:r>
          </a:p>
          <a:p>
            <a:pPr algn="l">
              <a:buNone/>
            </a:pPr>
            <a:r>
              <a:rPr lang="en-US" sz="100">
                <a:effectLst/>
              </a:rPr>
              <a:t> </a:t>
            </a:r>
            <a:endParaRPr lang="en-US"/>
          </a:p>
        </p:txBody>
      </p:sp>
      <p:sp>
        <p:nvSpPr>
          <p:cNvPr id="64730" name="Chip VNet configured">
            <a:extLst>
              <a:ext uri="{FF2B5EF4-FFF2-40B4-BE49-F238E27FC236}">
                <a16:creationId xmlns:a16="http://schemas.microsoft.com/office/drawing/2014/main" id="{966A4737-5F64-639B-CD1D-0B338146C02A}"/>
              </a:ext>
            </a:extLst>
          </p:cNvPr>
          <p:cNvSpPr/>
          <p:nvPr/>
        </p:nvSpPr>
        <p:spPr>
          <a:xfrm>
            <a:off x="9668256" y="2313432"/>
            <a:ext cx="1883664"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CONFIGURED IN IaC</a:t>
            </a:r>
          </a:p>
          <a:p>
            <a:pPr algn="ctr">
              <a:buNone/>
            </a:pPr>
            <a:r>
              <a:rPr lang="en-US" sz="100">
                <a:effectLst/>
              </a:rPr>
              <a:t> </a:t>
            </a:r>
            <a:endParaRPr lang="en-US"/>
          </a:p>
        </p:txBody>
      </p:sp>
      <p:sp>
        <p:nvSpPr>
          <p:cNvPr id="64767" name="VNet caption">
            <a:extLst>
              <a:ext uri="{FF2B5EF4-FFF2-40B4-BE49-F238E27FC236}">
                <a16:creationId xmlns:a16="http://schemas.microsoft.com/office/drawing/2014/main" id="{F891F9DD-F8B1-9D72-75EB-A9C1808F460F}"/>
              </a:ext>
            </a:extLst>
          </p:cNvPr>
          <p:cNvSpPr/>
          <p:nvPr/>
        </p:nvSpPr>
        <p:spPr>
          <a:xfrm>
            <a:off x="7379208" y="2566760"/>
            <a:ext cx="4264152"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173F35"/>
                </a:solidFill>
                <a:effectLst/>
                <a:latin typeface="Arial" panose="020B0604020202020204" pitchFamily="34" charset="0"/>
              </a:rPr>
              <a:t>private endpoints + DNS · public access off by default</a:t>
            </a:r>
          </a:p>
          <a:p>
            <a:pPr algn="l">
              <a:buNone/>
            </a:pPr>
            <a:r>
              <a:rPr lang="en-US" sz="100">
                <a:effectLst/>
              </a:rPr>
              <a:t> </a:t>
            </a:r>
            <a:endParaRPr lang="en-US"/>
          </a:p>
        </p:txBody>
      </p:sp>
      <p:sp>
        <p:nvSpPr>
          <p:cNvPr id="65054" name="Operate text">
            <a:extLst>
              <a:ext uri="{FF2B5EF4-FFF2-40B4-BE49-F238E27FC236}">
                <a16:creationId xmlns:a16="http://schemas.microsoft.com/office/drawing/2014/main" id="{DBA97E48-1CDD-F27E-8734-8CB5E5F22088}"/>
              </a:ext>
            </a:extLst>
          </p:cNvPr>
          <p:cNvSpPr/>
          <p:nvPr/>
        </p:nvSpPr>
        <p:spPr>
          <a:xfrm>
            <a:off x="941832" y="3474720"/>
            <a:ext cx="2203704"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Operate</a:t>
            </a:r>
          </a:p>
          <a:p>
            <a:pPr algn="l">
              <a:buNone/>
            </a:pPr>
            <a:r>
              <a:rPr lang="en-US" sz="1200">
                <a:solidFill>
                  <a:srgbClr val="173F35"/>
                </a:solidFill>
                <a:effectLst/>
                <a:latin typeface="Arial" panose="020B0604020202020204" pitchFamily="34" charset="0"/>
              </a:rPr>
              <a:t>Alerts: throttling, 5xx, restarts, ledger digest · budget alerts</a:t>
            </a:r>
            <a:endParaRPr lang="en-US"/>
          </a:p>
        </p:txBody>
      </p:sp>
      <p:sp>
        <p:nvSpPr>
          <p:cNvPr id="65099" name="Import text">
            <a:extLst>
              <a:ext uri="{FF2B5EF4-FFF2-40B4-BE49-F238E27FC236}">
                <a16:creationId xmlns:a16="http://schemas.microsoft.com/office/drawing/2014/main" id="{7BEB4108-5AB9-C492-9C51-AC1D217827FC}"/>
              </a:ext>
            </a:extLst>
          </p:cNvPr>
          <p:cNvSpPr/>
          <p:nvPr/>
        </p:nvSpPr>
        <p:spPr>
          <a:xfrm>
            <a:off x="941832" y="4337304"/>
            <a:ext cx="2203704"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Excel and CSV import</a:t>
            </a:r>
          </a:p>
          <a:p>
            <a:pPr algn="l">
              <a:buNone/>
            </a:pPr>
            <a:r>
              <a:rPr lang="en-US" sz="1200">
                <a:solidFill>
                  <a:srgbClr val="173F35"/>
                </a:solidFill>
                <a:effectLst/>
                <a:latin typeface="Arial" panose="020B0604020202020204" pitchFamily="34" charset="0"/>
              </a:rPr>
              <a:t>preview, validate, quarantine</a:t>
            </a:r>
            <a:endParaRPr lang="en-US"/>
          </a:p>
        </p:txBody>
      </p:sp>
      <p:sp>
        <p:nvSpPr>
          <p:cNvPr id="65145" name="Chip import designed">
            <a:extLst>
              <a:ext uri="{FF2B5EF4-FFF2-40B4-BE49-F238E27FC236}">
                <a16:creationId xmlns:a16="http://schemas.microsoft.com/office/drawing/2014/main" id="{552DF66D-B786-1EFF-FA38-7F4AF11615D9}"/>
              </a:ext>
            </a:extLst>
          </p:cNvPr>
          <p:cNvSpPr/>
          <p:nvPr/>
        </p:nvSpPr>
        <p:spPr>
          <a:xfrm>
            <a:off x="1033272" y="4834128"/>
            <a:ext cx="197510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7A4B00"/>
                </a:solidFill>
                <a:effectLst/>
                <a:latin typeface="Arial" panose="020B0604020202020204" pitchFamily="34" charset="0"/>
              </a:rPr>
              <a:t>DESIGNED · FR-029</a:t>
            </a:r>
          </a:p>
          <a:p>
            <a:pPr algn="ctr">
              <a:buNone/>
            </a:pPr>
            <a:r>
              <a:rPr lang="en-US" sz="100">
                <a:effectLst/>
              </a:rPr>
              <a:t> </a:t>
            </a:r>
            <a:endParaRPr lang="en-US"/>
          </a:p>
        </p:txBody>
      </p:sp>
      <p:sp>
        <p:nvSpPr>
          <p:cNvPr id="65192" name="Model zone label">
            <a:extLst>
              <a:ext uri="{FF2B5EF4-FFF2-40B4-BE49-F238E27FC236}">
                <a16:creationId xmlns:a16="http://schemas.microsoft.com/office/drawing/2014/main" id="{05CAA288-729F-9C10-D880-55CB1AD8B7E2}"/>
              </a:ext>
            </a:extLst>
          </p:cNvPr>
          <p:cNvSpPr/>
          <p:nvPr/>
        </p:nvSpPr>
        <p:spPr>
          <a:xfrm>
            <a:off x="4123302" y="4311396"/>
            <a:ext cx="2322576" cy="320040"/>
          </a:xfrm>
          <a:prstGeom prst="round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3F2A72"/>
                </a:solidFill>
                <a:effectLst/>
                <a:latin typeface="Arial" panose="020B0604020202020204" pitchFamily="34" charset="0"/>
              </a:rPr>
              <a:t>SCOPED MODEL CALLS</a:t>
            </a:r>
          </a:p>
          <a:p>
            <a:pPr algn="ctr">
              <a:buNone/>
            </a:pPr>
            <a:r>
              <a:rPr lang="en-US" sz="100">
                <a:effectLst/>
              </a:rPr>
              <a:t> </a:t>
            </a:r>
            <a:endParaRPr lang="en-US"/>
          </a:p>
        </p:txBody>
      </p:sp>
      <p:sp>
        <p:nvSpPr>
          <p:cNvPr id="65240" name="Azure OpenAI text">
            <a:extLst>
              <a:ext uri="{FF2B5EF4-FFF2-40B4-BE49-F238E27FC236}">
                <a16:creationId xmlns:a16="http://schemas.microsoft.com/office/drawing/2014/main" id="{77E73AC7-543C-CA3E-A74A-4634BBDB4314}"/>
              </a:ext>
            </a:extLst>
          </p:cNvPr>
          <p:cNvSpPr/>
          <p:nvPr/>
        </p:nvSpPr>
        <p:spPr>
          <a:xfrm>
            <a:off x="4516494" y="4678680"/>
            <a:ext cx="1634077"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Azure OpenAI</a:t>
            </a:r>
          </a:p>
          <a:p>
            <a:pPr algn="l">
              <a:buNone/>
            </a:pPr>
            <a:r>
              <a:rPr lang="en-US" sz="1200">
                <a:solidFill>
                  <a:srgbClr val="173F35"/>
                </a:solidFill>
                <a:effectLst/>
                <a:latin typeface="Arial" panose="020B0604020202020204" pitchFamily="34" charset="0"/>
              </a:rPr>
              <a:t>gpt-4.1-mini · gpt-4.1</a:t>
            </a:r>
            <a:endParaRPr lang="en-US"/>
          </a:p>
        </p:txBody>
      </p:sp>
      <p:sp>
        <p:nvSpPr>
          <p:cNvPr id="65289" name="Decision 1 text">
            <a:extLst>
              <a:ext uri="{FF2B5EF4-FFF2-40B4-BE49-F238E27FC236}">
                <a16:creationId xmlns:a16="http://schemas.microsoft.com/office/drawing/2014/main" id="{410330AA-5EEE-AA55-94CB-B4D9027A8A41}"/>
              </a:ext>
            </a:extLst>
          </p:cNvPr>
          <p:cNvSpPr/>
          <p:nvPr/>
        </p:nvSpPr>
        <p:spPr>
          <a:xfrm>
            <a:off x="6178003" y="4678680"/>
            <a:ext cx="1606589"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Decision 1</a:t>
            </a:r>
          </a:p>
          <a:p>
            <a:pPr algn="l">
              <a:buNone/>
            </a:pPr>
            <a:r>
              <a:rPr lang="en-US" sz="1200">
                <a:solidFill>
                  <a:srgbClr val="173F35"/>
                </a:solidFill>
                <a:effectLst/>
                <a:latin typeface="Arial" panose="020B0604020202020204" pitchFamily="34" charset="0"/>
              </a:rPr>
              <a:t>gated candidate path</a:t>
            </a:r>
            <a:endParaRPr lang="en-US"/>
          </a:p>
        </p:txBody>
      </p:sp>
      <p:sp>
        <p:nvSpPr>
          <p:cNvPr id="65339" name="Exports title">
            <a:extLst>
              <a:ext uri="{FF2B5EF4-FFF2-40B4-BE49-F238E27FC236}">
                <a16:creationId xmlns:a16="http://schemas.microsoft.com/office/drawing/2014/main" id="{978C53F7-A00E-F87B-8718-908E3390DB96}"/>
              </a:ext>
            </a:extLst>
          </p:cNvPr>
          <p:cNvSpPr/>
          <p:nvPr/>
        </p:nvSpPr>
        <p:spPr>
          <a:xfrm>
            <a:off x="8013192" y="4412324"/>
            <a:ext cx="854001"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Exports</a:t>
            </a:r>
          </a:p>
          <a:p>
            <a:pPr algn="l">
              <a:buNone/>
            </a:pPr>
            <a:r>
              <a:rPr lang="en-US" sz="100">
                <a:effectLst/>
              </a:rPr>
              <a:t> </a:t>
            </a:r>
            <a:endParaRPr lang="en-US"/>
          </a:p>
        </p:txBody>
      </p:sp>
      <p:sp>
        <p:nvSpPr>
          <p:cNvPr id="65390" name="Exports body">
            <a:extLst>
              <a:ext uri="{FF2B5EF4-FFF2-40B4-BE49-F238E27FC236}">
                <a16:creationId xmlns:a16="http://schemas.microsoft.com/office/drawing/2014/main" id="{15D4BFCB-2CA3-8160-541B-F3D991FF97C0}"/>
              </a:ext>
            </a:extLst>
          </p:cNvPr>
          <p:cNvSpPr/>
          <p:nvPr/>
        </p:nvSpPr>
        <p:spPr>
          <a:xfrm>
            <a:off x="8748321" y="4436708"/>
            <a:ext cx="2931615"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173F35"/>
                </a:solidFill>
                <a:effectLst/>
                <a:latin typeface="Arial" panose="020B0604020202020204" pitchFamily="34" charset="0"/>
              </a:rPr>
              <a:t>Excel/CSV, progress packs, evidence</a:t>
            </a:r>
          </a:p>
          <a:p>
            <a:pPr algn="l">
              <a:buNone/>
            </a:pPr>
            <a:r>
              <a:rPr lang="en-US" sz="100">
                <a:effectLst/>
              </a:rPr>
              <a:t> </a:t>
            </a:r>
            <a:endParaRPr lang="en-US"/>
          </a:p>
        </p:txBody>
      </p:sp>
      <p:sp>
        <p:nvSpPr>
          <p:cNvPr id="65442" name="Chip exports DESIGNED · FR-030">
            <a:extLst>
              <a:ext uri="{FF2B5EF4-FFF2-40B4-BE49-F238E27FC236}">
                <a16:creationId xmlns:a16="http://schemas.microsoft.com/office/drawing/2014/main" id="{3B4821C9-E356-F311-C5D9-0BFD56529F3D}"/>
              </a:ext>
            </a:extLst>
          </p:cNvPr>
          <p:cNvSpPr/>
          <p:nvPr/>
        </p:nvSpPr>
        <p:spPr>
          <a:xfrm>
            <a:off x="8104632" y="4876800"/>
            <a:ext cx="174650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7A4B00"/>
                </a:solidFill>
                <a:effectLst/>
                <a:latin typeface="Arial" panose="020B0604020202020204" pitchFamily="34" charset="0"/>
              </a:rPr>
              <a:t>DESIGNED · FR-030</a:t>
            </a:r>
          </a:p>
          <a:p>
            <a:pPr algn="ctr">
              <a:buNone/>
            </a:pPr>
            <a:r>
              <a:rPr lang="en-US" sz="100">
                <a:effectLst/>
              </a:rPr>
              <a:t> </a:t>
            </a:r>
            <a:endParaRPr lang="en-US"/>
          </a:p>
        </p:txBody>
      </p:sp>
      <p:sp>
        <p:nvSpPr>
          <p:cNvPr id="65495" name="Chip exports DELIVERED · #102">
            <a:extLst>
              <a:ext uri="{FF2B5EF4-FFF2-40B4-BE49-F238E27FC236}">
                <a16:creationId xmlns:a16="http://schemas.microsoft.com/office/drawing/2014/main" id="{725DEFA3-F69C-2048-C0EF-38F1147C209C}"/>
              </a:ext>
            </a:extLst>
          </p:cNvPr>
          <p:cNvSpPr/>
          <p:nvPr/>
        </p:nvSpPr>
        <p:spPr>
          <a:xfrm>
            <a:off x="9906000" y="4876800"/>
            <a:ext cx="1655064"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DELIVERED · #102</a:t>
            </a:r>
          </a:p>
          <a:p>
            <a:pPr algn="ctr">
              <a:buNone/>
            </a:pPr>
            <a:r>
              <a:rPr lang="en-US" sz="100">
                <a:effectLst/>
              </a:rPr>
              <a:t> </a:t>
            </a:r>
            <a:endParaRPr lang="en-US"/>
          </a:p>
        </p:txBody>
      </p:sp>
      <p:sp>
        <p:nvSpPr>
          <p:cNvPr id="65549" name="M365 label">
            <a:extLst>
              <a:ext uri="{FF2B5EF4-FFF2-40B4-BE49-F238E27FC236}">
                <a16:creationId xmlns:a16="http://schemas.microsoft.com/office/drawing/2014/main" id="{9A07405E-DF25-CC7B-2D56-859A7B0383D0}"/>
              </a:ext>
            </a:extLst>
          </p:cNvPr>
          <p:cNvSpPr/>
          <p:nvPr/>
        </p:nvSpPr>
        <p:spPr>
          <a:xfrm>
            <a:off x="594360" y="1780376"/>
            <a:ext cx="16916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00">
                <a:solidFill>
                  <a:srgbClr val="173F35"/>
                </a:solidFill>
                <a:effectLst/>
                <a:latin typeface="Arial" panose="020B0604020202020204" pitchFamily="34" charset="0"/>
              </a:rPr>
              <a:t>IoT · NOT LIVE</a:t>
            </a:r>
          </a:p>
          <a:p>
            <a:pPr algn="l">
              <a:buNone/>
            </a:pPr>
            <a:r>
              <a:rPr lang="en-US" sz="100">
                <a:effectLst/>
              </a:rPr>
              <a:t> </a:t>
            </a:r>
            <a:endParaRPr lang="en-US"/>
          </a:p>
        </p:txBody>
      </p:sp>
      <p:sp>
        <p:nvSpPr>
          <p:cNvPr id="65604" name="Chip M365 Entra sign-in · LIVE">
            <a:extLst>
              <a:ext uri="{FF2B5EF4-FFF2-40B4-BE49-F238E27FC236}">
                <a16:creationId xmlns:a16="http://schemas.microsoft.com/office/drawing/2014/main" id="{E5C9A7D4-A6CB-7ED3-A1FF-EC31EDA0FFE6}"/>
              </a:ext>
            </a:extLst>
          </p:cNvPr>
          <p:cNvSpPr/>
          <p:nvPr/>
        </p:nvSpPr>
        <p:spPr>
          <a:xfrm>
            <a:off x="2199054" y="1842516"/>
            <a:ext cx="1709928" cy="320040"/>
          </a:xfrm>
          <a:prstGeom prst="roundRect">
            <a:avLst/>
          </a:prstGeom>
          <a:solidFill>
            <a:srgbClr val="FFF1D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Sensors / simulator</a:t>
            </a:r>
          </a:p>
          <a:p>
            <a:pPr algn="ctr">
              <a:buNone/>
            </a:pPr>
            <a:r>
              <a:rPr lang="en-US" sz="100">
                <a:effectLst/>
              </a:rPr>
              <a:t> </a:t>
            </a:r>
            <a:endParaRPr lang="en-US"/>
          </a:p>
        </p:txBody>
      </p:sp>
      <p:sp>
        <p:nvSpPr>
          <p:cNvPr id="65660" name="Chip M365 Graph profile · LIVE">
            <a:extLst>
              <a:ext uri="{FF2B5EF4-FFF2-40B4-BE49-F238E27FC236}">
                <a16:creationId xmlns:a16="http://schemas.microsoft.com/office/drawing/2014/main" id="{DAFBB8A4-6EF8-E322-3AFE-77F5D8156814}"/>
              </a:ext>
            </a:extLst>
          </p:cNvPr>
          <p:cNvSpPr/>
          <p:nvPr/>
        </p:nvSpPr>
        <p:spPr>
          <a:xfrm>
            <a:off x="4066996" y="1842516"/>
            <a:ext cx="1737360" cy="320040"/>
          </a:xfrm>
          <a:prstGeom prst="roundRect">
            <a:avLst/>
          </a:prstGeom>
          <a:solidFill>
            <a:srgbClr val="FFF1D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IoT Hub Basic</a:t>
            </a:r>
          </a:p>
          <a:p>
            <a:pPr algn="ctr">
              <a:buNone/>
            </a:pPr>
            <a:r>
              <a:rPr lang="en-US" sz="100">
                <a:effectLst/>
              </a:rPr>
              <a:t> </a:t>
            </a:r>
            <a:endParaRPr lang="en-US"/>
          </a:p>
        </p:txBody>
      </p:sp>
      <p:sp>
        <p:nvSpPr>
          <p:cNvPr id="65717" name="Chip M365 Teams ops alerts · CONFIGURED">
            <a:extLst>
              <a:ext uri="{FF2B5EF4-FFF2-40B4-BE49-F238E27FC236}">
                <a16:creationId xmlns:a16="http://schemas.microsoft.com/office/drawing/2014/main" id="{327F226C-8D65-48AE-2C4F-AEABAFEB896D}"/>
              </a:ext>
            </a:extLst>
          </p:cNvPr>
          <p:cNvSpPr/>
          <p:nvPr/>
        </p:nvSpPr>
        <p:spPr>
          <a:xfrm>
            <a:off x="5962370" y="1842516"/>
            <a:ext cx="2697480" cy="320040"/>
          </a:xfrm>
          <a:prstGeom prst="roundRect">
            <a:avLst/>
          </a:prstGeom>
          <a:solidFill>
            <a:srgbClr val="FFF1D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API checks &gt; SQL</a:t>
            </a:r>
          </a:p>
          <a:p>
            <a:pPr algn="ctr">
              <a:buNone/>
            </a:pPr>
            <a:r>
              <a:rPr lang="en-US" sz="100">
                <a:effectLst/>
              </a:rPr>
              <a:t> </a:t>
            </a:r>
            <a:endParaRPr lang="en-US"/>
          </a:p>
        </p:txBody>
      </p:sp>
      <p:sp>
        <p:nvSpPr>
          <p:cNvPr id="65775" name="Chip M365 SharePoint evidence · DESIGNED">
            <a:extLst>
              <a:ext uri="{FF2B5EF4-FFF2-40B4-BE49-F238E27FC236}">
                <a16:creationId xmlns:a16="http://schemas.microsoft.com/office/drawing/2014/main" id="{C2D9CF91-1DB2-EE06-DB0A-CD8E36DF783E}"/>
              </a:ext>
            </a:extLst>
          </p:cNvPr>
          <p:cNvSpPr/>
          <p:nvPr/>
        </p:nvSpPr>
        <p:spPr>
          <a:xfrm>
            <a:off x="8817864" y="1842516"/>
            <a:ext cx="273405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7A4B00"/>
                </a:solidFill>
                <a:effectLst/>
                <a:latin typeface="Arial" panose="020B0604020202020204" pitchFamily="34" charset="0"/>
              </a:rPr>
              <a:t>Signal &gt; human review</a:t>
            </a:r>
          </a:p>
          <a:p>
            <a:pPr algn="ctr">
              <a:buNone/>
            </a:pPr>
            <a:r>
              <a:rPr lang="en-US" sz="100">
                <a:effectLst/>
              </a:rPr>
              <a:t> </a:t>
            </a:r>
            <a:endParaRPr lang="en-US"/>
          </a:p>
        </p:txBody>
      </p:sp>
      <p:sp>
        <p:nvSpPr>
          <p:cNvPr id="65834" name="Statement 1">
            <a:extLst>
              <a:ext uri="{FF2B5EF4-FFF2-40B4-BE49-F238E27FC236}">
                <a16:creationId xmlns:a16="http://schemas.microsoft.com/office/drawing/2014/main" id="{8B0A3B9C-7324-F8AC-B51E-0E4058935372}"/>
              </a:ext>
            </a:extLst>
          </p:cNvPr>
          <p:cNvSpPr/>
          <p:nvPr/>
        </p:nvSpPr>
        <p:spPr>
          <a:xfrm>
            <a:off x="548640" y="5334000"/>
            <a:ext cx="3819865"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Identity: Entra ID sign-in, then the API rechecks role, case and field on every request</a:t>
            </a:r>
          </a:p>
          <a:p>
            <a:pPr algn="l">
              <a:buNone/>
            </a:pPr>
            <a:r>
              <a:rPr lang="en-US" sz="100">
                <a:effectLst/>
              </a:rPr>
              <a:t> </a:t>
            </a:r>
            <a:endParaRPr lang="en-US"/>
          </a:p>
        </p:txBody>
      </p:sp>
      <p:sp>
        <p:nvSpPr>
          <p:cNvPr id="65894" name="Statement 2">
            <a:extLst>
              <a:ext uri="{FF2B5EF4-FFF2-40B4-BE49-F238E27FC236}">
                <a16:creationId xmlns:a16="http://schemas.microsoft.com/office/drawing/2014/main" id="{3F2BE0B8-5157-9970-331A-BF73D447856E}"/>
              </a:ext>
            </a:extLst>
          </p:cNvPr>
          <p:cNvSpPr/>
          <p:nvPr/>
        </p:nvSpPr>
        <p:spPr>
          <a:xfrm>
            <a:off x="4368505" y="5334000"/>
            <a:ext cx="3881389"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Network: SQL and Key Vault on private endpoints · managed identities · no SQL logins</a:t>
            </a:r>
          </a:p>
          <a:p>
            <a:pPr algn="l">
              <a:buNone/>
            </a:pPr>
            <a:r>
              <a:rPr lang="en-US" sz="100">
                <a:effectLst/>
              </a:rPr>
              <a:t> </a:t>
            </a:r>
            <a:endParaRPr lang="en-US"/>
          </a:p>
        </p:txBody>
      </p:sp>
      <p:sp>
        <p:nvSpPr>
          <p:cNvPr id="65955" name="Statement 3">
            <a:extLst>
              <a:ext uri="{FF2B5EF4-FFF2-40B4-BE49-F238E27FC236}">
                <a16:creationId xmlns:a16="http://schemas.microsoft.com/office/drawing/2014/main" id="{7F7C0E5B-12EF-CED2-CB6A-108AFB304729}"/>
              </a:ext>
            </a:extLst>
          </p:cNvPr>
          <p:cNvSpPr/>
          <p:nvPr/>
        </p:nvSpPr>
        <p:spPr>
          <a:xfrm>
            <a:off x="8249894" y="5334000"/>
            <a:ext cx="3484905"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IoT: monitor after retrofit; no diagnosis. Excel/M365 stay. Portal: assess #441.</a:t>
            </a:r>
          </a:p>
          <a:p>
            <a:pPr algn="l">
              <a:buNone/>
            </a:pPr>
            <a:r>
              <a:rPr lang="en-US" sz="100">
                <a:effectLst/>
              </a:rPr>
              <a:t> </a:t>
            </a:r>
            <a:endParaRPr lang="en-US"/>
          </a:p>
        </p:txBody>
      </p:sp>
      <p:pic>
        <p:nvPicPr>
          <p:cNvPr id="65956" name="Microsoft Entra ID icon" descr="Microsoft Entra ID icon (official Azure icon)">
            <a:extLst>
              <a:ext uri="{FF2B5EF4-FFF2-40B4-BE49-F238E27FC236}">
                <a16:creationId xmlns:a16="http://schemas.microsoft.com/office/drawing/2014/main" id="{3FAFCB9B-AA04-D6B3-8692-0DAD64AC9DDA}"/>
              </a:ext>
            </a:extLst>
          </p:cNvPr>
          <p:cNvPicPr>
            <a:picLocks noChangeAspect="1"/>
          </p:cNvPicPr>
          <p:nvPr/>
        </p:nvPicPr>
        <p:blipFill>
          <a:blip r:embed="rId3"/>
          <a:stretch>
            <a:fillRect/>
          </a:stretch>
        </p:blipFill>
        <p:spPr>
          <a:xfrm>
            <a:off x="3300984" y="2313432"/>
            <a:ext cx="384048" cy="384048"/>
          </a:xfrm>
          <a:prstGeom prst="rect">
            <a:avLst/>
          </a:prstGeom>
        </p:spPr>
      </p:pic>
      <p:pic>
        <p:nvPicPr>
          <p:cNvPr id="65957" name="Azure Container Apps icon" descr="Azure Container Apps icon (official Azure icon)">
            <a:extLst>
              <a:ext uri="{FF2B5EF4-FFF2-40B4-BE49-F238E27FC236}">
                <a16:creationId xmlns:a16="http://schemas.microsoft.com/office/drawing/2014/main" id="{4476BCE4-B260-6BD6-374D-252862AB4C22}"/>
              </a:ext>
            </a:extLst>
          </p:cNvPr>
          <p:cNvPicPr>
            <a:picLocks noChangeAspect="1"/>
          </p:cNvPicPr>
          <p:nvPr/>
        </p:nvPicPr>
        <p:blipFill>
          <a:blip r:embed="rId4"/>
          <a:stretch>
            <a:fillRect/>
          </a:stretch>
        </p:blipFill>
        <p:spPr>
          <a:xfrm>
            <a:off x="4946904" y="3246120"/>
            <a:ext cx="384048" cy="384048"/>
          </a:xfrm>
          <a:prstGeom prst="rect">
            <a:avLst/>
          </a:prstGeom>
        </p:spPr>
      </p:pic>
      <p:pic>
        <p:nvPicPr>
          <p:cNvPr id="65958" name="Azure SQL icon" descr="Azure SQL icon (official Azure icon)">
            <a:extLst>
              <a:ext uri="{FF2B5EF4-FFF2-40B4-BE49-F238E27FC236}">
                <a16:creationId xmlns:a16="http://schemas.microsoft.com/office/drawing/2014/main" id="{071A5864-9191-BDD7-3D6A-3478BDDF28C3}"/>
              </a:ext>
            </a:extLst>
          </p:cNvPr>
          <p:cNvPicPr>
            <a:picLocks noChangeAspect="1"/>
          </p:cNvPicPr>
          <p:nvPr/>
        </p:nvPicPr>
        <p:blipFill>
          <a:blip r:embed="rId5"/>
          <a:stretch>
            <a:fillRect/>
          </a:stretch>
        </p:blipFill>
        <p:spPr>
          <a:xfrm>
            <a:off x="7461593" y="3059430"/>
            <a:ext cx="320040" cy="320040"/>
          </a:xfrm>
          <a:prstGeom prst="rect">
            <a:avLst/>
          </a:prstGeom>
        </p:spPr>
      </p:pic>
      <p:pic>
        <p:nvPicPr>
          <p:cNvPr id="65959" name="Azure Storage (Blob) icon" descr="Azure Storage (Blob) icon (official Azure icon)">
            <a:extLst>
              <a:ext uri="{FF2B5EF4-FFF2-40B4-BE49-F238E27FC236}">
                <a16:creationId xmlns:a16="http://schemas.microsoft.com/office/drawing/2014/main" id="{A42F8925-4EF4-90A5-5B52-9A409F2EDD76}"/>
              </a:ext>
            </a:extLst>
          </p:cNvPr>
          <p:cNvPicPr>
            <a:picLocks noChangeAspect="1"/>
          </p:cNvPicPr>
          <p:nvPr/>
        </p:nvPicPr>
        <p:blipFill>
          <a:blip r:embed="rId6"/>
          <a:stretch>
            <a:fillRect/>
          </a:stretch>
        </p:blipFill>
        <p:spPr>
          <a:xfrm>
            <a:off x="9112619" y="3059430"/>
            <a:ext cx="320040" cy="320040"/>
          </a:xfrm>
          <a:prstGeom prst="rect">
            <a:avLst/>
          </a:prstGeom>
        </p:spPr>
      </p:pic>
      <p:pic>
        <p:nvPicPr>
          <p:cNvPr id="65960" name="Azure Key Vault icon" descr="Azure Key Vault icon (official Azure icon)">
            <a:extLst>
              <a:ext uri="{FF2B5EF4-FFF2-40B4-BE49-F238E27FC236}">
                <a16:creationId xmlns:a16="http://schemas.microsoft.com/office/drawing/2014/main" id="{EE1B7B3A-F7B6-BE80-CB7E-82A1771DF49A}"/>
              </a:ext>
            </a:extLst>
          </p:cNvPr>
          <p:cNvPicPr>
            <a:picLocks noChangeAspect="1"/>
          </p:cNvPicPr>
          <p:nvPr/>
        </p:nvPicPr>
        <p:blipFill>
          <a:blip r:embed="rId7"/>
          <a:stretch>
            <a:fillRect/>
          </a:stretch>
        </p:blipFill>
        <p:spPr>
          <a:xfrm>
            <a:off x="10354987" y="3059430"/>
            <a:ext cx="320040" cy="320040"/>
          </a:xfrm>
          <a:prstGeom prst="rect">
            <a:avLst/>
          </a:prstGeom>
        </p:spPr>
      </p:pic>
      <p:pic>
        <p:nvPicPr>
          <p:cNvPr id="65961" name="Azure Monitor icon" descr="Azure Monitor icon (official Azure icon)">
            <a:extLst>
              <a:ext uri="{FF2B5EF4-FFF2-40B4-BE49-F238E27FC236}">
                <a16:creationId xmlns:a16="http://schemas.microsoft.com/office/drawing/2014/main" id="{247B6AA6-32CB-0FF4-DD57-2BC800701005}"/>
              </a:ext>
            </a:extLst>
          </p:cNvPr>
          <p:cNvPicPr>
            <a:picLocks noChangeAspect="1"/>
          </p:cNvPicPr>
          <p:nvPr/>
        </p:nvPicPr>
        <p:blipFill>
          <a:blip r:embed="rId8"/>
          <a:stretch>
            <a:fillRect/>
          </a:stretch>
        </p:blipFill>
        <p:spPr>
          <a:xfrm>
            <a:off x="603504" y="3474720"/>
            <a:ext cx="384048" cy="384048"/>
          </a:xfrm>
          <a:prstGeom prst="rect">
            <a:avLst/>
          </a:prstGeom>
        </p:spPr>
      </p:pic>
      <p:pic>
        <p:nvPicPr>
          <p:cNvPr id="65962" name="Excel import icon" descr="Spreadsheet icon">
            <a:extLst>
              <a:ext uri="{FF2B5EF4-FFF2-40B4-BE49-F238E27FC236}">
                <a16:creationId xmlns:a16="http://schemas.microsoft.com/office/drawing/2014/main" id="{10F2D02F-2D0B-2CDC-A1D2-52980C9B231D}"/>
              </a:ext>
            </a:extLst>
          </p:cNvPr>
          <p:cNvPicPr>
            <a:picLocks noChangeAspect="1"/>
          </p:cNvPicPr>
          <p:nvPr/>
        </p:nvPicPr>
        <p:blipFill>
          <a:blip r:embed="rId9"/>
          <a:stretch>
            <a:fillRect/>
          </a:stretch>
        </p:blipFill>
        <p:spPr>
          <a:xfrm>
            <a:off x="603504" y="4337304"/>
            <a:ext cx="384048" cy="384048"/>
          </a:xfrm>
          <a:prstGeom prst="rect">
            <a:avLst/>
          </a:prstGeom>
        </p:spPr>
      </p:pic>
      <p:pic>
        <p:nvPicPr>
          <p:cNvPr id="65963" name="Azure OpenAI icon" descr="Azure OpenAI icon (official Azure icon)">
            <a:extLst>
              <a:ext uri="{FF2B5EF4-FFF2-40B4-BE49-F238E27FC236}">
                <a16:creationId xmlns:a16="http://schemas.microsoft.com/office/drawing/2014/main" id="{2094F1BE-2647-2C83-8531-0E9872777BB4}"/>
              </a:ext>
            </a:extLst>
          </p:cNvPr>
          <p:cNvPicPr>
            <a:picLocks noChangeAspect="1"/>
          </p:cNvPicPr>
          <p:nvPr/>
        </p:nvPicPr>
        <p:blipFill>
          <a:blip r:embed="rId10"/>
          <a:stretch>
            <a:fillRect/>
          </a:stretch>
        </p:blipFill>
        <p:spPr>
          <a:xfrm>
            <a:off x="4178166" y="4730496"/>
            <a:ext cx="384048" cy="384048"/>
          </a:xfrm>
          <a:prstGeom prst="rect">
            <a:avLst/>
          </a:prstGeom>
        </p:spPr>
      </p:pic>
      <p:sp>
        <p:nvSpPr>
          <p:cNvPr id="67276" name="Azure SQL text">
            <a:extLst>
              <a:ext uri="{FF2B5EF4-FFF2-40B4-BE49-F238E27FC236}">
                <a16:creationId xmlns:a16="http://schemas.microsoft.com/office/drawing/2014/main" id="{1E4A0400-E3C0-DC1B-5F65-752F28C07D42}"/>
              </a:ext>
            </a:extLst>
          </p:cNvPr>
          <p:cNvSpPr/>
          <p:nvPr/>
        </p:nvSpPr>
        <p:spPr>
          <a:xfrm>
            <a:off x="7415784" y="3384042"/>
            <a:ext cx="1632434"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Azure SQL</a:t>
            </a:r>
          </a:p>
          <a:p>
            <a:pPr algn="l">
              <a:buNone/>
            </a:pPr>
            <a:r>
              <a:rPr lang="en-US" sz="1200">
                <a:solidFill>
                  <a:srgbClr val="173F35"/>
                </a:solidFill>
                <a:effectLst/>
                <a:latin typeface="Arial" panose="020B0604020202020204" pitchFamily="34" charset="0"/>
              </a:rPr>
              <a:t>Cases, proposals, audit · ledger checks</a:t>
            </a:r>
            <a:endParaRPr lang="en-US"/>
          </a:p>
        </p:txBody>
      </p:sp>
      <p:sp>
        <p:nvSpPr>
          <p:cNvPr id="67278" name="Azure Blob text">
            <a:extLst>
              <a:ext uri="{FF2B5EF4-FFF2-40B4-BE49-F238E27FC236}">
                <a16:creationId xmlns:a16="http://schemas.microsoft.com/office/drawing/2014/main" id="{28471B4D-26DC-5874-4267-614A0F7EEE26}"/>
              </a:ext>
            </a:extLst>
          </p:cNvPr>
          <p:cNvSpPr/>
          <p:nvPr/>
        </p:nvSpPr>
        <p:spPr>
          <a:xfrm>
            <a:off x="9029930" y="3384042"/>
            <a:ext cx="1260656"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Azure Blob</a:t>
            </a:r>
          </a:p>
          <a:p>
            <a:pPr algn="l">
              <a:buNone/>
            </a:pPr>
            <a:r>
              <a:rPr lang="en-US" sz="1200">
                <a:solidFill>
                  <a:srgbClr val="173F35"/>
                </a:solidFill>
                <a:effectLst/>
                <a:latin typeface="Arial" panose="020B0604020202020204" pitchFamily="34" charset="0"/>
              </a:rPr>
              <a:t>Evidence files · hashes in SQL</a:t>
            </a:r>
            <a:endParaRPr lang="en-US"/>
          </a:p>
        </p:txBody>
      </p:sp>
      <p:sp>
        <p:nvSpPr>
          <p:cNvPr id="67281" name="Key Vault text">
            <a:extLst>
              <a:ext uri="{FF2B5EF4-FFF2-40B4-BE49-F238E27FC236}">
                <a16:creationId xmlns:a16="http://schemas.microsoft.com/office/drawing/2014/main" id="{5C2FAF6C-1C77-70DE-1C3D-AF6C8E6B0B25}"/>
              </a:ext>
            </a:extLst>
          </p:cNvPr>
          <p:cNvSpPr/>
          <p:nvPr/>
        </p:nvSpPr>
        <p:spPr>
          <a:xfrm>
            <a:off x="10272298" y="3384042"/>
            <a:ext cx="1334485"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Key Vault</a:t>
            </a:r>
          </a:p>
          <a:p>
            <a:pPr algn="l">
              <a:buNone/>
            </a:pPr>
            <a:r>
              <a:rPr lang="en-US" sz="1200">
                <a:solidFill>
                  <a:srgbClr val="173F35"/>
                </a:solidFill>
                <a:effectLst/>
                <a:latin typeface="Arial" panose="020B0604020202020204" pitchFamily="34" charset="0"/>
              </a:rPr>
              <a:t>Entra secret · token-store SAS</a:t>
            </a:r>
            <a:endParaRPr lang="en-US"/>
          </a:p>
        </p:txBody>
      </p:sp>
      <p:cxnSp>
        <p:nvCxnSpPr>
          <p:cNvPr id="900001" name="Target IoT flow sensor to hub"/>
          <p:cNvCxnSpPr/>
          <p:nvPr/>
        </p:nvCxnSpPr>
        <p:spPr>
          <a:xfrm>
            <a:off x="3935000" y="2002536"/>
            <a:ext cx="105000" cy="0"/>
          </a:xfrm>
          <a:prstGeom prst="line">
            <a:avLst/>
          </a:prstGeom>
          <a:ln w="12700">
            <a:solidFill>
              <a:srgbClr val="885500"/>
            </a:solidFill>
            <a:tailEnd type="arrow" w="sm" len="sm"/>
          </a:ln>
        </p:spPr>
      </p:cxnSp>
      <p:cxnSp>
        <p:nvCxnSpPr>
          <p:cNvPr id="900002" name="Target IoT flow hub to validation"/>
          <p:cNvCxnSpPr/>
          <p:nvPr/>
        </p:nvCxnSpPr>
        <p:spPr>
          <a:xfrm>
            <a:off x="5830000" y="2002536"/>
            <a:ext cx="105000" cy="0"/>
          </a:xfrm>
          <a:prstGeom prst="line">
            <a:avLst/>
          </a:prstGeom>
          <a:ln w="12700">
            <a:solidFill>
              <a:srgbClr val="885500"/>
            </a:solidFill>
            <a:tailEnd type="arrow" w="sm" len="sm"/>
          </a:ln>
        </p:spPr>
      </p:cxnSp>
      <p:cxnSp>
        <p:nvCxnSpPr>
          <p:cNvPr id="900003" name="Target IoT flow validation to human review"/>
          <p:cNvCxnSpPr/>
          <p:nvPr/>
        </p:nvCxnSpPr>
        <p:spPr>
          <a:xfrm>
            <a:off x="8690000" y="2002536"/>
            <a:ext cx="105000" cy="0"/>
          </a:xfrm>
          <a:prstGeom prst="line">
            <a:avLst/>
          </a:prstGeom>
          <a:ln w="12700">
            <a:solidFill>
              <a:srgbClr val="885500"/>
            </a:solidFill>
            <a:tailEnd type="arrow" w="sm" len="sm"/>
          </a:ln>
        </p:spPr>
      </p:cxnSp>
    </p:spTree>
    <p:extLst>
      <p:ext uri="{BB962C8B-B14F-4D97-AF65-F5344CB8AC3E}">
        <p14:creationId xmlns:p14="http://schemas.microsoft.com/office/powerpoint/2010/main" val="30211090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63199" name="Eyebrow">
            <a:extLst>
              <a:ext uri="{FF2B5EF4-FFF2-40B4-BE49-F238E27FC236}">
                <a16:creationId xmlns:a16="http://schemas.microsoft.com/office/drawing/2014/main" id="{043CA965-5B4A-BCCF-B913-16F8C7CE40BB}"/>
              </a:ext>
            </a:extLst>
          </p:cNvPr>
          <p:cNvSpPr/>
          <p:nvPr/>
        </p:nvSpPr>
        <p:spPr>
          <a:xfrm>
            <a:off x="4602480" y="365760"/>
            <a:ext cx="64008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4 · BUILT TO BE TRUSTED</a:t>
            </a:r>
          </a:p>
          <a:p>
            <a:pPr algn="l">
              <a:buNone/>
            </a:pPr>
            <a:r>
              <a:rPr lang="en-US" sz="100">
                <a:effectLst/>
              </a:rPr>
              <a:t> </a:t>
            </a:r>
            <a:endParaRPr lang="en-US"/>
          </a:p>
        </p:txBody>
      </p:sp>
      <p:sp>
        <p:nvSpPr>
          <p:cNvPr id="63201" name="Slide title">
            <a:extLst>
              <a:ext uri="{FF2B5EF4-FFF2-40B4-BE49-F238E27FC236}">
                <a16:creationId xmlns:a16="http://schemas.microsoft.com/office/drawing/2014/main" id="{C29611E2-D866-E597-6285-9A53ADBAD6DC}"/>
              </a:ext>
            </a:extLst>
          </p:cNvPr>
          <p:cNvSpPr/>
          <p:nvPr/>
        </p:nvSpPr>
        <p:spPr>
          <a:xfrm>
            <a:off x="4602480" y="685800"/>
            <a:ext cx="704088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Seven checkpoints between an AI</a:t>
            </a:r>
          </a:p>
          <a:p>
            <a:pPr algn="l">
              <a:buNone/>
            </a:pPr>
            <a:r>
              <a:rPr lang="en-US" sz="3200" b="1">
                <a:solidFill>
                  <a:srgbClr val="173F35"/>
                </a:solidFill>
                <a:effectLst/>
                <a:latin typeface="Arial" panose="020B0604020202020204" pitchFamily="34" charset="0"/>
              </a:rPr>
              <a:t>draft and a real-world decision.</a:t>
            </a:r>
            <a:endParaRPr lang="en-US"/>
          </a:p>
        </p:txBody>
      </p:sp>
      <p:sp>
        <p:nvSpPr>
          <p:cNvPr id="63204" name="Footer sources">
            <a:extLst>
              <a:ext uri="{FF2B5EF4-FFF2-40B4-BE49-F238E27FC236}">
                <a16:creationId xmlns:a16="http://schemas.microsoft.com/office/drawing/2014/main" id="{02104AF6-D09C-E208-B41D-C793B395DD29}"/>
              </a:ext>
            </a:extLst>
          </p:cNvPr>
          <p:cNvSpPr/>
          <p:nvPr/>
        </p:nvSpPr>
        <p:spPr>
          <a:xfrm>
            <a:off x="4602480" y="5943600"/>
            <a:ext cx="448056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controlled AI flow (diagram 04, E09) · ADR 0002 · AMA Plan #105, #106</a:t>
            </a:r>
          </a:p>
          <a:p>
            <a:pPr algn="l">
              <a:buNone/>
            </a:pPr>
            <a:r>
              <a:rPr lang="en-US" sz="100">
                <a:effectLst/>
              </a:rPr>
              <a:t> </a:t>
            </a:r>
            <a:endParaRPr lang="en-US"/>
          </a:p>
        </p:txBody>
      </p:sp>
      <p:sp>
        <p:nvSpPr>
          <p:cNvPr id="63208" name="Footer navigation">
            <a:extLst>
              <a:ext uri="{FF2B5EF4-FFF2-40B4-BE49-F238E27FC236}">
                <a16:creationId xmlns:a16="http://schemas.microsoft.com/office/drawing/2014/main" id="{C68F42F0-9443-88DB-5AC5-B359D9876AA0}"/>
              </a:ext>
            </a:extLst>
          </p:cNvPr>
          <p:cNvSpPr/>
          <p:nvPr/>
        </p:nvSpPr>
        <p:spPr>
          <a:xfrm>
            <a:off x="9174480" y="6126480"/>
            <a:ext cx="24688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S17 · Answers: B07 · B16 · B21</a:t>
            </a:r>
          </a:p>
          <a:p>
            <a:pPr algn="r">
              <a:buNone/>
            </a:pPr>
            <a:r>
              <a:rPr lang="en-US" sz="100">
                <a:effectLst/>
              </a:rPr>
              <a:t> </a:t>
            </a:r>
            <a:endParaRPr lang="en-US"/>
          </a:p>
        </p:txBody>
      </p:sp>
      <p:sp>
        <p:nvSpPr>
          <p:cNvPr id="63213" name="Statement 1">
            <a:extLst>
              <a:ext uri="{FF2B5EF4-FFF2-40B4-BE49-F238E27FC236}">
                <a16:creationId xmlns:a16="http://schemas.microsoft.com/office/drawing/2014/main" id="{079D01D8-E39F-9AD9-6A92-33FBAFE196B4}"/>
              </a:ext>
            </a:extLst>
          </p:cNvPr>
          <p:cNvSpPr/>
          <p:nvPr/>
        </p:nvSpPr>
        <p:spPr>
          <a:xfrm>
            <a:off x="4602480" y="1698080"/>
            <a:ext cx="7040880"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2E6B5E"/>
                </a:solidFill>
                <a:effectLst/>
                <a:latin typeface="Arial" panose="020B0604020202020204" pitchFamily="34" charset="0"/>
              </a:rPr>
              <a:t>The model prepares. The system checks. A person decides.</a:t>
            </a:r>
          </a:p>
          <a:p>
            <a:pPr algn="l">
              <a:buNone/>
            </a:pPr>
            <a:r>
              <a:rPr lang="en-US" sz="100">
                <a:effectLst/>
              </a:rPr>
              <a:t> </a:t>
            </a:r>
            <a:endParaRPr lang="en-US"/>
          </a:p>
        </p:txBody>
      </p:sp>
      <p:sp>
        <p:nvSpPr>
          <p:cNvPr id="63219" name="Ladder rail">
            <a:extLst>
              <a:ext uri="{FF2B5EF4-FFF2-40B4-BE49-F238E27FC236}">
                <a16:creationId xmlns:a16="http://schemas.microsoft.com/office/drawing/2014/main" id="{A12D0C67-FCDF-80A3-0430-5D0933F03348}"/>
              </a:ext>
            </a:extLst>
          </p:cNvPr>
          <p:cNvSpPr/>
          <p:nvPr/>
        </p:nvSpPr>
        <p:spPr>
          <a:xfrm>
            <a:off x="4790948" y="2372868"/>
            <a:ext cx="25400" cy="2304288"/>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226" name="Checkpoint 1 card">
            <a:extLst>
              <a:ext uri="{FF2B5EF4-FFF2-40B4-BE49-F238E27FC236}">
                <a16:creationId xmlns:a16="http://schemas.microsoft.com/office/drawing/2014/main" id="{8AAF52C2-B02B-F4AB-C740-E0BF9F78A318}"/>
              </a:ext>
            </a:extLst>
          </p:cNvPr>
          <p:cNvSpPr/>
          <p:nvPr/>
        </p:nvSpPr>
        <p:spPr>
          <a:xfrm>
            <a:off x="4602480" y="2203704"/>
            <a:ext cx="7040880" cy="33832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234" name="Checkpoint 1 disc">
            <a:extLst>
              <a:ext uri="{FF2B5EF4-FFF2-40B4-BE49-F238E27FC236}">
                <a16:creationId xmlns:a16="http://schemas.microsoft.com/office/drawing/2014/main" id="{05DC6C7E-2D94-AF44-1160-23E867069416}"/>
              </a:ext>
            </a:extLst>
          </p:cNvPr>
          <p:cNvSpPr/>
          <p:nvPr/>
        </p:nvSpPr>
        <p:spPr>
          <a:xfrm>
            <a:off x="4666488" y="2235708"/>
            <a:ext cx="274320" cy="274320"/>
          </a:xfrm>
          <a:prstGeom prst="ellipse">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243" name="Checkpoint 2 card">
            <a:extLst>
              <a:ext uri="{FF2B5EF4-FFF2-40B4-BE49-F238E27FC236}">
                <a16:creationId xmlns:a16="http://schemas.microsoft.com/office/drawing/2014/main" id="{2AB044A1-726B-99A0-74A6-10E1EA008151}"/>
              </a:ext>
            </a:extLst>
          </p:cNvPr>
          <p:cNvSpPr/>
          <p:nvPr/>
        </p:nvSpPr>
        <p:spPr>
          <a:xfrm>
            <a:off x="4602480" y="2587752"/>
            <a:ext cx="7040880" cy="33832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253" name="Checkpoint 2 disc">
            <a:extLst>
              <a:ext uri="{FF2B5EF4-FFF2-40B4-BE49-F238E27FC236}">
                <a16:creationId xmlns:a16="http://schemas.microsoft.com/office/drawing/2014/main" id="{0F7C23B0-1D47-6A00-5166-09379A034ADB}"/>
              </a:ext>
            </a:extLst>
          </p:cNvPr>
          <p:cNvSpPr/>
          <p:nvPr/>
        </p:nvSpPr>
        <p:spPr>
          <a:xfrm>
            <a:off x="4666488" y="2619756"/>
            <a:ext cx="274320" cy="274320"/>
          </a:xfrm>
          <a:prstGeom prst="ellipse">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264" name="Checkpoint 3 card">
            <a:extLst>
              <a:ext uri="{FF2B5EF4-FFF2-40B4-BE49-F238E27FC236}">
                <a16:creationId xmlns:a16="http://schemas.microsoft.com/office/drawing/2014/main" id="{E64D5AE7-A5F7-7F42-9D54-40BA2D58006B}"/>
              </a:ext>
            </a:extLst>
          </p:cNvPr>
          <p:cNvSpPr/>
          <p:nvPr/>
        </p:nvSpPr>
        <p:spPr>
          <a:xfrm>
            <a:off x="4602480" y="2971800"/>
            <a:ext cx="7040880" cy="33832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276" name="Checkpoint 3 disc">
            <a:extLst>
              <a:ext uri="{FF2B5EF4-FFF2-40B4-BE49-F238E27FC236}">
                <a16:creationId xmlns:a16="http://schemas.microsoft.com/office/drawing/2014/main" id="{0DB84D46-5C5C-BD83-5871-BB9021BD5B61}"/>
              </a:ext>
            </a:extLst>
          </p:cNvPr>
          <p:cNvSpPr/>
          <p:nvPr/>
        </p:nvSpPr>
        <p:spPr>
          <a:xfrm>
            <a:off x="4666488" y="3003804"/>
            <a:ext cx="274320" cy="274320"/>
          </a:xfrm>
          <a:prstGeom prst="ellipse">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289" name="Checkpoint 4 card">
            <a:extLst>
              <a:ext uri="{FF2B5EF4-FFF2-40B4-BE49-F238E27FC236}">
                <a16:creationId xmlns:a16="http://schemas.microsoft.com/office/drawing/2014/main" id="{F6D1CB88-97F9-46D0-97E8-57A2DE1317BF}"/>
              </a:ext>
            </a:extLst>
          </p:cNvPr>
          <p:cNvSpPr/>
          <p:nvPr/>
        </p:nvSpPr>
        <p:spPr>
          <a:xfrm>
            <a:off x="4602480" y="3355848"/>
            <a:ext cx="7040880" cy="338328"/>
          </a:xfrm>
          <a:prstGeom prst="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303" name="Checkpoint 4 disc">
            <a:extLst>
              <a:ext uri="{FF2B5EF4-FFF2-40B4-BE49-F238E27FC236}">
                <a16:creationId xmlns:a16="http://schemas.microsoft.com/office/drawing/2014/main" id="{F71EEE0E-0571-21FF-58E9-B03647590D24}"/>
              </a:ext>
            </a:extLst>
          </p:cNvPr>
          <p:cNvSpPr/>
          <p:nvPr/>
        </p:nvSpPr>
        <p:spPr>
          <a:xfrm>
            <a:off x="4666488" y="3387852"/>
            <a:ext cx="274320" cy="274320"/>
          </a:xfrm>
          <a:prstGeom prst="ellipse">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318" name="Checkpoint 5 card">
            <a:extLst>
              <a:ext uri="{FF2B5EF4-FFF2-40B4-BE49-F238E27FC236}">
                <a16:creationId xmlns:a16="http://schemas.microsoft.com/office/drawing/2014/main" id="{32A2C8DE-392D-8C45-703E-0D0532E03731}"/>
              </a:ext>
            </a:extLst>
          </p:cNvPr>
          <p:cNvSpPr/>
          <p:nvPr/>
        </p:nvSpPr>
        <p:spPr>
          <a:xfrm>
            <a:off x="4602480" y="3739896"/>
            <a:ext cx="7040880" cy="33832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334" name="Checkpoint 5 disc">
            <a:extLst>
              <a:ext uri="{FF2B5EF4-FFF2-40B4-BE49-F238E27FC236}">
                <a16:creationId xmlns:a16="http://schemas.microsoft.com/office/drawing/2014/main" id="{1F7C39C5-D260-5CE8-0D7F-737B9E38F78A}"/>
              </a:ext>
            </a:extLst>
          </p:cNvPr>
          <p:cNvSpPr/>
          <p:nvPr/>
        </p:nvSpPr>
        <p:spPr>
          <a:xfrm>
            <a:off x="4666488" y="3771900"/>
            <a:ext cx="274320" cy="274320"/>
          </a:xfrm>
          <a:prstGeom prst="ellipse">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351" name="Checkpoint 6 card">
            <a:extLst>
              <a:ext uri="{FF2B5EF4-FFF2-40B4-BE49-F238E27FC236}">
                <a16:creationId xmlns:a16="http://schemas.microsoft.com/office/drawing/2014/main" id="{60832892-BB5E-074C-9657-A62CC7361A89}"/>
              </a:ext>
            </a:extLst>
          </p:cNvPr>
          <p:cNvSpPr/>
          <p:nvPr/>
        </p:nvSpPr>
        <p:spPr>
          <a:xfrm>
            <a:off x="4602480" y="4123944"/>
            <a:ext cx="7040880" cy="338328"/>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369" name="Checkpoint 6 disc">
            <a:extLst>
              <a:ext uri="{FF2B5EF4-FFF2-40B4-BE49-F238E27FC236}">
                <a16:creationId xmlns:a16="http://schemas.microsoft.com/office/drawing/2014/main" id="{9EFB7B0A-C797-7627-D803-58E3895BDA12}"/>
              </a:ext>
            </a:extLst>
          </p:cNvPr>
          <p:cNvSpPr/>
          <p:nvPr/>
        </p:nvSpPr>
        <p:spPr>
          <a:xfrm>
            <a:off x="4666488" y="4155948"/>
            <a:ext cx="274320" cy="274320"/>
          </a:xfrm>
          <a:prstGeom prst="ellipse">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388" name="Checkpoint 7 card">
            <a:extLst>
              <a:ext uri="{FF2B5EF4-FFF2-40B4-BE49-F238E27FC236}">
                <a16:creationId xmlns:a16="http://schemas.microsoft.com/office/drawing/2014/main" id="{49CCD84A-D966-01C6-5CEB-48FD26B9A441}"/>
              </a:ext>
            </a:extLst>
          </p:cNvPr>
          <p:cNvSpPr/>
          <p:nvPr/>
        </p:nvSpPr>
        <p:spPr>
          <a:xfrm>
            <a:off x="4602480" y="4507992"/>
            <a:ext cx="7040880" cy="338328"/>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408" name="Checkpoint 7 disc">
            <a:extLst>
              <a:ext uri="{FF2B5EF4-FFF2-40B4-BE49-F238E27FC236}">
                <a16:creationId xmlns:a16="http://schemas.microsoft.com/office/drawing/2014/main" id="{ED9B213E-C446-79D5-75A8-8B3A6E7829F6}"/>
              </a:ext>
            </a:extLst>
          </p:cNvPr>
          <p:cNvSpPr/>
          <p:nvPr/>
        </p:nvSpPr>
        <p:spPr>
          <a:xfrm>
            <a:off x="4666488" y="4539996"/>
            <a:ext cx="274320" cy="274320"/>
          </a:xfrm>
          <a:prstGeom prst="ellipse">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429" name="Checkpoint 1 number">
            <a:extLst>
              <a:ext uri="{FF2B5EF4-FFF2-40B4-BE49-F238E27FC236}">
                <a16:creationId xmlns:a16="http://schemas.microsoft.com/office/drawing/2014/main" id="{A144CE5E-2A37-C004-D56A-3FDCD25BB969}"/>
              </a:ext>
            </a:extLst>
          </p:cNvPr>
          <p:cNvSpPr/>
          <p:nvPr/>
        </p:nvSpPr>
        <p:spPr>
          <a:xfrm>
            <a:off x="4575048" y="2150708"/>
            <a:ext cx="4572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FAF9F6"/>
                </a:solidFill>
                <a:effectLst/>
                <a:latin typeface="Arial" panose="020B0604020202020204" pitchFamily="34" charset="0"/>
              </a:rPr>
              <a:t>1</a:t>
            </a:r>
          </a:p>
          <a:p>
            <a:pPr algn="ctr">
              <a:buNone/>
            </a:pPr>
            <a:r>
              <a:rPr lang="en-US" sz="100">
                <a:effectLst/>
              </a:rPr>
              <a:t> </a:t>
            </a:r>
            <a:endParaRPr lang="en-US"/>
          </a:p>
        </p:txBody>
      </p:sp>
      <p:sp>
        <p:nvSpPr>
          <p:cNvPr id="63451" name="Checkpoint 1 text">
            <a:extLst>
              <a:ext uri="{FF2B5EF4-FFF2-40B4-BE49-F238E27FC236}">
                <a16:creationId xmlns:a16="http://schemas.microsoft.com/office/drawing/2014/main" id="{5F985032-1078-0345-11A3-09829939EA91}"/>
              </a:ext>
            </a:extLst>
          </p:cNvPr>
          <p:cNvSpPr/>
          <p:nvPr/>
        </p:nvSpPr>
        <p:spPr>
          <a:xfrm>
            <a:off x="5279136" y="2127848"/>
            <a:ext cx="6391656" cy="49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173F35"/>
                </a:solidFill>
                <a:effectLst/>
                <a:latin typeface="Arial" panose="020B0604020202020204" pitchFamily="34" charset="0"/>
              </a:rPr>
              <a:t>Signed-in identity (Entra)</a:t>
            </a:r>
          </a:p>
          <a:p>
            <a:pPr algn="l">
              <a:buNone/>
            </a:pPr>
            <a:r>
              <a:rPr lang="en-US" sz="100">
                <a:effectLst/>
              </a:rPr>
              <a:t> </a:t>
            </a:r>
            <a:endParaRPr lang="en-US"/>
          </a:p>
        </p:txBody>
      </p:sp>
      <p:sp>
        <p:nvSpPr>
          <p:cNvPr id="63474" name="Checkpoint 2 number">
            <a:extLst>
              <a:ext uri="{FF2B5EF4-FFF2-40B4-BE49-F238E27FC236}">
                <a16:creationId xmlns:a16="http://schemas.microsoft.com/office/drawing/2014/main" id="{72E379E9-BAB0-54F2-CFB9-E6B50FA23580}"/>
              </a:ext>
            </a:extLst>
          </p:cNvPr>
          <p:cNvSpPr/>
          <p:nvPr/>
        </p:nvSpPr>
        <p:spPr>
          <a:xfrm>
            <a:off x="4575048" y="2534756"/>
            <a:ext cx="4572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FAF9F6"/>
                </a:solidFill>
                <a:effectLst/>
                <a:latin typeface="Arial" panose="020B0604020202020204" pitchFamily="34" charset="0"/>
              </a:rPr>
              <a:t>2</a:t>
            </a:r>
          </a:p>
          <a:p>
            <a:pPr algn="ctr">
              <a:buNone/>
            </a:pPr>
            <a:r>
              <a:rPr lang="en-US" sz="100">
                <a:effectLst/>
              </a:rPr>
              <a:t> </a:t>
            </a:r>
            <a:endParaRPr lang="en-US"/>
          </a:p>
        </p:txBody>
      </p:sp>
      <p:sp>
        <p:nvSpPr>
          <p:cNvPr id="63498" name="Checkpoint 2 text">
            <a:extLst>
              <a:ext uri="{FF2B5EF4-FFF2-40B4-BE49-F238E27FC236}">
                <a16:creationId xmlns:a16="http://schemas.microsoft.com/office/drawing/2014/main" id="{3465733E-8E58-D4CD-78AD-CA29B561A18E}"/>
              </a:ext>
            </a:extLst>
          </p:cNvPr>
          <p:cNvSpPr/>
          <p:nvPr/>
        </p:nvSpPr>
        <p:spPr>
          <a:xfrm>
            <a:off x="5279136" y="2511896"/>
            <a:ext cx="6391656" cy="49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173F35"/>
                </a:solidFill>
                <a:effectLst/>
                <a:latin typeface="Arial" panose="020B0604020202020204" pitchFamily="34" charset="0"/>
              </a:rPr>
              <a:t>Role and case scope</a:t>
            </a:r>
          </a:p>
          <a:p>
            <a:pPr algn="l">
              <a:buNone/>
            </a:pPr>
            <a:r>
              <a:rPr lang="en-US" sz="100">
                <a:effectLst/>
              </a:rPr>
              <a:t> </a:t>
            </a:r>
            <a:endParaRPr lang="en-US"/>
          </a:p>
        </p:txBody>
      </p:sp>
      <p:sp>
        <p:nvSpPr>
          <p:cNvPr id="63523" name="Checkpoint 3 number">
            <a:extLst>
              <a:ext uri="{FF2B5EF4-FFF2-40B4-BE49-F238E27FC236}">
                <a16:creationId xmlns:a16="http://schemas.microsoft.com/office/drawing/2014/main" id="{0D1508DC-7762-B0E1-4F19-CBB46AF2513D}"/>
              </a:ext>
            </a:extLst>
          </p:cNvPr>
          <p:cNvSpPr/>
          <p:nvPr/>
        </p:nvSpPr>
        <p:spPr>
          <a:xfrm>
            <a:off x="4575048" y="2918804"/>
            <a:ext cx="4572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FAF9F6"/>
                </a:solidFill>
                <a:effectLst/>
                <a:latin typeface="Arial" panose="020B0604020202020204" pitchFamily="34" charset="0"/>
              </a:rPr>
              <a:t>3</a:t>
            </a:r>
          </a:p>
          <a:p>
            <a:pPr algn="ctr">
              <a:buNone/>
            </a:pPr>
            <a:r>
              <a:rPr lang="en-US" sz="100">
                <a:effectLst/>
              </a:rPr>
              <a:t> </a:t>
            </a:r>
            <a:endParaRPr lang="en-US"/>
          </a:p>
        </p:txBody>
      </p:sp>
      <p:sp>
        <p:nvSpPr>
          <p:cNvPr id="63549" name="Checkpoint 3 text">
            <a:extLst>
              <a:ext uri="{FF2B5EF4-FFF2-40B4-BE49-F238E27FC236}">
                <a16:creationId xmlns:a16="http://schemas.microsoft.com/office/drawing/2014/main" id="{1879C6FA-7C59-DF99-2A1E-1A499ED2847B}"/>
              </a:ext>
            </a:extLst>
          </p:cNvPr>
          <p:cNvSpPr/>
          <p:nvPr/>
        </p:nvSpPr>
        <p:spPr>
          <a:xfrm>
            <a:off x="5279136" y="2895944"/>
            <a:ext cx="6391656" cy="49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173F35"/>
                </a:solidFill>
                <a:effectLst/>
                <a:latin typeface="Arial" panose="020B0604020202020204" pitchFamily="34" charset="0"/>
              </a:rPr>
              <a:t>Permitted evidence only, with source and version IDs</a:t>
            </a:r>
          </a:p>
          <a:p>
            <a:pPr algn="l">
              <a:buNone/>
            </a:pPr>
            <a:r>
              <a:rPr lang="en-US" sz="100">
                <a:effectLst/>
              </a:rPr>
              <a:t> </a:t>
            </a:r>
            <a:endParaRPr lang="en-US"/>
          </a:p>
        </p:txBody>
      </p:sp>
      <p:sp>
        <p:nvSpPr>
          <p:cNvPr id="63576" name="Checkpoint 4 number">
            <a:extLst>
              <a:ext uri="{FF2B5EF4-FFF2-40B4-BE49-F238E27FC236}">
                <a16:creationId xmlns:a16="http://schemas.microsoft.com/office/drawing/2014/main" id="{556E9416-6E5D-6DA7-12B8-DCC89002ADF9}"/>
              </a:ext>
            </a:extLst>
          </p:cNvPr>
          <p:cNvSpPr/>
          <p:nvPr/>
        </p:nvSpPr>
        <p:spPr>
          <a:xfrm>
            <a:off x="4575048" y="3302852"/>
            <a:ext cx="4572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FAF9F6"/>
                </a:solidFill>
                <a:effectLst/>
                <a:latin typeface="Arial" panose="020B0604020202020204" pitchFamily="34" charset="0"/>
              </a:rPr>
              <a:t>4</a:t>
            </a:r>
          </a:p>
          <a:p>
            <a:pPr algn="ctr">
              <a:buNone/>
            </a:pPr>
            <a:r>
              <a:rPr lang="en-US" sz="100">
                <a:effectLst/>
              </a:rPr>
              <a:t> </a:t>
            </a:r>
            <a:endParaRPr lang="en-US"/>
          </a:p>
        </p:txBody>
      </p:sp>
      <p:sp>
        <p:nvSpPr>
          <p:cNvPr id="63604" name="Checkpoint 4 text">
            <a:extLst>
              <a:ext uri="{FF2B5EF4-FFF2-40B4-BE49-F238E27FC236}">
                <a16:creationId xmlns:a16="http://schemas.microsoft.com/office/drawing/2014/main" id="{6E0FA4A2-E3B2-0B40-E2DD-FE03E66734A1}"/>
              </a:ext>
            </a:extLst>
          </p:cNvPr>
          <p:cNvSpPr/>
          <p:nvPr/>
        </p:nvSpPr>
        <p:spPr>
          <a:xfrm>
            <a:off x="5279136" y="3279992"/>
            <a:ext cx="6391656" cy="49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173F35"/>
                </a:solidFill>
                <a:effectLst/>
                <a:latin typeface="Arial" panose="020B0604020202020204" pitchFamily="34" charset="0"/>
              </a:rPr>
              <a:t>Bounded model call, finite allowance and expiry</a:t>
            </a:r>
          </a:p>
          <a:p>
            <a:pPr algn="l">
              <a:buNone/>
            </a:pPr>
            <a:r>
              <a:rPr lang="en-US" sz="100">
                <a:effectLst/>
              </a:rPr>
              <a:t> </a:t>
            </a:r>
            <a:endParaRPr lang="en-US"/>
          </a:p>
        </p:txBody>
      </p:sp>
      <p:sp>
        <p:nvSpPr>
          <p:cNvPr id="63633" name="Checkpoint 5 number">
            <a:extLst>
              <a:ext uri="{FF2B5EF4-FFF2-40B4-BE49-F238E27FC236}">
                <a16:creationId xmlns:a16="http://schemas.microsoft.com/office/drawing/2014/main" id="{150791AE-A68F-62F8-FF8A-2A1E59CADD8E}"/>
              </a:ext>
            </a:extLst>
          </p:cNvPr>
          <p:cNvSpPr/>
          <p:nvPr/>
        </p:nvSpPr>
        <p:spPr>
          <a:xfrm>
            <a:off x="4575048" y="3686900"/>
            <a:ext cx="4572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FAF9F6"/>
                </a:solidFill>
                <a:effectLst/>
                <a:latin typeface="Arial" panose="020B0604020202020204" pitchFamily="34" charset="0"/>
              </a:rPr>
              <a:t>5</a:t>
            </a:r>
          </a:p>
          <a:p>
            <a:pPr algn="ctr">
              <a:buNone/>
            </a:pPr>
            <a:r>
              <a:rPr lang="en-US" sz="100">
                <a:effectLst/>
              </a:rPr>
              <a:t> </a:t>
            </a:r>
            <a:endParaRPr lang="en-US"/>
          </a:p>
        </p:txBody>
      </p:sp>
      <p:sp>
        <p:nvSpPr>
          <p:cNvPr id="63663" name="Checkpoint 5 text">
            <a:extLst>
              <a:ext uri="{FF2B5EF4-FFF2-40B4-BE49-F238E27FC236}">
                <a16:creationId xmlns:a16="http://schemas.microsoft.com/office/drawing/2014/main" id="{AC85799B-B7C1-E0BB-81A2-F5A66241FEC9}"/>
              </a:ext>
            </a:extLst>
          </p:cNvPr>
          <p:cNvSpPr/>
          <p:nvPr/>
        </p:nvSpPr>
        <p:spPr>
          <a:xfrm>
            <a:off x="5279136" y="3664040"/>
            <a:ext cx="6391656" cy="49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173F35"/>
                </a:solidFill>
                <a:effectLst/>
                <a:latin typeface="Arial" panose="020B0604020202020204" pitchFamily="34" charset="0"/>
              </a:rPr>
              <a:t>Schema, citation and freshness checks: stale or error stops</a:t>
            </a:r>
          </a:p>
          <a:p>
            <a:pPr algn="l">
              <a:buNone/>
            </a:pPr>
            <a:r>
              <a:rPr lang="en-US" sz="100">
                <a:effectLst/>
              </a:rPr>
              <a:t> </a:t>
            </a:r>
            <a:endParaRPr lang="en-US"/>
          </a:p>
        </p:txBody>
      </p:sp>
      <p:sp>
        <p:nvSpPr>
          <p:cNvPr id="63694" name="Checkpoint 6 number">
            <a:extLst>
              <a:ext uri="{FF2B5EF4-FFF2-40B4-BE49-F238E27FC236}">
                <a16:creationId xmlns:a16="http://schemas.microsoft.com/office/drawing/2014/main" id="{904903ED-06DA-941F-4A86-92350C97387B}"/>
              </a:ext>
            </a:extLst>
          </p:cNvPr>
          <p:cNvSpPr/>
          <p:nvPr/>
        </p:nvSpPr>
        <p:spPr>
          <a:xfrm>
            <a:off x="4575048" y="4070948"/>
            <a:ext cx="4572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FAF9F6"/>
                </a:solidFill>
                <a:effectLst/>
                <a:latin typeface="Arial" panose="020B0604020202020204" pitchFamily="34" charset="0"/>
              </a:rPr>
              <a:t>6</a:t>
            </a:r>
          </a:p>
          <a:p>
            <a:pPr algn="ctr">
              <a:buNone/>
            </a:pPr>
            <a:r>
              <a:rPr lang="en-US" sz="100">
                <a:effectLst/>
              </a:rPr>
              <a:t> </a:t>
            </a:r>
            <a:endParaRPr lang="en-US"/>
          </a:p>
        </p:txBody>
      </p:sp>
      <p:sp>
        <p:nvSpPr>
          <p:cNvPr id="63726" name="Checkpoint 6 text">
            <a:extLst>
              <a:ext uri="{FF2B5EF4-FFF2-40B4-BE49-F238E27FC236}">
                <a16:creationId xmlns:a16="http://schemas.microsoft.com/office/drawing/2014/main" id="{35A43DD3-27DF-5CA4-B97F-87B51858C4F0}"/>
              </a:ext>
            </a:extLst>
          </p:cNvPr>
          <p:cNvSpPr/>
          <p:nvPr/>
        </p:nvSpPr>
        <p:spPr>
          <a:xfrm>
            <a:off x="5279136" y="4048088"/>
            <a:ext cx="6391656" cy="49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173F35"/>
                </a:solidFill>
                <a:effectLst/>
                <a:latin typeface="Arial" panose="020B0604020202020204" pitchFamily="34" charset="0"/>
              </a:rPr>
              <a:t>Human review with current permissions: accept or reject with a reason</a:t>
            </a:r>
          </a:p>
          <a:p>
            <a:pPr algn="l">
              <a:buNone/>
            </a:pPr>
            <a:r>
              <a:rPr lang="en-US" sz="100">
                <a:effectLst/>
              </a:rPr>
              <a:t> </a:t>
            </a:r>
            <a:endParaRPr lang="en-US"/>
          </a:p>
        </p:txBody>
      </p:sp>
      <p:sp>
        <p:nvSpPr>
          <p:cNvPr id="63759" name="Checkpoint 7 number">
            <a:extLst>
              <a:ext uri="{FF2B5EF4-FFF2-40B4-BE49-F238E27FC236}">
                <a16:creationId xmlns:a16="http://schemas.microsoft.com/office/drawing/2014/main" id="{F368D59B-080D-02C7-AF43-8B5AD1CFBB4B}"/>
              </a:ext>
            </a:extLst>
          </p:cNvPr>
          <p:cNvSpPr/>
          <p:nvPr/>
        </p:nvSpPr>
        <p:spPr>
          <a:xfrm>
            <a:off x="4575048" y="4454996"/>
            <a:ext cx="4572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FAF9F6"/>
                </a:solidFill>
                <a:effectLst/>
                <a:latin typeface="Arial" panose="020B0604020202020204" pitchFamily="34" charset="0"/>
              </a:rPr>
              <a:t>7</a:t>
            </a:r>
          </a:p>
          <a:p>
            <a:pPr algn="ctr">
              <a:buNone/>
            </a:pPr>
            <a:r>
              <a:rPr lang="en-US" sz="100">
                <a:effectLst/>
              </a:rPr>
              <a:t> </a:t>
            </a:r>
            <a:endParaRPr lang="en-US"/>
          </a:p>
        </p:txBody>
      </p:sp>
      <p:sp>
        <p:nvSpPr>
          <p:cNvPr id="63793" name="Checkpoint 7 text">
            <a:extLst>
              <a:ext uri="{FF2B5EF4-FFF2-40B4-BE49-F238E27FC236}">
                <a16:creationId xmlns:a16="http://schemas.microsoft.com/office/drawing/2014/main" id="{1EB97FC7-0049-1958-A130-25BD5FEAE62F}"/>
              </a:ext>
            </a:extLst>
          </p:cNvPr>
          <p:cNvSpPr/>
          <p:nvPr/>
        </p:nvSpPr>
        <p:spPr>
          <a:xfrm>
            <a:off x="5279136" y="4432136"/>
            <a:ext cx="6391656" cy="49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173F35"/>
                </a:solidFill>
                <a:effectLst/>
                <a:latin typeface="Arial" panose="020B0604020202020204" pitchFamily="34" charset="0"/>
              </a:rPr>
              <a:t>Separate domain decision and audit trail (consent, quality, Finance)</a:t>
            </a:r>
          </a:p>
          <a:p>
            <a:pPr algn="l">
              <a:buNone/>
            </a:pPr>
            <a:r>
              <a:rPr lang="en-US" sz="100">
                <a:effectLst/>
              </a:rPr>
              <a:t> </a:t>
            </a:r>
            <a:endParaRPr lang="en-US"/>
          </a:p>
        </p:txBody>
      </p:sp>
      <p:sp>
        <p:nvSpPr>
          <p:cNvPr id="63828" name="Fallback band">
            <a:extLst>
              <a:ext uri="{FF2B5EF4-FFF2-40B4-BE49-F238E27FC236}">
                <a16:creationId xmlns:a16="http://schemas.microsoft.com/office/drawing/2014/main" id="{B45270AC-88D8-315E-0369-CB81B1AF3CA4}"/>
              </a:ext>
            </a:extLst>
          </p:cNvPr>
          <p:cNvSpPr/>
          <p:nvPr/>
        </p:nvSpPr>
        <p:spPr>
          <a:xfrm>
            <a:off x="4602480" y="4937760"/>
            <a:ext cx="7040880" cy="890016"/>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864" name="Band text">
            <a:extLst>
              <a:ext uri="{FF2B5EF4-FFF2-40B4-BE49-F238E27FC236}">
                <a16:creationId xmlns:a16="http://schemas.microsoft.com/office/drawing/2014/main" id="{B9F003EF-B201-ADF2-B9B5-9CA320B14980}"/>
              </a:ext>
            </a:extLst>
          </p:cNvPr>
          <p:cNvSpPr/>
          <p:nvPr/>
        </p:nvSpPr>
        <p:spPr>
          <a:xfrm>
            <a:off x="4648200" y="5001768"/>
            <a:ext cx="6949440" cy="7620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7A4B00"/>
                </a:solidFill>
                <a:effectLst/>
                <a:latin typeface="Arial" panose="020B0604020202020204" pitchFamily="34" charset="0"/>
              </a:rPr>
              <a:t>Failure never becomes approval: the work falls back to its owner</a:t>
            </a:r>
          </a:p>
          <a:p>
            <a:pPr algn="l">
              <a:buNone/>
            </a:pPr>
            <a:r>
              <a:rPr lang="en-US" sz="1600" b="1">
                <a:solidFill>
                  <a:srgbClr val="7A4B00"/>
                </a:solidFill>
                <a:effectLst/>
                <a:latin typeface="Arial" panose="020B0604020202020204" pitchFamily="34" charset="0"/>
              </a:rPr>
              <a:t>Hazards bypass the AI path entirely</a:t>
            </a:r>
          </a:p>
          <a:p>
            <a:pPr algn="l">
              <a:buNone/>
            </a:pPr>
            <a:r>
              <a:rPr lang="en-US" sz="1200">
                <a:solidFill>
                  <a:srgbClr val="7A4B00"/>
                </a:solidFill>
                <a:effectLst/>
                <a:latin typeface="Arial" panose="020B0604020202020204" pitchFamily="34" charset="0"/>
              </a:rPr>
              <a:t>Unknown, stale, disabled or over-allowance → owned manual work · hazards go straight to people</a:t>
            </a:r>
            <a:endParaRPr lang="en-US"/>
          </a:p>
        </p:txBody>
      </p:sp>
      <p:pic>
        <p:nvPicPr>
          <p:cNvPr id="63865" name="Checkpoint 1 icon" descr="Security icon">
            <a:extLst>
              <a:ext uri="{FF2B5EF4-FFF2-40B4-BE49-F238E27FC236}">
                <a16:creationId xmlns:a16="http://schemas.microsoft.com/office/drawing/2014/main" id="{C3DD2DA9-CEC3-16DA-E406-C05421D05608}"/>
              </a:ext>
            </a:extLst>
          </p:cNvPr>
          <p:cNvPicPr>
            <a:picLocks noChangeAspect="1"/>
          </p:cNvPicPr>
          <p:nvPr/>
        </p:nvPicPr>
        <p:blipFill>
          <a:blip r:embed="rId3"/>
          <a:stretch>
            <a:fillRect/>
          </a:stretch>
        </p:blipFill>
        <p:spPr>
          <a:xfrm>
            <a:off x="5013960" y="2235708"/>
            <a:ext cx="274320" cy="274320"/>
          </a:xfrm>
          <a:prstGeom prst="rect">
            <a:avLst/>
          </a:prstGeom>
        </p:spPr>
      </p:pic>
      <p:pic>
        <p:nvPicPr>
          <p:cNvPr id="63866" name="Checkpoint 2 icon" descr="Security icon">
            <a:extLst>
              <a:ext uri="{FF2B5EF4-FFF2-40B4-BE49-F238E27FC236}">
                <a16:creationId xmlns:a16="http://schemas.microsoft.com/office/drawing/2014/main" id="{3607642C-9E0F-751E-431F-DDF7CF4F17CA}"/>
              </a:ext>
            </a:extLst>
          </p:cNvPr>
          <p:cNvPicPr>
            <a:picLocks noChangeAspect="1"/>
          </p:cNvPicPr>
          <p:nvPr/>
        </p:nvPicPr>
        <p:blipFill>
          <a:blip r:embed="rId3"/>
          <a:stretch>
            <a:fillRect/>
          </a:stretch>
        </p:blipFill>
        <p:spPr>
          <a:xfrm>
            <a:off x="5013960" y="2619756"/>
            <a:ext cx="274320" cy="274320"/>
          </a:xfrm>
          <a:prstGeom prst="rect">
            <a:avLst/>
          </a:prstGeom>
        </p:spPr>
      </p:pic>
      <p:pic>
        <p:nvPicPr>
          <p:cNvPr id="63867" name="Checkpoint 3 icon" descr="Security icon">
            <a:extLst>
              <a:ext uri="{FF2B5EF4-FFF2-40B4-BE49-F238E27FC236}">
                <a16:creationId xmlns:a16="http://schemas.microsoft.com/office/drawing/2014/main" id="{ACE49770-856A-B52B-5CFD-D300B2D7BBEF}"/>
              </a:ext>
            </a:extLst>
          </p:cNvPr>
          <p:cNvPicPr>
            <a:picLocks noChangeAspect="1"/>
          </p:cNvPicPr>
          <p:nvPr/>
        </p:nvPicPr>
        <p:blipFill>
          <a:blip r:embed="rId3"/>
          <a:stretch>
            <a:fillRect/>
          </a:stretch>
        </p:blipFill>
        <p:spPr>
          <a:xfrm>
            <a:off x="5013960" y="3003804"/>
            <a:ext cx="274320" cy="274320"/>
          </a:xfrm>
          <a:prstGeom prst="rect">
            <a:avLst/>
          </a:prstGeom>
        </p:spPr>
      </p:pic>
      <p:pic>
        <p:nvPicPr>
          <p:cNvPr id="63868" name="Checkpoint 4 icon" descr="Security icon">
            <a:extLst>
              <a:ext uri="{FF2B5EF4-FFF2-40B4-BE49-F238E27FC236}">
                <a16:creationId xmlns:a16="http://schemas.microsoft.com/office/drawing/2014/main" id="{F1EFA010-2603-6820-10EF-58B0A03456AA}"/>
              </a:ext>
            </a:extLst>
          </p:cNvPr>
          <p:cNvPicPr>
            <a:picLocks noChangeAspect="1"/>
          </p:cNvPicPr>
          <p:nvPr/>
        </p:nvPicPr>
        <p:blipFill>
          <a:blip r:embed="rId3"/>
          <a:stretch>
            <a:fillRect/>
          </a:stretch>
        </p:blipFill>
        <p:spPr>
          <a:xfrm>
            <a:off x="5013960" y="3387852"/>
            <a:ext cx="274320" cy="274320"/>
          </a:xfrm>
          <a:prstGeom prst="rect">
            <a:avLst/>
          </a:prstGeom>
        </p:spPr>
      </p:pic>
      <p:pic>
        <p:nvPicPr>
          <p:cNvPr id="63869" name="Checkpoint 5 icon" descr="Security icon">
            <a:extLst>
              <a:ext uri="{FF2B5EF4-FFF2-40B4-BE49-F238E27FC236}">
                <a16:creationId xmlns:a16="http://schemas.microsoft.com/office/drawing/2014/main" id="{CEB89615-04E9-7F0D-6E81-9886AABAFB8B}"/>
              </a:ext>
            </a:extLst>
          </p:cNvPr>
          <p:cNvPicPr>
            <a:picLocks noChangeAspect="1"/>
          </p:cNvPicPr>
          <p:nvPr/>
        </p:nvPicPr>
        <p:blipFill>
          <a:blip r:embed="rId3"/>
          <a:stretch>
            <a:fillRect/>
          </a:stretch>
        </p:blipFill>
        <p:spPr>
          <a:xfrm>
            <a:off x="5013960" y="3771900"/>
            <a:ext cx="274320" cy="274320"/>
          </a:xfrm>
          <a:prstGeom prst="rect">
            <a:avLst/>
          </a:prstGeom>
        </p:spPr>
      </p:pic>
      <p:pic>
        <p:nvPicPr>
          <p:cNvPr id="63870" name="Checkpoint 6 icon" descr="Approval gate icon">
            <a:extLst>
              <a:ext uri="{FF2B5EF4-FFF2-40B4-BE49-F238E27FC236}">
                <a16:creationId xmlns:a16="http://schemas.microsoft.com/office/drawing/2014/main" id="{703399D0-7E8E-619D-E5D8-63986A330A34}"/>
              </a:ext>
            </a:extLst>
          </p:cNvPr>
          <p:cNvPicPr>
            <a:picLocks noChangeAspect="1"/>
          </p:cNvPicPr>
          <p:nvPr/>
        </p:nvPicPr>
        <p:blipFill>
          <a:blip r:embed="rId4"/>
          <a:stretch>
            <a:fillRect/>
          </a:stretch>
        </p:blipFill>
        <p:spPr>
          <a:xfrm>
            <a:off x="5013960" y="4155948"/>
            <a:ext cx="274320" cy="274320"/>
          </a:xfrm>
          <a:prstGeom prst="rect">
            <a:avLst/>
          </a:prstGeom>
        </p:spPr>
      </p:pic>
      <p:pic>
        <p:nvPicPr>
          <p:cNvPr id="63871" name="Checkpoint 7 icon" descr="Approval gate icon">
            <a:extLst>
              <a:ext uri="{FF2B5EF4-FFF2-40B4-BE49-F238E27FC236}">
                <a16:creationId xmlns:a16="http://schemas.microsoft.com/office/drawing/2014/main" id="{A3F884A9-A804-1D71-1F55-C316A4138046}"/>
              </a:ext>
            </a:extLst>
          </p:cNvPr>
          <p:cNvPicPr>
            <a:picLocks noChangeAspect="1"/>
          </p:cNvPicPr>
          <p:nvPr/>
        </p:nvPicPr>
        <p:blipFill>
          <a:blip r:embed="rId4"/>
          <a:stretch>
            <a:fillRect/>
          </a:stretch>
        </p:blipFill>
        <p:spPr>
          <a:xfrm>
            <a:off x="5013960" y="4539996"/>
            <a:ext cx="274320" cy="274320"/>
          </a:xfrm>
          <a:prstGeom prst="rect">
            <a:avLst/>
          </a:prstGeom>
        </p:spPr>
      </p:pic>
      <p:pic>
        <p:nvPicPr>
          <p:cNvPr id="65965" name="Trust picture" descr="Translucent nested shields and rings around a small glowing house, linked by fine lines to a cloud above, on deep green.">
            <a:extLst>
              <a:ext uri="{FF2B5EF4-FFF2-40B4-BE49-F238E27FC236}">
                <a16:creationId xmlns:a16="http://schemas.microsoft.com/office/drawing/2014/main" id="{2A9277EF-7144-1E70-3465-06DA68D2FBA8}"/>
              </a:ext>
            </a:extLst>
          </p:cNvPr>
          <p:cNvPicPr>
            <a:picLocks noChangeAspect="1"/>
          </p:cNvPicPr>
          <p:nvPr/>
        </p:nvPicPr>
        <p:blipFill>
          <a:blip r:embed="rId5"/>
          <a:stretch>
            <a:fillRect/>
          </a:stretch>
        </p:blipFill>
        <p:spPr>
          <a:xfrm>
            <a:off x="0" y="2612"/>
            <a:ext cx="4145280" cy="6395575"/>
          </a:xfrm>
          <a:prstGeom prst="rect">
            <a:avLst/>
          </a:prstGeom>
        </p:spPr>
      </p:pic>
    </p:spTree>
    <p:extLst>
      <p:ext uri="{BB962C8B-B14F-4D97-AF65-F5344CB8AC3E}">
        <p14:creationId xmlns:p14="http://schemas.microsoft.com/office/powerpoint/2010/main" val="38553530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63872" name="Eyebrow">
            <a:extLst>
              <a:ext uri="{FF2B5EF4-FFF2-40B4-BE49-F238E27FC236}">
                <a16:creationId xmlns:a16="http://schemas.microsoft.com/office/drawing/2014/main" id="{4ECC5D62-AC37-41EA-F465-F3A4AFEE145E}"/>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4 · BUILT TO BE TRUSTED</a:t>
            </a:r>
          </a:p>
          <a:p>
            <a:pPr algn="l">
              <a:buNone/>
            </a:pPr>
            <a:r>
              <a:rPr lang="en-US" sz="100">
                <a:effectLst/>
              </a:rPr>
              <a:t> </a:t>
            </a:r>
            <a:endParaRPr lang="en-US"/>
          </a:p>
        </p:txBody>
      </p:sp>
      <p:sp>
        <p:nvSpPr>
          <p:cNvPr id="63874" name="Slide title">
            <a:extLst>
              <a:ext uri="{FF2B5EF4-FFF2-40B4-BE49-F238E27FC236}">
                <a16:creationId xmlns:a16="http://schemas.microsoft.com/office/drawing/2014/main" id="{46D35F5E-35CB-007A-4E88-81D952617DF7}"/>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AI is the cheapest line in the business case.</a:t>
            </a:r>
          </a:p>
          <a:p>
            <a:pPr algn="l">
              <a:buNone/>
            </a:pPr>
            <a:r>
              <a:rPr lang="en-US" sz="100">
                <a:effectLst/>
              </a:rPr>
              <a:t> </a:t>
            </a:r>
            <a:endParaRPr lang="en-US"/>
          </a:p>
        </p:txBody>
      </p:sp>
      <p:sp>
        <p:nvSpPr>
          <p:cNvPr id="63877" name="Footer sources">
            <a:extLst>
              <a:ext uri="{FF2B5EF4-FFF2-40B4-BE49-F238E27FC236}">
                <a16:creationId xmlns:a16="http://schemas.microsoft.com/office/drawing/2014/main" id="{7E28B9A2-F135-0DBB-9206-2F5EFF71E1D3}"/>
              </a:ext>
            </a:extLst>
          </p:cNvPr>
          <p:cNvSpPr/>
          <p:nvPr/>
        </p:nvSpPr>
        <p:spPr>
          <a:xfrm>
            <a:off x="548640" y="5943600"/>
            <a:ext cx="804672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operator token observation (E19) · GPT-4.1 mini list price via third-party trackers, 23 Oct 2026 · BRD FR-052/NFR-012, PRD AC-107-110 (E05)</a:t>
            </a:r>
          </a:p>
          <a:p>
            <a:pPr algn="l">
              <a:buNone/>
            </a:pPr>
            <a:r>
              <a:rPr lang="en-US" sz="100">
                <a:effectLst/>
              </a:rPr>
              <a:t> </a:t>
            </a:r>
            <a:endParaRPr lang="en-US"/>
          </a:p>
        </p:txBody>
      </p:sp>
      <p:sp>
        <p:nvSpPr>
          <p:cNvPr id="63881" name="Footer navigation">
            <a:extLst>
              <a:ext uri="{FF2B5EF4-FFF2-40B4-BE49-F238E27FC236}">
                <a16:creationId xmlns:a16="http://schemas.microsoft.com/office/drawing/2014/main" id="{AFE2FA15-0D68-491F-B994-C9A8A47A70F1}"/>
              </a:ext>
            </a:extLst>
          </p:cNvPr>
          <p:cNvSpPr/>
          <p:nvPr/>
        </p:nvSpPr>
        <p:spPr>
          <a:xfrm>
            <a:off x="8717280" y="6126480"/>
            <a:ext cx="2926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S18 · Answers: B05 · B25 · B26 · B27</a:t>
            </a:r>
          </a:p>
          <a:p>
            <a:pPr algn="r">
              <a:buNone/>
            </a:pPr>
            <a:r>
              <a:rPr lang="en-US" sz="100">
                <a:effectLst/>
              </a:rPr>
              <a:t> </a:t>
            </a:r>
            <a:endParaRPr lang="en-US"/>
          </a:p>
        </p:txBody>
      </p:sp>
      <p:sp>
        <p:nvSpPr>
          <p:cNvPr id="63886" name="Tile 1">
            <a:extLst>
              <a:ext uri="{FF2B5EF4-FFF2-40B4-BE49-F238E27FC236}">
                <a16:creationId xmlns:a16="http://schemas.microsoft.com/office/drawing/2014/main" id="{1586AB9C-2697-7402-E38E-42DD464D99FB}"/>
              </a:ext>
            </a:extLst>
          </p:cNvPr>
          <p:cNvSpPr/>
          <p:nvPr/>
        </p:nvSpPr>
        <p:spPr>
          <a:xfrm>
            <a:off x="548640" y="1463040"/>
            <a:ext cx="3576320" cy="2456688"/>
          </a:xfrm>
          <a:prstGeom prst="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892" name="Tile 2">
            <a:extLst>
              <a:ext uri="{FF2B5EF4-FFF2-40B4-BE49-F238E27FC236}">
                <a16:creationId xmlns:a16="http://schemas.microsoft.com/office/drawing/2014/main" id="{3C1D9BD1-4877-1531-0319-BD76FDAD52E0}"/>
              </a:ext>
            </a:extLst>
          </p:cNvPr>
          <p:cNvSpPr/>
          <p:nvPr/>
        </p:nvSpPr>
        <p:spPr>
          <a:xfrm>
            <a:off x="4307840" y="1463040"/>
            <a:ext cx="3576320" cy="2456688"/>
          </a:xfrm>
          <a:prstGeom prst="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899" name="Tile 3">
            <a:extLst>
              <a:ext uri="{FF2B5EF4-FFF2-40B4-BE49-F238E27FC236}">
                <a16:creationId xmlns:a16="http://schemas.microsoft.com/office/drawing/2014/main" id="{BB528DF0-D85B-0AC2-34C2-FA58B81F85E6}"/>
              </a:ext>
            </a:extLst>
          </p:cNvPr>
          <p:cNvSpPr/>
          <p:nvPr/>
        </p:nvSpPr>
        <p:spPr>
          <a:xfrm>
            <a:off x="8067040" y="1463040"/>
            <a:ext cx="3576320" cy="2456688"/>
          </a:xfrm>
          <a:prstGeom prst="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907" name="Tile 1 statement">
            <a:extLst>
              <a:ext uri="{FF2B5EF4-FFF2-40B4-BE49-F238E27FC236}">
                <a16:creationId xmlns:a16="http://schemas.microsoft.com/office/drawing/2014/main" id="{C090F249-743A-C908-7B95-25F37D949529}"/>
              </a:ext>
            </a:extLst>
          </p:cNvPr>
          <p:cNvSpPr/>
          <p:nvPr/>
        </p:nvSpPr>
        <p:spPr>
          <a:xfrm>
            <a:off x="594360" y="1600200"/>
            <a:ext cx="3484880" cy="1432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3F2A72"/>
                </a:solidFill>
                <a:effectLst/>
                <a:latin typeface="Arial" panose="020B0604020202020204" pitchFamily="34" charset="0"/>
              </a:rPr>
              <a:t>About</a:t>
            </a:r>
          </a:p>
          <a:p>
            <a:pPr algn="l">
              <a:buNone/>
            </a:pPr>
            <a:r>
              <a:rPr lang="en-US" sz="5400" b="1">
                <a:solidFill>
                  <a:srgbClr val="3F2A72"/>
                </a:solidFill>
                <a:effectLst/>
                <a:latin typeface="Arial" panose="020B0604020202020204" pitchFamily="34" charset="0"/>
              </a:rPr>
              <a:t>$0.0022</a:t>
            </a:r>
          </a:p>
          <a:p>
            <a:pPr algn="l">
              <a:buNone/>
            </a:pPr>
            <a:r>
              <a:rPr lang="en-US" sz="1600">
                <a:solidFill>
                  <a:srgbClr val="3F2A72"/>
                </a:solidFill>
                <a:effectLst/>
                <a:latin typeface="Arial" panose="020B0604020202020204" pitchFamily="34" charset="0"/>
              </a:rPr>
              <a:t>per assistant run at list price</a:t>
            </a:r>
            <a:endParaRPr lang="en-US"/>
          </a:p>
        </p:txBody>
      </p:sp>
      <p:sp>
        <p:nvSpPr>
          <p:cNvPr id="63916" name="Tile 1 caption">
            <a:extLst>
              <a:ext uri="{FF2B5EF4-FFF2-40B4-BE49-F238E27FC236}">
                <a16:creationId xmlns:a16="http://schemas.microsoft.com/office/drawing/2014/main" id="{5974F310-E344-8424-90D6-3A080256B717}"/>
              </a:ext>
            </a:extLst>
          </p:cNvPr>
          <p:cNvSpPr/>
          <p:nvPr/>
        </p:nvSpPr>
        <p:spPr>
          <a:xfrm>
            <a:off x="594360" y="3051048"/>
            <a:ext cx="3484880"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3F2A72"/>
                </a:solidFill>
                <a:effectLst/>
                <a:latin typeface="Arial" panose="020B0604020202020204" pitchFamily="34" charset="0"/>
              </a:rPr>
              <a:t>6,884 tokens across five operator runs, priced at the GPT-4.1 mini output rate</a:t>
            </a:r>
          </a:p>
          <a:p>
            <a:pPr algn="l">
              <a:buNone/>
            </a:pPr>
            <a:r>
              <a:rPr lang="en-US" sz="100">
                <a:effectLst/>
              </a:rPr>
              <a:t> </a:t>
            </a:r>
            <a:endParaRPr lang="en-US"/>
          </a:p>
        </p:txBody>
      </p:sp>
      <p:sp>
        <p:nvSpPr>
          <p:cNvPr id="63937" name="Tile 2 caption">
            <a:extLst>
              <a:ext uri="{FF2B5EF4-FFF2-40B4-BE49-F238E27FC236}">
                <a16:creationId xmlns:a16="http://schemas.microsoft.com/office/drawing/2014/main" id="{61E65D6D-F695-4F1E-B910-58C5496A8766}"/>
              </a:ext>
            </a:extLst>
          </p:cNvPr>
          <p:cNvSpPr/>
          <p:nvPr/>
        </p:nvSpPr>
        <p:spPr>
          <a:xfrm>
            <a:off x="4353560" y="3294888"/>
            <a:ext cx="3484880"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3F2A72"/>
                </a:solidFill>
                <a:effectLst/>
                <a:latin typeface="Arial" panose="020B0604020202020204" pitchFamily="34" charset="0"/>
              </a:rPr>
              <a:t>20 AI tasks per home</a:t>
            </a:r>
          </a:p>
          <a:p>
            <a:pPr algn="l">
              <a:buNone/>
            </a:pPr>
            <a:r>
              <a:rPr lang="en-US" sz="1300">
                <a:solidFill>
                  <a:srgbClr val="3F2A72"/>
                </a:solidFill>
                <a:effectLst/>
                <a:latin typeface="Arial" panose="020B0604020202020204" pitchFamily="34" charset="0"/>
              </a:rPr>
              <a:t>at 10x the observed size</a:t>
            </a:r>
            <a:endParaRPr lang="en-US"/>
          </a:p>
        </p:txBody>
      </p:sp>
      <p:sp>
        <p:nvSpPr>
          <p:cNvPr id="63949" name="Tile 3 statement">
            <a:extLst>
              <a:ext uri="{FF2B5EF4-FFF2-40B4-BE49-F238E27FC236}">
                <a16:creationId xmlns:a16="http://schemas.microsoft.com/office/drawing/2014/main" id="{6FC48843-9645-6FEA-0A21-AD408C7963EE}"/>
              </a:ext>
            </a:extLst>
          </p:cNvPr>
          <p:cNvSpPr/>
          <p:nvPr/>
        </p:nvSpPr>
        <p:spPr>
          <a:xfrm>
            <a:off x="8112760" y="1874520"/>
            <a:ext cx="2936240" cy="1158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5400" b="1">
                <a:solidFill>
                  <a:srgbClr val="7A4B00"/>
                </a:solidFill>
                <a:effectLst/>
                <a:latin typeface="Arial" panose="020B0604020202020204" pitchFamily="34" charset="0"/>
              </a:rPr>
              <a:t>£95m</a:t>
            </a:r>
          </a:p>
          <a:p>
            <a:pPr algn="l">
              <a:buNone/>
            </a:pPr>
            <a:r>
              <a:rPr lang="en-US" sz="1600">
                <a:solidFill>
                  <a:srgbClr val="7A4B00"/>
                </a:solidFill>
                <a:effectLst/>
                <a:latin typeface="Arial" panose="020B0604020202020204" pitchFamily="34" charset="0"/>
              </a:rPr>
              <a:t>capital works for comparison</a:t>
            </a:r>
            <a:endParaRPr lang="en-US"/>
          </a:p>
        </p:txBody>
      </p:sp>
      <p:sp>
        <p:nvSpPr>
          <p:cNvPr id="63962" name="Statement 3">
            <a:extLst>
              <a:ext uri="{FF2B5EF4-FFF2-40B4-BE49-F238E27FC236}">
                <a16:creationId xmlns:a16="http://schemas.microsoft.com/office/drawing/2014/main" id="{63DEA41B-BDC0-CB45-7846-523C09A87897}"/>
              </a:ext>
            </a:extLst>
          </p:cNvPr>
          <p:cNvSpPr/>
          <p:nvPr/>
        </p:nvSpPr>
        <p:spPr>
          <a:xfrm>
            <a:off x="548640" y="3910928"/>
            <a:ext cx="1109472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We manage AI by cost per accepted outcome, not by tokens</a:t>
            </a:r>
          </a:p>
          <a:p>
            <a:pPr algn="l">
              <a:buNone/>
            </a:pPr>
            <a:r>
              <a:rPr lang="en-US" sz="100">
                <a:effectLst/>
              </a:rPr>
              <a:t> </a:t>
            </a:r>
            <a:endParaRPr lang="en-US"/>
          </a:p>
        </p:txBody>
      </p:sp>
      <p:sp>
        <p:nvSpPr>
          <p:cNvPr id="63976" name="Guardrail In Place card">
            <a:extLst>
              <a:ext uri="{FF2B5EF4-FFF2-40B4-BE49-F238E27FC236}">
                <a16:creationId xmlns:a16="http://schemas.microsoft.com/office/drawing/2014/main" id="{969EC040-61C2-34CA-A297-4143CFDE22C2}"/>
              </a:ext>
            </a:extLst>
          </p:cNvPr>
          <p:cNvSpPr/>
          <p:nvPr/>
        </p:nvSpPr>
        <p:spPr>
          <a:xfrm>
            <a:off x="548640" y="4440936"/>
            <a:ext cx="5455920" cy="1408176"/>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991" name="Guardrail Next card">
            <a:extLst>
              <a:ext uri="{FF2B5EF4-FFF2-40B4-BE49-F238E27FC236}">
                <a16:creationId xmlns:a16="http://schemas.microsoft.com/office/drawing/2014/main" id="{B30D3E3A-3C7E-BA26-F6B1-5932C79D6A2B}"/>
              </a:ext>
            </a:extLst>
          </p:cNvPr>
          <p:cNvSpPr/>
          <p:nvPr/>
        </p:nvSpPr>
        <p:spPr>
          <a:xfrm>
            <a:off x="6187440" y="4440936"/>
            <a:ext cx="5455920" cy="1408176"/>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007" name="In Place pill">
            <a:extLst>
              <a:ext uri="{FF2B5EF4-FFF2-40B4-BE49-F238E27FC236}">
                <a16:creationId xmlns:a16="http://schemas.microsoft.com/office/drawing/2014/main" id="{851A200E-85BF-E80D-0261-377F5A40B44A}"/>
              </a:ext>
            </a:extLst>
          </p:cNvPr>
          <p:cNvSpPr/>
          <p:nvPr/>
        </p:nvSpPr>
        <p:spPr>
          <a:xfrm>
            <a:off x="667512" y="4559808"/>
            <a:ext cx="1042416" cy="347472"/>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IN PLACE</a:t>
            </a:r>
          </a:p>
          <a:p>
            <a:pPr algn="ctr">
              <a:buNone/>
            </a:pPr>
            <a:r>
              <a:rPr lang="en-US" sz="100">
                <a:effectLst/>
              </a:rPr>
              <a:t> </a:t>
            </a:r>
            <a:endParaRPr lang="en-US"/>
          </a:p>
        </p:txBody>
      </p:sp>
      <p:sp>
        <p:nvSpPr>
          <p:cNvPr id="64024" name="In Place items">
            <a:extLst>
              <a:ext uri="{FF2B5EF4-FFF2-40B4-BE49-F238E27FC236}">
                <a16:creationId xmlns:a16="http://schemas.microsoft.com/office/drawing/2014/main" id="{223D8F8A-3A5A-CFFA-11BD-E356B94FEADE}"/>
              </a:ext>
            </a:extLst>
          </p:cNvPr>
          <p:cNvSpPr/>
          <p:nvPr/>
        </p:nvSpPr>
        <p:spPr>
          <a:xfrm>
            <a:off x="576072" y="4907280"/>
            <a:ext cx="5401056"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finite calls, tokens and expiry per authority</a:t>
            </a:r>
          </a:p>
          <a:p>
            <a:pPr algn="l">
              <a:buNone/>
            </a:pPr>
            <a:r>
              <a:rPr lang="en-US" sz="1600">
                <a:solidFill>
                  <a:srgbClr val="173F35"/>
                </a:solidFill>
                <a:effectLst/>
                <a:latin typeface="Arial" panose="020B0604020202020204" pitchFamily="34" charset="0"/>
              </a:rPr>
              <a:t>usage captured on the assistant path</a:t>
            </a:r>
          </a:p>
          <a:p>
            <a:pPr algn="l">
              <a:buNone/>
            </a:pPr>
            <a:r>
              <a:rPr lang="en-US" sz="1600">
                <a:solidFill>
                  <a:srgbClr val="173F35"/>
                </a:solidFill>
                <a:effectLst/>
                <a:latin typeface="Arial" panose="020B0604020202020204" pitchFamily="34" charset="0"/>
              </a:rPr>
              <a:t>Azure budget alerts</a:t>
            </a:r>
            <a:endParaRPr lang="en-US"/>
          </a:p>
        </p:txBody>
      </p:sp>
      <p:sp>
        <p:nvSpPr>
          <p:cNvPr id="64042" name="Next pill">
            <a:extLst>
              <a:ext uri="{FF2B5EF4-FFF2-40B4-BE49-F238E27FC236}">
                <a16:creationId xmlns:a16="http://schemas.microsoft.com/office/drawing/2014/main" id="{C916814D-3692-F18E-283A-D99D08E98601}"/>
              </a:ext>
            </a:extLst>
          </p:cNvPr>
          <p:cNvSpPr/>
          <p:nvPr/>
        </p:nvSpPr>
        <p:spPr>
          <a:xfrm>
            <a:off x="6306312" y="4559808"/>
            <a:ext cx="694944" cy="347472"/>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NEXT</a:t>
            </a:r>
          </a:p>
          <a:p>
            <a:pPr algn="ctr">
              <a:buNone/>
            </a:pPr>
            <a:r>
              <a:rPr lang="en-US" sz="100">
                <a:effectLst/>
              </a:rPr>
              <a:t> </a:t>
            </a:r>
            <a:endParaRPr lang="en-US"/>
          </a:p>
        </p:txBody>
      </p:sp>
      <p:sp>
        <p:nvSpPr>
          <p:cNvPr id="64061" name="Next items">
            <a:extLst>
              <a:ext uri="{FF2B5EF4-FFF2-40B4-BE49-F238E27FC236}">
                <a16:creationId xmlns:a16="http://schemas.microsoft.com/office/drawing/2014/main" id="{7ABF3678-0AEA-3597-C59C-6BD804AA0526}"/>
              </a:ext>
            </a:extLst>
          </p:cNvPr>
          <p:cNvSpPr/>
          <p:nvPr/>
        </p:nvSpPr>
        <p:spPr>
          <a:xfrm>
            <a:off x="6214872" y="4907280"/>
            <a:ext cx="5401056"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7A4B00"/>
                </a:solidFill>
                <a:effectLst/>
                <a:latin typeface="Arial" panose="020B0604020202020204" pitchFamily="34" charset="0"/>
              </a:rPr>
              <a:t>money budgets per task and period</a:t>
            </a:r>
          </a:p>
          <a:p>
            <a:pPr algn="l">
              <a:buNone/>
            </a:pPr>
            <a:r>
              <a:rPr lang="en-US" sz="1600">
                <a:solidFill>
                  <a:srgbClr val="7A4B00"/>
                </a:solidFill>
                <a:effectLst/>
                <a:latin typeface="Arial" panose="020B0604020202020204" pitchFamily="34" charset="0"/>
              </a:rPr>
              <a:t>per-request call and depth limits</a:t>
            </a:r>
          </a:p>
          <a:p>
            <a:pPr algn="l">
              <a:buNone/>
            </a:pPr>
            <a:r>
              <a:rPr lang="en-US" sz="1600">
                <a:solidFill>
                  <a:srgbClr val="7A4B00"/>
                </a:solidFill>
                <a:effectLst/>
                <a:latin typeface="Arial" panose="020B0604020202020204" pitchFamily="34" charset="0"/>
              </a:rPr>
              <a:t>cost per accepted outcome reported in the pilot</a:t>
            </a:r>
            <a:endParaRPr lang="en-US"/>
          </a:p>
        </p:txBody>
      </p:sp>
      <p:pic>
        <p:nvPicPr>
          <p:cNvPr id="64062" name="Tile 1 icon" descr="AI icon">
            <a:extLst>
              <a:ext uri="{FF2B5EF4-FFF2-40B4-BE49-F238E27FC236}">
                <a16:creationId xmlns:a16="http://schemas.microsoft.com/office/drawing/2014/main" id="{1D31D405-F19C-D9C6-A8EE-307F1EAE6A9C}"/>
              </a:ext>
            </a:extLst>
          </p:cNvPr>
          <p:cNvPicPr>
            <a:picLocks noChangeAspect="1"/>
          </p:cNvPicPr>
          <p:nvPr/>
        </p:nvPicPr>
        <p:blipFill>
          <a:blip r:embed="rId3"/>
          <a:stretch>
            <a:fillRect/>
          </a:stretch>
        </p:blipFill>
        <p:spPr>
          <a:xfrm>
            <a:off x="3484880" y="1600200"/>
            <a:ext cx="502920" cy="502920"/>
          </a:xfrm>
          <a:prstGeom prst="rect">
            <a:avLst/>
          </a:prstGeom>
        </p:spPr>
      </p:pic>
      <p:pic>
        <p:nvPicPr>
          <p:cNvPr id="64063" name="Tile 2 icon" descr="Forecast icon">
            <a:extLst>
              <a:ext uri="{FF2B5EF4-FFF2-40B4-BE49-F238E27FC236}">
                <a16:creationId xmlns:a16="http://schemas.microsoft.com/office/drawing/2014/main" id="{257FFCB3-B763-32E5-460D-48C4EF54D4CC}"/>
              </a:ext>
            </a:extLst>
          </p:cNvPr>
          <p:cNvPicPr>
            <a:picLocks noChangeAspect="1"/>
          </p:cNvPicPr>
          <p:nvPr/>
        </p:nvPicPr>
        <p:blipFill>
          <a:blip r:embed="rId4"/>
          <a:stretch>
            <a:fillRect/>
          </a:stretch>
        </p:blipFill>
        <p:spPr>
          <a:xfrm>
            <a:off x="7244080" y="1600200"/>
            <a:ext cx="502920" cy="502920"/>
          </a:xfrm>
          <a:prstGeom prst="rect">
            <a:avLst/>
          </a:prstGeom>
        </p:spPr>
      </p:pic>
      <p:pic>
        <p:nvPicPr>
          <p:cNvPr id="64064" name="Tile 3 icon" descr="Cost icon">
            <a:extLst>
              <a:ext uri="{FF2B5EF4-FFF2-40B4-BE49-F238E27FC236}">
                <a16:creationId xmlns:a16="http://schemas.microsoft.com/office/drawing/2014/main" id="{C6B3723C-7B53-660F-5682-3B77C1A35E2A}"/>
              </a:ext>
            </a:extLst>
          </p:cNvPr>
          <p:cNvPicPr>
            <a:picLocks noChangeAspect="1"/>
          </p:cNvPicPr>
          <p:nvPr/>
        </p:nvPicPr>
        <p:blipFill>
          <a:blip r:embed="rId5"/>
          <a:stretch>
            <a:fillRect/>
          </a:stretch>
        </p:blipFill>
        <p:spPr>
          <a:xfrm>
            <a:off x="11003280" y="1600200"/>
            <a:ext cx="502920" cy="502920"/>
          </a:xfrm>
          <a:prstGeom prst="rect">
            <a:avLst/>
          </a:prstGeom>
        </p:spPr>
      </p:pic>
      <p:sp>
        <p:nvSpPr>
          <p:cNvPr id="65964" name="Tile 2 statement">
            <a:extLst>
              <a:ext uri="{FF2B5EF4-FFF2-40B4-BE49-F238E27FC236}">
                <a16:creationId xmlns:a16="http://schemas.microsoft.com/office/drawing/2014/main" id="{5542318A-6D65-75CB-56B0-54C423948A89}"/>
              </a:ext>
            </a:extLst>
          </p:cNvPr>
          <p:cNvSpPr/>
          <p:nvPr/>
        </p:nvSpPr>
        <p:spPr>
          <a:xfrm>
            <a:off x="4353560" y="1600200"/>
            <a:ext cx="3484880" cy="1676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3F2A72"/>
                </a:solidFill>
                <a:effectLst/>
                <a:latin typeface="Arial" panose="020B0604020202020204" pitchFamily="34" charset="0"/>
              </a:rPr>
              <a:t>About</a:t>
            </a:r>
          </a:p>
          <a:p>
            <a:pPr algn="l">
              <a:buNone/>
            </a:pPr>
            <a:r>
              <a:rPr lang="en-US" sz="5400" b="1">
                <a:solidFill>
                  <a:srgbClr val="3F2A72"/>
                </a:solidFill>
                <a:effectLst/>
                <a:latin typeface="Arial" panose="020B0604020202020204" pitchFamily="34" charset="0"/>
              </a:rPr>
              <a:t>$6,873</a:t>
            </a:r>
          </a:p>
          <a:p>
            <a:pPr algn="l">
              <a:buNone/>
            </a:pPr>
            <a:r>
              <a:rPr lang="en-US" sz="1600">
                <a:solidFill>
                  <a:srgbClr val="3F2A72"/>
                </a:solidFill>
                <a:effectLst/>
                <a:latin typeface="Arial" panose="020B0604020202020204" pitchFamily="34" charset="0"/>
              </a:rPr>
              <a:t>of inference for the whole</a:t>
            </a:r>
          </a:p>
          <a:p>
            <a:pPr algn="l">
              <a:buNone/>
            </a:pPr>
            <a:r>
              <a:rPr lang="en-US" sz="1600">
                <a:solidFill>
                  <a:srgbClr val="3F2A72"/>
                </a:solidFill>
                <a:effectLst/>
                <a:latin typeface="Arial" panose="020B0604020202020204" pitchFamily="34" charset="0"/>
              </a:rPr>
              <a:t>15,600-home programme</a:t>
            </a:r>
            <a:endParaRPr lang="en-US"/>
          </a:p>
        </p:txBody>
      </p:sp>
    </p:spTree>
    <p:extLst>
      <p:ext uri="{BB962C8B-B14F-4D97-AF65-F5344CB8AC3E}">
        <p14:creationId xmlns:p14="http://schemas.microsoft.com/office/powerpoint/2010/main" val="752727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0774" name="Eyebrow">
            <a:extLst>
              <a:ext uri="{FF2B5EF4-FFF2-40B4-BE49-F238E27FC236}">
                <a16:creationId xmlns:a16="http://schemas.microsoft.com/office/drawing/2014/main" id="{986DE8EB-7DDD-4D29-43EB-0456DF07D93A}"/>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5 · THE PLAN</a:t>
            </a:r>
          </a:p>
          <a:p>
            <a:pPr algn="l">
              <a:buNone/>
            </a:pPr>
            <a:r>
              <a:rPr lang="en-US" sz="100">
                <a:effectLst/>
              </a:rPr>
              <a:t> </a:t>
            </a:r>
            <a:endParaRPr lang="en-US"/>
          </a:p>
        </p:txBody>
      </p:sp>
      <p:sp>
        <p:nvSpPr>
          <p:cNvPr id="30776" name="Slide title">
            <a:extLst>
              <a:ext uri="{FF2B5EF4-FFF2-40B4-BE49-F238E27FC236}">
                <a16:creationId xmlns:a16="http://schemas.microsoft.com/office/drawing/2014/main" id="{544F539D-ABDD-D694-6DD0-5FA1DC18DAFE}"/>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Built with AI, governed by people.</a:t>
            </a:r>
          </a:p>
          <a:p>
            <a:pPr algn="l">
              <a:buNone/>
            </a:pPr>
            <a:r>
              <a:rPr lang="en-US" sz="100">
                <a:effectLst/>
              </a:rPr>
              <a:t> </a:t>
            </a:r>
            <a:endParaRPr lang="en-US"/>
          </a:p>
        </p:txBody>
      </p:sp>
      <p:sp>
        <p:nvSpPr>
          <p:cNvPr id="30779" name="Footer sources">
            <a:extLst>
              <a:ext uri="{FF2B5EF4-FFF2-40B4-BE49-F238E27FC236}">
                <a16:creationId xmlns:a16="http://schemas.microsoft.com/office/drawing/2014/main" id="{347A3EA6-08A3-1933-27F6-EBD3EDE35572}"/>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AMA Plan board (E20) · delivery method evidence (E14, E16) · repository history (see notes)</a:t>
            </a:r>
          </a:p>
          <a:p>
            <a:pPr algn="l">
              <a:buNone/>
            </a:pPr>
            <a:r>
              <a:rPr lang="en-US" sz="100">
                <a:effectLst/>
              </a:rPr>
              <a:t> </a:t>
            </a:r>
            <a:endParaRPr lang="en-US"/>
          </a:p>
        </p:txBody>
      </p:sp>
      <p:sp>
        <p:nvSpPr>
          <p:cNvPr id="30783" name="Footer navigation">
            <a:extLst>
              <a:ext uri="{FF2B5EF4-FFF2-40B4-BE49-F238E27FC236}">
                <a16:creationId xmlns:a16="http://schemas.microsoft.com/office/drawing/2014/main" id="{61CD4EC3-E3F2-0326-C1CA-F6F9B43E272D}"/>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S19 · Answers: B13</a:t>
            </a:r>
          </a:p>
          <a:p>
            <a:pPr algn="r">
              <a:buNone/>
            </a:pPr>
            <a:r>
              <a:rPr lang="en-US" sz="100">
                <a:effectLst/>
              </a:rPr>
              <a:t> </a:t>
            </a:r>
            <a:endParaRPr lang="en-US"/>
          </a:p>
        </p:txBody>
      </p:sp>
      <p:sp>
        <p:nvSpPr>
          <p:cNvPr id="30788" name="Counter 1">
            <a:extLst>
              <a:ext uri="{FF2B5EF4-FFF2-40B4-BE49-F238E27FC236}">
                <a16:creationId xmlns:a16="http://schemas.microsoft.com/office/drawing/2014/main" id="{EBBA4A49-A305-ACE6-6D77-E69B8A023DB5}"/>
              </a:ext>
            </a:extLst>
          </p:cNvPr>
          <p:cNvSpPr/>
          <p:nvPr/>
        </p:nvSpPr>
        <p:spPr>
          <a:xfrm>
            <a:off x="548640" y="1508760"/>
            <a:ext cx="1859280" cy="1158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5400" b="1">
                <a:solidFill>
                  <a:srgbClr val="173F35"/>
                </a:solidFill>
                <a:effectLst/>
                <a:latin typeface="Arial" panose="020B0604020202020204" pitchFamily="34" charset="0"/>
              </a:rPr>
              <a:t>480</a:t>
            </a:r>
          </a:p>
          <a:p>
            <a:pPr algn="l">
              <a:buNone/>
            </a:pPr>
            <a:r>
              <a:rPr lang="en-US" sz="1600">
                <a:solidFill>
                  <a:srgbClr val="173F35"/>
                </a:solidFill>
                <a:effectLst/>
                <a:latin typeface="Arial" panose="020B0604020202020204" pitchFamily="34" charset="0"/>
              </a:rPr>
              <a:t>commits</a:t>
            </a:r>
            <a:endParaRPr lang="en-US"/>
          </a:p>
        </p:txBody>
      </p:sp>
      <p:sp>
        <p:nvSpPr>
          <p:cNvPr id="30794" name="Counter 2">
            <a:extLst>
              <a:ext uri="{FF2B5EF4-FFF2-40B4-BE49-F238E27FC236}">
                <a16:creationId xmlns:a16="http://schemas.microsoft.com/office/drawing/2014/main" id="{149BED35-09EE-BD3D-CA1B-F7CFF0B5AB17}"/>
              </a:ext>
            </a:extLst>
          </p:cNvPr>
          <p:cNvSpPr/>
          <p:nvPr/>
        </p:nvSpPr>
        <p:spPr>
          <a:xfrm>
            <a:off x="2407920" y="1508760"/>
            <a:ext cx="1859280" cy="1158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5400" b="1">
                <a:solidFill>
                  <a:srgbClr val="173F35"/>
                </a:solidFill>
                <a:effectLst/>
                <a:latin typeface="Arial" panose="020B0604020202020204" pitchFamily="34" charset="0"/>
              </a:rPr>
              <a:t>233</a:t>
            </a:r>
          </a:p>
          <a:p>
            <a:pPr algn="l">
              <a:buNone/>
            </a:pPr>
            <a:r>
              <a:rPr lang="en-US" sz="1600">
                <a:solidFill>
                  <a:srgbClr val="173F35"/>
                </a:solidFill>
                <a:effectLst/>
                <a:latin typeface="Arial" panose="020B0604020202020204" pitchFamily="34" charset="0"/>
              </a:rPr>
              <a:t>merged PRs</a:t>
            </a:r>
            <a:endParaRPr lang="en-US"/>
          </a:p>
        </p:txBody>
      </p:sp>
      <p:sp>
        <p:nvSpPr>
          <p:cNvPr id="30801" name="Counter 3">
            <a:extLst>
              <a:ext uri="{FF2B5EF4-FFF2-40B4-BE49-F238E27FC236}">
                <a16:creationId xmlns:a16="http://schemas.microsoft.com/office/drawing/2014/main" id="{D72929CA-225B-7316-4A06-00E7F048ACD3}"/>
              </a:ext>
            </a:extLst>
          </p:cNvPr>
          <p:cNvSpPr/>
          <p:nvPr/>
        </p:nvSpPr>
        <p:spPr>
          <a:xfrm>
            <a:off x="4267200" y="1508760"/>
            <a:ext cx="1859280" cy="1158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5400" b="1">
                <a:solidFill>
                  <a:srgbClr val="173F35"/>
                </a:solidFill>
                <a:effectLst/>
                <a:latin typeface="Arial" panose="020B0604020202020204" pitchFamily="34" charset="0"/>
              </a:rPr>
              <a:t>189</a:t>
            </a:r>
          </a:p>
          <a:p>
            <a:pPr algn="l">
              <a:buNone/>
            </a:pPr>
            <a:r>
              <a:rPr lang="en-US" sz="1600">
                <a:solidFill>
                  <a:srgbClr val="173F35"/>
                </a:solidFill>
                <a:effectLst/>
                <a:latin typeface="Arial" panose="020B0604020202020204" pitchFamily="34" charset="0"/>
              </a:rPr>
              <a:t>backlog items</a:t>
            </a:r>
            <a:endParaRPr lang="en-US"/>
          </a:p>
        </p:txBody>
      </p:sp>
      <p:sp>
        <p:nvSpPr>
          <p:cNvPr id="30809" name="Counters subline">
            <a:extLst>
              <a:ext uri="{FF2B5EF4-FFF2-40B4-BE49-F238E27FC236}">
                <a16:creationId xmlns:a16="http://schemas.microsoft.com/office/drawing/2014/main" id="{ADFA2630-4DDA-638B-E04B-72CB5B330CF9}"/>
              </a:ext>
            </a:extLst>
          </p:cNvPr>
          <p:cNvSpPr/>
          <p:nvPr/>
        </p:nvSpPr>
        <p:spPr>
          <a:xfrm>
            <a:off x="548640" y="2674360"/>
            <a:ext cx="57607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2E6B5E"/>
                </a:solidFill>
                <a:effectLst/>
                <a:latin typeface="Arial" panose="020B0604020202020204" pitchFamily="34" charset="0"/>
              </a:rPr>
              <a:t>from one architect, GitHub Copilot and automation</a:t>
            </a:r>
          </a:p>
          <a:p>
            <a:pPr algn="l">
              <a:buNone/>
            </a:pPr>
            <a:r>
              <a:rPr lang="en-US" sz="100">
                <a:effectLst/>
              </a:rPr>
              <a:t> </a:t>
            </a:r>
            <a:endParaRPr lang="en-US"/>
          </a:p>
        </p:txBody>
      </p:sp>
      <p:sp>
        <p:nvSpPr>
          <p:cNvPr id="30818" name="Board caption">
            <a:extLst>
              <a:ext uri="{FF2B5EF4-FFF2-40B4-BE49-F238E27FC236}">
                <a16:creationId xmlns:a16="http://schemas.microsoft.com/office/drawing/2014/main" id="{870FF120-0861-2680-C8A9-8A321CAE92F3}"/>
              </a:ext>
            </a:extLst>
          </p:cNvPr>
          <p:cNvSpPr/>
          <p:nvPr/>
        </p:nvSpPr>
        <p:spPr>
          <a:xfrm>
            <a:off x="548640" y="5158115"/>
            <a:ext cx="576072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API view of the AMA Plan board, 23 Oct 2026</a:t>
            </a:r>
          </a:p>
          <a:p>
            <a:pPr algn="l">
              <a:buNone/>
            </a:pPr>
            <a:r>
              <a:rPr lang="en-US" sz="100">
                <a:effectLst/>
              </a:rPr>
              <a:t> </a:t>
            </a:r>
            <a:endParaRPr lang="en-US"/>
          </a:p>
        </p:txBody>
      </p:sp>
      <p:sp>
        <p:nvSpPr>
          <p:cNvPr id="30828" name="Statement 2">
            <a:extLst>
              <a:ext uri="{FF2B5EF4-FFF2-40B4-BE49-F238E27FC236}">
                <a16:creationId xmlns:a16="http://schemas.microsoft.com/office/drawing/2014/main" id="{DFDC0E60-0B75-2B38-1278-7357C592C644}"/>
              </a:ext>
            </a:extLst>
          </p:cNvPr>
          <p:cNvSpPr/>
          <p:nvPr/>
        </p:nvSpPr>
        <p:spPr>
          <a:xfrm>
            <a:off x="6492240" y="1508760"/>
            <a:ext cx="524256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Requirements → epics → features →</a:t>
            </a:r>
          </a:p>
          <a:p>
            <a:pPr algn="l">
              <a:buNone/>
            </a:pPr>
            <a:r>
              <a:rPr lang="en-US" sz="1800" b="1">
                <a:solidFill>
                  <a:srgbClr val="173F35"/>
                </a:solidFill>
                <a:effectLst/>
                <a:latin typeface="Arial" panose="020B0604020202020204" pitchFamily="34" charset="0"/>
              </a:rPr>
              <a:t>stories → pull requests → evidence</a:t>
            </a:r>
            <a:endParaRPr lang="en-US"/>
          </a:p>
        </p:txBody>
      </p:sp>
      <p:sp>
        <p:nvSpPr>
          <p:cNvPr id="30839" name="Loop Research">
            <a:extLst>
              <a:ext uri="{FF2B5EF4-FFF2-40B4-BE49-F238E27FC236}">
                <a16:creationId xmlns:a16="http://schemas.microsoft.com/office/drawing/2014/main" id="{4BDD1D80-5F93-DCAA-6A4E-4645F279CD48}"/>
              </a:ext>
            </a:extLst>
          </p:cNvPr>
          <p:cNvSpPr/>
          <p:nvPr/>
        </p:nvSpPr>
        <p:spPr>
          <a:xfrm>
            <a:off x="6583680" y="2468880"/>
            <a:ext cx="2650998" cy="594360"/>
          </a:xfrm>
          <a:prstGeom prst="chevron">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tx1"/>
              </a:solidFill>
            </a:endParaRPr>
          </a:p>
        </p:txBody>
      </p:sp>
      <p:sp>
        <p:nvSpPr>
          <p:cNvPr id="30851" name="Loop Plan">
            <a:extLst>
              <a:ext uri="{FF2B5EF4-FFF2-40B4-BE49-F238E27FC236}">
                <a16:creationId xmlns:a16="http://schemas.microsoft.com/office/drawing/2014/main" id="{F8642986-F2AF-F570-74A8-67496B5F0BF7}"/>
              </a:ext>
            </a:extLst>
          </p:cNvPr>
          <p:cNvSpPr/>
          <p:nvPr/>
        </p:nvSpPr>
        <p:spPr>
          <a:xfrm>
            <a:off x="8992362" y="2468880"/>
            <a:ext cx="2650998" cy="594360"/>
          </a:xfrm>
          <a:prstGeom prst="chevron">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tx1"/>
              </a:solidFill>
            </a:endParaRPr>
          </a:p>
        </p:txBody>
      </p:sp>
      <p:sp>
        <p:nvSpPr>
          <p:cNvPr id="30864" name="Loop Implement">
            <a:extLst>
              <a:ext uri="{FF2B5EF4-FFF2-40B4-BE49-F238E27FC236}">
                <a16:creationId xmlns:a16="http://schemas.microsoft.com/office/drawing/2014/main" id="{10550232-D2C8-81B7-43D8-70F4D2AE037D}"/>
              </a:ext>
            </a:extLst>
          </p:cNvPr>
          <p:cNvSpPr/>
          <p:nvPr/>
        </p:nvSpPr>
        <p:spPr>
          <a:xfrm flipH="1">
            <a:off x="8992362" y="4023360"/>
            <a:ext cx="2650998" cy="594360"/>
          </a:xfrm>
          <a:prstGeom prst="chevron">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tx1"/>
              </a:solidFill>
            </a:endParaRPr>
          </a:p>
        </p:txBody>
      </p:sp>
      <p:sp>
        <p:nvSpPr>
          <p:cNvPr id="30878" name="Loop Review">
            <a:extLst>
              <a:ext uri="{FF2B5EF4-FFF2-40B4-BE49-F238E27FC236}">
                <a16:creationId xmlns:a16="http://schemas.microsoft.com/office/drawing/2014/main" id="{5EF25B4E-05A8-BF52-585C-0740E83FD917}"/>
              </a:ext>
            </a:extLst>
          </p:cNvPr>
          <p:cNvSpPr/>
          <p:nvPr/>
        </p:nvSpPr>
        <p:spPr>
          <a:xfrm flipH="1">
            <a:off x="6583680" y="4023360"/>
            <a:ext cx="2650998" cy="594360"/>
          </a:xfrm>
          <a:prstGeom prst="chevron">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tx1"/>
              </a:solidFill>
            </a:endParaRPr>
          </a:p>
        </p:txBody>
      </p:sp>
      <p:sp>
        <p:nvSpPr>
          <p:cNvPr id="30893" name="Loop Research label">
            <a:extLst>
              <a:ext uri="{FF2B5EF4-FFF2-40B4-BE49-F238E27FC236}">
                <a16:creationId xmlns:a16="http://schemas.microsoft.com/office/drawing/2014/main" id="{B164AC64-FCCE-ACBA-68F9-44B05B50B49F}"/>
              </a:ext>
            </a:extLst>
          </p:cNvPr>
          <p:cNvSpPr/>
          <p:nvPr/>
        </p:nvSpPr>
        <p:spPr>
          <a:xfrm>
            <a:off x="6835140" y="2498180"/>
            <a:ext cx="2148078"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800" b="1">
                <a:solidFill>
                  <a:srgbClr val="FAF9F6"/>
                </a:solidFill>
                <a:effectLst/>
                <a:latin typeface="Arial" panose="020B0604020202020204" pitchFamily="34" charset="0"/>
              </a:rPr>
              <a:t>Research</a:t>
            </a:r>
          </a:p>
          <a:p>
            <a:pPr algn="ctr">
              <a:buNone/>
            </a:pPr>
            <a:r>
              <a:rPr lang="en-US" sz="100">
                <a:effectLst/>
              </a:rPr>
              <a:t> </a:t>
            </a:r>
            <a:endParaRPr lang="en-US"/>
          </a:p>
        </p:txBody>
      </p:sp>
      <p:sp>
        <p:nvSpPr>
          <p:cNvPr id="30909" name="Loop Plan label">
            <a:extLst>
              <a:ext uri="{FF2B5EF4-FFF2-40B4-BE49-F238E27FC236}">
                <a16:creationId xmlns:a16="http://schemas.microsoft.com/office/drawing/2014/main" id="{DD411A77-93CA-7956-B60C-101FFF403CA5}"/>
              </a:ext>
            </a:extLst>
          </p:cNvPr>
          <p:cNvSpPr/>
          <p:nvPr/>
        </p:nvSpPr>
        <p:spPr>
          <a:xfrm>
            <a:off x="9243822" y="2498180"/>
            <a:ext cx="2148078"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800" b="1">
                <a:solidFill>
                  <a:srgbClr val="FAF9F6"/>
                </a:solidFill>
                <a:effectLst/>
                <a:latin typeface="Arial" panose="020B0604020202020204" pitchFamily="34" charset="0"/>
              </a:rPr>
              <a:t>Plan</a:t>
            </a:r>
          </a:p>
          <a:p>
            <a:pPr algn="ctr">
              <a:buNone/>
            </a:pPr>
            <a:r>
              <a:rPr lang="en-US" sz="100">
                <a:effectLst/>
              </a:rPr>
              <a:t> </a:t>
            </a:r>
            <a:endParaRPr lang="en-US"/>
          </a:p>
        </p:txBody>
      </p:sp>
      <p:sp>
        <p:nvSpPr>
          <p:cNvPr id="30926" name="Loop Implement label">
            <a:extLst>
              <a:ext uri="{FF2B5EF4-FFF2-40B4-BE49-F238E27FC236}">
                <a16:creationId xmlns:a16="http://schemas.microsoft.com/office/drawing/2014/main" id="{4FE68CFD-A0C3-1073-B15B-B99C79702B6E}"/>
              </a:ext>
            </a:extLst>
          </p:cNvPr>
          <p:cNvSpPr/>
          <p:nvPr/>
        </p:nvSpPr>
        <p:spPr>
          <a:xfrm>
            <a:off x="9243822" y="4052660"/>
            <a:ext cx="2148078"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800" b="1">
                <a:solidFill>
                  <a:srgbClr val="FAF9F6"/>
                </a:solidFill>
                <a:effectLst/>
                <a:latin typeface="Arial" panose="020B0604020202020204" pitchFamily="34" charset="0"/>
              </a:rPr>
              <a:t>Implement</a:t>
            </a:r>
          </a:p>
          <a:p>
            <a:pPr algn="ctr">
              <a:buNone/>
            </a:pPr>
            <a:r>
              <a:rPr lang="en-US" sz="100">
                <a:effectLst/>
              </a:rPr>
              <a:t> </a:t>
            </a:r>
            <a:endParaRPr lang="en-US"/>
          </a:p>
        </p:txBody>
      </p:sp>
      <p:sp>
        <p:nvSpPr>
          <p:cNvPr id="30944" name="Loop Review label">
            <a:extLst>
              <a:ext uri="{FF2B5EF4-FFF2-40B4-BE49-F238E27FC236}">
                <a16:creationId xmlns:a16="http://schemas.microsoft.com/office/drawing/2014/main" id="{460DAB45-7D03-D37B-C09B-AB544A590B11}"/>
              </a:ext>
            </a:extLst>
          </p:cNvPr>
          <p:cNvSpPr/>
          <p:nvPr/>
        </p:nvSpPr>
        <p:spPr>
          <a:xfrm>
            <a:off x="6835140" y="4052660"/>
            <a:ext cx="2148078"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800" b="1">
                <a:solidFill>
                  <a:srgbClr val="173F35"/>
                </a:solidFill>
                <a:effectLst/>
                <a:latin typeface="Arial" panose="020B0604020202020204" pitchFamily="34" charset="0"/>
              </a:rPr>
              <a:t>Review</a:t>
            </a:r>
          </a:p>
          <a:p>
            <a:pPr algn="ctr">
              <a:buNone/>
            </a:pPr>
            <a:r>
              <a:rPr lang="en-US" sz="100">
                <a:effectLst/>
              </a:rPr>
              <a:t> </a:t>
            </a:r>
            <a:endParaRPr lang="en-US"/>
          </a:p>
        </p:txBody>
      </p:sp>
      <p:sp>
        <p:nvSpPr>
          <p:cNvPr id="30963" name="Loop turn down">
            <a:extLst>
              <a:ext uri="{FF2B5EF4-FFF2-40B4-BE49-F238E27FC236}">
                <a16:creationId xmlns:a16="http://schemas.microsoft.com/office/drawing/2014/main" id="{B24C63D3-3310-1A79-A6FA-E51F98FEA14E}"/>
              </a:ext>
            </a:extLst>
          </p:cNvPr>
          <p:cNvSpPr/>
          <p:nvPr/>
        </p:nvSpPr>
        <p:spPr>
          <a:xfrm>
            <a:off x="11163300" y="3127248"/>
            <a:ext cx="274320" cy="832104"/>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983" name="Loop turn up">
            <a:extLst>
              <a:ext uri="{FF2B5EF4-FFF2-40B4-BE49-F238E27FC236}">
                <a16:creationId xmlns:a16="http://schemas.microsoft.com/office/drawing/2014/main" id="{8D7A2C71-70B1-D711-0443-2470540215F3}"/>
              </a:ext>
            </a:extLst>
          </p:cNvPr>
          <p:cNvSpPr/>
          <p:nvPr/>
        </p:nvSpPr>
        <p:spPr>
          <a:xfrm>
            <a:off x="6789420" y="3127248"/>
            <a:ext cx="274320" cy="832104"/>
          </a:xfrm>
          <a:prstGeom prst="up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004" name="Loop centre label">
            <a:extLst>
              <a:ext uri="{FF2B5EF4-FFF2-40B4-BE49-F238E27FC236}">
                <a16:creationId xmlns:a16="http://schemas.microsoft.com/office/drawing/2014/main" id="{B9A43108-4714-F045-8C16-F49F8935BCE1}"/>
              </a:ext>
            </a:extLst>
          </p:cNvPr>
          <p:cNvSpPr/>
          <p:nvPr/>
        </p:nvSpPr>
        <p:spPr>
          <a:xfrm>
            <a:off x="7109460" y="3253740"/>
            <a:ext cx="400812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One bounded task per issue</a:t>
            </a:r>
          </a:p>
          <a:p>
            <a:pPr algn="ctr">
              <a:buNone/>
            </a:pPr>
            <a:r>
              <a:rPr lang="en-US" sz="1600">
                <a:solidFill>
                  <a:srgbClr val="2E6B5E"/>
                </a:solidFill>
                <a:effectLst/>
                <a:latin typeface="Arial" panose="020B0604020202020204" pitchFamily="34" charset="0"/>
              </a:rPr>
              <a:t>its own branch · reviewed pull request</a:t>
            </a:r>
            <a:endParaRPr lang="en-US"/>
          </a:p>
        </p:txBody>
      </p:sp>
      <p:sp>
        <p:nvSpPr>
          <p:cNvPr id="31026" name="Trace label">
            <a:extLst>
              <a:ext uri="{FF2B5EF4-FFF2-40B4-BE49-F238E27FC236}">
                <a16:creationId xmlns:a16="http://schemas.microsoft.com/office/drawing/2014/main" id="{A6DB19B1-A793-31C5-FB0D-B589DB817C0B}"/>
              </a:ext>
            </a:extLst>
          </p:cNvPr>
          <p:cNvSpPr/>
          <p:nvPr/>
        </p:nvSpPr>
        <p:spPr>
          <a:xfrm>
            <a:off x="6492240" y="4761320"/>
            <a:ext cx="524256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Real trace:</a:t>
            </a:r>
          </a:p>
          <a:p>
            <a:pPr algn="l">
              <a:buNone/>
            </a:pPr>
            <a:r>
              <a:rPr lang="en-US" sz="100">
                <a:effectLst/>
              </a:rPr>
              <a:t> </a:t>
            </a:r>
            <a:endParaRPr lang="en-US"/>
          </a:p>
        </p:txBody>
      </p:sp>
      <p:sp>
        <p:nvSpPr>
          <p:cNvPr id="31049" name="Trace chip 1">
            <a:extLst>
              <a:ext uri="{FF2B5EF4-FFF2-40B4-BE49-F238E27FC236}">
                <a16:creationId xmlns:a16="http://schemas.microsoft.com/office/drawing/2014/main" id="{BE8567B8-47E6-5E84-8AB3-89C8D683DA40}"/>
              </a:ext>
            </a:extLst>
          </p:cNvPr>
          <p:cNvSpPr/>
          <p:nvPr/>
        </p:nvSpPr>
        <p:spPr>
          <a:xfrm>
            <a:off x="6583680" y="5242560"/>
            <a:ext cx="978408" cy="36576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173F35"/>
                </a:solidFill>
                <a:effectLst/>
                <a:latin typeface="Arial" panose="020B0604020202020204" pitchFamily="34" charset="0"/>
              </a:rPr>
              <a:t>epic #73</a:t>
            </a:r>
          </a:p>
          <a:p>
            <a:pPr algn="ctr">
              <a:buNone/>
            </a:pPr>
            <a:r>
              <a:rPr lang="en-US" sz="100">
                <a:effectLst/>
              </a:rPr>
              <a:t> </a:t>
            </a:r>
            <a:endParaRPr lang="en-US"/>
          </a:p>
        </p:txBody>
      </p:sp>
      <p:sp>
        <p:nvSpPr>
          <p:cNvPr id="31073" name="Trace arrow 1">
            <a:extLst>
              <a:ext uri="{FF2B5EF4-FFF2-40B4-BE49-F238E27FC236}">
                <a16:creationId xmlns:a16="http://schemas.microsoft.com/office/drawing/2014/main" id="{9C23EF48-4273-C7CC-86DC-7A708DD6611E}"/>
              </a:ext>
            </a:extLst>
          </p:cNvPr>
          <p:cNvSpPr/>
          <p:nvPr/>
        </p:nvSpPr>
        <p:spPr>
          <a:xfrm>
            <a:off x="7598664" y="5361432"/>
            <a:ext cx="137160" cy="128016"/>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098" name="Trace chip 2">
            <a:extLst>
              <a:ext uri="{FF2B5EF4-FFF2-40B4-BE49-F238E27FC236}">
                <a16:creationId xmlns:a16="http://schemas.microsoft.com/office/drawing/2014/main" id="{1C4455D0-E2EF-B73B-39B9-BA970DBF51BB}"/>
              </a:ext>
            </a:extLst>
          </p:cNvPr>
          <p:cNvSpPr/>
          <p:nvPr/>
        </p:nvSpPr>
        <p:spPr>
          <a:xfrm>
            <a:off x="7772400" y="5242560"/>
            <a:ext cx="1216152" cy="36576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173F35"/>
                </a:solidFill>
                <a:effectLst/>
                <a:latin typeface="Arial" panose="020B0604020202020204" pitchFamily="34" charset="0"/>
              </a:rPr>
              <a:t>feature #76</a:t>
            </a:r>
          </a:p>
          <a:p>
            <a:pPr algn="ctr">
              <a:buNone/>
            </a:pPr>
            <a:r>
              <a:rPr lang="en-US" sz="100">
                <a:effectLst/>
              </a:rPr>
              <a:t> </a:t>
            </a:r>
            <a:endParaRPr lang="en-US"/>
          </a:p>
        </p:txBody>
      </p:sp>
      <p:sp>
        <p:nvSpPr>
          <p:cNvPr id="31124" name="Trace arrow 2">
            <a:extLst>
              <a:ext uri="{FF2B5EF4-FFF2-40B4-BE49-F238E27FC236}">
                <a16:creationId xmlns:a16="http://schemas.microsoft.com/office/drawing/2014/main" id="{5DD47324-DDCD-E422-3B18-371D5AB0473B}"/>
              </a:ext>
            </a:extLst>
          </p:cNvPr>
          <p:cNvSpPr/>
          <p:nvPr/>
        </p:nvSpPr>
        <p:spPr>
          <a:xfrm>
            <a:off x="9025128" y="5361432"/>
            <a:ext cx="137160" cy="128016"/>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151" name="Trace chip 3">
            <a:extLst>
              <a:ext uri="{FF2B5EF4-FFF2-40B4-BE49-F238E27FC236}">
                <a16:creationId xmlns:a16="http://schemas.microsoft.com/office/drawing/2014/main" id="{DDC115A7-EB4F-FFE3-EFFA-4C8D0E7118AB}"/>
              </a:ext>
            </a:extLst>
          </p:cNvPr>
          <p:cNvSpPr/>
          <p:nvPr/>
        </p:nvSpPr>
        <p:spPr>
          <a:xfrm>
            <a:off x="9198864" y="5242560"/>
            <a:ext cx="1060704" cy="36576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173F35"/>
                </a:solidFill>
                <a:effectLst/>
                <a:latin typeface="Arial" panose="020B0604020202020204" pitchFamily="34" charset="0"/>
              </a:rPr>
              <a:t>story #77</a:t>
            </a:r>
          </a:p>
          <a:p>
            <a:pPr algn="ctr">
              <a:buNone/>
            </a:pPr>
            <a:r>
              <a:rPr lang="en-US" sz="100">
                <a:effectLst/>
              </a:rPr>
              <a:t> </a:t>
            </a:r>
            <a:endParaRPr lang="en-US"/>
          </a:p>
        </p:txBody>
      </p:sp>
      <p:sp>
        <p:nvSpPr>
          <p:cNvPr id="31179" name="Trace arrow 3">
            <a:extLst>
              <a:ext uri="{FF2B5EF4-FFF2-40B4-BE49-F238E27FC236}">
                <a16:creationId xmlns:a16="http://schemas.microsoft.com/office/drawing/2014/main" id="{9A8223EA-ACB4-57F8-E1D9-CAFFD1E2DB8E}"/>
              </a:ext>
            </a:extLst>
          </p:cNvPr>
          <p:cNvSpPr/>
          <p:nvPr/>
        </p:nvSpPr>
        <p:spPr>
          <a:xfrm>
            <a:off x="10296144" y="5361432"/>
            <a:ext cx="137160" cy="128016"/>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208" name="Trace chip 4">
            <a:extLst>
              <a:ext uri="{FF2B5EF4-FFF2-40B4-BE49-F238E27FC236}">
                <a16:creationId xmlns:a16="http://schemas.microsoft.com/office/drawing/2014/main" id="{69ECE668-5910-9407-DADB-0679FFFD6A0F}"/>
              </a:ext>
            </a:extLst>
          </p:cNvPr>
          <p:cNvSpPr/>
          <p:nvPr/>
        </p:nvSpPr>
        <p:spPr>
          <a:xfrm>
            <a:off x="10469880" y="5242560"/>
            <a:ext cx="969264" cy="36576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173F35"/>
                </a:solidFill>
                <a:effectLst/>
                <a:latin typeface="Arial" panose="020B0604020202020204" pitchFamily="34" charset="0"/>
              </a:rPr>
              <a:t>PR #376</a:t>
            </a:r>
          </a:p>
          <a:p>
            <a:pPr algn="ctr">
              <a:buNone/>
            </a:pPr>
            <a:r>
              <a:rPr lang="en-US" sz="100">
                <a:effectLst/>
              </a:rPr>
              <a:t> </a:t>
            </a:r>
            <a:endParaRPr lang="en-US"/>
          </a:p>
        </p:txBody>
      </p:sp>
      <p:pic>
        <p:nvPicPr>
          <p:cNvPr id="31209" name="Board picture" descr="API view of the AMA Plan board, 23 Oct 2026: three columns with 111 items to do, 24 in progress and 54 done, showing epic #73, feature #76 and story #77 among the cards.">
            <a:extLst>
              <a:ext uri="{FF2B5EF4-FFF2-40B4-BE49-F238E27FC236}">
                <a16:creationId xmlns:a16="http://schemas.microsoft.com/office/drawing/2014/main" id="{680640C2-7BD7-32F2-598F-18BE980EBEA0}"/>
              </a:ext>
            </a:extLst>
          </p:cNvPr>
          <p:cNvPicPr>
            <a:picLocks noChangeAspect="1"/>
          </p:cNvPicPr>
          <p:nvPr/>
        </p:nvPicPr>
        <p:blipFill>
          <a:blip r:embed="rId3"/>
          <a:stretch>
            <a:fillRect/>
          </a:stretch>
        </p:blipFill>
        <p:spPr>
          <a:xfrm>
            <a:off x="640080" y="3190652"/>
            <a:ext cx="5577839" cy="1965595"/>
          </a:xfrm>
          <a:prstGeom prst="rect">
            <a:avLst/>
          </a:prstGeom>
        </p:spPr>
      </p:pic>
    </p:spTree>
    <p:extLst>
      <p:ext uri="{BB962C8B-B14F-4D97-AF65-F5344CB8AC3E}">
        <p14:creationId xmlns:p14="http://schemas.microsoft.com/office/powerpoint/2010/main" val="93660786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1210" name="Eyebrow">
            <a:extLst>
              <a:ext uri="{FF2B5EF4-FFF2-40B4-BE49-F238E27FC236}">
                <a16:creationId xmlns:a16="http://schemas.microsoft.com/office/drawing/2014/main" id="{07E40C33-B33F-E4E2-D2CB-9594DF1FD42D}"/>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5 · THE PLAN</a:t>
            </a:r>
          </a:p>
          <a:p>
            <a:pPr algn="l">
              <a:buNone/>
            </a:pPr>
            <a:r>
              <a:rPr lang="en-US" sz="100">
                <a:effectLst/>
              </a:rPr>
              <a:t> </a:t>
            </a:r>
            <a:endParaRPr lang="en-US"/>
          </a:p>
        </p:txBody>
      </p:sp>
      <p:sp>
        <p:nvSpPr>
          <p:cNvPr id="31212" name="Slide title">
            <a:extLst>
              <a:ext uri="{FF2B5EF4-FFF2-40B4-BE49-F238E27FC236}">
                <a16:creationId xmlns:a16="http://schemas.microsoft.com/office/drawing/2014/main" id="{E5F8E0BC-BB92-95A1-1AFC-7900659175D3}"/>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Validate, pilot, scale: on the clock to April 2030.</a:t>
            </a:r>
          </a:p>
          <a:p>
            <a:pPr algn="l">
              <a:buNone/>
            </a:pPr>
            <a:r>
              <a:rPr lang="en-US" sz="100">
                <a:effectLst/>
              </a:rPr>
              <a:t> </a:t>
            </a:r>
            <a:endParaRPr lang="en-US"/>
          </a:p>
        </p:txBody>
      </p:sp>
      <p:sp>
        <p:nvSpPr>
          <p:cNvPr id="31215" name="Footer sources">
            <a:extLst>
              <a:ext uri="{FF2B5EF4-FFF2-40B4-BE49-F238E27FC236}">
                <a16:creationId xmlns:a16="http://schemas.microsoft.com/office/drawing/2014/main" id="{7316E15F-DC54-7BB2-AAA0-E3E0FEFFE405}"/>
              </a:ext>
            </a:extLst>
          </p:cNvPr>
          <p:cNvSpPr/>
          <p:nvPr/>
        </p:nvSpPr>
        <p:spPr>
          <a:xfrm>
            <a:off x="548640" y="5943600"/>
            <a:ext cx="886968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BRD BG-011 pilot proposal · measurement design · Awaab's Law collection</a:t>
            </a:r>
          </a:p>
          <a:p>
            <a:pPr algn="l">
              <a:buNone/>
            </a:pPr>
            <a:r>
              <a:rPr lang="en-US" sz="1200">
                <a:solidFill>
                  <a:srgbClr val="50655E"/>
                </a:solidFill>
                <a:effectLst/>
                <a:latin typeface="Arial" panose="020B0604020202020204" pitchFamily="34" charset="0"/>
              </a:rPr>
              <a:t>WH:SHF wave 3 guidance · SRS MEES response</a:t>
            </a:r>
            <a:endParaRPr lang="en-US"/>
          </a:p>
        </p:txBody>
      </p:sp>
      <p:sp>
        <p:nvSpPr>
          <p:cNvPr id="31219" name="Footer navigation">
            <a:extLst>
              <a:ext uri="{FF2B5EF4-FFF2-40B4-BE49-F238E27FC236}">
                <a16:creationId xmlns:a16="http://schemas.microsoft.com/office/drawing/2014/main" id="{45EA11E5-270E-40B2-506F-FF97B48412E0}"/>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S20 · Answers: B17</a:t>
            </a:r>
          </a:p>
          <a:p>
            <a:pPr algn="r">
              <a:buNone/>
            </a:pPr>
            <a:r>
              <a:rPr lang="en-US" sz="100">
                <a:effectLst/>
              </a:rPr>
              <a:t> </a:t>
            </a:r>
            <a:endParaRPr lang="en-US"/>
          </a:p>
        </p:txBody>
      </p:sp>
      <p:sp>
        <p:nvSpPr>
          <p:cNvPr id="31224" name="Date rail">
            <a:extLst>
              <a:ext uri="{FF2B5EF4-FFF2-40B4-BE49-F238E27FC236}">
                <a16:creationId xmlns:a16="http://schemas.microsoft.com/office/drawing/2014/main" id="{905AD723-A69E-7656-5FA8-7323EF0261D5}"/>
              </a:ext>
            </a:extLst>
          </p:cNvPr>
          <p:cNvSpPr/>
          <p:nvPr/>
        </p:nvSpPr>
        <p:spPr>
          <a:xfrm>
            <a:off x="548640" y="2217420"/>
            <a:ext cx="11094720" cy="13716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230" name="Anchor 1">
            <a:extLst>
              <a:ext uri="{FF2B5EF4-FFF2-40B4-BE49-F238E27FC236}">
                <a16:creationId xmlns:a16="http://schemas.microsoft.com/office/drawing/2014/main" id="{8845507E-9955-417D-07FF-1CBCDEC0F6AA}"/>
              </a:ext>
            </a:extLst>
          </p:cNvPr>
          <p:cNvSpPr/>
          <p:nvPr/>
        </p:nvSpPr>
        <p:spPr>
          <a:xfrm>
            <a:off x="548640" y="1508760"/>
            <a:ext cx="3576320" cy="548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30 Nov 2026</a:t>
            </a:r>
          </a:p>
          <a:p>
            <a:pPr algn="ctr">
              <a:buNone/>
            </a:pPr>
            <a:r>
              <a:rPr lang="en-US" sz="1400">
                <a:solidFill>
                  <a:srgbClr val="173F35"/>
                </a:solidFill>
                <a:effectLst/>
                <a:latin typeface="Arial" panose="020B0604020202020204" pitchFamily="34" charset="0"/>
              </a:rPr>
              <a:t>Awaab's Law phase 2</a:t>
            </a:r>
            <a:endParaRPr lang="en-US"/>
          </a:p>
        </p:txBody>
      </p:sp>
      <p:sp>
        <p:nvSpPr>
          <p:cNvPr id="31237" name="Anchor 1 marker">
            <a:extLst>
              <a:ext uri="{FF2B5EF4-FFF2-40B4-BE49-F238E27FC236}">
                <a16:creationId xmlns:a16="http://schemas.microsoft.com/office/drawing/2014/main" id="{DAF5B657-919A-69CF-22E8-8DCF7E357D6B}"/>
              </a:ext>
            </a:extLst>
          </p:cNvPr>
          <p:cNvSpPr/>
          <p:nvPr/>
        </p:nvSpPr>
        <p:spPr>
          <a:xfrm>
            <a:off x="2222500" y="2171700"/>
            <a:ext cx="228600" cy="228600"/>
          </a:xfrm>
          <a:prstGeom prst="diamond">
            <a:avLst/>
          </a:prstGeom>
          <a:solidFill>
            <a:srgbClr val="E9B14C"/>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245" name="Anchor 2">
            <a:extLst>
              <a:ext uri="{FF2B5EF4-FFF2-40B4-BE49-F238E27FC236}">
                <a16:creationId xmlns:a16="http://schemas.microsoft.com/office/drawing/2014/main" id="{105E63EA-A319-21B3-CC70-128FA441278F}"/>
              </a:ext>
            </a:extLst>
          </p:cNvPr>
          <p:cNvSpPr/>
          <p:nvPr/>
        </p:nvSpPr>
        <p:spPr>
          <a:xfrm>
            <a:off x="4307840" y="1508760"/>
            <a:ext cx="3576320" cy="548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31 Mar 2028</a:t>
            </a:r>
          </a:p>
          <a:p>
            <a:pPr algn="ctr">
              <a:buNone/>
            </a:pPr>
            <a:r>
              <a:rPr lang="en-US" sz="1400">
                <a:solidFill>
                  <a:srgbClr val="173F35"/>
                </a:solidFill>
                <a:effectLst/>
                <a:latin typeface="Arial" panose="020B0604020202020204" pitchFamily="34" charset="0"/>
              </a:rPr>
              <a:t>wave 3 spend deadline</a:t>
            </a:r>
            <a:endParaRPr lang="en-US"/>
          </a:p>
        </p:txBody>
      </p:sp>
      <p:sp>
        <p:nvSpPr>
          <p:cNvPr id="31254" name="Anchor 2 marker">
            <a:extLst>
              <a:ext uri="{FF2B5EF4-FFF2-40B4-BE49-F238E27FC236}">
                <a16:creationId xmlns:a16="http://schemas.microsoft.com/office/drawing/2014/main" id="{962BD874-8EAC-FCC0-A0B0-A57C7BCDFA0D}"/>
              </a:ext>
            </a:extLst>
          </p:cNvPr>
          <p:cNvSpPr/>
          <p:nvPr/>
        </p:nvSpPr>
        <p:spPr>
          <a:xfrm>
            <a:off x="5981700" y="2171700"/>
            <a:ext cx="228600" cy="228600"/>
          </a:xfrm>
          <a:prstGeom prst="diamond">
            <a:avLst/>
          </a:prstGeom>
          <a:solidFill>
            <a:srgbClr val="E9B14C"/>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264" name="Anchor 3">
            <a:extLst>
              <a:ext uri="{FF2B5EF4-FFF2-40B4-BE49-F238E27FC236}">
                <a16:creationId xmlns:a16="http://schemas.microsoft.com/office/drawing/2014/main" id="{F0D07E73-9F6E-BD56-F2B0-8F1EA26933EA}"/>
              </a:ext>
            </a:extLst>
          </p:cNvPr>
          <p:cNvSpPr/>
          <p:nvPr/>
        </p:nvSpPr>
        <p:spPr>
          <a:xfrm>
            <a:off x="8067040" y="1508760"/>
            <a:ext cx="3576320" cy="548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1 Apr 2030</a:t>
            </a:r>
          </a:p>
          <a:p>
            <a:pPr algn="ctr">
              <a:buNone/>
            </a:pPr>
            <a:r>
              <a:rPr lang="en-US" sz="1400">
                <a:solidFill>
                  <a:srgbClr val="173F35"/>
                </a:solidFill>
                <a:effectLst/>
                <a:latin typeface="Arial" panose="020B0604020202020204" pitchFamily="34" charset="0"/>
              </a:rPr>
              <a:t>EPC C deadline</a:t>
            </a:r>
            <a:endParaRPr lang="en-US"/>
          </a:p>
        </p:txBody>
      </p:sp>
      <p:sp>
        <p:nvSpPr>
          <p:cNvPr id="31275" name="Anchor 3 marker">
            <a:extLst>
              <a:ext uri="{FF2B5EF4-FFF2-40B4-BE49-F238E27FC236}">
                <a16:creationId xmlns:a16="http://schemas.microsoft.com/office/drawing/2014/main" id="{6247A3C3-F628-31FC-6F0B-E2AE93A5CC2F}"/>
              </a:ext>
            </a:extLst>
          </p:cNvPr>
          <p:cNvSpPr/>
          <p:nvPr/>
        </p:nvSpPr>
        <p:spPr>
          <a:xfrm>
            <a:off x="9740900" y="2171700"/>
            <a:ext cx="228600" cy="228600"/>
          </a:xfrm>
          <a:prstGeom prst="diamond">
            <a:avLst/>
          </a:prstGeom>
          <a:solidFill>
            <a:srgbClr val="E9B14C"/>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287" name="Stage 1 chevron">
            <a:extLst>
              <a:ext uri="{FF2B5EF4-FFF2-40B4-BE49-F238E27FC236}">
                <a16:creationId xmlns:a16="http://schemas.microsoft.com/office/drawing/2014/main" id="{FDECBFFA-F85F-1C56-000C-016F4C910318}"/>
              </a:ext>
            </a:extLst>
          </p:cNvPr>
          <p:cNvSpPr/>
          <p:nvPr/>
        </p:nvSpPr>
        <p:spPr>
          <a:xfrm>
            <a:off x="548640" y="2560320"/>
            <a:ext cx="3576320" cy="868680"/>
          </a:xfrm>
          <a:prstGeom prst="homePlate">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300" name="Stage 1 disc">
            <a:extLst>
              <a:ext uri="{FF2B5EF4-FFF2-40B4-BE49-F238E27FC236}">
                <a16:creationId xmlns:a16="http://schemas.microsoft.com/office/drawing/2014/main" id="{6FF3325E-07A2-3353-8171-F38827FC80CF}"/>
              </a:ext>
            </a:extLst>
          </p:cNvPr>
          <p:cNvSpPr/>
          <p:nvPr/>
        </p:nvSpPr>
        <p:spPr>
          <a:xfrm>
            <a:off x="731520" y="2697480"/>
            <a:ext cx="594360" cy="594360"/>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314" name="Stage 1 name">
            <a:extLst>
              <a:ext uri="{FF2B5EF4-FFF2-40B4-BE49-F238E27FC236}">
                <a16:creationId xmlns:a16="http://schemas.microsoft.com/office/drawing/2014/main" id="{3AD168DF-DBC5-6543-B321-1E7051F40124}"/>
              </a:ext>
            </a:extLst>
          </p:cNvPr>
          <p:cNvSpPr/>
          <p:nvPr/>
        </p:nvSpPr>
        <p:spPr>
          <a:xfrm>
            <a:off x="1371600" y="2644140"/>
            <a:ext cx="2319020" cy="70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b="1">
                <a:solidFill>
                  <a:srgbClr val="FAF9F6"/>
                </a:solidFill>
                <a:effectLst/>
                <a:latin typeface="Arial" panose="020B0604020202020204" pitchFamily="34" charset="0"/>
              </a:rPr>
              <a:t>Phase 0</a:t>
            </a:r>
          </a:p>
          <a:p>
            <a:pPr algn="l">
              <a:buNone/>
            </a:pPr>
            <a:r>
              <a:rPr lang="en-US" sz="1600" b="1">
                <a:solidFill>
                  <a:srgbClr val="E9B14C"/>
                </a:solidFill>
                <a:effectLst/>
                <a:latin typeface="Arial" panose="020B0604020202020204" pitchFamily="34" charset="0"/>
              </a:rPr>
              <a:t>6-8 weeks</a:t>
            </a:r>
            <a:endParaRPr lang="en-US"/>
          </a:p>
        </p:txBody>
      </p:sp>
      <p:sp>
        <p:nvSpPr>
          <p:cNvPr id="31329" name="Stage 2 chevron">
            <a:extLst>
              <a:ext uri="{FF2B5EF4-FFF2-40B4-BE49-F238E27FC236}">
                <a16:creationId xmlns:a16="http://schemas.microsoft.com/office/drawing/2014/main" id="{82DE5151-14FC-5B86-A7F6-3C0F39016C8D}"/>
              </a:ext>
            </a:extLst>
          </p:cNvPr>
          <p:cNvSpPr/>
          <p:nvPr/>
        </p:nvSpPr>
        <p:spPr>
          <a:xfrm>
            <a:off x="4307840" y="2560320"/>
            <a:ext cx="3576320" cy="868680"/>
          </a:xfrm>
          <a:prstGeom prst="homePlate">
            <a:avLst/>
          </a:prstGeom>
          <a:solidFill>
            <a:srgbClr val="1F4D41"/>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345" name="Stage 2 disc">
            <a:extLst>
              <a:ext uri="{FF2B5EF4-FFF2-40B4-BE49-F238E27FC236}">
                <a16:creationId xmlns:a16="http://schemas.microsoft.com/office/drawing/2014/main" id="{D0B73D4A-0DD3-1315-B867-84B1215BFBAD}"/>
              </a:ext>
            </a:extLst>
          </p:cNvPr>
          <p:cNvSpPr/>
          <p:nvPr/>
        </p:nvSpPr>
        <p:spPr>
          <a:xfrm>
            <a:off x="4490720" y="2697480"/>
            <a:ext cx="594360" cy="594360"/>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362" name="Stage 2 name">
            <a:extLst>
              <a:ext uri="{FF2B5EF4-FFF2-40B4-BE49-F238E27FC236}">
                <a16:creationId xmlns:a16="http://schemas.microsoft.com/office/drawing/2014/main" id="{BF19A19C-EEFC-1D3E-F1CF-EA47CA5EACE1}"/>
              </a:ext>
            </a:extLst>
          </p:cNvPr>
          <p:cNvSpPr/>
          <p:nvPr/>
        </p:nvSpPr>
        <p:spPr>
          <a:xfrm>
            <a:off x="5130800" y="2644140"/>
            <a:ext cx="2319020" cy="70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b="1">
                <a:solidFill>
                  <a:srgbClr val="FAF9F6"/>
                </a:solidFill>
                <a:effectLst/>
                <a:latin typeface="Arial" panose="020B0604020202020204" pitchFamily="34" charset="0"/>
              </a:rPr>
              <a:t>Pilot</a:t>
            </a:r>
          </a:p>
          <a:p>
            <a:pPr algn="l">
              <a:buNone/>
            </a:pPr>
            <a:r>
              <a:rPr lang="en-US" sz="1600" b="1">
                <a:solidFill>
                  <a:srgbClr val="E9B14C"/>
                </a:solidFill>
                <a:effectLst/>
                <a:latin typeface="Arial" panose="020B0604020202020204" pitchFamily="34" charset="0"/>
              </a:rPr>
              <a:t>6-9 months</a:t>
            </a:r>
            <a:endParaRPr lang="en-US"/>
          </a:p>
        </p:txBody>
      </p:sp>
      <p:sp>
        <p:nvSpPr>
          <p:cNvPr id="31380" name="Stage 3 chevron">
            <a:extLst>
              <a:ext uri="{FF2B5EF4-FFF2-40B4-BE49-F238E27FC236}">
                <a16:creationId xmlns:a16="http://schemas.microsoft.com/office/drawing/2014/main" id="{8F0390B8-2AF1-141E-17A8-0D5C57ED8086}"/>
              </a:ext>
            </a:extLst>
          </p:cNvPr>
          <p:cNvSpPr/>
          <p:nvPr/>
        </p:nvSpPr>
        <p:spPr>
          <a:xfrm>
            <a:off x="8067040" y="2560320"/>
            <a:ext cx="3576320" cy="868680"/>
          </a:xfrm>
          <a:prstGeom prst="homePlate">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399" name="Stage 3 disc">
            <a:extLst>
              <a:ext uri="{FF2B5EF4-FFF2-40B4-BE49-F238E27FC236}">
                <a16:creationId xmlns:a16="http://schemas.microsoft.com/office/drawing/2014/main" id="{885986AC-BB3D-8DD4-E534-3F5D431583E7}"/>
              </a:ext>
            </a:extLst>
          </p:cNvPr>
          <p:cNvSpPr/>
          <p:nvPr/>
        </p:nvSpPr>
        <p:spPr>
          <a:xfrm>
            <a:off x="8249920" y="2697480"/>
            <a:ext cx="594360" cy="594360"/>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419" name="Stage 3 name">
            <a:extLst>
              <a:ext uri="{FF2B5EF4-FFF2-40B4-BE49-F238E27FC236}">
                <a16:creationId xmlns:a16="http://schemas.microsoft.com/office/drawing/2014/main" id="{F3B43219-BDA7-BC4B-5C3C-C15C5C686229}"/>
              </a:ext>
            </a:extLst>
          </p:cNvPr>
          <p:cNvSpPr/>
          <p:nvPr/>
        </p:nvSpPr>
        <p:spPr>
          <a:xfrm>
            <a:off x="8890000" y="2644140"/>
            <a:ext cx="2319020" cy="70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b="1">
                <a:solidFill>
                  <a:srgbClr val="FAF9F6"/>
                </a:solidFill>
                <a:effectLst/>
                <a:latin typeface="Arial" panose="020B0604020202020204" pitchFamily="34" charset="0"/>
              </a:rPr>
              <a:t>Scale</a:t>
            </a:r>
          </a:p>
          <a:p>
            <a:pPr algn="l">
              <a:buNone/>
            </a:pPr>
            <a:r>
              <a:rPr lang="en-US" sz="1600" b="1">
                <a:solidFill>
                  <a:srgbClr val="E9B14C"/>
                </a:solidFill>
                <a:effectLst/>
                <a:latin typeface="Arial" panose="020B0604020202020204" pitchFamily="34" charset="0"/>
              </a:rPr>
              <a:t>to April 2030</a:t>
            </a:r>
            <a:endParaRPr lang="en-US"/>
          </a:p>
        </p:txBody>
      </p:sp>
      <p:sp>
        <p:nvSpPr>
          <p:cNvPr id="31440" name="Stage 1 card">
            <a:extLst>
              <a:ext uri="{FF2B5EF4-FFF2-40B4-BE49-F238E27FC236}">
                <a16:creationId xmlns:a16="http://schemas.microsoft.com/office/drawing/2014/main" id="{B5F2CB72-3C65-7F23-4A0A-A94BAB4688B4}"/>
              </a:ext>
            </a:extLst>
          </p:cNvPr>
          <p:cNvSpPr/>
          <p:nvPr/>
        </p:nvSpPr>
        <p:spPr>
          <a:xfrm>
            <a:off x="548640" y="3657600"/>
            <a:ext cx="3576320" cy="201168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462" name="Stage 2 card">
            <a:extLst>
              <a:ext uri="{FF2B5EF4-FFF2-40B4-BE49-F238E27FC236}">
                <a16:creationId xmlns:a16="http://schemas.microsoft.com/office/drawing/2014/main" id="{F14D8FFB-A816-7F37-F8A4-4DDB9DBA6845}"/>
              </a:ext>
            </a:extLst>
          </p:cNvPr>
          <p:cNvSpPr/>
          <p:nvPr/>
        </p:nvSpPr>
        <p:spPr>
          <a:xfrm>
            <a:off x="4307840" y="3657600"/>
            <a:ext cx="3576320" cy="201168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485" name="Stage 3 card">
            <a:extLst>
              <a:ext uri="{FF2B5EF4-FFF2-40B4-BE49-F238E27FC236}">
                <a16:creationId xmlns:a16="http://schemas.microsoft.com/office/drawing/2014/main" id="{12782043-D21F-7A44-D478-6479AAEC8B60}"/>
              </a:ext>
            </a:extLst>
          </p:cNvPr>
          <p:cNvSpPr/>
          <p:nvPr/>
        </p:nvSpPr>
        <p:spPr>
          <a:xfrm>
            <a:off x="8067040" y="3657600"/>
            <a:ext cx="3576320" cy="201168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509" name="Stage 1 statement">
            <a:extLst>
              <a:ext uri="{FF2B5EF4-FFF2-40B4-BE49-F238E27FC236}">
                <a16:creationId xmlns:a16="http://schemas.microsoft.com/office/drawing/2014/main" id="{03B663E1-9076-56EE-7591-56B909DBA7C1}"/>
              </a:ext>
            </a:extLst>
          </p:cNvPr>
          <p:cNvSpPr/>
          <p:nvPr/>
        </p:nvSpPr>
        <p:spPr>
          <a:xfrm>
            <a:off x="594360" y="4160520"/>
            <a:ext cx="3484880" cy="10058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Validate one connected journey against a paired comparator</a:t>
            </a:r>
          </a:p>
          <a:p>
            <a:pPr algn="l">
              <a:buNone/>
            </a:pPr>
            <a:r>
              <a:rPr lang="en-US" sz="100">
                <a:effectLst/>
              </a:rPr>
              <a:t> </a:t>
            </a:r>
            <a:endParaRPr lang="en-US"/>
          </a:p>
        </p:txBody>
      </p:sp>
      <p:sp>
        <p:nvSpPr>
          <p:cNvPr id="31534" name="Pilot targets label">
            <a:extLst>
              <a:ext uri="{FF2B5EF4-FFF2-40B4-BE49-F238E27FC236}">
                <a16:creationId xmlns:a16="http://schemas.microsoft.com/office/drawing/2014/main" id="{1DB54D99-0B6E-731B-53EB-54ED79AF8538}"/>
              </a:ext>
            </a:extLst>
          </p:cNvPr>
          <p:cNvSpPr/>
          <p:nvPr/>
        </p:nvSpPr>
        <p:spPr>
          <a:xfrm>
            <a:off x="4353560" y="3728048"/>
            <a:ext cx="348488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7A4B00"/>
                </a:solidFill>
                <a:effectLst/>
                <a:latin typeface="Arial" panose="020B0604020202020204" pitchFamily="34" charset="0"/>
              </a:rPr>
              <a:t>TARGETS</a:t>
            </a:r>
          </a:p>
          <a:p>
            <a:pPr algn="l">
              <a:buNone/>
            </a:pPr>
            <a:r>
              <a:rPr lang="en-US" sz="100">
                <a:effectLst/>
              </a:rPr>
              <a:t> </a:t>
            </a:r>
            <a:endParaRPr lang="en-US"/>
          </a:p>
        </p:txBody>
      </p:sp>
      <p:sp>
        <p:nvSpPr>
          <p:cNvPr id="31560" name="Target chip 1">
            <a:extLst>
              <a:ext uri="{FF2B5EF4-FFF2-40B4-BE49-F238E27FC236}">
                <a16:creationId xmlns:a16="http://schemas.microsoft.com/office/drawing/2014/main" id="{5ED55DBC-D245-EA3E-F1E5-4F48B878E80C}"/>
              </a:ext>
            </a:extLst>
          </p:cNvPr>
          <p:cNvSpPr/>
          <p:nvPr/>
        </p:nvSpPr>
        <p:spPr>
          <a:xfrm>
            <a:off x="4445000" y="4178808"/>
            <a:ext cx="2350008" cy="36576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7A4B00"/>
                </a:solidFill>
                <a:effectLst/>
                <a:latin typeface="Arial" panose="020B0604020202020204" pitchFamily="34" charset="0"/>
              </a:rPr>
              <a:t>50+ accepted handovers</a:t>
            </a:r>
          </a:p>
          <a:p>
            <a:pPr algn="ctr">
              <a:buNone/>
            </a:pPr>
            <a:r>
              <a:rPr lang="en-US" sz="100">
                <a:effectLst/>
              </a:rPr>
              <a:t> </a:t>
            </a:r>
            <a:endParaRPr lang="en-US"/>
          </a:p>
        </p:txBody>
      </p:sp>
      <p:sp>
        <p:nvSpPr>
          <p:cNvPr id="31587" name="Target chip 2">
            <a:extLst>
              <a:ext uri="{FF2B5EF4-FFF2-40B4-BE49-F238E27FC236}">
                <a16:creationId xmlns:a16="http://schemas.microsoft.com/office/drawing/2014/main" id="{D939D286-C86F-E9D6-90CF-94EF34BE7DFA}"/>
              </a:ext>
            </a:extLst>
          </p:cNvPr>
          <p:cNvSpPr/>
          <p:nvPr/>
        </p:nvSpPr>
        <p:spPr>
          <a:xfrm>
            <a:off x="4445000" y="4663440"/>
            <a:ext cx="1645920" cy="36576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7A4B00"/>
                </a:solidFill>
                <a:effectLst/>
                <a:latin typeface="Arial" panose="020B0604020202020204" pitchFamily="34" charset="0"/>
              </a:rPr>
              <a:t>−20% cycle time</a:t>
            </a:r>
          </a:p>
          <a:p>
            <a:pPr algn="ctr">
              <a:buNone/>
            </a:pPr>
            <a:r>
              <a:rPr lang="en-US" sz="100">
                <a:effectLst/>
              </a:rPr>
              <a:t> </a:t>
            </a:r>
            <a:endParaRPr lang="en-US"/>
          </a:p>
        </p:txBody>
      </p:sp>
      <p:sp>
        <p:nvSpPr>
          <p:cNvPr id="31615" name="Target chip 3">
            <a:extLst>
              <a:ext uri="{FF2B5EF4-FFF2-40B4-BE49-F238E27FC236}">
                <a16:creationId xmlns:a16="http://schemas.microsoft.com/office/drawing/2014/main" id="{CBF7D218-9FE1-A988-B88A-DA632E755946}"/>
              </a:ext>
            </a:extLst>
          </p:cNvPr>
          <p:cNvSpPr/>
          <p:nvPr/>
        </p:nvSpPr>
        <p:spPr>
          <a:xfrm>
            <a:off x="4445000" y="5148072"/>
            <a:ext cx="3255264" cy="36576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7A4B00"/>
                </a:solidFill>
                <a:effectLst/>
                <a:latin typeface="Arial" panose="020B0604020202020204" pitchFamily="34" charset="0"/>
              </a:rPr>
              <a:t>−25% coordination hours per home</a:t>
            </a:r>
          </a:p>
          <a:p>
            <a:pPr algn="ctr">
              <a:buNone/>
            </a:pPr>
            <a:r>
              <a:rPr lang="en-US" sz="100">
                <a:effectLst/>
              </a:rPr>
              <a:t> </a:t>
            </a:r>
            <a:endParaRPr lang="en-US"/>
          </a:p>
        </p:txBody>
      </p:sp>
      <p:sp>
        <p:nvSpPr>
          <p:cNvPr id="31644" name="Scale figure">
            <a:extLst>
              <a:ext uri="{FF2B5EF4-FFF2-40B4-BE49-F238E27FC236}">
                <a16:creationId xmlns:a16="http://schemas.microsoft.com/office/drawing/2014/main" id="{373651CE-1AEF-A1AE-6A99-921A24256C9B}"/>
              </a:ext>
            </a:extLst>
          </p:cNvPr>
          <p:cNvSpPr/>
          <p:nvPr/>
        </p:nvSpPr>
        <p:spPr>
          <a:xfrm>
            <a:off x="8112760" y="3870960"/>
            <a:ext cx="3484880" cy="1584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6000" b="1">
                <a:solidFill>
                  <a:srgbClr val="2E6B5E"/>
                </a:solidFill>
                <a:effectLst/>
                <a:latin typeface="Arial" panose="020B0604020202020204" pitchFamily="34" charset="0"/>
              </a:rPr>
              <a:t>88</a:t>
            </a:r>
          </a:p>
          <a:p>
            <a:pPr algn="l">
              <a:buNone/>
            </a:pPr>
            <a:r>
              <a:rPr lang="en-US" sz="2000" b="1">
                <a:solidFill>
                  <a:srgbClr val="173F35"/>
                </a:solidFill>
                <a:effectLst/>
                <a:latin typeface="Arial" panose="020B0604020202020204" pitchFamily="34" charset="0"/>
              </a:rPr>
              <a:t>homes a week</a:t>
            </a:r>
          </a:p>
          <a:p>
            <a:pPr algn="l">
              <a:buNone/>
            </a:pPr>
            <a:r>
              <a:rPr lang="en-US" sz="1800">
                <a:solidFill>
                  <a:srgbClr val="173F35"/>
                </a:solidFill>
                <a:effectLst/>
                <a:latin typeface="Arial" panose="020B0604020202020204" pitchFamily="34" charset="0"/>
              </a:rPr>
              <a:t>to reach 15,600 by 1 April 2030</a:t>
            </a:r>
            <a:endParaRPr lang="en-US"/>
          </a:p>
        </p:txBody>
      </p:sp>
      <p:pic>
        <p:nvPicPr>
          <p:cNvPr id="31645" name="Stage 1 icon" descr="Approval gate icon">
            <a:extLst>
              <a:ext uri="{FF2B5EF4-FFF2-40B4-BE49-F238E27FC236}">
                <a16:creationId xmlns:a16="http://schemas.microsoft.com/office/drawing/2014/main" id="{7786BE05-F1C9-960D-EC4E-A42A14CB356E}"/>
              </a:ext>
            </a:extLst>
          </p:cNvPr>
          <p:cNvPicPr>
            <a:picLocks noChangeAspect="1"/>
          </p:cNvPicPr>
          <p:nvPr/>
        </p:nvPicPr>
        <p:blipFill>
          <a:blip r:embed="rId3"/>
          <a:stretch>
            <a:fillRect/>
          </a:stretch>
        </p:blipFill>
        <p:spPr>
          <a:xfrm>
            <a:off x="827532" y="2793492"/>
            <a:ext cx="402336" cy="402336"/>
          </a:xfrm>
          <a:prstGeom prst="rect">
            <a:avLst/>
          </a:prstGeom>
        </p:spPr>
      </p:pic>
      <p:pic>
        <p:nvPicPr>
          <p:cNvPr id="31646" name="Stage 2 icon" descr="Forecast icon">
            <a:extLst>
              <a:ext uri="{FF2B5EF4-FFF2-40B4-BE49-F238E27FC236}">
                <a16:creationId xmlns:a16="http://schemas.microsoft.com/office/drawing/2014/main" id="{08024BF6-1D5B-9692-B4F1-6706FD58C2AE}"/>
              </a:ext>
            </a:extLst>
          </p:cNvPr>
          <p:cNvPicPr>
            <a:picLocks noChangeAspect="1"/>
          </p:cNvPicPr>
          <p:nvPr/>
        </p:nvPicPr>
        <p:blipFill>
          <a:blip r:embed="rId4"/>
          <a:stretch>
            <a:fillRect/>
          </a:stretch>
        </p:blipFill>
        <p:spPr>
          <a:xfrm>
            <a:off x="4586732" y="2793492"/>
            <a:ext cx="402336" cy="402336"/>
          </a:xfrm>
          <a:prstGeom prst="rect">
            <a:avLst/>
          </a:prstGeom>
        </p:spPr>
      </p:pic>
      <p:pic>
        <p:nvPicPr>
          <p:cNvPr id="31647" name="Stage 3 icon" descr="House icon">
            <a:extLst>
              <a:ext uri="{FF2B5EF4-FFF2-40B4-BE49-F238E27FC236}">
                <a16:creationId xmlns:a16="http://schemas.microsoft.com/office/drawing/2014/main" id="{888F2E7D-FAA5-B53E-F16D-0ED763C260BE}"/>
              </a:ext>
            </a:extLst>
          </p:cNvPr>
          <p:cNvPicPr>
            <a:picLocks noChangeAspect="1"/>
          </p:cNvPicPr>
          <p:nvPr/>
        </p:nvPicPr>
        <p:blipFill>
          <a:blip r:embed="rId5"/>
          <a:stretch>
            <a:fillRect/>
          </a:stretch>
        </p:blipFill>
        <p:spPr>
          <a:xfrm>
            <a:off x="8345932" y="2793492"/>
            <a:ext cx="402336" cy="402336"/>
          </a:xfrm>
          <a:prstGeom prst="rect">
            <a:avLst/>
          </a:prstGeom>
        </p:spPr>
      </p:pic>
    </p:spTree>
    <p:extLst>
      <p:ext uri="{BB962C8B-B14F-4D97-AF65-F5344CB8AC3E}">
        <p14:creationId xmlns:p14="http://schemas.microsoft.com/office/powerpoint/2010/main" val="427156165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1648" name="Eyebrow">
            <a:extLst>
              <a:ext uri="{FF2B5EF4-FFF2-40B4-BE49-F238E27FC236}">
                <a16:creationId xmlns:a16="http://schemas.microsoft.com/office/drawing/2014/main" id="{35470C55-FF6B-BDA0-2121-A5D6AE5E10F1}"/>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5 · THE PLAN</a:t>
            </a:r>
          </a:p>
          <a:p>
            <a:pPr algn="l">
              <a:buNone/>
            </a:pPr>
            <a:r>
              <a:rPr lang="en-US" sz="100">
                <a:effectLst/>
              </a:rPr>
              <a:t> </a:t>
            </a:r>
            <a:endParaRPr lang="en-US"/>
          </a:p>
        </p:txBody>
      </p:sp>
      <p:sp>
        <p:nvSpPr>
          <p:cNvPr id="31650" name="Slide title">
            <a:extLst>
              <a:ext uri="{FF2B5EF4-FFF2-40B4-BE49-F238E27FC236}">
                <a16:creationId xmlns:a16="http://schemas.microsoft.com/office/drawing/2014/main" id="{EDB5C946-0BE1-852A-50CB-A6C361339995}"/>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Decision today: fund the validation gate.</a:t>
            </a:r>
          </a:p>
          <a:p>
            <a:pPr algn="l">
              <a:buNone/>
            </a:pPr>
            <a:r>
              <a:rPr lang="en-US" sz="100">
                <a:effectLst/>
              </a:rPr>
              <a:t> </a:t>
            </a:r>
            <a:endParaRPr lang="en-US"/>
          </a:p>
        </p:txBody>
      </p:sp>
      <p:sp>
        <p:nvSpPr>
          <p:cNvPr id="31653" name="Footer sources">
            <a:extLst>
              <a:ext uri="{FF2B5EF4-FFF2-40B4-BE49-F238E27FC236}">
                <a16:creationId xmlns:a16="http://schemas.microsoft.com/office/drawing/2014/main" id="{97F4C656-4982-BC83-3710-E33CA2EB082E}"/>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decision design (E02, E10, E11, E13)</a:t>
            </a:r>
          </a:p>
          <a:p>
            <a:pPr algn="l">
              <a:buNone/>
            </a:pPr>
            <a:r>
              <a:rPr lang="en-US" sz="100">
                <a:effectLst/>
              </a:rPr>
              <a:t> </a:t>
            </a:r>
            <a:endParaRPr lang="en-US"/>
          </a:p>
        </p:txBody>
      </p:sp>
      <p:sp>
        <p:nvSpPr>
          <p:cNvPr id="31657" name="Footer navigation">
            <a:extLst>
              <a:ext uri="{FF2B5EF4-FFF2-40B4-BE49-F238E27FC236}">
                <a16:creationId xmlns:a16="http://schemas.microsoft.com/office/drawing/2014/main" id="{BA07A0FD-F26D-F300-4A9A-365FFCD5D1E0}"/>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S21 · Answers: B15</a:t>
            </a:r>
          </a:p>
          <a:p>
            <a:pPr algn="r">
              <a:buNone/>
            </a:pPr>
            <a:r>
              <a:rPr lang="en-US" sz="100">
                <a:effectLst/>
              </a:rPr>
              <a:t> </a:t>
            </a:r>
            <a:endParaRPr lang="en-US"/>
          </a:p>
        </p:txBody>
      </p:sp>
      <p:sp>
        <p:nvSpPr>
          <p:cNvPr id="31662" name="Decision card">
            <a:extLst>
              <a:ext uri="{FF2B5EF4-FFF2-40B4-BE49-F238E27FC236}">
                <a16:creationId xmlns:a16="http://schemas.microsoft.com/office/drawing/2014/main" id="{F72CE615-B1AE-D4A1-0A39-9CF859A96311}"/>
              </a:ext>
            </a:extLst>
          </p:cNvPr>
          <p:cNvSpPr/>
          <p:nvPr/>
        </p:nvSpPr>
        <p:spPr>
          <a:xfrm>
            <a:off x="548640" y="1554480"/>
            <a:ext cx="11094720" cy="4160520"/>
          </a:xfrm>
          <a:prstGeom prst="rect">
            <a:avLst/>
          </a:prstGeom>
          <a:solidFill>
            <a:srgbClr val="FAF9F6"/>
          </a:solidFill>
          <a:ln w="19050">
            <a:solidFill>
              <a:srgbClr val="173F35"/>
            </a:solidFill>
          </a:ln>
          <a:effectLst>
            <a:outerShdw blurRad="101600" dist="25400" dir="5400000" algn="ctr" rotWithShape="0">
              <a:srgbClr val="173F35">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668" name="Decision header">
            <a:extLst>
              <a:ext uri="{FF2B5EF4-FFF2-40B4-BE49-F238E27FC236}">
                <a16:creationId xmlns:a16="http://schemas.microsoft.com/office/drawing/2014/main" id="{E8A5AFD9-7859-78FA-BCE8-1A166B20E2B9}"/>
              </a:ext>
            </a:extLst>
          </p:cNvPr>
          <p:cNvSpPr/>
          <p:nvPr/>
        </p:nvSpPr>
        <p:spPr>
          <a:xfrm>
            <a:off x="548640" y="1554480"/>
            <a:ext cx="11094720" cy="777240"/>
          </a:xfrm>
          <a:prstGeom prst="rect">
            <a:avLst/>
          </a:prstGeom>
          <a:solidFill>
            <a:srgbClr val="173F35"/>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675" name="Decision disc">
            <a:extLst>
              <a:ext uri="{FF2B5EF4-FFF2-40B4-BE49-F238E27FC236}">
                <a16:creationId xmlns:a16="http://schemas.microsoft.com/office/drawing/2014/main" id="{CF371DD9-BA88-9AE1-E669-0D097B3AA405}"/>
              </a:ext>
            </a:extLst>
          </p:cNvPr>
          <p:cNvSpPr/>
          <p:nvPr/>
        </p:nvSpPr>
        <p:spPr>
          <a:xfrm>
            <a:off x="868680" y="1645920"/>
            <a:ext cx="594360" cy="594360"/>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683" name="Decision word">
            <a:extLst>
              <a:ext uri="{FF2B5EF4-FFF2-40B4-BE49-F238E27FC236}">
                <a16:creationId xmlns:a16="http://schemas.microsoft.com/office/drawing/2014/main" id="{AB60CB17-E0F9-F49A-7CE7-199C83C33919}"/>
              </a:ext>
            </a:extLst>
          </p:cNvPr>
          <p:cNvSpPr/>
          <p:nvPr/>
        </p:nvSpPr>
        <p:spPr>
          <a:xfrm>
            <a:off x="1554480" y="1659980"/>
            <a:ext cx="320040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spc="300">
                <a:solidFill>
                  <a:srgbClr val="FAF9F6"/>
                </a:solidFill>
                <a:effectLst/>
                <a:latin typeface="Arial" panose="020B0604020202020204" pitchFamily="34" charset="0"/>
              </a:rPr>
              <a:t>DECISION</a:t>
            </a:r>
          </a:p>
          <a:p>
            <a:pPr algn="l">
              <a:buNone/>
            </a:pPr>
            <a:r>
              <a:rPr lang="en-US" sz="100">
                <a:effectLst/>
              </a:rPr>
              <a:t> </a:t>
            </a:r>
            <a:endParaRPr lang="en-US"/>
          </a:p>
        </p:txBody>
      </p:sp>
      <p:sp>
        <p:nvSpPr>
          <p:cNvPr id="31692" name="Next gate pill">
            <a:extLst>
              <a:ext uri="{FF2B5EF4-FFF2-40B4-BE49-F238E27FC236}">
                <a16:creationId xmlns:a16="http://schemas.microsoft.com/office/drawing/2014/main" id="{AC9B9FF3-71B9-E832-29A2-883D3CAFDDC5}"/>
              </a:ext>
            </a:extLst>
          </p:cNvPr>
          <p:cNvSpPr/>
          <p:nvPr/>
        </p:nvSpPr>
        <p:spPr>
          <a:xfrm>
            <a:off x="9887712" y="1783080"/>
            <a:ext cx="1435608"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NEXT GATE</a:t>
            </a:r>
          </a:p>
          <a:p>
            <a:pPr algn="ctr">
              <a:buNone/>
            </a:pPr>
            <a:r>
              <a:rPr lang="en-US" sz="100">
                <a:effectLst/>
              </a:rPr>
              <a:t> </a:t>
            </a:r>
            <a:endParaRPr lang="en-US"/>
          </a:p>
        </p:txBody>
      </p:sp>
      <p:sp>
        <p:nvSpPr>
          <p:cNvPr id="31702" name="Row 1 label">
            <a:extLst>
              <a:ext uri="{FF2B5EF4-FFF2-40B4-BE49-F238E27FC236}">
                <a16:creationId xmlns:a16="http://schemas.microsoft.com/office/drawing/2014/main" id="{8D73C9CF-9810-43C5-4D5D-9D8E4C71B111}"/>
              </a:ext>
            </a:extLst>
          </p:cNvPr>
          <p:cNvSpPr/>
          <p:nvPr/>
        </p:nvSpPr>
        <p:spPr>
          <a:xfrm>
            <a:off x="777240" y="2458556"/>
            <a:ext cx="22860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SCOPE</a:t>
            </a:r>
          </a:p>
          <a:p>
            <a:pPr algn="l">
              <a:buNone/>
            </a:pPr>
            <a:r>
              <a:rPr lang="en-US" sz="100">
                <a:effectLst/>
              </a:rPr>
              <a:t> </a:t>
            </a:r>
            <a:endParaRPr lang="en-US"/>
          </a:p>
        </p:txBody>
      </p:sp>
      <p:sp>
        <p:nvSpPr>
          <p:cNvPr id="31713" name="Row 1 value">
            <a:extLst>
              <a:ext uri="{FF2B5EF4-FFF2-40B4-BE49-F238E27FC236}">
                <a16:creationId xmlns:a16="http://schemas.microsoft.com/office/drawing/2014/main" id="{8E9690B5-38ED-B32C-52EF-808588F645B2}"/>
              </a:ext>
            </a:extLst>
          </p:cNvPr>
          <p:cNvSpPr/>
          <p:nvPr/>
        </p:nvSpPr>
        <p:spPr>
          <a:xfrm>
            <a:off x="3063240" y="2397596"/>
            <a:ext cx="835152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Fund Phase 0: one connected journey and a paired comparator</a:t>
            </a:r>
          </a:p>
          <a:p>
            <a:pPr algn="l">
              <a:buNone/>
            </a:pPr>
            <a:r>
              <a:rPr lang="en-US" sz="100">
                <a:effectLst/>
              </a:rPr>
              <a:t> </a:t>
            </a:r>
            <a:endParaRPr lang="en-US"/>
          </a:p>
        </p:txBody>
      </p:sp>
      <p:sp>
        <p:nvSpPr>
          <p:cNvPr id="31725" name="Row rule 1">
            <a:extLst>
              <a:ext uri="{FF2B5EF4-FFF2-40B4-BE49-F238E27FC236}">
                <a16:creationId xmlns:a16="http://schemas.microsoft.com/office/drawing/2014/main" id="{AFA1E26B-FFD8-8C7A-B74C-BBD1D2318716}"/>
              </a:ext>
            </a:extLst>
          </p:cNvPr>
          <p:cNvSpPr/>
          <p:nvPr/>
        </p:nvSpPr>
        <p:spPr>
          <a:xfrm>
            <a:off x="868680" y="2983992"/>
            <a:ext cx="10454640" cy="9525"/>
          </a:xfrm>
          <a:prstGeom prst="rect">
            <a:avLst/>
          </a:prstGeom>
          <a:solidFill>
            <a:srgbClr val="50655E">
              <a:alpha val="3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738" name="Row 2 label">
            <a:extLst>
              <a:ext uri="{FF2B5EF4-FFF2-40B4-BE49-F238E27FC236}">
                <a16:creationId xmlns:a16="http://schemas.microsoft.com/office/drawing/2014/main" id="{14437BA6-5C1C-74C4-A66D-AF95080265A1}"/>
              </a:ext>
            </a:extLst>
          </p:cNvPr>
          <p:cNvSpPr/>
          <p:nvPr/>
        </p:nvSpPr>
        <p:spPr>
          <a:xfrm>
            <a:off x="777240" y="3065108"/>
            <a:ext cx="22860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OWNERS</a:t>
            </a:r>
          </a:p>
          <a:p>
            <a:pPr algn="l">
              <a:buNone/>
            </a:pPr>
            <a:r>
              <a:rPr lang="en-US" sz="100">
                <a:effectLst/>
              </a:rPr>
              <a:t> </a:t>
            </a:r>
            <a:endParaRPr lang="en-US"/>
          </a:p>
        </p:txBody>
      </p:sp>
      <p:sp>
        <p:nvSpPr>
          <p:cNvPr id="31752" name="Row 2 value">
            <a:extLst>
              <a:ext uri="{FF2B5EF4-FFF2-40B4-BE49-F238E27FC236}">
                <a16:creationId xmlns:a16="http://schemas.microsoft.com/office/drawing/2014/main" id="{0ECAA700-1BEB-491B-CF51-67F5AB22A225}"/>
              </a:ext>
            </a:extLst>
          </p:cNvPr>
          <p:cNvSpPr/>
          <p:nvPr/>
        </p:nvSpPr>
        <p:spPr>
          <a:xfrm>
            <a:off x="3063240" y="3004148"/>
            <a:ext cx="835152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a:solidFill>
                  <a:srgbClr val="173F35"/>
                </a:solidFill>
                <a:effectLst/>
                <a:latin typeface="Arial" panose="020B0604020202020204" pitchFamily="34" charset="0"/>
              </a:rPr>
              <a:t>Programme, Finance, technical and control reviewers</a:t>
            </a:r>
          </a:p>
          <a:p>
            <a:pPr algn="l">
              <a:buNone/>
            </a:pPr>
            <a:r>
              <a:rPr lang="en-US" sz="100">
                <a:effectLst/>
              </a:rPr>
              <a:t> </a:t>
            </a:r>
            <a:endParaRPr lang="en-US"/>
          </a:p>
        </p:txBody>
      </p:sp>
      <p:sp>
        <p:nvSpPr>
          <p:cNvPr id="31767" name="Row rule 2">
            <a:extLst>
              <a:ext uri="{FF2B5EF4-FFF2-40B4-BE49-F238E27FC236}">
                <a16:creationId xmlns:a16="http://schemas.microsoft.com/office/drawing/2014/main" id="{208594AA-1C3A-F1AB-9BA7-9EE62BA271DF}"/>
              </a:ext>
            </a:extLst>
          </p:cNvPr>
          <p:cNvSpPr/>
          <p:nvPr/>
        </p:nvSpPr>
        <p:spPr>
          <a:xfrm>
            <a:off x="868680" y="3590544"/>
            <a:ext cx="10454640" cy="9525"/>
          </a:xfrm>
          <a:prstGeom prst="rect">
            <a:avLst/>
          </a:prstGeom>
          <a:solidFill>
            <a:srgbClr val="50655E">
              <a:alpha val="3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783" name="Row 3 label">
            <a:extLst>
              <a:ext uri="{FF2B5EF4-FFF2-40B4-BE49-F238E27FC236}">
                <a16:creationId xmlns:a16="http://schemas.microsoft.com/office/drawing/2014/main" id="{D53DDEE7-B41C-4123-B037-40A15EB865CB}"/>
              </a:ext>
            </a:extLst>
          </p:cNvPr>
          <p:cNvSpPr/>
          <p:nvPr/>
        </p:nvSpPr>
        <p:spPr>
          <a:xfrm>
            <a:off x="777240" y="3671660"/>
            <a:ext cx="22860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SUCCESS MEASURES</a:t>
            </a:r>
          </a:p>
          <a:p>
            <a:pPr algn="l">
              <a:buNone/>
            </a:pPr>
            <a:r>
              <a:rPr lang="en-US" sz="100">
                <a:effectLst/>
              </a:rPr>
              <a:t> </a:t>
            </a:r>
            <a:endParaRPr lang="en-US"/>
          </a:p>
        </p:txBody>
      </p:sp>
      <p:sp>
        <p:nvSpPr>
          <p:cNvPr id="31800" name="Row 3 value">
            <a:extLst>
              <a:ext uri="{FF2B5EF4-FFF2-40B4-BE49-F238E27FC236}">
                <a16:creationId xmlns:a16="http://schemas.microsoft.com/office/drawing/2014/main" id="{5D96526C-747B-E849-686E-F44273921CD6}"/>
              </a:ext>
            </a:extLst>
          </p:cNvPr>
          <p:cNvSpPr/>
          <p:nvPr/>
        </p:nvSpPr>
        <p:spPr>
          <a:xfrm>
            <a:off x="3063240" y="3695700"/>
            <a:ext cx="8351520" cy="70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a:solidFill>
                  <a:srgbClr val="173F35"/>
                </a:solidFill>
                <a:effectLst/>
                <a:latin typeface="Arial" panose="020B0604020202020204" pitchFamily="34" charset="0"/>
              </a:rPr>
              <a:t>Accepted handovers per week · preparation and review time · rework · cost per accepted outcome</a:t>
            </a:r>
          </a:p>
          <a:p>
            <a:pPr algn="l">
              <a:buNone/>
            </a:pPr>
            <a:r>
              <a:rPr lang="en-US" sz="100">
                <a:effectLst/>
              </a:rPr>
              <a:t> </a:t>
            </a:r>
            <a:endParaRPr lang="en-US"/>
          </a:p>
        </p:txBody>
      </p:sp>
      <p:sp>
        <p:nvSpPr>
          <p:cNvPr id="31818" name="Row rule 3">
            <a:extLst>
              <a:ext uri="{FF2B5EF4-FFF2-40B4-BE49-F238E27FC236}">
                <a16:creationId xmlns:a16="http://schemas.microsoft.com/office/drawing/2014/main" id="{10808E5A-8024-FB51-CEAA-EA1DBDEA361C}"/>
              </a:ext>
            </a:extLst>
          </p:cNvPr>
          <p:cNvSpPr/>
          <p:nvPr/>
        </p:nvSpPr>
        <p:spPr>
          <a:xfrm>
            <a:off x="868680" y="4501896"/>
            <a:ext cx="10454640" cy="9525"/>
          </a:xfrm>
          <a:prstGeom prst="rect">
            <a:avLst/>
          </a:prstGeom>
          <a:solidFill>
            <a:srgbClr val="50655E">
              <a:alpha val="3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837" name="Row 4 label">
            <a:extLst>
              <a:ext uri="{FF2B5EF4-FFF2-40B4-BE49-F238E27FC236}">
                <a16:creationId xmlns:a16="http://schemas.microsoft.com/office/drawing/2014/main" id="{6127ACC8-6A53-C8CF-8121-77632C131E1B}"/>
              </a:ext>
            </a:extLst>
          </p:cNvPr>
          <p:cNvSpPr/>
          <p:nvPr/>
        </p:nvSpPr>
        <p:spPr>
          <a:xfrm>
            <a:off x="777240" y="4583012"/>
            <a:ext cx="22860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COST BOUNDARY</a:t>
            </a:r>
          </a:p>
          <a:p>
            <a:pPr algn="l">
              <a:buNone/>
            </a:pPr>
            <a:r>
              <a:rPr lang="en-US" sz="100">
                <a:effectLst/>
              </a:rPr>
              <a:t> </a:t>
            </a:r>
            <a:endParaRPr lang="en-US"/>
          </a:p>
        </p:txBody>
      </p:sp>
      <p:sp>
        <p:nvSpPr>
          <p:cNvPr id="31857" name="Row 4 value">
            <a:extLst>
              <a:ext uri="{FF2B5EF4-FFF2-40B4-BE49-F238E27FC236}">
                <a16:creationId xmlns:a16="http://schemas.microsoft.com/office/drawing/2014/main" id="{1D59009F-C45D-88FC-9170-B1AD59A83EFD}"/>
              </a:ext>
            </a:extLst>
          </p:cNvPr>
          <p:cNvSpPr/>
          <p:nvPr/>
        </p:nvSpPr>
        <p:spPr>
          <a:xfrm>
            <a:off x="3063240" y="4522052"/>
            <a:ext cx="835152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a:solidFill>
                  <a:srgbClr val="173F35"/>
                </a:solidFill>
                <a:effectLst/>
                <a:latin typeface="Arial" panose="020B0604020202020204" pitchFamily="34" charset="0"/>
              </a:rPr>
              <a:t>A refreshed, finite budget agreed before spend</a:t>
            </a:r>
          </a:p>
          <a:p>
            <a:pPr algn="l">
              <a:buNone/>
            </a:pPr>
            <a:r>
              <a:rPr lang="en-US" sz="100">
                <a:effectLst/>
              </a:rPr>
              <a:t> </a:t>
            </a:r>
            <a:endParaRPr lang="en-US"/>
          </a:p>
        </p:txBody>
      </p:sp>
      <p:sp>
        <p:nvSpPr>
          <p:cNvPr id="31878" name="Row rule 4">
            <a:extLst>
              <a:ext uri="{FF2B5EF4-FFF2-40B4-BE49-F238E27FC236}">
                <a16:creationId xmlns:a16="http://schemas.microsoft.com/office/drawing/2014/main" id="{70B7D738-7DF0-EAA0-1EC6-F6F270542963}"/>
              </a:ext>
            </a:extLst>
          </p:cNvPr>
          <p:cNvSpPr/>
          <p:nvPr/>
        </p:nvSpPr>
        <p:spPr>
          <a:xfrm>
            <a:off x="868680" y="5108448"/>
            <a:ext cx="10454640" cy="9525"/>
          </a:xfrm>
          <a:prstGeom prst="rect">
            <a:avLst/>
          </a:prstGeom>
          <a:solidFill>
            <a:srgbClr val="50655E">
              <a:alpha val="3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900" name="Row 5 label">
            <a:extLst>
              <a:ext uri="{FF2B5EF4-FFF2-40B4-BE49-F238E27FC236}">
                <a16:creationId xmlns:a16="http://schemas.microsoft.com/office/drawing/2014/main" id="{2EBE94A7-78A0-8D88-CE90-A67C5E0EEB7B}"/>
              </a:ext>
            </a:extLst>
          </p:cNvPr>
          <p:cNvSpPr/>
          <p:nvPr/>
        </p:nvSpPr>
        <p:spPr>
          <a:xfrm>
            <a:off x="777240" y="5189564"/>
            <a:ext cx="22860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SCALE RULE</a:t>
            </a:r>
          </a:p>
          <a:p>
            <a:pPr algn="l">
              <a:buNone/>
            </a:pPr>
            <a:r>
              <a:rPr lang="en-US" sz="100">
                <a:effectLst/>
              </a:rPr>
              <a:t> </a:t>
            </a:r>
            <a:endParaRPr lang="en-US"/>
          </a:p>
        </p:txBody>
      </p:sp>
      <p:sp>
        <p:nvSpPr>
          <p:cNvPr id="31923" name="Row 5 value">
            <a:extLst>
              <a:ext uri="{FF2B5EF4-FFF2-40B4-BE49-F238E27FC236}">
                <a16:creationId xmlns:a16="http://schemas.microsoft.com/office/drawing/2014/main" id="{4EC9AE67-6FC1-7EE0-6CAB-93E7E9E77A09}"/>
              </a:ext>
            </a:extLst>
          </p:cNvPr>
          <p:cNvSpPr/>
          <p:nvPr/>
        </p:nvSpPr>
        <p:spPr>
          <a:xfrm>
            <a:off x="3063240" y="5128604"/>
            <a:ext cx="835152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a:solidFill>
                  <a:srgbClr val="173F35"/>
                </a:solidFill>
                <a:effectLst/>
                <a:latin typeface="Arial" panose="020B0604020202020204" pitchFamily="34" charset="0"/>
              </a:rPr>
              <a:t>Scale when quality, control and net value clear the bar</a:t>
            </a:r>
          </a:p>
          <a:p>
            <a:pPr algn="l">
              <a:buNone/>
            </a:pPr>
            <a:r>
              <a:rPr lang="en-US" sz="100">
                <a:effectLst/>
              </a:rPr>
              <a:t> </a:t>
            </a:r>
            <a:endParaRPr lang="en-US"/>
          </a:p>
        </p:txBody>
      </p:sp>
      <p:pic>
        <p:nvPicPr>
          <p:cNvPr id="31924" name="Decision icon" descr="Decision icon">
            <a:extLst>
              <a:ext uri="{FF2B5EF4-FFF2-40B4-BE49-F238E27FC236}">
                <a16:creationId xmlns:a16="http://schemas.microsoft.com/office/drawing/2014/main" id="{4E1F5967-CCC2-11F9-62F6-00D9E8FC2E78}"/>
              </a:ext>
            </a:extLst>
          </p:cNvPr>
          <p:cNvPicPr>
            <a:picLocks noChangeAspect="1"/>
          </p:cNvPicPr>
          <p:nvPr/>
        </p:nvPicPr>
        <p:blipFill>
          <a:blip r:embed="rId3"/>
          <a:stretch>
            <a:fillRect/>
          </a:stretch>
        </p:blipFill>
        <p:spPr>
          <a:xfrm>
            <a:off x="964692" y="1741932"/>
            <a:ext cx="402336" cy="402336"/>
          </a:xfrm>
          <a:prstGeom prst="rect">
            <a:avLst/>
          </a:prstGeom>
        </p:spPr>
      </p:pic>
    </p:spTree>
    <p:extLst>
      <p:ext uri="{BB962C8B-B14F-4D97-AF65-F5344CB8AC3E}">
        <p14:creationId xmlns:p14="http://schemas.microsoft.com/office/powerpoint/2010/main" val="226815108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1925" name="Eyebrow">
            <a:extLst>
              <a:ext uri="{FF2B5EF4-FFF2-40B4-BE49-F238E27FC236}">
                <a16:creationId xmlns:a16="http://schemas.microsoft.com/office/drawing/2014/main" id="{CFAF6562-0A03-6473-F7F6-46C39C39906A}"/>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5 · THE PLAN</a:t>
            </a:r>
          </a:p>
          <a:p>
            <a:pPr algn="l">
              <a:buNone/>
            </a:pPr>
            <a:r>
              <a:rPr lang="en-US" sz="100">
                <a:effectLst/>
              </a:rPr>
              <a:t> </a:t>
            </a:r>
            <a:endParaRPr lang="en-US"/>
          </a:p>
        </p:txBody>
      </p:sp>
      <p:sp>
        <p:nvSpPr>
          <p:cNvPr id="31927" name="Slide title">
            <a:extLst>
              <a:ext uri="{FF2B5EF4-FFF2-40B4-BE49-F238E27FC236}">
                <a16:creationId xmlns:a16="http://schemas.microsoft.com/office/drawing/2014/main" id="{2BDBBD34-A286-0D64-E005-7800D6850E62}"/>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See it work: one home, one exception,</a:t>
            </a:r>
          </a:p>
          <a:p>
            <a:pPr algn="l">
              <a:buNone/>
            </a:pPr>
            <a:r>
              <a:rPr lang="en-US" sz="3200" b="1">
                <a:solidFill>
                  <a:srgbClr val="173F35"/>
                </a:solidFill>
                <a:effectLst/>
                <a:latin typeface="Arial" panose="020B0604020202020204" pitchFamily="34" charset="0"/>
              </a:rPr>
              <a:t>one accountable next step.</a:t>
            </a:r>
            <a:endParaRPr lang="en-US"/>
          </a:p>
        </p:txBody>
      </p:sp>
      <p:sp>
        <p:nvSpPr>
          <p:cNvPr id="31930" name="Footer sources">
            <a:extLst>
              <a:ext uri="{FF2B5EF4-FFF2-40B4-BE49-F238E27FC236}">
                <a16:creationId xmlns:a16="http://schemas.microsoft.com/office/drawing/2014/main" id="{4F81028C-C9F1-C891-723A-C22F6CA70471}"/>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demo runbook (E07, E13)</a:t>
            </a:r>
          </a:p>
          <a:p>
            <a:pPr algn="l">
              <a:buNone/>
            </a:pPr>
            <a:r>
              <a:rPr lang="en-US" sz="100">
                <a:effectLst/>
              </a:rPr>
              <a:t> </a:t>
            </a:r>
            <a:endParaRPr lang="en-US"/>
          </a:p>
        </p:txBody>
      </p:sp>
      <p:sp>
        <p:nvSpPr>
          <p:cNvPr id="31934" name="Footer navigation">
            <a:extLst>
              <a:ext uri="{FF2B5EF4-FFF2-40B4-BE49-F238E27FC236}">
                <a16:creationId xmlns:a16="http://schemas.microsoft.com/office/drawing/2014/main" id="{3B56A0CB-5000-DBF8-5D66-4F354B21EC30}"/>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S22 · Answers: B18</a:t>
            </a:r>
          </a:p>
          <a:p>
            <a:pPr algn="r">
              <a:buNone/>
            </a:pPr>
            <a:r>
              <a:rPr lang="en-US" sz="100">
                <a:effectLst/>
              </a:rPr>
              <a:t> </a:t>
            </a:r>
            <a:endParaRPr lang="en-US"/>
          </a:p>
        </p:txBody>
      </p:sp>
      <p:sp>
        <p:nvSpPr>
          <p:cNvPr id="31939" name="Watch tile 1">
            <a:extLst>
              <a:ext uri="{FF2B5EF4-FFF2-40B4-BE49-F238E27FC236}">
                <a16:creationId xmlns:a16="http://schemas.microsoft.com/office/drawing/2014/main" id="{9B8CF4BE-B219-B5FC-5356-AEBF1C5EB6C6}"/>
              </a:ext>
            </a:extLst>
          </p:cNvPr>
          <p:cNvSpPr/>
          <p:nvPr/>
        </p:nvSpPr>
        <p:spPr>
          <a:xfrm>
            <a:off x="548640" y="2194560"/>
            <a:ext cx="3545840" cy="246888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945" name="Watch 1 number">
            <a:extLst>
              <a:ext uri="{FF2B5EF4-FFF2-40B4-BE49-F238E27FC236}">
                <a16:creationId xmlns:a16="http://schemas.microsoft.com/office/drawing/2014/main" id="{B7341B9A-300C-00F5-B5FA-430EBD411273}"/>
              </a:ext>
            </a:extLst>
          </p:cNvPr>
          <p:cNvSpPr/>
          <p:nvPr/>
        </p:nvSpPr>
        <p:spPr>
          <a:xfrm>
            <a:off x="685800" y="2246720"/>
            <a:ext cx="1097280" cy="11758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6000" b="1">
                <a:solidFill>
                  <a:srgbClr val="2E6B5E"/>
                </a:solidFill>
                <a:effectLst/>
                <a:latin typeface="Arial" panose="020B0604020202020204" pitchFamily="34" charset="0"/>
              </a:rPr>
              <a:t>1</a:t>
            </a:r>
          </a:p>
          <a:p>
            <a:pPr algn="l">
              <a:buNone/>
            </a:pPr>
            <a:r>
              <a:rPr lang="en-US" sz="100">
                <a:effectLst/>
              </a:rPr>
              <a:t> </a:t>
            </a:r>
            <a:endParaRPr lang="en-US"/>
          </a:p>
        </p:txBody>
      </p:sp>
      <p:sp>
        <p:nvSpPr>
          <p:cNvPr id="31952" name="Watch 1 disc">
            <a:extLst>
              <a:ext uri="{FF2B5EF4-FFF2-40B4-BE49-F238E27FC236}">
                <a16:creationId xmlns:a16="http://schemas.microsoft.com/office/drawing/2014/main" id="{5622EA36-874C-59B6-8B2D-B3872818AA0B}"/>
              </a:ext>
            </a:extLst>
          </p:cNvPr>
          <p:cNvSpPr/>
          <p:nvPr/>
        </p:nvSpPr>
        <p:spPr>
          <a:xfrm>
            <a:off x="3088640" y="2446020"/>
            <a:ext cx="777240" cy="777240"/>
          </a:xfrm>
          <a:prstGeom prst="ellipse">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960" name="Watch 1 statement">
            <a:extLst>
              <a:ext uri="{FF2B5EF4-FFF2-40B4-BE49-F238E27FC236}">
                <a16:creationId xmlns:a16="http://schemas.microsoft.com/office/drawing/2014/main" id="{DF6F3185-A124-0515-C1AC-B3C1FE7DABF7}"/>
              </a:ext>
            </a:extLst>
          </p:cNvPr>
          <p:cNvSpPr/>
          <p:nvPr/>
        </p:nvSpPr>
        <p:spPr>
          <a:xfrm>
            <a:off x="685800" y="3429000"/>
            <a:ext cx="3271520" cy="7620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200" b="1">
                <a:solidFill>
                  <a:srgbClr val="173F35"/>
                </a:solidFill>
                <a:effectLst/>
                <a:latin typeface="Arial" panose="020B0604020202020204" pitchFamily="34" charset="0"/>
              </a:rPr>
              <a:t>Watch the evidence conflict find its owner</a:t>
            </a:r>
          </a:p>
          <a:p>
            <a:pPr algn="l">
              <a:buNone/>
            </a:pPr>
            <a:r>
              <a:rPr lang="en-US" sz="100">
                <a:effectLst/>
              </a:rPr>
              <a:t> </a:t>
            </a:r>
            <a:endParaRPr lang="en-US"/>
          </a:p>
        </p:txBody>
      </p:sp>
      <p:sp>
        <p:nvSpPr>
          <p:cNvPr id="31969" name="Watch tile 2">
            <a:extLst>
              <a:ext uri="{FF2B5EF4-FFF2-40B4-BE49-F238E27FC236}">
                <a16:creationId xmlns:a16="http://schemas.microsoft.com/office/drawing/2014/main" id="{C109BA6C-CE45-CBC0-7006-D6387A1D58B5}"/>
              </a:ext>
            </a:extLst>
          </p:cNvPr>
          <p:cNvSpPr/>
          <p:nvPr/>
        </p:nvSpPr>
        <p:spPr>
          <a:xfrm>
            <a:off x="4323080" y="2194560"/>
            <a:ext cx="3545840" cy="246888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979" name="Watch 2 number">
            <a:extLst>
              <a:ext uri="{FF2B5EF4-FFF2-40B4-BE49-F238E27FC236}">
                <a16:creationId xmlns:a16="http://schemas.microsoft.com/office/drawing/2014/main" id="{61F9E011-D446-C322-9A77-E9BDB03AC314}"/>
              </a:ext>
            </a:extLst>
          </p:cNvPr>
          <p:cNvSpPr/>
          <p:nvPr/>
        </p:nvSpPr>
        <p:spPr>
          <a:xfrm>
            <a:off x="4460240" y="2246720"/>
            <a:ext cx="1097280" cy="11758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6000" b="1">
                <a:solidFill>
                  <a:srgbClr val="2E6B5E"/>
                </a:solidFill>
                <a:effectLst/>
                <a:latin typeface="Arial" panose="020B0604020202020204" pitchFamily="34" charset="0"/>
              </a:rPr>
              <a:t>2</a:t>
            </a:r>
          </a:p>
          <a:p>
            <a:pPr algn="l">
              <a:buNone/>
            </a:pPr>
            <a:r>
              <a:rPr lang="en-US" sz="100">
                <a:effectLst/>
              </a:rPr>
              <a:t> </a:t>
            </a:r>
            <a:endParaRPr lang="en-US"/>
          </a:p>
        </p:txBody>
      </p:sp>
      <p:sp>
        <p:nvSpPr>
          <p:cNvPr id="31990" name="Watch 2 disc">
            <a:extLst>
              <a:ext uri="{FF2B5EF4-FFF2-40B4-BE49-F238E27FC236}">
                <a16:creationId xmlns:a16="http://schemas.microsoft.com/office/drawing/2014/main" id="{FDFBD9BF-737B-D1CE-ABE2-49945F54FD14}"/>
              </a:ext>
            </a:extLst>
          </p:cNvPr>
          <p:cNvSpPr/>
          <p:nvPr/>
        </p:nvSpPr>
        <p:spPr>
          <a:xfrm>
            <a:off x="6863080" y="2446020"/>
            <a:ext cx="777240" cy="777240"/>
          </a:xfrm>
          <a:prstGeom prst="ellipse">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002" name="Watch 2 statement">
            <a:extLst>
              <a:ext uri="{FF2B5EF4-FFF2-40B4-BE49-F238E27FC236}">
                <a16:creationId xmlns:a16="http://schemas.microsoft.com/office/drawing/2014/main" id="{82EFB211-407E-9073-C3AC-807A56162B7A}"/>
              </a:ext>
            </a:extLst>
          </p:cNvPr>
          <p:cNvSpPr/>
          <p:nvPr/>
        </p:nvSpPr>
        <p:spPr>
          <a:xfrm>
            <a:off x="4460240" y="3429000"/>
            <a:ext cx="32715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200" b="1">
                <a:solidFill>
                  <a:srgbClr val="173F35"/>
                </a:solidFill>
                <a:effectLst/>
                <a:latin typeface="Arial" panose="020B0604020202020204" pitchFamily="34" charset="0"/>
              </a:rPr>
              <a:t>Watch what AI drafts, and what only a person can approve</a:t>
            </a:r>
          </a:p>
          <a:p>
            <a:pPr algn="l">
              <a:buNone/>
            </a:pPr>
            <a:r>
              <a:rPr lang="en-US" sz="100">
                <a:effectLst/>
              </a:rPr>
              <a:t> </a:t>
            </a:r>
            <a:endParaRPr lang="en-US"/>
          </a:p>
        </p:txBody>
      </p:sp>
      <p:sp>
        <p:nvSpPr>
          <p:cNvPr id="32015" name="Watch tile 3">
            <a:extLst>
              <a:ext uri="{FF2B5EF4-FFF2-40B4-BE49-F238E27FC236}">
                <a16:creationId xmlns:a16="http://schemas.microsoft.com/office/drawing/2014/main" id="{58025BCC-FB2C-F8D2-2626-08430F08E8E2}"/>
              </a:ext>
            </a:extLst>
          </p:cNvPr>
          <p:cNvSpPr/>
          <p:nvPr/>
        </p:nvSpPr>
        <p:spPr>
          <a:xfrm>
            <a:off x="8097520" y="2194560"/>
            <a:ext cx="3545840" cy="246888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029" name="Watch 3 number">
            <a:extLst>
              <a:ext uri="{FF2B5EF4-FFF2-40B4-BE49-F238E27FC236}">
                <a16:creationId xmlns:a16="http://schemas.microsoft.com/office/drawing/2014/main" id="{9FEE563E-5BAA-7346-C558-7894C14BF315}"/>
              </a:ext>
            </a:extLst>
          </p:cNvPr>
          <p:cNvSpPr/>
          <p:nvPr/>
        </p:nvSpPr>
        <p:spPr>
          <a:xfrm>
            <a:off x="8234680" y="2246720"/>
            <a:ext cx="1097280" cy="11758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6000" b="1">
                <a:solidFill>
                  <a:srgbClr val="2E6B5E"/>
                </a:solidFill>
                <a:effectLst/>
                <a:latin typeface="Arial" panose="020B0604020202020204" pitchFamily="34" charset="0"/>
              </a:rPr>
              <a:t>3</a:t>
            </a:r>
          </a:p>
          <a:p>
            <a:pPr algn="l">
              <a:buNone/>
            </a:pPr>
            <a:r>
              <a:rPr lang="en-US" sz="100">
                <a:effectLst/>
              </a:rPr>
              <a:t> </a:t>
            </a:r>
            <a:endParaRPr lang="en-US"/>
          </a:p>
        </p:txBody>
      </p:sp>
      <p:sp>
        <p:nvSpPr>
          <p:cNvPr id="32044" name="Watch 3 disc">
            <a:extLst>
              <a:ext uri="{FF2B5EF4-FFF2-40B4-BE49-F238E27FC236}">
                <a16:creationId xmlns:a16="http://schemas.microsoft.com/office/drawing/2014/main" id="{4DDCEE19-CFE3-302C-4EE7-7A05DD0E2CB0}"/>
              </a:ext>
            </a:extLst>
          </p:cNvPr>
          <p:cNvSpPr/>
          <p:nvPr/>
        </p:nvSpPr>
        <p:spPr>
          <a:xfrm>
            <a:off x="10637520" y="2446020"/>
            <a:ext cx="777240" cy="777240"/>
          </a:xfrm>
          <a:prstGeom prst="ellipse">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060" name="Watch 3 statement">
            <a:extLst>
              <a:ext uri="{FF2B5EF4-FFF2-40B4-BE49-F238E27FC236}">
                <a16:creationId xmlns:a16="http://schemas.microsoft.com/office/drawing/2014/main" id="{A8002A22-461B-41BC-4772-17A9B6BD4975}"/>
              </a:ext>
            </a:extLst>
          </p:cNvPr>
          <p:cNvSpPr/>
          <p:nvPr/>
        </p:nvSpPr>
        <p:spPr>
          <a:xfrm>
            <a:off x="8234680" y="3429000"/>
            <a:ext cx="3271520" cy="7620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200" b="1">
                <a:solidFill>
                  <a:srgbClr val="173F35"/>
                </a:solidFill>
                <a:effectLst/>
                <a:latin typeface="Arial" panose="020B0604020202020204" pitchFamily="34" charset="0"/>
              </a:rPr>
              <a:t>Watch the record keep the next action</a:t>
            </a:r>
          </a:p>
          <a:p>
            <a:pPr algn="l">
              <a:buNone/>
            </a:pPr>
            <a:r>
              <a:rPr lang="en-US" sz="100">
                <a:effectLst/>
              </a:rPr>
              <a:t> </a:t>
            </a:r>
            <a:endParaRPr lang="en-US"/>
          </a:p>
        </p:txBody>
      </p:sp>
      <p:sp>
        <p:nvSpPr>
          <p:cNvPr id="32077" name="Route strip">
            <a:extLst>
              <a:ext uri="{FF2B5EF4-FFF2-40B4-BE49-F238E27FC236}">
                <a16:creationId xmlns:a16="http://schemas.microsoft.com/office/drawing/2014/main" id="{16949BEC-881D-52EC-71B9-3664D06622D1}"/>
              </a:ext>
            </a:extLst>
          </p:cNvPr>
          <p:cNvSpPr/>
          <p:nvPr/>
        </p:nvSpPr>
        <p:spPr>
          <a:xfrm>
            <a:off x="548640" y="4937760"/>
            <a:ext cx="11094720" cy="731520"/>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095" name="Route disc">
            <a:extLst>
              <a:ext uri="{FF2B5EF4-FFF2-40B4-BE49-F238E27FC236}">
                <a16:creationId xmlns:a16="http://schemas.microsoft.com/office/drawing/2014/main" id="{CE1465C2-4BCF-8B12-60B7-298D00F3FCD0}"/>
              </a:ext>
            </a:extLst>
          </p:cNvPr>
          <p:cNvSpPr/>
          <p:nvPr/>
        </p:nvSpPr>
        <p:spPr>
          <a:xfrm>
            <a:off x="731520" y="5029200"/>
            <a:ext cx="548640" cy="548640"/>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14" name="Route strip lead">
            <a:extLst>
              <a:ext uri="{FF2B5EF4-FFF2-40B4-BE49-F238E27FC236}">
                <a16:creationId xmlns:a16="http://schemas.microsoft.com/office/drawing/2014/main" id="{E7ABA722-3419-4686-EBBC-373AB859202F}"/>
              </a:ext>
            </a:extLst>
          </p:cNvPr>
          <p:cNvSpPr/>
          <p:nvPr/>
        </p:nvSpPr>
        <p:spPr>
          <a:xfrm>
            <a:off x="1417320" y="5035640"/>
            <a:ext cx="2208133"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E9B14C"/>
                </a:solidFill>
                <a:effectLst/>
                <a:latin typeface="Arial" panose="020B0604020202020204" pitchFamily="34" charset="0"/>
              </a:rPr>
              <a:t>Ten-minute demo</a:t>
            </a:r>
          </a:p>
          <a:p>
            <a:pPr algn="l">
              <a:buNone/>
            </a:pPr>
            <a:r>
              <a:rPr lang="en-US" sz="100">
                <a:effectLst/>
              </a:rPr>
              <a:t> </a:t>
            </a:r>
            <a:endParaRPr lang="en-US"/>
          </a:p>
        </p:txBody>
      </p:sp>
      <p:pic>
        <p:nvPicPr>
          <p:cNvPr id="32135" name="Watch 1 icon" descr="Evidence icon">
            <a:extLst>
              <a:ext uri="{FF2B5EF4-FFF2-40B4-BE49-F238E27FC236}">
                <a16:creationId xmlns:a16="http://schemas.microsoft.com/office/drawing/2014/main" id="{D97523BF-CDAB-46CF-53D3-88B2630AC455}"/>
              </a:ext>
            </a:extLst>
          </p:cNvPr>
          <p:cNvPicPr>
            <a:picLocks noChangeAspect="1"/>
          </p:cNvPicPr>
          <p:nvPr/>
        </p:nvPicPr>
        <p:blipFill>
          <a:blip r:embed="rId3"/>
          <a:stretch>
            <a:fillRect/>
          </a:stretch>
        </p:blipFill>
        <p:spPr>
          <a:xfrm>
            <a:off x="3225800" y="2583180"/>
            <a:ext cx="502920" cy="502920"/>
          </a:xfrm>
          <a:prstGeom prst="rect">
            <a:avLst/>
          </a:prstGeom>
        </p:spPr>
      </p:pic>
      <p:pic>
        <p:nvPicPr>
          <p:cNvPr id="32136" name="Watch 2 icon" descr="AI icon">
            <a:extLst>
              <a:ext uri="{FF2B5EF4-FFF2-40B4-BE49-F238E27FC236}">
                <a16:creationId xmlns:a16="http://schemas.microsoft.com/office/drawing/2014/main" id="{075631DA-DACE-B3FB-96ED-CA8795E433CE}"/>
              </a:ext>
            </a:extLst>
          </p:cNvPr>
          <p:cNvPicPr>
            <a:picLocks noChangeAspect="1"/>
          </p:cNvPicPr>
          <p:nvPr/>
        </p:nvPicPr>
        <p:blipFill>
          <a:blip r:embed="rId4"/>
          <a:stretch>
            <a:fillRect/>
          </a:stretch>
        </p:blipFill>
        <p:spPr>
          <a:xfrm>
            <a:off x="7000240" y="2583180"/>
            <a:ext cx="502920" cy="502920"/>
          </a:xfrm>
          <a:prstGeom prst="rect">
            <a:avLst/>
          </a:prstGeom>
        </p:spPr>
      </p:pic>
      <p:pic>
        <p:nvPicPr>
          <p:cNvPr id="32137" name="Watch 3 icon" descr="Route icon">
            <a:extLst>
              <a:ext uri="{FF2B5EF4-FFF2-40B4-BE49-F238E27FC236}">
                <a16:creationId xmlns:a16="http://schemas.microsoft.com/office/drawing/2014/main" id="{2C2DAD7F-9164-CB50-2CD5-8839247DCCA3}"/>
              </a:ext>
            </a:extLst>
          </p:cNvPr>
          <p:cNvPicPr>
            <a:picLocks noChangeAspect="1"/>
          </p:cNvPicPr>
          <p:nvPr/>
        </p:nvPicPr>
        <p:blipFill>
          <a:blip r:embed="rId5"/>
          <a:stretch>
            <a:fillRect/>
          </a:stretch>
        </p:blipFill>
        <p:spPr>
          <a:xfrm>
            <a:off x="10774680" y="2583180"/>
            <a:ext cx="502920" cy="502920"/>
          </a:xfrm>
          <a:prstGeom prst="rect">
            <a:avLst/>
          </a:prstGeom>
        </p:spPr>
      </p:pic>
      <p:pic>
        <p:nvPicPr>
          <p:cNvPr id="32138" name="Route icon" descr="Deadline icon">
            <a:extLst>
              <a:ext uri="{FF2B5EF4-FFF2-40B4-BE49-F238E27FC236}">
                <a16:creationId xmlns:a16="http://schemas.microsoft.com/office/drawing/2014/main" id="{B4C4B00D-41D5-84BB-E354-0D6B479239A7}"/>
              </a:ext>
            </a:extLst>
          </p:cNvPr>
          <p:cNvPicPr>
            <a:picLocks noChangeAspect="1"/>
          </p:cNvPicPr>
          <p:nvPr/>
        </p:nvPicPr>
        <p:blipFill>
          <a:blip r:embed="rId6"/>
          <a:stretch>
            <a:fillRect/>
          </a:stretch>
        </p:blipFill>
        <p:spPr>
          <a:xfrm>
            <a:off x="813816" y="5111496"/>
            <a:ext cx="384048" cy="384048"/>
          </a:xfrm>
          <a:prstGeom prst="rect">
            <a:avLst/>
          </a:prstGeom>
        </p:spPr>
      </p:pic>
      <p:sp>
        <p:nvSpPr>
          <p:cNvPr id="37902" name="Route strip separator">
            <a:extLst>
              <a:ext uri="{FF2B5EF4-FFF2-40B4-BE49-F238E27FC236}">
                <a16:creationId xmlns:a16="http://schemas.microsoft.com/office/drawing/2014/main" id="{6B8D1E42-F88E-D68B-09F3-DC40C892C689}"/>
              </a:ext>
            </a:extLst>
          </p:cNvPr>
          <p:cNvSpPr/>
          <p:nvPr/>
        </p:nvSpPr>
        <p:spPr>
          <a:xfrm>
            <a:off x="3529441" y="5271516"/>
            <a:ext cx="64008" cy="64008"/>
          </a:xfrm>
          <a:prstGeom prst="ellipse">
            <a:avLst/>
          </a:prstGeom>
          <a:solidFill>
            <a:srgbClr val="A9C7BA"/>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904" name="Route strip text">
            <a:extLst>
              <a:ext uri="{FF2B5EF4-FFF2-40B4-BE49-F238E27FC236}">
                <a16:creationId xmlns:a16="http://schemas.microsoft.com/office/drawing/2014/main" id="{9C407A15-5FCB-F70A-3E12-DD99598F1409}"/>
              </a:ext>
            </a:extLst>
          </p:cNvPr>
          <p:cNvSpPr/>
          <p:nvPr/>
        </p:nvSpPr>
        <p:spPr>
          <a:xfrm>
            <a:off x="3634597" y="5035640"/>
            <a:ext cx="7917323"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FAF9F6"/>
                </a:solidFill>
                <a:effectLst/>
                <a:latin typeface="Arial" panose="020B0604020202020204" pitchFamily="34" charset="0"/>
              </a:rPr>
              <a:t>route confirmed at preflight: live exercise or recorded walkthrough</a:t>
            </a:r>
          </a:p>
          <a:p>
            <a:pPr algn="l">
              <a:buNone/>
            </a:pPr>
            <a:r>
              <a:rPr lang="en-US" sz="100">
                <a:effectLst/>
              </a:rPr>
              <a:t> </a:t>
            </a:r>
            <a:endParaRPr lang="en-US"/>
          </a:p>
        </p:txBody>
      </p:sp>
    </p:spTree>
    <p:extLst>
      <p:ext uri="{BB962C8B-B14F-4D97-AF65-F5344CB8AC3E}">
        <p14:creationId xmlns:p14="http://schemas.microsoft.com/office/powerpoint/2010/main" val="29947025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173F35"/>
        </a:solidFill>
        <a:effectLst/>
      </p:bgPr>
    </p:bg>
    <p:spTree>
      <p:nvGrpSpPr>
        <p:cNvPr id="1" name=""/>
        <p:cNvGrpSpPr/>
        <p:nvPr/>
      </p:nvGrpSpPr>
      <p:grpSpPr>
        <a:xfrm>
          <a:off x="0" y="0"/>
          <a:ext cx="0" cy="0"/>
          <a:chOff x="0" y="0"/>
          <a:chExt cx="0" cy="0"/>
        </a:xfrm>
      </p:grpSpPr>
      <p:pic>
        <p:nvPicPr>
          <p:cNvPr id="32139" name="Closer picture" descr="A red-brick terraced street after retrofit, with solar panels, heat pumps, young trees and warm window light at dusk.">
            <a:extLst>
              <a:ext uri="{FF2B5EF4-FFF2-40B4-BE49-F238E27FC236}">
                <a16:creationId xmlns:a16="http://schemas.microsoft.com/office/drawing/2014/main" id="{18D923FD-140A-4226-0851-EFB35D4A4C73}"/>
              </a:ext>
            </a:extLst>
          </p:cNvPr>
          <p:cNvPicPr>
            <a:picLocks noChangeAspect="1"/>
          </p:cNvPicPr>
          <p:nvPr/>
        </p:nvPicPr>
        <p:blipFill>
          <a:blip r:embed="rId3"/>
          <a:stretch>
            <a:fillRect/>
          </a:stretch>
        </p:blipFill>
        <p:spPr>
          <a:xfrm>
            <a:off x="0" y="0"/>
            <a:ext cx="12192000" cy="6858000"/>
          </a:xfrm>
          <a:prstGeom prst="rect">
            <a:avLst/>
          </a:prstGeom>
        </p:spPr>
      </p:pic>
      <p:sp>
        <p:nvSpPr>
          <p:cNvPr id="32140" name="Scrim 01">
            <a:extLst>
              <a:ext uri="{FF2B5EF4-FFF2-40B4-BE49-F238E27FC236}">
                <a16:creationId xmlns:a16="http://schemas.microsoft.com/office/drawing/2014/main" id="{95DDD215-9984-B452-0CA4-618219B15527}"/>
              </a:ext>
            </a:extLst>
          </p:cNvPr>
          <p:cNvSpPr/>
          <p:nvPr/>
        </p:nvSpPr>
        <p:spPr>
          <a:xfrm>
            <a:off x="0" y="0"/>
            <a:ext cx="7104888"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42" name="Scrim 02">
            <a:extLst>
              <a:ext uri="{FF2B5EF4-FFF2-40B4-BE49-F238E27FC236}">
                <a16:creationId xmlns:a16="http://schemas.microsoft.com/office/drawing/2014/main" id="{E07C62F8-A63D-6630-8F3E-E6915F55B151}"/>
              </a:ext>
            </a:extLst>
          </p:cNvPr>
          <p:cNvSpPr/>
          <p:nvPr/>
        </p:nvSpPr>
        <p:spPr>
          <a:xfrm>
            <a:off x="0" y="0"/>
            <a:ext cx="7168896"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45" name="Scrim 03">
            <a:extLst>
              <a:ext uri="{FF2B5EF4-FFF2-40B4-BE49-F238E27FC236}">
                <a16:creationId xmlns:a16="http://schemas.microsoft.com/office/drawing/2014/main" id="{1DC06BF8-6EA7-44FF-E705-0F425C01A0BD}"/>
              </a:ext>
            </a:extLst>
          </p:cNvPr>
          <p:cNvSpPr/>
          <p:nvPr/>
        </p:nvSpPr>
        <p:spPr>
          <a:xfrm>
            <a:off x="0" y="0"/>
            <a:ext cx="7232904"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49" name="Scrim 04">
            <a:extLst>
              <a:ext uri="{FF2B5EF4-FFF2-40B4-BE49-F238E27FC236}">
                <a16:creationId xmlns:a16="http://schemas.microsoft.com/office/drawing/2014/main" id="{156B37BE-4596-907D-E42C-07DB523971FB}"/>
              </a:ext>
            </a:extLst>
          </p:cNvPr>
          <p:cNvSpPr/>
          <p:nvPr/>
        </p:nvSpPr>
        <p:spPr>
          <a:xfrm>
            <a:off x="0" y="0"/>
            <a:ext cx="7296912"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54" name="Scrim 05">
            <a:extLst>
              <a:ext uri="{FF2B5EF4-FFF2-40B4-BE49-F238E27FC236}">
                <a16:creationId xmlns:a16="http://schemas.microsoft.com/office/drawing/2014/main" id="{5A34DBF2-3585-255D-F771-B07714AF1721}"/>
              </a:ext>
            </a:extLst>
          </p:cNvPr>
          <p:cNvSpPr/>
          <p:nvPr/>
        </p:nvSpPr>
        <p:spPr>
          <a:xfrm>
            <a:off x="0" y="0"/>
            <a:ext cx="7360920"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60" name="Scrim 06">
            <a:extLst>
              <a:ext uri="{FF2B5EF4-FFF2-40B4-BE49-F238E27FC236}">
                <a16:creationId xmlns:a16="http://schemas.microsoft.com/office/drawing/2014/main" id="{4768DD5D-79CD-CC28-8C4E-0576A5A7DCA5}"/>
              </a:ext>
            </a:extLst>
          </p:cNvPr>
          <p:cNvSpPr/>
          <p:nvPr/>
        </p:nvSpPr>
        <p:spPr>
          <a:xfrm>
            <a:off x="0" y="0"/>
            <a:ext cx="7424928"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67" name="Scrim 07">
            <a:extLst>
              <a:ext uri="{FF2B5EF4-FFF2-40B4-BE49-F238E27FC236}">
                <a16:creationId xmlns:a16="http://schemas.microsoft.com/office/drawing/2014/main" id="{E04C85BC-F23C-9542-6031-B0CBE38C5A9F}"/>
              </a:ext>
            </a:extLst>
          </p:cNvPr>
          <p:cNvSpPr/>
          <p:nvPr/>
        </p:nvSpPr>
        <p:spPr>
          <a:xfrm>
            <a:off x="0" y="0"/>
            <a:ext cx="7488936"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75" name="Scrim 08">
            <a:extLst>
              <a:ext uri="{FF2B5EF4-FFF2-40B4-BE49-F238E27FC236}">
                <a16:creationId xmlns:a16="http://schemas.microsoft.com/office/drawing/2014/main" id="{0E3AABD7-4484-F821-3E41-73BE0552AA44}"/>
              </a:ext>
            </a:extLst>
          </p:cNvPr>
          <p:cNvSpPr/>
          <p:nvPr/>
        </p:nvSpPr>
        <p:spPr>
          <a:xfrm>
            <a:off x="0" y="0"/>
            <a:ext cx="7552944"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84" name="Scrim 09">
            <a:extLst>
              <a:ext uri="{FF2B5EF4-FFF2-40B4-BE49-F238E27FC236}">
                <a16:creationId xmlns:a16="http://schemas.microsoft.com/office/drawing/2014/main" id="{E13A2001-B395-6EFF-9FD0-126C0ACAB532}"/>
              </a:ext>
            </a:extLst>
          </p:cNvPr>
          <p:cNvSpPr/>
          <p:nvPr/>
        </p:nvSpPr>
        <p:spPr>
          <a:xfrm>
            <a:off x="0" y="0"/>
            <a:ext cx="7616952"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94" name="Scrim 10">
            <a:extLst>
              <a:ext uri="{FF2B5EF4-FFF2-40B4-BE49-F238E27FC236}">
                <a16:creationId xmlns:a16="http://schemas.microsoft.com/office/drawing/2014/main" id="{92061ED2-9B1B-E2A1-AEBA-832C8C595845}"/>
              </a:ext>
            </a:extLst>
          </p:cNvPr>
          <p:cNvSpPr/>
          <p:nvPr/>
        </p:nvSpPr>
        <p:spPr>
          <a:xfrm>
            <a:off x="0" y="0"/>
            <a:ext cx="7680960"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205" name="Scrim 11">
            <a:extLst>
              <a:ext uri="{FF2B5EF4-FFF2-40B4-BE49-F238E27FC236}">
                <a16:creationId xmlns:a16="http://schemas.microsoft.com/office/drawing/2014/main" id="{507A2FA0-2F38-4EB5-D620-4B3422AAF86C}"/>
              </a:ext>
            </a:extLst>
          </p:cNvPr>
          <p:cNvSpPr/>
          <p:nvPr/>
        </p:nvSpPr>
        <p:spPr>
          <a:xfrm>
            <a:off x="0" y="0"/>
            <a:ext cx="7744968"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217" name="Scrim 12">
            <a:extLst>
              <a:ext uri="{FF2B5EF4-FFF2-40B4-BE49-F238E27FC236}">
                <a16:creationId xmlns:a16="http://schemas.microsoft.com/office/drawing/2014/main" id="{463B238E-A91C-4490-524E-DD24FE2AD193}"/>
              </a:ext>
            </a:extLst>
          </p:cNvPr>
          <p:cNvSpPr/>
          <p:nvPr/>
        </p:nvSpPr>
        <p:spPr>
          <a:xfrm>
            <a:off x="0" y="0"/>
            <a:ext cx="7808976"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230" name="Scrim 13">
            <a:extLst>
              <a:ext uri="{FF2B5EF4-FFF2-40B4-BE49-F238E27FC236}">
                <a16:creationId xmlns:a16="http://schemas.microsoft.com/office/drawing/2014/main" id="{C6B0075B-3259-04E5-5B4F-900AA5E9E4BB}"/>
              </a:ext>
            </a:extLst>
          </p:cNvPr>
          <p:cNvSpPr/>
          <p:nvPr/>
        </p:nvSpPr>
        <p:spPr>
          <a:xfrm>
            <a:off x="0" y="0"/>
            <a:ext cx="7872984"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244" name="Scrim 14">
            <a:extLst>
              <a:ext uri="{FF2B5EF4-FFF2-40B4-BE49-F238E27FC236}">
                <a16:creationId xmlns:a16="http://schemas.microsoft.com/office/drawing/2014/main" id="{51E0CFFB-11DC-D012-C0CB-788451F8C851}"/>
              </a:ext>
            </a:extLst>
          </p:cNvPr>
          <p:cNvSpPr/>
          <p:nvPr/>
        </p:nvSpPr>
        <p:spPr>
          <a:xfrm>
            <a:off x="0" y="0"/>
            <a:ext cx="7936992"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259" name="Scrim 15">
            <a:extLst>
              <a:ext uri="{FF2B5EF4-FFF2-40B4-BE49-F238E27FC236}">
                <a16:creationId xmlns:a16="http://schemas.microsoft.com/office/drawing/2014/main" id="{C83EA5B9-8BBF-09FA-7A7C-5E4C10BCE22C}"/>
              </a:ext>
            </a:extLst>
          </p:cNvPr>
          <p:cNvSpPr/>
          <p:nvPr/>
        </p:nvSpPr>
        <p:spPr>
          <a:xfrm>
            <a:off x="0" y="0"/>
            <a:ext cx="8001000"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275" name="Scrim 16">
            <a:extLst>
              <a:ext uri="{FF2B5EF4-FFF2-40B4-BE49-F238E27FC236}">
                <a16:creationId xmlns:a16="http://schemas.microsoft.com/office/drawing/2014/main" id="{1699BCB2-1FA5-5300-DBC3-7784A2B6B441}"/>
              </a:ext>
            </a:extLst>
          </p:cNvPr>
          <p:cNvSpPr/>
          <p:nvPr/>
        </p:nvSpPr>
        <p:spPr>
          <a:xfrm>
            <a:off x="0" y="0"/>
            <a:ext cx="8065008"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292" name="Scrim 17">
            <a:extLst>
              <a:ext uri="{FF2B5EF4-FFF2-40B4-BE49-F238E27FC236}">
                <a16:creationId xmlns:a16="http://schemas.microsoft.com/office/drawing/2014/main" id="{091EFDEC-4D97-7AFB-63F6-96E7C3063275}"/>
              </a:ext>
            </a:extLst>
          </p:cNvPr>
          <p:cNvSpPr/>
          <p:nvPr/>
        </p:nvSpPr>
        <p:spPr>
          <a:xfrm>
            <a:off x="0" y="0"/>
            <a:ext cx="8129016"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310" name="Scrim 18">
            <a:extLst>
              <a:ext uri="{FF2B5EF4-FFF2-40B4-BE49-F238E27FC236}">
                <a16:creationId xmlns:a16="http://schemas.microsoft.com/office/drawing/2014/main" id="{593F603D-35B8-6EE4-EE5F-07F0245D3816}"/>
              </a:ext>
            </a:extLst>
          </p:cNvPr>
          <p:cNvSpPr/>
          <p:nvPr/>
        </p:nvSpPr>
        <p:spPr>
          <a:xfrm>
            <a:off x="0" y="0"/>
            <a:ext cx="8193024"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329" name="Scrim 19">
            <a:extLst>
              <a:ext uri="{FF2B5EF4-FFF2-40B4-BE49-F238E27FC236}">
                <a16:creationId xmlns:a16="http://schemas.microsoft.com/office/drawing/2014/main" id="{2B4385BE-744E-BA96-FA6C-54245BF28DF1}"/>
              </a:ext>
            </a:extLst>
          </p:cNvPr>
          <p:cNvSpPr/>
          <p:nvPr/>
        </p:nvSpPr>
        <p:spPr>
          <a:xfrm>
            <a:off x="0" y="0"/>
            <a:ext cx="8257032"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349" name="Scrim 20">
            <a:extLst>
              <a:ext uri="{FF2B5EF4-FFF2-40B4-BE49-F238E27FC236}">
                <a16:creationId xmlns:a16="http://schemas.microsoft.com/office/drawing/2014/main" id="{835F5B10-711A-BAEE-78DF-3CE74DDF1C50}"/>
              </a:ext>
            </a:extLst>
          </p:cNvPr>
          <p:cNvSpPr/>
          <p:nvPr/>
        </p:nvSpPr>
        <p:spPr>
          <a:xfrm>
            <a:off x="0" y="0"/>
            <a:ext cx="8321040"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370" name="Scrim 21">
            <a:extLst>
              <a:ext uri="{FF2B5EF4-FFF2-40B4-BE49-F238E27FC236}">
                <a16:creationId xmlns:a16="http://schemas.microsoft.com/office/drawing/2014/main" id="{734E9657-5B24-4D26-6E54-1AF0334132E5}"/>
              </a:ext>
            </a:extLst>
          </p:cNvPr>
          <p:cNvSpPr/>
          <p:nvPr/>
        </p:nvSpPr>
        <p:spPr>
          <a:xfrm>
            <a:off x="0" y="0"/>
            <a:ext cx="8385048"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392" name="Scrim 22">
            <a:extLst>
              <a:ext uri="{FF2B5EF4-FFF2-40B4-BE49-F238E27FC236}">
                <a16:creationId xmlns:a16="http://schemas.microsoft.com/office/drawing/2014/main" id="{392AA600-884E-34AA-BE23-CEFE29241319}"/>
              </a:ext>
            </a:extLst>
          </p:cNvPr>
          <p:cNvSpPr/>
          <p:nvPr/>
        </p:nvSpPr>
        <p:spPr>
          <a:xfrm>
            <a:off x="0" y="0"/>
            <a:ext cx="8449056"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415" name="Scrim 23">
            <a:extLst>
              <a:ext uri="{FF2B5EF4-FFF2-40B4-BE49-F238E27FC236}">
                <a16:creationId xmlns:a16="http://schemas.microsoft.com/office/drawing/2014/main" id="{45BC951B-A9C6-868D-F9AB-235A4C89F313}"/>
              </a:ext>
            </a:extLst>
          </p:cNvPr>
          <p:cNvSpPr/>
          <p:nvPr/>
        </p:nvSpPr>
        <p:spPr>
          <a:xfrm>
            <a:off x="0" y="0"/>
            <a:ext cx="8513064"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439" name="Scrim 24">
            <a:extLst>
              <a:ext uri="{FF2B5EF4-FFF2-40B4-BE49-F238E27FC236}">
                <a16:creationId xmlns:a16="http://schemas.microsoft.com/office/drawing/2014/main" id="{7CD23AFB-207A-EC19-E8DF-7AE9072DF12D}"/>
              </a:ext>
            </a:extLst>
          </p:cNvPr>
          <p:cNvSpPr/>
          <p:nvPr/>
        </p:nvSpPr>
        <p:spPr>
          <a:xfrm>
            <a:off x="0" y="0"/>
            <a:ext cx="8577072"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464" name="Scrim 25">
            <a:extLst>
              <a:ext uri="{FF2B5EF4-FFF2-40B4-BE49-F238E27FC236}">
                <a16:creationId xmlns:a16="http://schemas.microsoft.com/office/drawing/2014/main" id="{91E36BB1-D8D4-2C6B-B3C0-929D1D4DAA03}"/>
              </a:ext>
            </a:extLst>
          </p:cNvPr>
          <p:cNvSpPr/>
          <p:nvPr/>
        </p:nvSpPr>
        <p:spPr>
          <a:xfrm>
            <a:off x="0" y="0"/>
            <a:ext cx="8641080"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490" name="Scrim 26">
            <a:extLst>
              <a:ext uri="{FF2B5EF4-FFF2-40B4-BE49-F238E27FC236}">
                <a16:creationId xmlns:a16="http://schemas.microsoft.com/office/drawing/2014/main" id="{CE4F9AFA-59FD-E495-BB7E-D718D3CFC81A}"/>
              </a:ext>
            </a:extLst>
          </p:cNvPr>
          <p:cNvSpPr/>
          <p:nvPr/>
        </p:nvSpPr>
        <p:spPr>
          <a:xfrm>
            <a:off x="0" y="0"/>
            <a:ext cx="8705088"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517" name="Scrim 27">
            <a:extLst>
              <a:ext uri="{FF2B5EF4-FFF2-40B4-BE49-F238E27FC236}">
                <a16:creationId xmlns:a16="http://schemas.microsoft.com/office/drawing/2014/main" id="{B706A9A9-735D-85A1-A8CF-4EDE112AF484}"/>
              </a:ext>
            </a:extLst>
          </p:cNvPr>
          <p:cNvSpPr/>
          <p:nvPr/>
        </p:nvSpPr>
        <p:spPr>
          <a:xfrm>
            <a:off x="0" y="0"/>
            <a:ext cx="8769096"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545" name="Scrim 28">
            <a:extLst>
              <a:ext uri="{FF2B5EF4-FFF2-40B4-BE49-F238E27FC236}">
                <a16:creationId xmlns:a16="http://schemas.microsoft.com/office/drawing/2014/main" id="{39562D3C-968C-F4D2-287F-4BFABADBE803}"/>
              </a:ext>
            </a:extLst>
          </p:cNvPr>
          <p:cNvSpPr/>
          <p:nvPr/>
        </p:nvSpPr>
        <p:spPr>
          <a:xfrm>
            <a:off x="0" y="0"/>
            <a:ext cx="8833104"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574" name="Scrim 29">
            <a:extLst>
              <a:ext uri="{FF2B5EF4-FFF2-40B4-BE49-F238E27FC236}">
                <a16:creationId xmlns:a16="http://schemas.microsoft.com/office/drawing/2014/main" id="{2E8C94CD-6D3E-F70B-CB1D-DD2B01BEBA95}"/>
              </a:ext>
            </a:extLst>
          </p:cNvPr>
          <p:cNvSpPr/>
          <p:nvPr/>
        </p:nvSpPr>
        <p:spPr>
          <a:xfrm>
            <a:off x="0" y="0"/>
            <a:ext cx="8897112"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604" name="Scrim 30">
            <a:extLst>
              <a:ext uri="{FF2B5EF4-FFF2-40B4-BE49-F238E27FC236}">
                <a16:creationId xmlns:a16="http://schemas.microsoft.com/office/drawing/2014/main" id="{CB75B9FC-D349-829E-A92B-51B41B6AA5E1}"/>
              </a:ext>
            </a:extLst>
          </p:cNvPr>
          <p:cNvSpPr/>
          <p:nvPr/>
        </p:nvSpPr>
        <p:spPr>
          <a:xfrm>
            <a:off x="0" y="0"/>
            <a:ext cx="8961120"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635" name="Scrim 31">
            <a:extLst>
              <a:ext uri="{FF2B5EF4-FFF2-40B4-BE49-F238E27FC236}">
                <a16:creationId xmlns:a16="http://schemas.microsoft.com/office/drawing/2014/main" id="{EC222A5C-871F-D33B-E185-E792994751EB}"/>
              </a:ext>
            </a:extLst>
          </p:cNvPr>
          <p:cNvSpPr/>
          <p:nvPr/>
        </p:nvSpPr>
        <p:spPr>
          <a:xfrm>
            <a:off x="0" y="0"/>
            <a:ext cx="9025128"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667" name="Scrim 32">
            <a:extLst>
              <a:ext uri="{FF2B5EF4-FFF2-40B4-BE49-F238E27FC236}">
                <a16:creationId xmlns:a16="http://schemas.microsoft.com/office/drawing/2014/main" id="{3C69A0FD-C1DB-2508-2742-DC09B9912D5A}"/>
              </a:ext>
            </a:extLst>
          </p:cNvPr>
          <p:cNvSpPr/>
          <p:nvPr/>
        </p:nvSpPr>
        <p:spPr>
          <a:xfrm>
            <a:off x="0" y="0"/>
            <a:ext cx="9089136"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700" name="Scrim 33">
            <a:extLst>
              <a:ext uri="{FF2B5EF4-FFF2-40B4-BE49-F238E27FC236}">
                <a16:creationId xmlns:a16="http://schemas.microsoft.com/office/drawing/2014/main" id="{23C8D99C-88CA-4B13-1F35-03C51CF26315}"/>
              </a:ext>
            </a:extLst>
          </p:cNvPr>
          <p:cNvSpPr/>
          <p:nvPr/>
        </p:nvSpPr>
        <p:spPr>
          <a:xfrm>
            <a:off x="0" y="0"/>
            <a:ext cx="9153144"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734" name="Scrim 34">
            <a:extLst>
              <a:ext uri="{FF2B5EF4-FFF2-40B4-BE49-F238E27FC236}">
                <a16:creationId xmlns:a16="http://schemas.microsoft.com/office/drawing/2014/main" id="{98AA469E-154E-F054-4BBA-D90CC19E8425}"/>
              </a:ext>
            </a:extLst>
          </p:cNvPr>
          <p:cNvSpPr/>
          <p:nvPr/>
        </p:nvSpPr>
        <p:spPr>
          <a:xfrm>
            <a:off x="0" y="0"/>
            <a:ext cx="9217152"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769" name="Scrim 35">
            <a:extLst>
              <a:ext uri="{FF2B5EF4-FFF2-40B4-BE49-F238E27FC236}">
                <a16:creationId xmlns:a16="http://schemas.microsoft.com/office/drawing/2014/main" id="{941C9A1F-5BCD-2E5D-047F-4D74C8E99B56}"/>
              </a:ext>
            </a:extLst>
          </p:cNvPr>
          <p:cNvSpPr/>
          <p:nvPr/>
        </p:nvSpPr>
        <p:spPr>
          <a:xfrm>
            <a:off x="0" y="0"/>
            <a:ext cx="9281160"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805" name="Scrim 36">
            <a:extLst>
              <a:ext uri="{FF2B5EF4-FFF2-40B4-BE49-F238E27FC236}">
                <a16:creationId xmlns:a16="http://schemas.microsoft.com/office/drawing/2014/main" id="{9165BD6C-60C4-BED6-0011-DD34BBE59868}"/>
              </a:ext>
            </a:extLst>
          </p:cNvPr>
          <p:cNvSpPr/>
          <p:nvPr/>
        </p:nvSpPr>
        <p:spPr>
          <a:xfrm>
            <a:off x="0" y="0"/>
            <a:ext cx="9345168"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842" name="Scrim 37">
            <a:extLst>
              <a:ext uri="{FF2B5EF4-FFF2-40B4-BE49-F238E27FC236}">
                <a16:creationId xmlns:a16="http://schemas.microsoft.com/office/drawing/2014/main" id="{56774B6D-A6B5-3B0C-81DB-E7B98A69EEE6}"/>
              </a:ext>
            </a:extLst>
          </p:cNvPr>
          <p:cNvSpPr/>
          <p:nvPr/>
        </p:nvSpPr>
        <p:spPr>
          <a:xfrm>
            <a:off x="0" y="0"/>
            <a:ext cx="9409176"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880" name="Scrim 38">
            <a:extLst>
              <a:ext uri="{FF2B5EF4-FFF2-40B4-BE49-F238E27FC236}">
                <a16:creationId xmlns:a16="http://schemas.microsoft.com/office/drawing/2014/main" id="{E7B1D9FF-9B42-09EC-D73D-D3EE6B73017D}"/>
              </a:ext>
            </a:extLst>
          </p:cNvPr>
          <p:cNvSpPr/>
          <p:nvPr/>
        </p:nvSpPr>
        <p:spPr>
          <a:xfrm>
            <a:off x="0" y="0"/>
            <a:ext cx="9473184"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919" name="Scrim 39">
            <a:extLst>
              <a:ext uri="{FF2B5EF4-FFF2-40B4-BE49-F238E27FC236}">
                <a16:creationId xmlns:a16="http://schemas.microsoft.com/office/drawing/2014/main" id="{6033B03C-7125-E4AF-A450-FA40D7D5707F}"/>
              </a:ext>
            </a:extLst>
          </p:cNvPr>
          <p:cNvSpPr/>
          <p:nvPr/>
        </p:nvSpPr>
        <p:spPr>
          <a:xfrm>
            <a:off x="0" y="0"/>
            <a:ext cx="9537192"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959" name="Scrim 40">
            <a:extLst>
              <a:ext uri="{FF2B5EF4-FFF2-40B4-BE49-F238E27FC236}">
                <a16:creationId xmlns:a16="http://schemas.microsoft.com/office/drawing/2014/main" id="{724F3AEC-625F-F36F-57AB-0C7FA8728403}"/>
              </a:ext>
            </a:extLst>
          </p:cNvPr>
          <p:cNvSpPr/>
          <p:nvPr/>
        </p:nvSpPr>
        <p:spPr>
          <a:xfrm>
            <a:off x="0" y="0"/>
            <a:ext cx="9601200"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000" name="Footer scrim 1">
            <a:extLst>
              <a:ext uri="{FF2B5EF4-FFF2-40B4-BE49-F238E27FC236}">
                <a16:creationId xmlns:a16="http://schemas.microsoft.com/office/drawing/2014/main" id="{8945AEFF-896A-245C-63C0-8FF8071CB0B2}"/>
              </a:ext>
            </a:extLst>
          </p:cNvPr>
          <p:cNvSpPr/>
          <p:nvPr/>
        </p:nvSpPr>
        <p:spPr>
          <a:xfrm>
            <a:off x="0" y="5394960"/>
            <a:ext cx="12192000" cy="1463040"/>
          </a:xfrm>
          <a:prstGeom prst="rect">
            <a:avLst/>
          </a:prstGeom>
          <a:solidFill>
            <a:srgbClr val="173F35">
              <a:alpha val="1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042" name="Footer scrim 2">
            <a:extLst>
              <a:ext uri="{FF2B5EF4-FFF2-40B4-BE49-F238E27FC236}">
                <a16:creationId xmlns:a16="http://schemas.microsoft.com/office/drawing/2014/main" id="{80883BC8-A079-FE2F-7157-04997411277F}"/>
              </a:ext>
            </a:extLst>
          </p:cNvPr>
          <p:cNvSpPr/>
          <p:nvPr/>
        </p:nvSpPr>
        <p:spPr>
          <a:xfrm>
            <a:off x="0" y="5669280"/>
            <a:ext cx="12192000" cy="1188720"/>
          </a:xfrm>
          <a:prstGeom prst="rect">
            <a:avLst/>
          </a:prstGeom>
          <a:solidFill>
            <a:srgbClr val="173F35">
              <a:alpha val="1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085" name="Footer scrim 3">
            <a:extLst>
              <a:ext uri="{FF2B5EF4-FFF2-40B4-BE49-F238E27FC236}">
                <a16:creationId xmlns:a16="http://schemas.microsoft.com/office/drawing/2014/main" id="{8D228DC0-A09B-BDDE-B392-F6142B07B6E2}"/>
              </a:ext>
            </a:extLst>
          </p:cNvPr>
          <p:cNvSpPr/>
          <p:nvPr/>
        </p:nvSpPr>
        <p:spPr>
          <a:xfrm>
            <a:off x="0" y="5943600"/>
            <a:ext cx="12192000" cy="914400"/>
          </a:xfrm>
          <a:prstGeom prst="rect">
            <a:avLst/>
          </a:prstGeom>
          <a:solidFill>
            <a:srgbClr val="173F35">
              <a:alpha val="1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129" name="Footer scrim 4">
            <a:extLst>
              <a:ext uri="{FF2B5EF4-FFF2-40B4-BE49-F238E27FC236}">
                <a16:creationId xmlns:a16="http://schemas.microsoft.com/office/drawing/2014/main" id="{787B61FB-FFFB-D7B6-76B5-F3E6F34576E1}"/>
              </a:ext>
            </a:extLst>
          </p:cNvPr>
          <p:cNvSpPr/>
          <p:nvPr/>
        </p:nvSpPr>
        <p:spPr>
          <a:xfrm>
            <a:off x="0" y="6217920"/>
            <a:ext cx="12192000" cy="640080"/>
          </a:xfrm>
          <a:prstGeom prst="rect">
            <a:avLst/>
          </a:prstGeom>
          <a:solidFill>
            <a:srgbClr val="173F35">
              <a:alpha val="1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174" name="Eyebrow">
            <a:extLst>
              <a:ext uri="{FF2B5EF4-FFF2-40B4-BE49-F238E27FC236}">
                <a16:creationId xmlns:a16="http://schemas.microsoft.com/office/drawing/2014/main" id="{FA1B7579-D427-119D-CAAC-F7D6ED76F2BF}"/>
              </a:ext>
            </a:extLst>
          </p:cNvPr>
          <p:cNvSpPr/>
          <p:nvPr/>
        </p:nvSpPr>
        <p:spPr>
          <a:xfrm>
            <a:off x="548640" y="1118960"/>
            <a:ext cx="640080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spc="300">
                <a:solidFill>
                  <a:srgbClr val="A9C7BA"/>
                </a:solidFill>
                <a:effectLst/>
                <a:latin typeface="Arial" panose="020B0604020202020204" pitchFamily="34" charset="0"/>
              </a:rPr>
              <a:t>ZAVA FORWARD</a:t>
            </a:r>
          </a:p>
          <a:p>
            <a:pPr algn="l">
              <a:buNone/>
            </a:pPr>
            <a:r>
              <a:rPr lang="en-US" sz="100">
                <a:effectLst/>
              </a:rPr>
              <a:t> </a:t>
            </a:r>
            <a:endParaRPr lang="en-US"/>
          </a:p>
        </p:txBody>
      </p:sp>
      <p:sp>
        <p:nvSpPr>
          <p:cNvPr id="33220" name="Slide title">
            <a:extLst>
              <a:ext uri="{FF2B5EF4-FFF2-40B4-BE49-F238E27FC236}">
                <a16:creationId xmlns:a16="http://schemas.microsoft.com/office/drawing/2014/main" id="{393EE057-9E50-056F-2B71-7D6583E834F2}"/>
              </a:ext>
            </a:extLst>
          </p:cNvPr>
          <p:cNvSpPr/>
          <p:nvPr/>
        </p:nvSpPr>
        <p:spPr>
          <a:xfrm>
            <a:off x="548640" y="1554480"/>
            <a:ext cx="7315200" cy="1737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5400" b="1">
                <a:solidFill>
                  <a:srgbClr val="FAF9F6"/>
                </a:solidFill>
                <a:effectLst/>
                <a:latin typeface="Arial" panose="020B0604020202020204" pitchFamily="34" charset="0"/>
              </a:rPr>
              <a:t>More homes ready,</a:t>
            </a:r>
          </a:p>
          <a:p>
            <a:pPr algn="l">
              <a:buNone/>
            </a:pPr>
            <a:r>
              <a:rPr lang="en-US" sz="5400" b="1">
                <a:solidFill>
                  <a:srgbClr val="FAF9F6"/>
                </a:solidFill>
                <a:effectLst/>
                <a:latin typeface="Arial" panose="020B0604020202020204" pitchFamily="34" charset="0"/>
              </a:rPr>
              <a:t>with control intact.</a:t>
            </a:r>
            <a:endParaRPr lang="en-US"/>
          </a:p>
        </p:txBody>
      </p:sp>
      <p:sp>
        <p:nvSpPr>
          <p:cNvPr id="33267" name="Close panel">
            <a:extLst>
              <a:ext uri="{FF2B5EF4-FFF2-40B4-BE49-F238E27FC236}">
                <a16:creationId xmlns:a16="http://schemas.microsoft.com/office/drawing/2014/main" id="{DC7E84AB-A071-48C4-BF7E-371F35FFC400}"/>
              </a:ext>
            </a:extLst>
          </p:cNvPr>
          <p:cNvSpPr/>
          <p:nvPr/>
        </p:nvSpPr>
        <p:spPr>
          <a:xfrm>
            <a:off x="548640" y="3520440"/>
            <a:ext cx="4377987" cy="1554480"/>
          </a:xfrm>
          <a:prstGeom prst="rect">
            <a:avLst/>
          </a:prstGeom>
          <a:solidFill>
            <a:srgbClr val="1F4D41">
              <a:alpha val="90000"/>
            </a:srgbClr>
          </a:solidFill>
          <a:ln w="15875">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315" name="Close numerals">
            <a:extLst>
              <a:ext uri="{FF2B5EF4-FFF2-40B4-BE49-F238E27FC236}">
                <a16:creationId xmlns:a16="http://schemas.microsoft.com/office/drawing/2014/main" id="{68F07967-C39C-679E-4E40-A7E7D1A3691E}"/>
              </a:ext>
            </a:extLst>
          </p:cNvPr>
          <p:cNvSpPr/>
          <p:nvPr/>
        </p:nvSpPr>
        <p:spPr>
          <a:xfrm>
            <a:off x="685800" y="3703320"/>
            <a:ext cx="411480" cy="11887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b="1">
                <a:solidFill>
                  <a:srgbClr val="E9B14C"/>
                </a:solidFill>
                <a:effectLst/>
                <a:latin typeface="Arial" panose="020B0604020202020204" pitchFamily="34" charset="0"/>
              </a:rPr>
              <a:t>1</a:t>
            </a:r>
          </a:p>
          <a:p>
            <a:pPr algn="l">
              <a:buNone/>
            </a:pPr>
            <a:r>
              <a:rPr lang="en-US" sz="2400" b="1">
                <a:solidFill>
                  <a:srgbClr val="E9B14C"/>
                </a:solidFill>
                <a:effectLst/>
                <a:latin typeface="Arial" panose="020B0604020202020204" pitchFamily="34" charset="0"/>
              </a:rPr>
              <a:t>2</a:t>
            </a:r>
          </a:p>
          <a:p>
            <a:pPr algn="l">
              <a:buNone/>
            </a:pPr>
            <a:r>
              <a:rPr lang="en-US" sz="2400" b="1">
                <a:solidFill>
                  <a:srgbClr val="E9B14C"/>
                </a:solidFill>
                <a:effectLst/>
                <a:latin typeface="Arial" panose="020B0604020202020204" pitchFamily="34" charset="0"/>
              </a:rPr>
              <a:t>3</a:t>
            </a:r>
            <a:endParaRPr lang="en-US"/>
          </a:p>
        </p:txBody>
      </p:sp>
      <p:sp>
        <p:nvSpPr>
          <p:cNvPr id="33364" name="Close statements">
            <a:extLst>
              <a:ext uri="{FF2B5EF4-FFF2-40B4-BE49-F238E27FC236}">
                <a16:creationId xmlns:a16="http://schemas.microsoft.com/office/drawing/2014/main" id="{853F07EA-FF74-87DE-4813-03C318D09494}"/>
              </a:ext>
            </a:extLst>
          </p:cNvPr>
          <p:cNvSpPr/>
          <p:nvPr/>
        </p:nvSpPr>
        <p:spPr>
          <a:xfrm>
            <a:off x="1097280" y="3703320"/>
            <a:ext cx="3646467" cy="11887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a:solidFill>
                  <a:srgbClr val="FAF9F6"/>
                </a:solidFill>
                <a:effectLst/>
                <a:latin typeface="Arial" panose="020B0604020202020204" pitchFamily="34" charset="0"/>
              </a:rPr>
              <a:t>Agree the validation gate</a:t>
            </a:r>
          </a:p>
          <a:p>
            <a:pPr algn="l">
              <a:buNone/>
            </a:pPr>
            <a:r>
              <a:rPr lang="en-US" sz="2400">
                <a:solidFill>
                  <a:srgbClr val="FAF9F6"/>
                </a:solidFill>
                <a:effectLst/>
                <a:latin typeface="Arial" panose="020B0604020202020204" pitchFamily="34" charset="0"/>
              </a:rPr>
              <a:t>Name the owners</a:t>
            </a:r>
          </a:p>
          <a:p>
            <a:pPr algn="l">
              <a:buNone/>
            </a:pPr>
            <a:r>
              <a:rPr lang="en-US" sz="2400">
                <a:solidFill>
                  <a:srgbClr val="FAF9F6"/>
                </a:solidFill>
                <a:effectLst/>
                <a:latin typeface="Arial" panose="020B0604020202020204" pitchFamily="34" charset="0"/>
              </a:rPr>
              <a:t>Start the 2030 run</a:t>
            </a:r>
            <a:endParaRPr lang="en-US"/>
          </a:p>
        </p:txBody>
      </p:sp>
      <p:sp>
        <p:nvSpPr>
          <p:cNvPr id="33414" name="Footer sources">
            <a:extLst>
              <a:ext uri="{FF2B5EF4-FFF2-40B4-BE49-F238E27FC236}">
                <a16:creationId xmlns:a16="http://schemas.microsoft.com/office/drawing/2014/main" id="{F8106F75-EF05-D4D0-CA77-60FC4B5B4D50}"/>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A9C7BA"/>
                </a:solidFill>
                <a:effectLst/>
                <a:latin typeface="Arial" panose="020B0604020202020204" pitchFamily="34" charset="0"/>
              </a:rPr>
              <a:t>Case Study 48 · Zava North Homes is fictional</a:t>
            </a:r>
          </a:p>
          <a:p>
            <a:pPr algn="l">
              <a:buNone/>
            </a:pPr>
            <a:r>
              <a:rPr lang="en-US" sz="100">
                <a:effectLst/>
              </a:rPr>
              <a:t> </a:t>
            </a:r>
            <a:endParaRPr lang="en-US"/>
          </a:p>
        </p:txBody>
      </p:sp>
      <p:sp>
        <p:nvSpPr>
          <p:cNvPr id="33465" name="Footer navigation">
            <a:extLst>
              <a:ext uri="{FF2B5EF4-FFF2-40B4-BE49-F238E27FC236}">
                <a16:creationId xmlns:a16="http://schemas.microsoft.com/office/drawing/2014/main" id="{4AC41A53-99A9-9647-F2D5-58B8E59D74FA}"/>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A9C7BA"/>
                </a:solidFill>
                <a:effectLst/>
                <a:latin typeface="Arial" panose="020B0604020202020204" pitchFamily="34" charset="0"/>
              </a:rPr>
              <a:t>S23</a:t>
            </a:r>
          </a:p>
          <a:p>
            <a:pPr algn="r">
              <a:buNone/>
            </a:pPr>
            <a:r>
              <a:rPr lang="en-US" sz="100">
                <a:effectLst/>
              </a:rPr>
              <a:t> </a:t>
            </a:r>
            <a:endParaRPr lang="en-US"/>
          </a:p>
        </p:txBody>
      </p:sp>
    </p:spTree>
    <p:extLst>
      <p:ext uri="{BB962C8B-B14F-4D97-AF65-F5344CB8AC3E}">
        <p14:creationId xmlns:p14="http://schemas.microsoft.com/office/powerpoint/2010/main" val="377632595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2444" name="Eyebrow">
            <a:extLst>
              <a:ext uri="{FF2B5EF4-FFF2-40B4-BE49-F238E27FC236}">
                <a16:creationId xmlns:a16="http://schemas.microsoft.com/office/drawing/2014/main" id="{06E62B1A-030D-48D8-060F-5FE951649DDA}"/>
              </a:ext>
            </a:extLst>
          </p:cNvPr>
          <p:cNvSpPr/>
          <p:nvPr/>
        </p:nvSpPr>
        <p:spPr>
          <a:xfrm>
            <a:off x="548640" y="365760"/>
            <a:ext cx="5742432"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APPENDIX · NAVIGATION ONLY · END OF THE SPOKEN ROUTE</a:t>
            </a:r>
            <a:endParaRPr lang="en-US"/>
          </a:p>
        </p:txBody>
      </p:sp>
      <p:sp>
        <p:nvSpPr>
          <p:cNvPr id="2514" name="Slide title">
            <a:extLst>
              <a:ext uri="{FF2B5EF4-FFF2-40B4-BE49-F238E27FC236}">
                <a16:creationId xmlns:a16="http://schemas.microsoft.com/office/drawing/2014/main" id="{3100A2B4-F24E-E41B-1EDE-E30C1A17B9A7}"/>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Questions we expect, and where the answers are.</a:t>
            </a:r>
          </a:p>
          <a:p>
            <a:pPr algn="l">
              <a:buNone/>
            </a:pPr>
            <a:r>
              <a:rPr lang="en-US" sz="100">
                <a:effectLst/>
              </a:rPr>
              <a:t> </a:t>
            </a:r>
            <a:endParaRPr lang="en-US"/>
          </a:p>
        </p:txBody>
      </p:sp>
      <p:sp>
        <p:nvSpPr>
          <p:cNvPr id="2585" name="Footer sources">
            <a:extLst>
              <a:ext uri="{FF2B5EF4-FFF2-40B4-BE49-F238E27FC236}">
                <a16:creationId xmlns:a16="http://schemas.microsoft.com/office/drawing/2014/main" id="{6CFCCF07-2669-E9BA-04D9-43F49C1F03A9}"/>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Navigation only · not part of the spoken route · type the slide number + Enter in Slide Show</a:t>
            </a:r>
          </a:p>
          <a:p>
            <a:pPr algn="l">
              <a:buNone/>
            </a:pPr>
            <a:r>
              <a:rPr lang="en-US" sz="100">
                <a:effectLst/>
              </a:rPr>
              <a:t> </a:t>
            </a:r>
            <a:endParaRPr lang="en-US"/>
          </a:p>
        </p:txBody>
      </p:sp>
      <p:sp>
        <p:nvSpPr>
          <p:cNvPr id="2657" name="Footer navigation">
            <a:extLst>
              <a:ext uri="{FF2B5EF4-FFF2-40B4-BE49-F238E27FC236}">
                <a16:creationId xmlns:a16="http://schemas.microsoft.com/office/drawing/2014/main" id="{C7ED9F8D-AEB8-9C4D-9737-2385C56C9E92}"/>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QX · slide 27</a:t>
            </a:r>
            <a:endParaRPr lang="en-US"/>
          </a:p>
        </p:txBody>
      </p:sp>
      <p:sp>
        <p:nvSpPr>
          <p:cNvPr id="20971" name="Group Strategy And Value">
            <a:extLst>
              <a:ext uri="{FF2B5EF4-FFF2-40B4-BE49-F238E27FC236}">
                <a16:creationId xmlns:a16="http://schemas.microsoft.com/office/drawing/2014/main" id="{3A7F48AA-8C98-6AD4-E337-35CACB216523}"/>
              </a:ext>
            </a:extLst>
          </p:cNvPr>
          <p:cNvSpPr/>
          <p:nvPr/>
        </p:nvSpPr>
        <p:spPr>
          <a:xfrm>
            <a:off x="548640" y="1508760"/>
            <a:ext cx="2301696" cy="30175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STRATEGY AND VALUE</a:t>
            </a:r>
          </a:p>
          <a:p>
            <a:pPr algn="l">
              <a:buNone/>
            </a:pPr>
            <a:r>
              <a:rPr lang="en-US" sz="100">
                <a:effectLst/>
              </a:rPr>
              <a:t> </a:t>
            </a:r>
            <a:endParaRPr lang="en-US"/>
          </a:p>
        </p:txBody>
      </p:sp>
      <p:sp>
        <p:nvSpPr>
          <p:cNvPr id="20975" name="Index B01">
            <a:extLst>
              <a:ext uri="{FF2B5EF4-FFF2-40B4-BE49-F238E27FC236}">
                <a16:creationId xmlns:a16="http://schemas.microsoft.com/office/drawing/2014/main" id="{143C841B-3344-721A-7FE2-874158B23689}"/>
              </a:ext>
            </a:extLst>
          </p:cNvPr>
          <p:cNvSpPr/>
          <p:nvPr/>
        </p:nvSpPr>
        <p:spPr>
          <a:xfrm>
            <a:off x="548640" y="1810512"/>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B01 · 28   Why not fix the process and hire more people?</a:t>
            </a:r>
            <a:endParaRPr lang="en-US"/>
          </a:p>
        </p:txBody>
      </p:sp>
      <p:sp>
        <p:nvSpPr>
          <p:cNvPr id="20980" name="Index B08">
            <a:extLst>
              <a:ext uri="{FF2B5EF4-FFF2-40B4-BE49-F238E27FC236}">
                <a16:creationId xmlns:a16="http://schemas.microsoft.com/office/drawing/2014/main" id="{42A29B48-44E5-BDA3-EEDD-5366AE1EC0C0}"/>
              </a:ext>
            </a:extLst>
          </p:cNvPr>
          <p:cNvSpPr/>
          <p:nvPr/>
        </p:nvSpPr>
        <p:spPr>
          <a:xfrm>
            <a:off x="548640" y="2048256"/>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B08 · 35   Will this double delivery and capture GBP 40m?</a:t>
            </a:r>
            <a:endParaRPr lang="en-US"/>
          </a:p>
        </p:txBody>
      </p:sp>
      <p:sp>
        <p:nvSpPr>
          <p:cNvPr id="20986" name="Index B09">
            <a:extLst>
              <a:ext uri="{FF2B5EF4-FFF2-40B4-BE49-F238E27FC236}">
                <a16:creationId xmlns:a16="http://schemas.microsoft.com/office/drawing/2014/main" id="{5A2A7CC7-9AE6-6E6C-8806-51E82321FA41}"/>
              </a:ext>
            </a:extLst>
          </p:cNvPr>
          <p:cNvSpPr/>
          <p:nvPr/>
        </p:nvSpPr>
        <p:spPr>
          <a:xfrm>
            <a:off x="548640" y="2286000"/>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B09 · 36   What is the per-home case and cash exposure?</a:t>
            </a:r>
            <a:endParaRPr lang="en-US"/>
          </a:p>
        </p:txBody>
      </p:sp>
      <p:sp>
        <p:nvSpPr>
          <p:cNvPr id="20993" name="Index B17">
            <a:extLst>
              <a:ext uri="{FF2B5EF4-FFF2-40B4-BE49-F238E27FC236}">
                <a16:creationId xmlns:a16="http://schemas.microsoft.com/office/drawing/2014/main" id="{DD4A5416-88DB-8118-C12A-24D26539AAF5}"/>
              </a:ext>
            </a:extLst>
          </p:cNvPr>
          <p:cNvSpPr/>
          <p:nvPr/>
        </p:nvSpPr>
        <p:spPr>
          <a:xfrm>
            <a:off x="548640" y="2523744"/>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B17 · 44   When can we go live, and who owns next?</a:t>
            </a:r>
            <a:endParaRPr lang="en-US"/>
          </a:p>
        </p:txBody>
      </p:sp>
      <p:sp>
        <p:nvSpPr>
          <p:cNvPr id="21010" name="Group Method And Readiness">
            <a:extLst>
              <a:ext uri="{FF2B5EF4-FFF2-40B4-BE49-F238E27FC236}">
                <a16:creationId xmlns:a16="http://schemas.microsoft.com/office/drawing/2014/main" id="{64373305-214B-FC78-E321-7FCE8A7B88C7}"/>
              </a:ext>
            </a:extLst>
          </p:cNvPr>
          <p:cNvSpPr/>
          <p:nvPr/>
        </p:nvSpPr>
        <p:spPr>
          <a:xfrm>
            <a:off x="548640" y="3118104"/>
            <a:ext cx="2568396" cy="30175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METHOD AND READINESS</a:t>
            </a:r>
          </a:p>
          <a:p>
            <a:pPr algn="l">
              <a:buNone/>
            </a:pPr>
            <a:r>
              <a:rPr lang="en-US" sz="100">
                <a:effectLst/>
              </a:rPr>
              <a:t> </a:t>
            </a:r>
            <a:endParaRPr lang="en-US"/>
          </a:p>
        </p:txBody>
      </p:sp>
      <p:sp>
        <p:nvSpPr>
          <p:cNvPr id="21020" name="Index B12">
            <a:extLst>
              <a:ext uri="{FF2B5EF4-FFF2-40B4-BE49-F238E27FC236}">
                <a16:creationId xmlns:a16="http://schemas.microsoft.com/office/drawing/2014/main" id="{3E7CDD8F-4D65-33A3-78D2-1DE0A8CCF9F5}"/>
              </a:ext>
            </a:extLst>
          </p:cNvPr>
          <p:cNvSpPr/>
          <p:nvPr/>
        </p:nvSpPr>
        <p:spPr>
          <a:xfrm>
            <a:off x="548640" y="3419856"/>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B12 · 39   Validated with real residents and staff?</a:t>
            </a:r>
            <a:endParaRPr lang="en-US"/>
          </a:p>
        </p:txBody>
      </p:sp>
      <p:sp>
        <p:nvSpPr>
          <p:cNvPr id="21031" name="Index B13">
            <a:extLst>
              <a:ext uri="{FF2B5EF4-FFF2-40B4-BE49-F238E27FC236}">
                <a16:creationId xmlns:a16="http://schemas.microsoft.com/office/drawing/2014/main" id="{9890C9BE-F770-7CB6-6EA7-111AEED015E4}"/>
              </a:ext>
            </a:extLst>
          </p:cNvPr>
          <p:cNvSpPr/>
          <p:nvPr/>
        </p:nvSpPr>
        <p:spPr>
          <a:xfrm>
            <a:off x="548640" y="3657600"/>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B13 · 40   How did requirements become the backlog?</a:t>
            </a:r>
            <a:endParaRPr lang="en-US"/>
          </a:p>
        </p:txBody>
      </p:sp>
      <p:sp>
        <p:nvSpPr>
          <p:cNvPr id="21056" name="Group Cost And Tokenomics">
            <a:extLst>
              <a:ext uri="{FF2B5EF4-FFF2-40B4-BE49-F238E27FC236}">
                <a16:creationId xmlns:a16="http://schemas.microsoft.com/office/drawing/2014/main" id="{438024D9-5FB5-FAD6-9C0E-2FEC8A7D4F44}"/>
              </a:ext>
            </a:extLst>
          </p:cNvPr>
          <p:cNvSpPr/>
          <p:nvPr/>
        </p:nvSpPr>
        <p:spPr>
          <a:xfrm>
            <a:off x="548640" y="4251960"/>
            <a:ext cx="2453362" cy="30175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COST AND TOKENOMICS</a:t>
            </a:r>
          </a:p>
          <a:p>
            <a:pPr algn="l">
              <a:buNone/>
            </a:pPr>
            <a:r>
              <a:rPr lang="en-US" sz="100">
                <a:effectLst/>
              </a:rPr>
              <a:t> </a:t>
            </a:r>
            <a:endParaRPr lang="en-US"/>
          </a:p>
        </p:txBody>
      </p:sp>
      <p:sp>
        <p:nvSpPr>
          <p:cNvPr id="21070" name="Index B04">
            <a:extLst>
              <a:ext uri="{FF2B5EF4-FFF2-40B4-BE49-F238E27FC236}">
                <a16:creationId xmlns:a16="http://schemas.microsoft.com/office/drawing/2014/main" id="{31731A9F-7F73-E736-9FCC-0F231B06D97D}"/>
              </a:ext>
            </a:extLst>
          </p:cNvPr>
          <p:cNvSpPr/>
          <p:nvPr/>
        </p:nvSpPr>
        <p:spPr>
          <a:xfrm>
            <a:off x="548640" y="4553712"/>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B04 · 31   How do Decision Models cut cost and latency?</a:t>
            </a:r>
            <a:endParaRPr lang="en-US"/>
          </a:p>
        </p:txBody>
      </p:sp>
      <p:sp>
        <p:nvSpPr>
          <p:cNvPr id="21085" name="Index B05">
            <a:extLst>
              <a:ext uri="{FF2B5EF4-FFF2-40B4-BE49-F238E27FC236}">
                <a16:creationId xmlns:a16="http://schemas.microsoft.com/office/drawing/2014/main" id="{D45A2A06-5BD7-5C28-66E1-CB324B32F396}"/>
              </a:ext>
            </a:extLst>
          </p:cNvPr>
          <p:cNvSpPr/>
          <p:nvPr/>
        </p:nvSpPr>
        <p:spPr>
          <a:xfrm>
            <a:off x="548640" y="4791456"/>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B05 · 32   What does the technology cost today?</a:t>
            </a:r>
            <a:endParaRPr lang="en-US"/>
          </a:p>
        </p:txBody>
      </p:sp>
      <p:sp>
        <p:nvSpPr>
          <p:cNvPr id="21101" name="Index B25">
            <a:extLst>
              <a:ext uri="{FF2B5EF4-FFF2-40B4-BE49-F238E27FC236}">
                <a16:creationId xmlns:a16="http://schemas.microsoft.com/office/drawing/2014/main" id="{EAA47BB5-81F4-A599-C746-02DF3D607D4C}"/>
              </a:ext>
            </a:extLst>
          </p:cNvPr>
          <p:cNvSpPr/>
          <p:nvPr/>
        </p:nvSpPr>
        <p:spPr>
          <a:xfrm>
            <a:off x="548640" y="5029200"/>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B25 · 52   Tokenomics unit: can the AI bill run away?</a:t>
            </a:r>
            <a:endParaRPr lang="en-US"/>
          </a:p>
        </p:txBody>
      </p:sp>
      <p:sp>
        <p:nvSpPr>
          <p:cNvPr id="21118" name="Index B26">
            <a:extLst>
              <a:ext uri="{FF2B5EF4-FFF2-40B4-BE49-F238E27FC236}">
                <a16:creationId xmlns:a16="http://schemas.microsoft.com/office/drawing/2014/main" id="{0D9510C1-B5A2-C712-D508-4EE50B7ACF76}"/>
              </a:ext>
            </a:extLst>
          </p:cNvPr>
          <p:cNvSpPr/>
          <p:nvPr/>
        </p:nvSpPr>
        <p:spPr>
          <a:xfrm>
            <a:off x="548640" y="5266944"/>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B26 · 53   Why not cache everything, use the cheapest model?</a:t>
            </a:r>
            <a:endParaRPr lang="en-US"/>
          </a:p>
        </p:txBody>
      </p:sp>
      <p:sp>
        <p:nvSpPr>
          <p:cNvPr id="21155" name="Group Architecture And Ai">
            <a:extLst>
              <a:ext uri="{FF2B5EF4-FFF2-40B4-BE49-F238E27FC236}">
                <a16:creationId xmlns:a16="http://schemas.microsoft.com/office/drawing/2014/main" id="{3882D2FD-63F0-C6AF-2521-4337E1A604D3}"/>
              </a:ext>
            </a:extLst>
          </p:cNvPr>
          <p:cNvSpPr/>
          <p:nvPr/>
        </p:nvSpPr>
        <p:spPr>
          <a:xfrm>
            <a:off x="6278880" y="1508760"/>
            <a:ext cx="2348815" cy="30175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ARCHITECTURE AND AI</a:t>
            </a:r>
          </a:p>
          <a:p>
            <a:pPr algn="l">
              <a:buNone/>
            </a:pPr>
            <a:r>
              <a:rPr lang="en-US" sz="100">
                <a:effectLst/>
              </a:rPr>
              <a:t> </a:t>
            </a:r>
            <a:endParaRPr lang="en-US"/>
          </a:p>
        </p:txBody>
      </p:sp>
      <p:sp>
        <p:nvSpPr>
          <p:cNvPr id="21175" name="Index B02">
            <a:extLst>
              <a:ext uri="{FF2B5EF4-FFF2-40B4-BE49-F238E27FC236}">
                <a16:creationId xmlns:a16="http://schemas.microsoft.com/office/drawing/2014/main" id="{F484ADBA-0A87-B121-27CA-902D88FD0BFE}"/>
              </a:ext>
            </a:extLst>
          </p:cNvPr>
          <p:cNvSpPr/>
          <p:nvPr/>
        </p:nvSpPr>
        <p:spPr>
          <a:xfrm>
            <a:off x="6278880" y="1810512"/>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B02 · 29   Replacing or integrating our housing system?</a:t>
            </a:r>
            <a:endParaRPr lang="en-US"/>
          </a:p>
        </p:txBody>
      </p:sp>
      <p:sp>
        <p:nvSpPr>
          <p:cNvPr id="21196" name="Index B03">
            <a:extLst>
              <a:ext uri="{FF2B5EF4-FFF2-40B4-BE49-F238E27FC236}">
                <a16:creationId xmlns:a16="http://schemas.microsoft.com/office/drawing/2014/main" id="{2A98BE3B-6027-AF1C-D1B5-D679ECF84D69}"/>
              </a:ext>
            </a:extLst>
          </p:cNvPr>
          <p:cNvSpPr/>
          <p:nvPr/>
        </p:nvSpPr>
        <p:spPr>
          <a:xfrm>
            <a:off x="6278880" y="2048256"/>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B03 · 30   Why not exactly the five agents requested?</a:t>
            </a:r>
            <a:endParaRPr lang="en-US"/>
          </a:p>
        </p:txBody>
      </p:sp>
      <p:sp>
        <p:nvSpPr>
          <p:cNvPr id="21218" name="Index B10">
            <a:extLst>
              <a:ext uri="{FF2B5EF4-FFF2-40B4-BE49-F238E27FC236}">
                <a16:creationId xmlns:a16="http://schemas.microsoft.com/office/drawing/2014/main" id="{A76FF755-71B5-1BEF-7F37-3C9FA860ECD7}"/>
              </a:ext>
            </a:extLst>
          </p:cNvPr>
          <p:cNvSpPr/>
          <p:nvPr/>
        </p:nvSpPr>
        <p:spPr>
          <a:xfrm>
            <a:off x="6278880" y="2286000"/>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B10 · 37   Why not deploy each agent independently?</a:t>
            </a:r>
            <a:endParaRPr lang="en-US"/>
          </a:p>
        </p:txBody>
      </p:sp>
      <p:sp>
        <p:nvSpPr>
          <p:cNvPr id="21241" name="Index B11">
            <a:extLst>
              <a:ext uri="{FF2B5EF4-FFF2-40B4-BE49-F238E27FC236}">
                <a16:creationId xmlns:a16="http://schemas.microsoft.com/office/drawing/2014/main" id="{A4A0BD5A-A7E2-32D4-1F95-ACD5EAEC10C6}"/>
              </a:ext>
            </a:extLst>
          </p:cNvPr>
          <p:cNvSpPr/>
          <p:nvPr/>
        </p:nvSpPr>
        <p:spPr>
          <a:xfrm>
            <a:off x="6278880" y="2523744"/>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B11 · 38   What proves the AI is real and useful?</a:t>
            </a:r>
            <a:endParaRPr lang="en-US"/>
          </a:p>
        </p:txBody>
      </p:sp>
      <p:sp>
        <p:nvSpPr>
          <p:cNvPr id="21290" name="Group Trust, Risk And People">
            <a:extLst>
              <a:ext uri="{FF2B5EF4-FFF2-40B4-BE49-F238E27FC236}">
                <a16:creationId xmlns:a16="http://schemas.microsoft.com/office/drawing/2014/main" id="{10CECC5B-75B7-01AA-F736-5BD6CA1D2993}"/>
              </a:ext>
            </a:extLst>
          </p:cNvPr>
          <p:cNvSpPr/>
          <p:nvPr/>
        </p:nvSpPr>
        <p:spPr>
          <a:xfrm>
            <a:off x="6278880" y="3118104"/>
            <a:ext cx="2615068" cy="30175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TRUST, RISK AND PEOPLE</a:t>
            </a:r>
          </a:p>
          <a:p>
            <a:pPr algn="l">
              <a:buNone/>
            </a:pPr>
            <a:r>
              <a:rPr lang="en-US" sz="100">
                <a:effectLst/>
              </a:rPr>
              <a:t> </a:t>
            </a:r>
            <a:endParaRPr lang="en-US"/>
          </a:p>
        </p:txBody>
      </p:sp>
      <p:sp>
        <p:nvSpPr>
          <p:cNvPr id="21316" name="Index B06">
            <a:extLst>
              <a:ext uri="{FF2B5EF4-FFF2-40B4-BE49-F238E27FC236}">
                <a16:creationId xmlns:a16="http://schemas.microsoft.com/office/drawing/2014/main" id="{7BEACC76-FBE3-33D1-C9D7-6F69BBA9DB2C}"/>
              </a:ext>
            </a:extLst>
          </p:cNvPr>
          <p:cNvSpPr/>
          <p:nvPr/>
        </p:nvSpPr>
        <p:spPr>
          <a:xfrm>
            <a:off x="6278880" y="3419856"/>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B06 · 33   How do residents keep choice, incl. offline?</a:t>
            </a:r>
            <a:endParaRPr lang="en-US"/>
          </a:p>
        </p:txBody>
      </p:sp>
      <p:sp>
        <p:nvSpPr>
          <p:cNvPr id="21343" name="Index B07">
            <a:extLst>
              <a:ext uri="{FF2B5EF4-FFF2-40B4-BE49-F238E27FC236}">
                <a16:creationId xmlns:a16="http://schemas.microsoft.com/office/drawing/2014/main" id="{8C6AFA88-AD3C-F2D6-F272-E1707A1796ED}"/>
              </a:ext>
            </a:extLst>
          </p:cNvPr>
          <p:cNvSpPr/>
          <p:nvPr/>
        </p:nvSpPr>
        <p:spPr>
          <a:xfrm>
            <a:off x="6278880" y="3657600"/>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B07 · 34   What stops humans rubber-stamping AI?</a:t>
            </a:r>
            <a:endParaRPr lang="en-US"/>
          </a:p>
        </p:txBody>
      </p:sp>
      <p:sp>
        <p:nvSpPr>
          <p:cNvPr id="21371" name="Index B21">
            <a:extLst>
              <a:ext uri="{FF2B5EF4-FFF2-40B4-BE49-F238E27FC236}">
                <a16:creationId xmlns:a16="http://schemas.microsoft.com/office/drawing/2014/main" id="{53CA4019-5119-F6D9-FEE2-3CA57BF30135}"/>
              </a:ext>
            </a:extLst>
          </p:cNvPr>
          <p:cNvSpPr/>
          <p:nvPr/>
        </p:nvSpPr>
        <p:spPr>
          <a:xfrm>
            <a:off x="6278880" y="3895344"/>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B21 · 48   How do you prevent hallucination and injection?</a:t>
            </a:r>
            <a:endParaRPr lang="en-US"/>
          </a:p>
        </p:txBody>
      </p:sp>
      <p:sp>
        <p:nvSpPr>
          <p:cNvPr id="21400" name="Index B22">
            <a:extLst>
              <a:ext uri="{FF2B5EF4-FFF2-40B4-BE49-F238E27FC236}">
                <a16:creationId xmlns:a16="http://schemas.microsoft.com/office/drawing/2014/main" id="{1EBB2B72-B35D-A6AF-31B2-9D0702707490}"/>
              </a:ext>
            </a:extLst>
          </p:cNvPr>
          <p:cNvSpPr/>
          <p:nvPr/>
        </p:nvSpPr>
        <p:spPr>
          <a:xfrm>
            <a:off x="6278880" y="4133088"/>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B22 · 49   Can data leave the UK or train a model?</a:t>
            </a:r>
            <a:endParaRPr lang="en-US"/>
          </a:p>
        </p:txBody>
      </p:sp>
      <p:sp>
        <p:nvSpPr>
          <p:cNvPr id="21430" name="Index B23">
            <a:extLst>
              <a:ext uri="{FF2B5EF4-FFF2-40B4-BE49-F238E27FC236}">
                <a16:creationId xmlns:a16="http://schemas.microsoft.com/office/drawing/2014/main" id="{6D672114-6EA8-9EF0-DE3D-711E03756CC1}"/>
              </a:ext>
            </a:extLst>
          </p:cNvPr>
          <p:cNvSpPr/>
          <p:nvPr/>
        </p:nvSpPr>
        <p:spPr>
          <a:xfrm>
            <a:off x="6278880" y="4370832"/>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B23 · 50   How will you know it is fair and accessible?</a:t>
            </a:r>
            <a:endParaRPr lang="en-US"/>
          </a:p>
        </p:txBody>
      </p:sp>
      <p:sp>
        <p:nvSpPr>
          <p:cNvPr id="21493" name="Group Operations And Demo">
            <a:extLst>
              <a:ext uri="{FF2B5EF4-FFF2-40B4-BE49-F238E27FC236}">
                <a16:creationId xmlns:a16="http://schemas.microsoft.com/office/drawing/2014/main" id="{9F85D5D1-05D4-9248-D001-AF353D876FFA}"/>
              </a:ext>
            </a:extLst>
          </p:cNvPr>
          <p:cNvSpPr/>
          <p:nvPr/>
        </p:nvSpPr>
        <p:spPr>
          <a:xfrm>
            <a:off x="6278880" y="4965192"/>
            <a:ext cx="2453352" cy="30175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OPERATIONS AND DEMO</a:t>
            </a:r>
          </a:p>
          <a:p>
            <a:pPr algn="l">
              <a:buNone/>
            </a:pPr>
            <a:r>
              <a:rPr lang="en-US" sz="100">
                <a:effectLst/>
              </a:rPr>
              <a:t> </a:t>
            </a:r>
            <a:endParaRPr lang="en-US"/>
          </a:p>
        </p:txBody>
      </p:sp>
      <p:sp>
        <p:nvSpPr>
          <p:cNvPr id="21526" name="Index B16">
            <a:extLst>
              <a:ext uri="{FF2B5EF4-FFF2-40B4-BE49-F238E27FC236}">
                <a16:creationId xmlns:a16="http://schemas.microsoft.com/office/drawing/2014/main" id="{8F6916B4-5C94-F345-3F11-E6DC9601BE0D}"/>
              </a:ext>
            </a:extLst>
          </p:cNvPr>
          <p:cNvSpPr/>
          <p:nvPr/>
        </p:nvSpPr>
        <p:spPr>
          <a:xfrm>
            <a:off x="6278880" y="5266944"/>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B16 · 43   What if the model, cloud or deployment fails?</a:t>
            </a:r>
            <a:endParaRPr lang="en-US"/>
          </a:p>
        </p:txBody>
      </p:sp>
      <p:sp>
        <p:nvSpPr>
          <p:cNvPr id="21560" name="Index B18">
            <a:extLst>
              <a:ext uri="{FF2B5EF4-FFF2-40B4-BE49-F238E27FC236}">
                <a16:creationId xmlns:a16="http://schemas.microsoft.com/office/drawing/2014/main" id="{C92C8888-DC6F-EBED-C655-FBDA92F20525}"/>
              </a:ext>
            </a:extLst>
          </p:cNvPr>
          <p:cNvSpPr/>
          <p:nvPr/>
        </p:nvSpPr>
        <p:spPr>
          <a:xfrm>
            <a:off x="6278880" y="5504688"/>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B18 · 45   Can you demo a new live action now?</a:t>
            </a:r>
            <a:endParaRPr lang="en-US"/>
          </a:p>
        </p:txBody>
      </p:sp>
      <p:sp>
        <p:nvSpPr>
          <p:cNvPr id="25740" name="Spacer B20">
            <a:extLst>
              <a:ext uri="{FF2B5EF4-FFF2-40B4-BE49-F238E27FC236}">
                <a16:creationId xmlns:a16="http://schemas.microsoft.com/office/drawing/2014/main" id="{29BA3FE6-230F-49F1-DB06-DD6AADAE130E}"/>
              </a:ext>
            </a:extLst>
          </p:cNvPr>
          <p:cNvSpPr/>
          <p:nvPr/>
        </p:nvSpPr>
        <p:spPr>
          <a:xfrm>
            <a:off x="548640" y="2999232"/>
            <a:ext cx="5364480" cy="11887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767" name="Index B20">
            <a:extLst>
              <a:ext uri="{FF2B5EF4-FFF2-40B4-BE49-F238E27FC236}">
                <a16:creationId xmlns:a16="http://schemas.microsoft.com/office/drawing/2014/main" id="{AB73053C-9D85-E892-AACC-16259DE03E98}"/>
              </a:ext>
            </a:extLst>
          </p:cNvPr>
          <p:cNvSpPr/>
          <p:nvPr/>
        </p:nvSpPr>
        <p:spPr>
          <a:xfrm>
            <a:off x="548640" y="2761488"/>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B20 · 47   Why Azure, not M365, Power Platform or buy?</a:t>
            </a:r>
            <a:endParaRPr lang="en-US"/>
          </a:p>
        </p:txBody>
      </p:sp>
      <p:sp>
        <p:nvSpPr>
          <p:cNvPr id="25795" name="Spacer B15">
            <a:extLst>
              <a:ext uri="{FF2B5EF4-FFF2-40B4-BE49-F238E27FC236}">
                <a16:creationId xmlns:a16="http://schemas.microsoft.com/office/drawing/2014/main" id="{D09C3E20-9D87-4F16-5C4C-D03E83174036}"/>
              </a:ext>
            </a:extLst>
          </p:cNvPr>
          <p:cNvSpPr/>
          <p:nvPr/>
        </p:nvSpPr>
        <p:spPr>
          <a:xfrm>
            <a:off x="548640" y="4133088"/>
            <a:ext cx="5364480" cy="11887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824" name="Index B15">
            <a:extLst>
              <a:ext uri="{FF2B5EF4-FFF2-40B4-BE49-F238E27FC236}">
                <a16:creationId xmlns:a16="http://schemas.microsoft.com/office/drawing/2014/main" id="{BE48334D-429D-BEF4-188F-DA8D46A926A6}"/>
              </a:ext>
            </a:extLst>
          </p:cNvPr>
          <p:cNvSpPr/>
          <p:nvPr/>
        </p:nvSpPr>
        <p:spPr>
          <a:xfrm>
            <a:off x="548640" y="3895344"/>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B15 · 42   What must happen before a pilot decision?</a:t>
            </a:r>
            <a:endParaRPr lang="en-US"/>
          </a:p>
        </p:txBody>
      </p:sp>
      <p:sp>
        <p:nvSpPr>
          <p:cNvPr id="25854" name="Spacer B27">
            <a:extLst>
              <a:ext uri="{FF2B5EF4-FFF2-40B4-BE49-F238E27FC236}">
                <a16:creationId xmlns:a16="http://schemas.microsoft.com/office/drawing/2014/main" id="{3D2EF8F5-BB6D-F69B-9AF4-B5A524C23EDB}"/>
              </a:ext>
            </a:extLst>
          </p:cNvPr>
          <p:cNvSpPr/>
          <p:nvPr/>
        </p:nvSpPr>
        <p:spPr>
          <a:xfrm>
            <a:off x="548640" y="5742432"/>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885" name="Index B27">
            <a:extLst>
              <a:ext uri="{FF2B5EF4-FFF2-40B4-BE49-F238E27FC236}">
                <a16:creationId xmlns:a16="http://schemas.microsoft.com/office/drawing/2014/main" id="{5F3170BC-B5B9-D07D-A900-7F3822399580}"/>
              </a:ext>
            </a:extLst>
          </p:cNvPr>
          <p:cNvSpPr/>
          <p:nvPr/>
        </p:nvSpPr>
        <p:spPr>
          <a:xfrm>
            <a:off x="548640" y="5504688"/>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B27 · 54   What stops chat and agent sprawl?</a:t>
            </a:r>
            <a:endParaRPr lang="en-US"/>
          </a:p>
        </p:txBody>
      </p:sp>
      <p:sp>
        <p:nvSpPr>
          <p:cNvPr id="25917" name="Spacer B14">
            <a:extLst>
              <a:ext uri="{FF2B5EF4-FFF2-40B4-BE49-F238E27FC236}">
                <a16:creationId xmlns:a16="http://schemas.microsoft.com/office/drawing/2014/main" id="{FF9B3F91-ECA6-D549-7134-7E6889761BB2}"/>
              </a:ext>
            </a:extLst>
          </p:cNvPr>
          <p:cNvSpPr/>
          <p:nvPr/>
        </p:nvSpPr>
        <p:spPr>
          <a:xfrm>
            <a:off x="6278880" y="2999232"/>
            <a:ext cx="5364480" cy="11887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950" name="Index B14">
            <a:extLst>
              <a:ext uri="{FF2B5EF4-FFF2-40B4-BE49-F238E27FC236}">
                <a16:creationId xmlns:a16="http://schemas.microsoft.com/office/drawing/2014/main" id="{98503180-371B-D537-6DC9-A196C76F048E}"/>
              </a:ext>
            </a:extLst>
          </p:cNvPr>
          <p:cNvSpPr/>
          <p:nvPr/>
        </p:nvSpPr>
        <p:spPr>
          <a:xfrm>
            <a:off x="6278880" y="2761488"/>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B14 · 41   Is it agentic if so much is deterministic?</a:t>
            </a:r>
            <a:endParaRPr lang="en-US"/>
          </a:p>
        </p:txBody>
      </p:sp>
      <p:sp>
        <p:nvSpPr>
          <p:cNvPr id="25984" name="Spacer B24">
            <a:extLst>
              <a:ext uri="{FF2B5EF4-FFF2-40B4-BE49-F238E27FC236}">
                <a16:creationId xmlns:a16="http://schemas.microsoft.com/office/drawing/2014/main" id="{347A2310-8E90-DC4F-8BCA-C35951ED615A}"/>
              </a:ext>
            </a:extLst>
          </p:cNvPr>
          <p:cNvSpPr/>
          <p:nvPr/>
        </p:nvSpPr>
        <p:spPr>
          <a:xfrm>
            <a:off x="6278880" y="4846320"/>
            <a:ext cx="5364480" cy="11887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019" name="Index B24">
            <a:extLst>
              <a:ext uri="{FF2B5EF4-FFF2-40B4-BE49-F238E27FC236}">
                <a16:creationId xmlns:a16="http://schemas.microsoft.com/office/drawing/2014/main" id="{529EA319-4AFC-70D3-70E9-E13961FAD092}"/>
              </a:ext>
            </a:extLst>
          </p:cNvPr>
          <p:cNvSpPr/>
          <p:nvPr/>
        </p:nvSpPr>
        <p:spPr>
          <a:xfrm>
            <a:off x="6278880" y="4608576"/>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B24 · 51   How do policy, law and funding stay current?</a:t>
            </a:r>
            <a:endParaRPr lang="en-US"/>
          </a:p>
        </p:txBody>
      </p:sp>
      <p:sp>
        <p:nvSpPr>
          <p:cNvPr id="26055" name="Spacer B19">
            <a:extLst>
              <a:ext uri="{FF2B5EF4-FFF2-40B4-BE49-F238E27FC236}">
                <a16:creationId xmlns:a16="http://schemas.microsoft.com/office/drawing/2014/main" id="{84ACD896-7CFF-B980-CF59-864AA05D0EBF}"/>
              </a:ext>
            </a:extLst>
          </p:cNvPr>
          <p:cNvSpPr/>
          <p:nvPr/>
        </p:nvSpPr>
        <p:spPr>
          <a:xfrm>
            <a:off x="6278880" y="5980176"/>
            <a:ext cx="5364480" cy="14630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092" name="Index B19">
            <a:extLst>
              <a:ext uri="{FF2B5EF4-FFF2-40B4-BE49-F238E27FC236}">
                <a16:creationId xmlns:a16="http://schemas.microsoft.com/office/drawing/2014/main" id="{4428FDF0-9C71-026B-7F1B-E8C88F3E159C}"/>
              </a:ext>
            </a:extLst>
          </p:cNvPr>
          <p:cNvSpPr/>
          <p:nvPr/>
        </p:nvSpPr>
        <p:spPr>
          <a:xfrm>
            <a:off x="6278880" y="5742432"/>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B19 · 46   Sensors: can AI diagnose damp or mould?</a:t>
            </a:r>
            <a:endParaRPr lang="en-US"/>
          </a:p>
        </p:txBody>
      </p:sp>
    </p:spTree>
    <p:extLst>
      <p:ext uri="{BB962C8B-B14F-4D97-AF65-F5344CB8AC3E}">
        <p14:creationId xmlns:p14="http://schemas.microsoft.com/office/powerpoint/2010/main" val="376164286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2658" name="Eyebrow">
            <a:extLst>
              <a:ext uri="{FF2B5EF4-FFF2-40B4-BE49-F238E27FC236}">
                <a16:creationId xmlns:a16="http://schemas.microsoft.com/office/drawing/2014/main" id="{455462CC-5953-606B-96CE-07E232DE4958}"/>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B01 · CEO / COO</a:t>
            </a:r>
          </a:p>
          <a:p>
            <a:pPr algn="l">
              <a:buNone/>
            </a:pPr>
            <a:r>
              <a:rPr lang="en-US" sz="100">
                <a:effectLst/>
              </a:rPr>
              <a:t> </a:t>
            </a:r>
            <a:endParaRPr lang="en-US"/>
          </a:p>
        </p:txBody>
      </p:sp>
      <p:sp>
        <p:nvSpPr>
          <p:cNvPr id="2660" name="Slide title">
            <a:extLst>
              <a:ext uri="{FF2B5EF4-FFF2-40B4-BE49-F238E27FC236}">
                <a16:creationId xmlns:a16="http://schemas.microsoft.com/office/drawing/2014/main" id="{C8F00832-1214-0BD0-B3FA-7D370D1FB7FF}"/>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Why not fix the process and hire more people instead?</a:t>
            </a:r>
          </a:p>
          <a:p>
            <a:pPr algn="l">
              <a:buNone/>
            </a:pPr>
            <a:r>
              <a:rPr lang="en-US" sz="100">
                <a:effectLst/>
              </a:rPr>
              <a:t> </a:t>
            </a:r>
            <a:endParaRPr lang="en-US"/>
          </a:p>
        </p:txBody>
      </p:sp>
      <p:sp>
        <p:nvSpPr>
          <p:cNvPr id="2663" name="Footer sources">
            <a:extLst>
              <a:ext uri="{FF2B5EF4-FFF2-40B4-BE49-F238E27FC236}">
                <a16:creationId xmlns:a16="http://schemas.microsoft.com/office/drawing/2014/main" id="{6DFFADE5-4C80-B4C8-016F-AF3835CEB62B}"/>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E02 · E10</a:t>
            </a:r>
          </a:p>
          <a:p>
            <a:pPr algn="l">
              <a:buNone/>
            </a:pPr>
            <a:r>
              <a:rPr lang="en-US" sz="100">
                <a:effectLst/>
              </a:rPr>
              <a:t> </a:t>
            </a:r>
            <a:endParaRPr lang="en-US"/>
          </a:p>
        </p:txBody>
      </p:sp>
      <p:sp>
        <p:nvSpPr>
          <p:cNvPr id="2667" name="Footer navigation">
            <a:extLst>
              <a:ext uri="{FF2B5EF4-FFF2-40B4-BE49-F238E27FC236}">
                <a16:creationId xmlns:a16="http://schemas.microsoft.com/office/drawing/2014/main" id="{ABDFCC38-6450-5C59-7B14-24AA480793E3}"/>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B01 · Index: slide 27</a:t>
            </a:r>
            <a:endParaRPr lang="en-US"/>
          </a:p>
        </p:txBody>
      </p:sp>
      <p:sp>
        <p:nvSpPr>
          <p:cNvPr id="2672" name="Return pill">
            <a:extLst>
              <a:ext uri="{FF2B5EF4-FFF2-40B4-BE49-F238E27FC236}">
                <a16:creationId xmlns:a16="http://schemas.microsoft.com/office/drawing/2014/main" id="{D80FB324-E76C-D307-BC13-EC584ADAB0BE}"/>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S04 · slide 4</a:t>
            </a:r>
            <a:endParaRPr lang="en-US"/>
          </a:p>
        </p:txBody>
      </p:sp>
      <p:sp>
        <p:nvSpPr>
          <p:cNvPr id="17073" name="Option 1 card">
            <a:extLst>
              <a:ext uri="{FF2B5EF4-FFF2-40B4-BE49-F238E27FC236}">
                <a16:creationId xmlns:a16="http://schemas.microsoft.com/office/drawing/2014/main" id="{04D4C0D2-CE43-F1E3-BA23-03B8200CC3E5}"/>
              </a:ext>
            </a:extLst>
          </p:cNvPr>
          <p:cNvSpPr/>
          <p:nvPr/>
        </p:nvSpPr>
        <p:spPr>
          <a:xfrm>
            <a:off x="548640" y="1508760"/>
            <a:ext cx="3545840" cy="356616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075" name="Option 1 label">
            <a:extLst>
              <a:ext uri="{FF2B5EF4-FFF2-40B4-BE49-F238E27FC236}">
                <a16:creationId xmlns:a16="http://schemas.microsoft.com/office/drawing/2014/main" id="{7413231B-0D1A-84DA-910F-5580CAFB766D}"/>
              </a:ext>
            </a:extLst>
          </p:cNvPr>
          <p:cNvSpPr/>
          <p:nvPr/>
        </p:nvSpPr>
        <p:spPr>
          <a:xfrm>
            <a:off x="609600" y="1661160"/>
            <a:ext cx="34239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OPTION 1</a:t>
            </a:r>
          </a:p>
          <a:p>
            <a:pPr algn="l">
              <a:buNone/>
            </a:pPr>
            <a:r>
              <a:rPr lang="en-US" sz="100">
                <a:effectLst/>
              </a:rPr>
              <a:t> </a:t>
            </a:r>
            <a:endParaRPr lang="en-US"/>
          </a:p>
        </p:txBody>
      </p:sp>
      <p:sp>
        <p:nvSpPr>
          <p:cNvPr id="17078" name="Option 1 name">
            <a:extLst>
              <a:ext uri="{FF2B5EF4-FFF2-40B4-BE49-F238E27FC236}">
                <a16:creationId xmlns:a16="http://schemas.microsoft.com/office/drawing/2014/main" id="{530EBFA5-53BB-57A2-80C0-2295AE98DF29}"/>
              </a:ext>
            </a:extLst>
          </p:cNvPr>
          <p:cNvSpPr/>
          <p:nvPr/>
        </p:nvSpPr>
        <p:spPr>
          <a:xfrm>
            <a:off x="609600" y="1981200"/>
            <a:ext cx="3423920"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Manual / process only</a:t>
            </a:r>
          </a:p>
          <a:p>
            <a:pPr algn="l">
              <a:buNone/>
            </a:pPr>
            <a:r>
              <a:rPr lang="en-US" sz="100">
                <a:effectLst/>
              </a:rPr>
              <a:t> </a:t>
            </a:r>
            <a:endParaRPr lang="en-US"/>
          </a:p>
        </p:txBody>
      </p:sp>
      <p:sp>
        <p:nvSpPr>
          <p:cNvPr id="17082" name="Option 1 lead">
            <a:extLst>
              <a:ext uri="{FF2B5EF4-FFF2-40B4-BE49-F238E27FC236}">
                <a16:creationId xmlns:a16="http://schemas.microsoft.com/office/drawing/2014/main" id="{C1484AD2-F4BD-711A-09DC-4B6FB3E7679A}"/>
              </a:ext>
            </a:extLst>
          </p:cNvPr>
          <p:cNvSpPr/>
          <p:nvPr/>
        </p:nvSpPr>
        <p:spPr>
          <a:xfrm>
            <a:off x="609600" y="2468880"/>
            <a:ext cx="342392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Process improvement is the baseline</a:t>
            </a:r>
          </a:p>
          <a:p>
            <a:pPr algn="l">
              <a:buNone/>
            </a:pPr>
            <a:r>
              <a:rPr lang="en-US" sz="100">
                <a:effectLst/>
              </a:rPr>
              <a:t> </a:t>
            </a:r>
            <a:endParaRPr lang="en-US"/>
          </a:p>
        </p:txBody>
      </p:sp>
      <p:sp>
        <p:nvSpPr>
          <p:cNvPr id="17087" name="Option 1 trade-off label">
            <a:extLst>
              <a:ext uri="{FF2B5EF4-FFF2-40B4-BE49-F238E27FC236}">
                <a16:creationId xmlns:a16="http://schemas.microsoft.com/office/drawing/2014/main" id="{58E1BFED-7FA5-6FC1-CD0F-EA382D68CFF7}"/>
              </a:ext>
            </a:extLst>
          </p:cNvPr>
          <p:cNvSpPr/>
          <p:nvPr/>
        </p:nvSpPr>
        <p:spPr>
          <a:xfrm>
            <a:off x="609600" y="3246120"/>
            <a:ext cx="34239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TRADE-OFF</a:t>
            </a:r>
          </a:p>
          <a:p>
            <a:pPr algn="l">
              <a:buNone/>
            </a:pPr>
            <a:r>
              <a:rPr lang="en-US" sz="100">
                <a:effectLst/>
              </a:rPr>
              <a:t> </a:t>
            </a:r>
            <a:endParaRPr lang="en-US"/>
          </a:p>
        </p:txBody>
      </p:sp>
      <p:sp>
        <p:nvSpPr>
          <p:cNvPr id="17093" name="Option 1 trade-off">
            <a:extLst>
              <a:ext uri="{FF2B5EF4-FFF2-40B4-BE49-F238E27FC236}">
                <a16:creationId xmlns:a16="http://schemas.microsoft.com/office/drawing/2014/main" id="{1EAFD8D7-485F-A66A-0DD6-BB451D7CF5E8}"/>
              </a:ext>
            </a:extLst>
          </p:cNvPr>
          <p:cNvSpPr/>
          <p:nvPr/>
        </p:nvSpPr>
        <p:spPr>
          <a:xfrm>
            <a:off x="609600" y="3566160"/>
            <a:ext cx="342392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Additional staff or contractor capacity may still be necessary</a:t>
            </a:r>
          </a:p>
          <a:p>
            <a:pPr algn="l">
              <a:buNone/>
            </a:pPr>
            <a:r>
              <a:rPr lang="en-US" sz="100">
                <a:effectLst/>
              </a:rPr>
              <a:t> </a:t>
            </a:r>
            <a:endParaRPr lang="en-US"/>
          </a:p>
        </p:txBody>
      </p:sp>
      <p:sp>
        <p:nvSpPr>
          <p:cNvPr id="17100" name="Option 1 status pill">
            <a:extLst>
              <a:ext uri="{FF2B5EF4-FFF2-40B4-BE49-F238E27FC236}">
                <a16:creationId xmlns:a16="http://schemas.microsoft.com/office/drawing/2014/main" id="{2EBCA733-D62F-A2EA-7BAA-D9BDB9DB4F36}"/>
              </a:ext>
            </a:extLst>
          </p:cNvPr>
          <p:cNvSpPr/>
          <p:nvPr/>
        </p:nvSpPr>
        <p:spPr>
          <a:xfrm>
            <a:off x="701040" y="4602480"/>
            <a:ext cx="2788920"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STAFFING PLAN SET IN PILOT</a:t>
            </a:r>
            <a:endParaRPr lang="en-US"/>
          </a:p>
        </p:txBody>
      </p:sp>
      <p:sp>
        <p:nvSpPr>
          <p:cNvPr id="17108" name="Option 2 card">
            <a:extLst>
              <a:ext uri="{FF2B5EF4-FFF2-40B4-BE49-F238E27FC236}">
                <a16:creationId xmlns:a16="http://schemas.microsoft.com/office/drawing/2014/main" id="{3F0880FD-C82A-1B22-0B4D-A998DAE2B6E8}"/>
              </a:ext>
            </a:extLst>
          </p:cNvPr>
          <p:cNvSpPr/>
          <p:nvPr/>
        </p:nvSpPr>
        <p:spPr>
          <a:xfrm>
            <a:off x="4323080" y="1508760"/>
            <a:ext cx="3545840" cy="356616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117" name="Option 2 label">
            <a:extLst>
              <a:ext uri="{FF2B5EF4-FFF2-40B4-BE49-F238E27FC236}">
                <a16:creationId xmlns:a16="http://schemas.microsoft.com/office/drawing/2014/main" id="{7ACC2920-08EC-150D-6863-4265D7977CF3}"/>
              </a:ext>
            </a:extLst>
          </p:cNvPr>
          <p:cNvSpPr/>
          <p:nvPr/>
        </p:nvSpPr>
        <p:spPr>
          <a:xfrm>
            <a:off x="4384040" y="1661160"/>
            <a:ext cx="34239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OPTION 2</a:t>
            </a:r>
          </a:p>
          <a:p>
            <a:pPr algn="l">
              <a:buNone/>
            </a:pPr>
            <a:r>
              <a:rPr lang="en-US" sz="100">
                <a:effectLst/>
              </a:rPr>
              <a:t> </a:t>
            </a:r>
            <a:endParaRPr lang="en-US"/>
          </a:p>
        </p:txBody>
      </p:sp>
      <p:sp>
        <p:nvSpPr>
          <p:cNvPr id="17127" name="Option 2 name">
            <a:extLst>
              <a:ext uri="{FF2B5EF4-FFF2-40B4-BE49-F238E27FC236}">
                <a16:creationId xmlns:a16="http://schemas.microsoft.com/office/drawing/2014/main" id="{E636BACD-B0A5-80C6-7BCB-F6BCAF2B90EF}"/>
              </a:ext>
            </a:extLst>
          </p:cNvPr>
          <p:cNvSpPr/>
          <p:nvPr/>
        </p:nvSpPr>
        <p:spPr>
          <a:xfrm>
            <a:off x="4384040" y="1981200"/>
            <a:ext cx="3423920"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Workflow + rules</a:t>
            </a:r>
          </a:p>
          <a:p>
            <a:pPr algn="l">
              <a:buNone/>
            </a:pPr>
            <a:r>
              <a:rPr lang="en-US" sz="100">
                <a:effectLst/>
              </a:rPr>
              <a:t> </a:t>
            </a:r>
            <a:endParaRPr lang="en-US"/>
          </a:p>
        </p:txBody>
      </p:sp>
      <p:sp>
        <p:nvSpPr>
          <p:cNvPr id="17138" name="Option 2 lead">
            <a:extLst>
              <a:ext uri="{FF2B5EF4-FFF2-40B4-BE49-F238E27FC236}">
                <a16:creationId xmlns:a16="http://schemas.microsoft.com/office/drawing/2014/main" id="{F10BF08D-D115-4C79-E8FF-17F749FAA847}"/>
              </a:ext>
            </a:extLst>
          </p:cNvPr>
          <p:cNvSpPr/>
          <p:nvPr/>
        </p:nvSpPr>
        <p:spPr>
          <a:xfrm>
            <a:off x="4384040" y="2468880"/>
            <a:ext cx="342392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Workflow must beat the baseline</a:t>
            </a:r>
          </a:p>
          <a:p>
            <a:pPr algn="l">
              <a:buNone/>
            </a:pPr>
            <a:r>
              <a:rPr lang="en-US" sz="100">
                <a:effectLst/>
              </a:rPr>
              <a:t> </a:t>
            </a:r>
            <a:endParaRPr lang="en-US"/>
          </a:p>
        </p:txBody>
      </p:sp>
      <p:sp>
        <p:nvSpPr>
          <p:cNvPr id="17150" name="Option 2 trade-off label">
            <a:extLst>
              <a:ext uri="{FF2B5EF4-FFF2-40B4-BE49-F238E27FC236}">
                <a16:creationId xmlns:a16="http://schemas.microsoft.com/office/drawing/2014/main" id="{509F7E13-E3E6-CAE3-0766-EBF4A331A910}"/>
              </a:ext>
            </a:extLst>
          </p:cNvPr>
          <p:cNvSpPr/>
          <p:nvPr/>
        </p:nvSpPr>
        <p:spPr>
          <a:xfrm>
            <a:off x="4384040" y="3246120"/>
            <a:ext cx="34239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TRADE-OFF</a:t>
            </a:r>
          </a:p>
          <a:p>
            <a:pPr algn="l">
              <a:buNone/>
            </a:pPr>
            <a:r>
              <a:rPr lang="en-US" sz="100">
                <a:effectLst/>
              </a:rPr>
              <a:t> </a:t>
            </a:r>
            <a:endParaRPr lang="en-US"/>
          </a:p>
        </p:txBody>
      </p:sp>
      <p:sp>
        <p:nvSpPr>
          <p:cNvPr id="17163" name="Option 2 trade-off">
            <a:extLst>
              <a:ext uri="{FF2B5EF4-FFF2-40B4-BE49-F238E27FC236}">
                <a16:creationId xmlns:a16="http://schemas.microsoft.com/office/drawing/2014/main" id="{A6F9A81E-7582-A9D4-1373-41AA90B3D4BF}"/>
              </a:ext>
            </a:extLst>
          </p:cNvPr>
          <p:cNvSpPr/>
          <p:nvPr/>
        </p:nvSpPr>
        <p:spPr>
          <a:xfrm>
            <a:off x="4384040" y="3566160"/>
            <a:ext cx="342392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If rules and templates deliver the better accepted-task result, retain them</a:t>
            </a:r>
          </a:p>
          <a:p>
            <a:pPr algn="l">
              <a:buNone/>
            </a:pPr>
            <a:r>
              <a:rPr lang="en-US" sz="100">
                <a:effectLst/>
              </a:rPr>
              <a:t> </a:t>
            </a:r>
            <a:endParaRPr lang="en-US"/>
          </a:p>
        </p:txBody>
      </p:sp>
      <p:sp>
        <p:nvSpPr>
          <p:cNvPr id="17177" name="Option 2 status pill">
            <a:extLst>
              <a:ext uri="{FF2B5EF4-FFF2-40B4-BE49-F238E27FC236}">
                <a16:creationId xmlns:a16="http://schemas.microsoft.com/office/drawing/2014/main" id="{6DA12651-E417-CF7C-D120-4F701DD7088F}"/>
              </a:ext>
            </a:extLst>
          </p:cNvPr>
          <p:cNvSpPr/>
          <p:nvPr/>
        </p:nvSpPr>
        <p:spPr>
          <a:xfrm>
            <a:off x="4475480" y="4602480"/>
            <a:ext cx="3127248"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COMPARISON 1 · READY TO RUN</a:t>
            </a:r>
            <a:endParaRPr lang="en-US"/>
          </a:p>
        </p:txBody>
      </p:sp>
      <p:sp>
        <p:nvSpPr>
          <p:cNvPr id="17192" name="Option 3 card">
            <a:extLst>
              <a:ext uri="{FF2B5EF4-FFF2-40B4-BE49-F238E27FC236}">
                <a16:creationId xmlns:a16="http://schemas.microsoft.com/office/drawing/2014/main" id="{DB2165C5-FDEA-8FAF-AC87-0566BDEEC749}"/>
              </a:ext>
            </a:extLst>
          </p:cNvPr>
          <p:cNvSpPr/>
          <p:nvPr/>
        </p:nvSpPr>
        <p:spPr>
          <a:xfrm>
            <a:off x="8097520" y="1508760"/>
            <a:ext cx="3545840" cy="3566160"/>
          </a:xfrm>
          <a:prstGeom prst="rect">
            <a:avLst/>
          </a:prstGeom>
          <a:solidFill>
            <a:srgbClr val="F0EBFA"/>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208" name="Option 3 label">
            <a:extLst>
              <a:ext uri="{FF2B5EF4-FFF2-40B4-BE49-F238E27FC236}">
                <a16:creationId xmlns:a16="http://schemas.microsoft.com/office/drawing/2014/main" id="{DD331B0E-86B4-F59C-2242-86EB229E31DE}"/>
              </a:ext>
            </a:extLst>
          </p:cNvPr>
          <p:cNvSpPr/>
          <p:nvPr/>
        </p:nvSpPr>
        <p:spPr>
          <a:xfrm>
            <a:off x="8158480" y="1661160"/>
            <a:ext cx="34239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OPTION 3</a:t>
            </a:r>
          </a:p>
          <a:p>
            <a:pPr algn="l">
              <a:buNone/>
            </a:pPr>
            <a:r>
              <a:rPr lang="en-US" sz="100">
                <a:effectLst/>
              </a:rPr>
              <a:t> </a:t>
            </a:r>
            <a:endParaRPr lang="en-US"/>
          </a:p>
        </p:txBody>
      </p:sp>
      <p:sp>
        <p:nvSpPr>
          <p:cNvPr id="17225" name="Option 3 name">
            <a:extLst>
              <a:ext uri="{FF2B5EF4-FFF2-40B4-BE49-F238E27FC236}">
                <a16:creationId xmlns:a16="http://schemas.microsoft.com/office/drawing/2014/main" id="{3184E62D-9180-C88F-3DE6-34F2F31BB285}"/>
              </a:ext>
            </a:extLst>
          </p:cNvPr>
          <p:cNvSpPr/>
          <p:nvPr/>
        </p:nvSpPr>
        <p:spPr>
          <a:xfrm>
            <a:off x="8158480" y="1981200"/>
            <a:ext cx="3423920"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Workflow + bounded AI</a:t>
            </a:r>
          </a:p>
          <a:p>
            <a:pPr algn="l">
              <a:buNone/>
            </a:pPr>
            <a:r>
              <a:rPr lang="en-US" sz="100">
                <a:effectLst/>
              </a:rPr>
              <a:t> </a:t>
            </a:r>
            <a:endParaRPr lang="en-US"/>
          </a:p>
        </p:txBody>
      </p:sp>
      <p:sp>
        <p:nvSpPr>
          <p:cNvPr id="17243" name="Option 3 lead">
            <a:extLst>
              <a:ext uri="{FF2B5EF4-FFF2-40B4-BE49-F238E27FC236}">
                <a16:creationId xmlns:a16="http://schemas.microsoft.com/office/drawing/2014/main" id="{F14004F9-58AC-8BA5-5DE2-7306F0E9E28D}"/>
              </a:ext>
            </a:extLst>
          </p:cNvPr>
          <p:cNvSpPr/>
          <p:nvPr/>
        </p:nvSpPr>
        <p:spPr>
          <a:xfrm>
            <a:off x="8158480" y="2468880"/>
            <a:ext cx="342392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AI must beat the same workflow without AI</a:t>
            </a:r>
          </a:p>
          <a:p>
            <a:pPr algn="l">
              <a:buNone/>
            </a:pPr>
            <a:r>
              <a:rPr lang="en-US" sz="100">
                <a:effectLst/>
              </a:rPr>
              <a:t> </a:t>
            </a:r>
            <a:endParaRPr lang="en-US"/>
          </a:p>
        </p:txBody>
      </p:sp>
      <p:sp>
        <p:nvSpPr>
          <p:cNvPr id="17262" name="Option 3 trade-off label">
            <a:extLst>
              <a:ext uri="{FF2B5EF4-FFF2-40B4-BE49-F238E27FC236}">
                <a16:creationId xmlns:a16="http://schemas.microsoft.com/office/drawing/2014/main" id="{111E61C8-2117-97F6-3507-7CFFC77F0639}"/>
              </a:ext>
            </a:extLst>
          </p:cNvPr>
          <p:cNvSpPr/>
          <p:nvPr/>
        </p:nvSpPr>
        <p:spPr>
          <a:xfrm>
            <a:off x="8158480" y="3246120"/>
            <a:ext cx="34239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TRADE-OFF</a:t>
            </a:r>
          </a:p>
          <a:p>
            <a:pPr algn="l">
              <a:buNone/>
            </a:pPr>
            <a:r>
              <a:rPr lang="en-US" sz="100">
                <a:effectLst/>
              </a:rPr>
              <a:t> </a:t>
            </a:r>
            <a:endParaRPr lang="en-US"/>
          </a:p>
        </p:txBody>
      </p:sp>
      <p:sp>
        <p:nvSpPr>
          <p:cNvPr id="17303" name="Option 3 status pill">
            <a:extLst>
              <a:ext uri="{FF2B5EF4-FFF2-40B4-BE49-F238E27FC236}">
                <a16:creationId xmlns:a16="http://schemas.microsoft.com/office/drawing/2014/main" id="{5D309B5F-2952-2879-A69D-C7B1F4D79F6A}"/>
              </a:ext>
            </a:extLst>
          </p:cNvPr>
          <p:cNvSpPr/>
          <p:nvPr/>
        </p:nvSpPr>
        <p:spPr>
          <a:xfrm>
            <a:off x="8249920" y="4602480"/>
            <a:ext cx="3127248"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COMPARISON 2 · READY TO RUN</a:t>
            </a:r>
            <a:endParaRPr lang="en-US"/>
          </a:p>
        </p:txBody>
      </p:sp>
      <p:sp>
        <p:nvSpPr>
          <p:cNvPr id="17325" name="All options band">
            <a:extLst>
              <a:ext uri="{FF2B5EF4-FFF2-40B4-BE49-F238E27FC236}">
                <a16:creationId xmlns:a16="http://schemas.microsoft.com/office/drawing/2014/main" id="{2D77328C-31BC-A0C3-2EF8-BE86BB69A169}"/>
              </a:ext>
            </a:extLst>
          </p:cNvPr>
          <p:cNvSpPr/>
          <p:nvPr/>
        </p:nvSpPr>
        <p:spPr>
          <a:xfrm>
            <a:off x="548640" y="5303520"/>
            <a:ext cx="11094720" cy="68580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372" name="Statement 3">
            <a:extLst>
              <a:ext uri="{FF2B5EF4-FFF2-40B4-BE49-F238E27FC236}">
                <a16:creationId xmlns:a16="http://schemas.microsoft.com/office/drawing/2014/main" id="{C406FDC0-A10A-121E-DD5A-291406E824FF}"/>
              </a:ext>
            </a:extLst>
          </p:cNvPr>
          <p:cNvSpPr/>
          <p:nvPr/>
        </p:nvSpPr>
        <p:spPr>
          <a:xfrm>
            <a:off x="2206664" y="5417820"/>
            <a:ext cx="9375736"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b="1">
                <a:solidFill>
                  <a:srgbClr val="FAF9F6"/>
                </a:solidFill>
                <a:effectLst/>
                <a:latin typeface="Arial" panose="020B0604020202020204" pitchFamily="34" charset="0"/>
              </a:rPr>
              <a:t>Physical delivery capacity still limits throughput</a:t>
            </a:r>
          </a:p>
          <a:p>
            <a:pPr algn="l">
              <a:buNone/>
            </a:pPr>
            <a:r>
              <a:rPr lang="en-US" sz="100">
                <a:effectLst/>
              </a:rPr>
              <a:t> </a:t>
            </a:r>
            <a:endParaRPr lang="en-US"/>
          </a:p>
        </p:txBody>
      </p:sp>
      <p:sp>
        <p:nvSpPr>
          <p:cNvPr id="22433" name="Option 3 trade-off">
            <a:extLst>
              <a:ext uri="{FF2B5EF4-FFF2-40B4-BE49-F238E27FC236}">
                <a16:creationId xmlns:a16="http://schemas.microsoft.com/office/drawing/2014/main" id="{166C29DF-42BD-8FED-CC68-A1156FE16099}"/>
              </a:ext>
            </a:extLst>
          </p:cNvPr>
          <p:cNvSpPr/>
          <p:nvPr/>
        </p:nvSpPr>
        <p:spPr>
          <a:xfrm>
            <a:off x="8158480" y="3566160"/>
            <a:ext cx="342392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If rules and templates win, report the negative AI finding</a:t>
            </a:r>
          </a:p>
          <a:p>
            <a:pPr algn="l">
              <a:buNone/>
            </a:pPr>
            <a:r>
              <a:rPr lang="en-US" sz="100">
                <a:effectLst/>
              </a:rPr>
              <a:t> </a:t>
            </a:r>
            <a:endParaRPr lang="en-US"/>
          </a:p>
        </p:txBody>
      </p:sp>
      <p:sp>
        <p:nvSpPr>
          <p:cNvPr id="22435" name="All options label">
            <a:extLst>
              <a:ext uri="{FF2B5EF4-FFF2-40B4-BE49-F238E27FC236}">
                <a16:creationId xmlns:a16="http://schemas.microsoft.com/office/drawing/2014/main" id="{594F42FF-841A-4461-4298-D7B4C6DE1789}"/>
              </a:ext>
            </a:extLst>
          </p:cNvPr>
          <p:cNvSpPr/>
          <p:nvPr/>
        </p:nvSpPr>
        <p:spPr>
          <a:xfrm>
            <a:off x="609600" y="5417820"/>
            <a:ext cx="1459904" cy="45720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A9C7BA"/>
                </a:solidFill>
                <a:effectLst/>
                <a:latin typeface="Arial" panose="020B0604020202020204" pitchFamily="34" charset="0"/>
              </a:rPr>
              <a:t>ALL OPTIONS</a:t>
            </a:r>
          </a:p>
          <a:p>
            <a:pPr algn="l">
              <a:buNone/>
            </a:pPr>
            <a:r>
              <a:rPr lang="en-US" sz="100">
                <a:effectLst/>
              </a:rPr>
              <a:t> </a:t>
            </a:r>
            <a:endParaRPr lang="en-US"/>
          </a:p>
        </p:txBody>
      </p:sp>
    </p:spTree>
    <p:extLst>
      <p:ext uri="{BB962C8B-B14F-4D97-AF65-F5344CB8AC3E}">
        <p14:creationId xmlns:p14="http://schemas.microsoft.com/office/powerpoint/2010/main" val="393357467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2678" name="Eyebrow">
            <a:extLst>
              <a:ext uri="{FF2B5EF4-FFF2-40B4-BE49-F238E27FC236}">
                <a16:creationId xmlns:a16="http://schemas.microsoft.com/office/drawing/2014/main" id="{171936A9-2875-C03B-416D-3D073D33F51D}"/>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B02 · CIO / COO</a:t>
            </a:r>
          </a:p>
          <a:p>
            <a:pPr algn="l">
              <a:buNone/>
            </a:pPr>
            <a:r>
              <a:rPr lang="en-US" sz="100">
                <a:effectLst/>
              </a:rPr>
              <a:t> </a:t>
            </a:r>
            <a:endParaRPr lang="en-US"/>
          </a:p>
        </p:txBody>
      </p:sp>
      <p:sp>
        <p:nvSpPr>
          <p:cNvPr id="2685" name="Slide title">
            <a:extLst>
              <a:ext uri="{FF2B5EF4-FFF2-40B4-BE49-F238E27FC236}">
                <a16:creationId xmlns:a16="http://schemas.microsoft.com/office/drawing/2014/main" id="{D915CBDB-F814-2760-EF2E-422BEFD53976}"/>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Is this replacing our housing system or integrating with it?</a:t>
            </a:r>
          </a:p>
          <a:p>
            <a:pPr algn="l">
              <a:buNone/>
            </a:pPr>
            <a:r>
              <a:rPr lang="en-US" sz="100">
                <a:effectLst/>
              </a:rPr>
              <a:t> </a:t>
            </a:r>
            <a:endParaRPr lang="en-US"/>
          </a:p>
        </p:txBody>
      </p:sp>
      <p:sp>
        <p:nvSpPr>
          <p:cNvPr id="2693" name="Footer sources">
            <a:extLst>
              <a:ext uri="{FF2B5EF4-FFF2-40B4-BE49-F238E27FC236}">
                <a16:creationId xmlns:a16="http://schemas.microsoft.com/office/drawing/2014/main" id="{29EAD449-86C4-856F-5449-62B5E4B9E5A9}"/>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E06 · E07</a:t>
            </a:r>
          </a:p>
          <a:p>
            <a:pPr algn="l">
              <a:buNone/>
            </a:pPr>
            <a:r>
              <a:rPr lang="en-US" sz="100">
                <a:effectLst/>
              </a:rPr>
              <a:t> </a:t>
            </a:r>
            <a:endParaRPr lang="en-US"/>
          </a:p>
        </p:txBody>
      </p:sp>
      <p:sp>
        <p:nvSpPr>
          <p:cNvPr id="2702" name="Footer navigation">
            <a:extLst>
              <a:ext uri="{FF2B5EF4-FFF2-40B4-BE49-F238E27FC236}">
                <a16:creationId xmlns:a16="http://schemas.microsoft.com/office/drawing/2014/main" id="{E3300248-F60E-28F4-CFC0-ABFC405A15D4}"/>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B02 · Index: slide 27</a:t>
            </a:r>
            <a:endParaRPr lang="en-US"/>
          </a:p>
        </p:txBody>
      </p:sp>
      <p:sp>
        <p:nvSpPr>
          <p:cNvPr id="2712" name="Return pill">
            <a:extLst>
              <a:ext uri="{FF2B5EF4-FFF2-40B4-BE49-F238E27FC236}">
                <a16:creationId xmlns:a16="http://schemas.microsoft.com/office/drawing/2014/main" id="{3BB8E06B-831B-F939-254A-D497FFDD80F9}"/>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S11 · slide 12</a:t>
            </a:r>
            <a:endParaRPr lang="en-US"/>
          </a:p>
        </p:txBody>
      </p:sp>
      <p:sp>
        <p:nvSpPr>
          <p:cNvPr id="16920" name="Current workbench card">
            <a:extLst>
              <a:ext uri="{FF2B5EF4-FFF2-40B4-BE49-F238E27FC236}">
                <a16:creationId xmlns:a16="http://schemas.microsoft.com/office/drawing/2014/main" id="{FD78C37D-6DF2-0381-1D64-FF3A3A7845C6}"/>
              </a:ext>
            </a:extLst>
          </p:cNvPr>
          <p:cNvSpPr/>
          <p:nvPr/>
        </p:nvSpPr>
        <p:spPr>
          <a:xfrm>
            <a:off x="548640" y="1508760"/>
            <a:ext cx="3840480" cy="217932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6922" name="Current demonstrator pill">
            <a:extLst>
              <a:ext uri="{FF2B5EF4-FFF2-40B4-BE49-F238E27FC236}">
                <a16:creationId xmlns:a16="http://schemas.microsoft.com/office/drawing/2014/main" id="{A2EA845D-536D-243E-04DE-2C63DC0A19D8}"/>
              </a:ext>
            </a:extLst>
          </p:cNvPr>
          <p:cNvSpPr/>
          <p:nvPr/>
        </p:nvSpPr>
        <p:spPr>
          <a:xfrm>
            <a:off x="701040" y="1661160"/>
            <a:ext cx="2788920"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CURRENT DEMONSTRATOR</a:t>
            </a:r>
          </a:p>
          <a:p>
            <a:pPr algn="ctr">
              <a:buNone/>
            </a:pPr>
            <a:r>
              <a:rPr lang="en-US" sz="100">
                <a:effectLst/>
              </a:rPr>
              <a:t> </a:t>
            </a:r>
            <a:endParaRPr lang="en-US"/>
          </a:p>
        </p:txBody>
      </p:sp>
      <p:sp>
        <p:nvSpPr>
          <p:cNvPr id="16925" name="Workbench title">
            <a:extLst>
              <a:ext uri="{FF2B5EF4-FFF2-40B4-BE49-F238E27FC236}">
                <a16:creationId xmlns:a16="http://schemas.microsoft.com/office/drawing/2014/main" id="{66566AEF-0154-D4C4-1272-70D39C070C52}"/>
              </a:ext>
            </a:extLst>
          </p:cNvPr>
          <p:cNvSpPr/>
          <p:nvPr/>
        </p:nvSpPr>
        <p:spPr>
          <a:xfrm>
            <a:off x="609600" y="2072640"/>
            <a:ext cx="3718560" cy="441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Controlled workbench</a:t>
            </a:r>
          </a:p>
          <a:p>
            <a:pPr algn="l">
              <a:buNone/>
            </a:pPr>
            <a:r>
              <a:rPr lang="en-US" sz="100">
                <a:effectLst/>
              </a:rPr>
              <a:t> </a:t>
            </a:r>
            <a:endParaRPr lang="en-US"/>
          </a:p>
        </p:txBody>
      </p:sp>
      <p:sp>
        <p:nvSpPr>
          <p:cNvPr id="16929" name="Statement 1">
            <a:extLst>
              <a:ext uri="{FF2B5EF4-FFF2-40B4-BE49-F238E27FC236}">
                <a16:creationId xmlns:a16="http://schemas.microsoft.com/office/drawing/2014/main" id="{BD88BA09-7F1D-4470-D3F8-DB75EA8C8343}"/>
              </a:ext>
            </a:extLst>
          </p:cNvPr>
          <p:cNvSpPr/>
          <p:nvPr/>
        </p:nvSpPr>
        <p:spPr>
          <a:xfrm>
            <a:off x="609600" y="2514600"/>
            <a:ext cx="371856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Demonstrator of coordination and evidence contracts</a:t>
            </a:r>
          </a:p>
          <a:p>
            <a:pPr algn="l">
              <a:buNone/>
            </a:pPr>
            <a:r>
              <a:rPr lang="en-US" sz="100">
                <a:effectLst/>
              </a:rPr>
              <a:t> </a:t>
            </a:r>
            <a:endParaRPr lang="en-US"/>
          </a:p>
        </p:txBody>
      </p:sp>
      <p:sp>
        <p:nvSpPr>
          <p:cNvPr id="16934" name="Workbench detail">
            <a:extLst>
              <a:ext uri="{FF2B5EF4-FFF2-40B4-BE49-F238E27FC236}">
                <a16:creationId xmlns:a16="http://schemas.microsoft.com/office/drawing/2014/main" id="{EDB8F4B6-4CBD-4D85-C984-8C6A0347146B}"/>
              </a:ext>
            </a:extLst>
          </p:cNvPr>
          <p:cNvSpPr/>
          <p:nvPr/>
        </p:nvSpPr>
        <p:spPr>
          <a:xfrm>
            <a:off x="609600" y="3200400"/>
            <a:ext cx="3718560" cy="500786"/>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Not a replacement decision</a:t>
            </a:r>
          </a:p>
          <a:p>
            <a:pPr algn="l">
              <a:buNone/>
            </a:pPr>
            <a:r>
              <a:rPr lang="en-US" sz="100">
                <a:effectLst/>
              </a:rPr>
              <a:t> </a:t>
            </a:r>
            <a:endParaRPr lang="en-US"/>
          </a:p>
        </p:txBody>
      </p:sp>
      <p:sp>
        <p:nvSpPr>
          <p:cNvPr id="16940" name="Statement 2">
            <a:extLst>
              <a:ext uri="{FF2B5EF4-FFF2-40B4-BE49-F238E27FC236}">
                <a16:creationId xmlns:a16="http://schemas.microsoft.com/office/drawing/2014/main" id="{015C4CA4-7B79-BF41-0CF2-AB10CBFEF30F}"/>
              </a:ext>
            </a:extLst>
          </p:cNvPr>
          <p:cNvSpPr/>
          <p:nvPr/>
        </p:nvSpPr>
        <p:spPr>
          <a:xfrm>
            <a:off x="4434840" y="2141220"/>
            <a:ext cx="219456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800" b="1">
                <a:solidFill>
                  <a:srgbClr val="173F35"/>
                </a:solidFill>
                <a:effectLst/>
                <a:latin typeface="Arial" panose="020B0604020202020204" pitchFamily="34" charset="0"/>
              </a:rPr>
              <a:t>Housing and repairs integration is the next step</a:t>
            </a:r>
            <a:endParaRPr lang="en-US"/>
          </a:p>
        </p:txBody>
      </p:sp>
      <p:sp>
        <p:nvSpPr>
          <p:cNvPr id="16947" name="Future appraisal pill">
            <a:extLst>
              <a:ext uri="{FF2B5EF4-FFF2-40B4-BE49-F238E27FC236}">
                <a16:creationId xmlns:a16="http://schemas.microsoft.com/office/drawing/2014/main" id="{2232715D-6FB0-1F85-8F62-13CA2E5124FD}"/>
              </a:ext>
            </a:extLst>
          </p:cNvPr>
          <p:cNvSpPr/>
          <p:nvPr/>
        </p:nvSpPr>
        <p:spPr>
          <a:xfrm>
            <a:off x="6675120" y="1508760"/>
            <a:ext cx="256946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INTEGRATION ROADMAP</a:t>
            </a:r>
            <a:endParaRPr lang="en-US"/>
          </a:p>
        </p:txBody>
      </p:sp>
      <p:sp>
        <p:nvSpPr>
          <p:cNvPr id="17024" name="Discovery band">
            <a:extLst>
              <a:ext uri="{FF2B5EF4-FFF2-40B4-BE49-F238E27FC236}">
                <a16:creationId xmlns:a16="http://schemas.microsoft.com/office/drawing/2014/main" id="{4997BFEA-A93D-61B4-B5CC-880B292AAF35}"/>
              </a:ext>
            </a:extLst>
          </p:cNvPr>
          <p:cNvSpPr/>
          <p:nvPr/>
        </p:nvSpPr>
        <p:spPr>
          <a:xfrm>
            <a:off x="548640" y="3962400"/>
            <a:ext cx="11094720" cy="202692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039" name="Statement 3">
            <a:extLst>
              <a:ext uri="{FF2B5EF4-FFF2-40B4-BE49-F238E27FC236}">
                <a16:creationId xmlns:a16="http://schemas.microsoft.com/office/drawing/2014/main" id="{6B2037E2-60E3-E482-C655-8F966423E61E}"/>
              </a:ext>
            </a:extLst>
          </p:cNvPr>
          <p:cNvSpPr/>
          <p:nvPr/>
        </p:nvSpPr>
        <p:spPr>
          <a:xfrm>
            <a:off x="609600" y="4282440"/>
            <a:ext cx="10972800"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Integration scope, authority and migration need separate discovery</a:t>
            </a:r>
          </a:p>
          <a:p>
            <a:pPr algn="l">
              <a:buNone/>
            </a:pPr>
            <a:r>
              <a:rPr lang="en-US" sz="100">
                <a:effectLst/>
              </a:rPr>
              <a:t> </a:t>
            </a:r>
            <a:endParaRPr lang="en-US"/>
          </a:p>
        </p:txBody>
      </p:sp>
      <p:sp>
        <p:nvSpPr>
          <p:cNvPr id="17055" name="Appraisal label">
            <a:extLst>
              <a:ext uri="{FF2B5EF4-FFF2-40B4-BE49-F238E27FC236}">
                <a16:creationId xmlns:a16="http://schemas.microsoft.com/office/drawing/2014/main" id="{BE02502F-EE02-9EB0-496A-D4583962E012}"/>
              </a:ext>
            </a:extLst>
          </p:cNvPr>
          <p:cNvSpPr/>
          <p:nvPr/>
        </p:nvSpPr>
        <p:spPr>
          <a:xfrm>
            <a:off x="609600" y="4770120"/>
            <a:ext cx="109728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PRODUCTION APPRAISAL MUST IDENTIFY</a:t>
            </a:r>
          </a:p>
          <a:p>
            <a:pPr algn="l">
              <a:buNone/>
            </a:pPr>
            <a:r>
              <a:rPr lang="en-US" sz="100">
                <a:effectLst/>
              </a:rPr>
              <a:t> </a:t>
            </a:r>
            <a:endParaRPr lang="en-US"/>
          </a:p>
        </p:txBody>
      </p:sp>
      <p:sp>
        <p:nvSpPr>
          <p:cNvPr id="17072" name="Appraisal scope">
            <a:extLst>
              <a:ext uri="{FF2B5EF4-FFF2-40B4-BE49-F238E27FC236}">
                <a16:creationId xmlns:a16="http://schemas.microsoft.com/office/drawing/2014/main" id="{B5AF86D1-4823-9440-BFE3-A60C36124BA5}"/>
              </a:ext>
            </a:extLst>
          </p:cNvPr>
          <p:cNvSpPr/>
          <p:nvPr/>
        </p:nvSpPr>
        <p:spPr>
          <a:xfrm>
            <a:off x="609600" y="5090160"/>
            <a:ext cx="1097280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Authoritative systems · field ownership · APIs · event and reconciliation contracts</a:t>
            </a:r>
          </a:p>
          <a:p>
            <a:pPr algn="l">
              <a:buNone/>
            </a:pPr>
            <a:r>
              <a:rPr lang="en-US" sz="1600">
                <a:solidFill>
                  <a:srgbClr val="173F35"/>
                </a:solidFill>
                <a:effectLst/>
                <a:latin typeface="Arial" panose="020B0604020202020204" pitchFamily="34" charset="0"/>
              </a:rPr>
              <a:t>Security · retention · the manual service route</a:t>
            </a:r>
            <a:endParaRPr lang="en-US"/>
          </a:p>
        </p:txBody>
      </p:sp>
      <p:sp>
        <p:nvSpPr>
          <p:cNvPr id="22436" name="Customer system 1">
            <a:extLst>
              <a:ext uri="{FF2B5EF4-FFF2-40B4-BE49-F238E27FC236}">
                <a16:creationId xmlns:a16="http://schemas.microsoft.com/office/drawing/2014/main" id="{15339C36-BB05-B47F-E1E7-AA3CABD0FAFB}"/>
              </a:ext>
            </a:extLst>
          </p:cNvPr>
          <p:cNvSpPr/>
          <p:nvPr/>
        </p:nvSpPr>
        <p:spPr>
          <a:xfrm>
            <a:off x="6675120" y="1920240"/>
            <a:ext cx="4968240" cy="52832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Housing system</a:t>
            </a:r>
          </a:p>
          <a:p>
            <a:pPr algn="l">
              <a:buNone/>
            </a:pPr>
            <a:r>
              <a:rPr lang="en-US" sz="100">
                <a:effectLst/>
              </a:rPr>
              <a:t> </a:t>
            </a:r>
            <a:endParaRPr lang="en-US"/>
          </a:p>
        </p:txBody>
      </p:sp>
      <p:sp>
        <p:nvSpPr>
          <p:cNvPr id="22438" name="Customer system 2">
            <a:extLst>
              <a:ext uri="{FF2B5EF4-FFF2-40B4-BE49-F238E27FC236}">
                <a16:creationId xmlns:a16="http://schemas.microsoft.com/office/drawing/2014/main" id="{A206B548-A6E8-6B38-88CA-01F24C02E0BE}"/>
              </a:ext>
            </a:extLst>
          </p:cNvPr>
          <p:cNvSpPr/>
          <p:nvPr/>
        </p:nvSpPr>
        <p:spPr>
          <a:xfrm>
            <a:off x="6675120" y="2540000"/>
            <a:ext cx="4968240" cy="52832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Repairs system</a:t>
            </a:r>
          </a:p>
          <a:p>
            <a:pPr algn="l">
              <a:buNone/>
            </a:pPr>
            <a:r>
              <a:rPr lang="en-US" sz="100">
                <a:effectLst/>
              </a:rPr>
              <a:t> </a:t>
            </a:r>
            <a:endParaRPr lang="en-US"/>
          </a:p>
        </p:txBody>
      </p:sp>
      <p:sp>
        <p:nvSpPr>
          <p:cNvPr id="22441" name="Customer system 3">
            <a:extLst>
              <a:ext uri="{FF2B5EF4-FFF2-40B4-BE49-F238E27FC236}">
                <a16:creationId xmlns:a16="http://schemas.microsoft.com/office/drawing/2014/main" id="{D7A6BD57-66E0-5055-1922-727CA8FDCB12}"/>
              </a:ext>
            </a:extLst>
          </p:cNvPr>
          <p:cNvSpPr/>
          <p:nvPr/>
        </p:nvSpPr>
        <p:spPr>
          <a:xfrm>
            <a:off x="6675120" y="3159760"/>
            <a:ext cx="4968240" cy="52832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Configured or designed M365 path</a:t>
            </a:r>
            <a:endParaRPr lang="en-US"/>
          </a:p>
        </p:txBody>
      </p:sp>
    </p:spTree>
    <p:extLst>
      <p:ext uri="{BB962C8B-B14F-4D97-AF65-F5344CB8AC3E}">
        <p14:creationId xmlns:p14="http://schemas.microsoft.com/office/powerpoint/2010/main" val="293120692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2723" name="Eyebrow">
            <a:extLst>
              <a:ext uri="{FF2B5EF4-FFF2-40B4-BE49-F238E27FC236}">
                <a16:creationId xmlns:a16="http://schemas.microsoft.com/office/drawing/2014/main" id="{CF4D44DD-F31E-ECB2-8389-B7952698001F}"/>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B03 · CEO / SPONSOR / CTO</a:t>
            </a:r>
          </a:p>
          <a:p>
            <a:pPr algn="l">
              <a:buNone/>
            </a:pPr>
            <a:r>
              <a:rPr lang="en-US" sz="100">
                <a:effectLst/>
              </a:rPr>
              <a:t> </a:t>
            </a:r>
            <a:endParaRPr lang="en-US"/>
          </a:p>
        </p:txBody>
      </p:sp>
      <p:sp>
        <p:nvSpPr>
          <p:cNvPr id="2735" name="Slide title">
            <a:extLst>
              <a:ext uri="{FF2B5EF4-FFF2-40B4-BE49-F238E27FC236}">
                <a16:creationId xmlns:a16="http://schemas.microsoft.com/office/drawing/2014/main" id="{2554F20A-DAF4-BF70-F790-F511405215E0}"/>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Why did you not build exactly the five agents we requested?</a:t>
            </a:r>
          </a:p>
          <a:p>
            <a:pPr algn="l">
              <a:buNone/>
            </a:pPr>
            <a:r>
              <a:rPr lang="en-US" sz="100">
                <a:effectLst/>
              </a:rPr>
              <a:t> </a:t>
            </a:r>
            <a:endParaRPr lang="en-US"/>
          </a:p>
        </p:txBody>
      </p:sp>
      <p:sp>
        <p:nvSpPr>
          <p:cNvPr id="2748" name="Footer sources">
            <a:extLst>
              <a:ext uri="{FF2B5EF4-FFF2-40B4-BE49-F238E27FC236}">
                <a16:creationId xmlns:a16="http://schemas.microsoft.com/office/drawing/2014/main" id="{A40C1070-7A67-AB3F-1BF5-3296DCE650EA}"/>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E01 · E03 · E06 · E09</a:t>
            </a:r>
          </a:p>
          <a:p>
            <a:pPr algn="l">
              <a:buNone/>
            </a:pPr>
            <a:r>
              <a:rPr lang="en-US" sz="100">
                <a:effectLst/>
              </a:rPr>
              <a:t> </a:t>
            </a:r>
            <a:endParaRPr lang="en-US"/>
          </a:p>
        </p:txBody>
      </p:sp>
      <p:sp>
        <p:nvSpPr>
          <p:cNvPr id="2762" name="Footer navigation">
            <a:extLst>
              <a:ext uri="{FF2B5EF4-FFF2-40B4-BE49-F238E27FC236}">
                <a16:creationId xmlns:a16="http://schemas.microsoft.com/office/drawing/2014/main" id="{6602EBA9-C8A8-5C38-0299-A698F125B55A}"/>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B03 · Index: slide 27</a:t>
            </a:r>
            <a:endParaRPr lang="en-US"/>
          </a:p>
        </p:txBody>
      </p:sp>
      <p:sp>
        <p:nvSpPr>
          <p:cNvPr id="2777" name="Return pill">
            <a:extLst>
              <a:ext uri="{FF2B5EF4-FFF2-40B4-BE49-F238E27FC236}">
                <a16:creationId xmlns:a16="http://schemas.microsoft.com/office/drawing/2014/main" id="{323180EB-56D0-1D00-A1B7-C54F40138E11}"/>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S08 · slide 9</a:t>
            </a:r>
            <a:endParaRPr lang="en-US"/>
          </a:p>
        </p:txBody>
      </p:sp>
      <p:sp>
        <p:nvSpPr>
          <p:cNvPr id="22442" name="Statement 1">
            <a:extLst>
              <a:ext uri="{FF2B5EF4-FFF2-40B4-BE49-F238E27FC236}">
                <a16:creationId xmlns:a16="http://schemas.microsoft.com/office/drawing/2014/main" id="{36B674EB-6A4A-8970-3CDF-0382A19DF0A3}"/>
              </a:ext>
            </a:extLst>
          </p:cNvPr>
          <p:cNvSpPr/>
          <p:nvPr/>
        </p:nvSpPr>
        <p:spPr>
          <a:xfrm>
            <a:off x="548640" y="1508760"/>
            <a:ext cx="35458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Five requested responsibilities are preserved</a:t>
            </a:r>
          </a:p>
          <a:p>
            <a:pPr algn="l">
              <a:buNone/>
            </a:pPr>
            <a:r>
              <a:rPr lang="en-US" sz="100">
                <a:effectLst/>
              </a:rPr>
              <a:t> </a:t>
            </a:r>
            <a:endParaRPr lang="en-US"/>
          </a:p>
        </p:txBody>
      </p:sp>
      <p:sp>
        <p:nvSpPr>
          <p:cNvPr id="22444" name="Statement 2">
            <a:extLst>
              <a:ext uri="{FF2B5EF4-FFF2-40B4-BE49-F238E27FC236}">
                <a16:creationId xmlns:a16="http://schemas.microsoft.com/office/drawing/2014/main" id="{142CBE3E-5513-D4C9-415A-24CF9E21C853}"/>
              </a:ext>
            </a:extLst>
          </p:cNvPr>
          <p:cNvSpPr/>
          <p:nvPr/>
        </p:nvSpPr>
        <p:spPr>
          <a:xfrm>
            <a:off x="4323080" y="1508760"/>
            <a:ext cx="35458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Autonomy is bounded by decision rights and risk</a:t>
            </a:r>
          </a:p>
          <a:p>
            <a:pPr algn="l">
              <a:buNone/>
            </a:pPr>
            <a:r>
              <a:rPr lang="en-US" sz="100">
                <a:effectLst/>
              </a:rPr>
              <a:t> </a:t>
            </a:r>
            <a:endParaRPr lang="en-US"/>
          </a:p>
        </p:txBody>
      </p:sp>
      <p:sp>
        <p:nvSpPr>
          <p:cNvPr id="22447" name="Statement 3">
            <a:extLst>
              <a:ext uri="{FF2B5EF4-FFF2-40B4-BE49-F238E27FC236}">
                <a16:creationId xmlns:a16="http://schemas.microsoft.com/office/drawing/2014/main" id="{7C6ECD59-914B-980C-02C3-5C139114260A}"/>
              </a:ext>
            </a:extLst>
          </p:cNvPr>
          <p:cNvSpPr/>
          <p:nvPr/>
        </p:nvSpPr>
        <p:spPr>
          <a:xfrm>
            <a:off x="8097520" y="1508760"/>
            <a:ext cx="35458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Five assistants ≠ five independent runtimes</a:t>
            </a:r>
          </a:p>
          <a:p>
            <a:pPr algn="l">
              <a:buNone/>
            </a:pPr>
            <a:r>
              <a:rPr lang="en-US" sz="100">
                <a:effectLst/>
              </a:rPr>
              <a:t> </a:t>
            </a:r>
            <a:endParaRPr lang="en-US"/>
          </a:p>
        </p:txBody>
      </p:sp>
      <p:sp>
        <p:nvSpPr>
          <p:cNvPr id="22451" name="AI prepares pill">
            <a:extLst>
              <a:ext uri="{FF2B5EF4-FFF2-40B4-BE49-F238E27FC236}">
                <a16:creationId xmlns:a16="http://schemas.microsoft.com/office/drawing/2014/main" id="{BF2D5AA6-234B-E05A-0158-DBB8832EC163}"/>
              </a:ext>
            </a:extLst>
          </p:cNvPr>
          <p:cNvSpPr/>
          <p:nvPr/>
        </p:nvSpPr>
        <p:spPr>
          <a:xfrm>
            <a:off x="3349413" y="2331720"/>
            <a:ext cx="1627632" cy="320040"/>
          </a:xfrm>
          <a:prstGeom prst="round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3F2A72"/>
                </a:solidFill>
                <a:effectLst/>
                <a:latin typeface="Arial" panose="020B0604020202020204" pitchFamily="34" charset="0"/>
              </a:rPr>
              <a:t>AI PREPARES</a:t>
            </a:r>
          </a:p>
          <a:p>
            <a:pPr algn="ctr">
              <a:buNone/>
            </a:pPr>
            <a:r>
              <a:rPr lang="en-US" sz="100">
                <a:effectLst/>
              </a:rPr>
              <a:t> </a:t>
            </a:r>
            <a:endParaRPr lang="en-US"/>
          </a:p>
        </p:txBody>
      </p:sp>
      <p:sp>
        <p:nvSpPr>
          <p:cNvPr id="22456" name="People decide pill">
            <a:extLst>
              <a:ext uri="{FF2B5EF4-FFF2-40B4-BE49-F238E27FC236}">
                <a16:creationId xmlns:a16="http://schemas.microsoft.com/office/drawing/2014/main" id="{47CDB1E0-AA85-3C81-6DF0-B8DDD5B51995}"/>
              </a:ext>
            </a:extLst>
          </p:cNvPr>
          <p:cNvSpPr/>
          <p:nvPr/>
        </p:nvSpPr>
        <p:spPr>
          <a:xfrm>
            <a:off x="6058746" y="2331720"/>
            <a:ext cx="1865376"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PEOPLE DECIDE</a:t>
            </a:r>
          </a:p>
          <a:p>
            <a:pPr algn="ctr">
              <a:buNone/>
            </a:pPr>
            <a:r>
              <a:rPr lang="en-US" sz="100">
                <a:effectLst/>
              </a:rPr>
              <a:t> </a:t>
            </a:r>
            <a:endParaRPr lang="en-US"/>
          </a:p>
        </p:txBody>
      </p:sp>
      <p:graphicFrame>
        <p:nvGraphicFramePr>
          <p:cNvPr id="11" name="Table 10">
            <a:extLst>
              <a:ext uri="{FF2B5EF4-FFF2-40B4-BE49-F238E27FC236}">
                <a16:creationId xmlns:a16="http://schemas.microsoft.com/office/drawing/2014/main" id="{2A44A6ED-F93E-4C88-A3A7-E356AA78279F}"/>
              </a:ext>
            </a:extLst>
          </p:cNvPr>
          <p:cNvGraphicFramePr>
            <a:graphicFrameLocks noGrp="1"/>
          </p:cNvGraphicFramePr>
          <p:nvPr/>
        </p:nvGraphicFramePr>
        <p:xfrm>
          <a:off x="548640" y="2743200"/>
          <a:ext cx="8127999" cy="2743200"/>
        </p:xfrm>
        <a:graphic>
          <a:graphicData uri="http://schemas.openxmlformats.org/drawingml/2006/table">
            <a:tbl>
              <a:tblPr bandRow="1">
                <a:tableStyleId>{5C22544A-7EE6-4342-B048-85BDC9FD1C3A}</a:tableStyleId>
              </a:tblPr>
              <a:tblGrid>
                <a:gridCol w="2709333">
                  <a:extLst>
                    <a:ext uri="{9D8B030D-6E8A-4147-A177-3AD203B41FA5}">
                      <a16:colId xmlns:a16="http://schemas.microsoft.com/office/drawing/2014/main" val="698835024"/>
                    </a:ext>
                  </a:extLst>
                </a:gridCol>
                <a:gridCol w="2709333">
                  <a:extLst>
                    <a:ext uri="{9D8B030D-6E8A-4147-A177-3AD203B41FA5}">
                      <a16:colId xmlns:a16="http://schemas.microsoft.com/office/drawing/2014/main" val="1795110243"/>
                    </a:ext>
                  </a:extLst>
                </a:gridCol>
                <a:gridCol w="2709333">
                  <a:extLst>
                    <a:ext uri="{9D8B030D-6E8A-4147-A177-3AD203B41FA5}">
                      <a16:colId xmlns:a16="http://schemas.microsoft.com/office/drawing/2014/main" val="2127038989"/>
                    </a:ext>
                  </a:extLst>
                </a:gridCol>
              </a:tblGrid>
              <a:tr h="0">
                <a:tc>
                  <a:txBody>
                    <a:bodyPr/>
                    <a:lstStyle/>
                    <a:p>
                      <a:pPr>
                        <a:buNone/>
                      </a:pPr>
                      <a:r>
                        <a:rPr lang="en-US" sz="1600" b="1">
                          <a:solidFill>
                            <a:srgbClr val="FAF9F6"/>
                          </a:solidFill>
                          <a:effectLst/>
                          <a:latin typeface="Arial" panose="020B0604020202020204" pitchFamily="34" charset="0"/>
                        </a:rPr>
                        <a:t>Responsibility</a:t>
                      </a:r>
                    </a:p>
                  </a:txBody>
                  <a:tcPr anchor="ctr">
                    <a:lnL>
                      <a:noFill/>
                    </a:lnL>
                    <a:lnR>
                      <a:noFill/>
                    </a:lnR>
                    <a:lnT>
                      <a:noFill/>
                    </a:lnT>
                    <a:lnB>
                      <a:noFill/>
                    </a:lnB>
                    <a:solidFill>
                      <a:srgbClr val="173F35"/>
                    </a:solidFill>
                  </a:tcPr>
                </a:tc>
                <a:tc>
                  <a:txBody>
                    <a:bodyPr/>
                    <a:lstStyle/>
                    <a:p>
                      <a:pPr>
                        <a:buNone/>
                      </a:pPr>
                      <a:r>
                        <a:rPr lang="en-US" sz="1600" b="1">
                          <a:solidFill>
                            <a:srgbClr val="FAF9F6"/>
                          </a:solidFill>
                          <a:effectLst/>
                          <a:latin typeface="Arial" panose="020B0604020202020204" pitchFamily="34" charset="0"/>
                        </a:rPr>
                        <a:t>Bounded help (unreviewed proposal)</a:t>
                      </a:r>
                    </a:p>
                  </a:txBody>
                  <a:tcPr anchor="ctr">
                    <a:lnL>
                      <a:noFill/>
                    </a:lnL>
                    <a:lnR>
                      <a:noFill/>
                    </a:lnR>
                    <a:lnT>
                      <a:noFill/>
                    </a:lnT>
                    <a:lnB>
                      <a:noFill/>
                    </a:lnB>
                    <a:solidFill>
                      <a:srgbClr val="173F35"/>
                    </a:solidFill>
                  </a:tcPr>
                </a:tc>
                <a:tc>
                  <a:txBody>
                    <a:bodyPr/>
                    <a:lstStyle/>
                    <a:p>
                      <a:pPr>
                        <a:buNone/>
                      </a:pPr>
                      <a:r>
                        <a:rPr lang="en-US" sz="1600" b="1">
                          <a:solidFill>
                            <a:srgbClr val="FAF9F6"/>
                          </a:solidFill>
                          <a:effectLst/>
                          <a:latin typeface="Arial" panose="020B0604020202020204" pitchFamily="34" charset="0"/>
                        </a:rPr>
                        <a:t>Human decision owner</a:t>
                      </a:r>
                    </a:p>
                  </a:txBody>
                  <a:tcPr anchor="ctr">
                    <a:lnL>
                      <a:noFill/>
                    </a:lnL>
                    <a:lnR>
                      <a:noFill/>
                    </a:lnR>
                    <a:lnT>
                      <a:noFill/>
                    </a:lnT>
                    <a:lnB>
                      <a:noFill/>
                    </a:lnB>
                    <a:solidFill>
                      <a:srgbClr val="173F35"/>
                    </a:solidFill>
                  </a:tcPr>
                </a:tc>
                <a:extLst>
                  <a:ext uri="{0D108BD9-81ED-4DB2-BD59-A6C34878D82A}">
                    <a16:rowId xmlns:a16="http://schemas.microsoft.com/office/drawing/2014/main" val="1304375145"/>
                  </a:ext>
                </a:extLst>
              </a:tr>
              <a:tr h="0">
                <a:tc>
                  <a:txBody>
                    <a:bodyPr/>
                    <a:lstStyle/>
                    <a:p>
                      <a:pPr>
                        <a:buNone/>
                      </a:pPr>
                      <a:r>
                        <a:rPr lang="en-US" sz="1600">
                          <a:effectLst/>
                          <a:latin typeface="Arial" panose="020B0604020202020204" pitchFamily="34" charset="0"/>
                        </a:rPr>
                        <a:t>Stock prioritisation</a:t>
                      </a:r>
                    </a:p>
                  </a:txBody>
                  <a:tcPr anchor="ctr">
                    <a:lnL>
                      <a:noFill/>
                    </a:lnL>
                    <a:lnR>
                      <a:noFill/>
                    </a:lnR>
                    <a:lnT>
                      <a:noFill/>
                    </a:lnT>
                    <a:lnB>
                      <a:noFill/>
                    </a:lnB>
                    <a:noFill/>
                  </a:tcPr>
                </a:tc>
                <a:tc>
                  <a:txBody>
                    <a:bodyPr/>
                    <a:lstStyle/>
                    <a:p>
                      <a:pPr>
                        <a:buNone/>
                      </a:pPr>
                      <a:r>
                        <a:rPr lang="en-US" sz="1600">
                          <a:effectLst/>
                          <a:latin typeface="Arial" panose="020B0604020202020204" pitchFamily="34" charset="0"/>
                        </a:rPr>
                        <a:t>Prioritisation rationale</a:t>
                      </a:r>
                    </a:p>
                  </a:txBody>
                  <a:tcPr anchor="ctr">
                    <a:lnL>
                      <a:noFill/>
                    </a:lnL>
                    <a:lnR>
                      <a:noFill/>
                    </a:lnR>
                    <a:lnT>
                      <a:noFill/>
                    </a:lnT>
                    <a:lnB>
                      <a:noFill/>
                    </a:lnB>
                    <a:noFill/>
                  </a:tcPr>
                </a:tc>
                <a:tc>
                  <a:txBody>
                    <a:bodyPr/>
                    <a:lstStyle/>
                    <a:p>
                      <a:pPr>
                        <a:buNone/>
                      </a:pPr>
                      <a:r>
                        <a:rPr lang="en-US" sz="1600">
                          <a:effectLst/>
                          <a:latin typeface="Arial" panose="020B0604020202020204" pitchFamily="34" charset="0"/>
                        </a:rPr>
                        <a:t>Approved policy and human review</a:t>
                      </a:r>
                    </a:p>
                  </a:txBody>
                  <a:tcPr anchor="ctr">
                    <a:lnL>
                      <a:noFill/>
                    </a:lnL>
                    <a:lnR>
                      <a:noFill/>
                    </a:lnR>
                    <a:lnT>
                      <a:noFill/>
                    </a:lnT>
                    <a:lnB>
                      <a:noFill/>
                    </a:lnB>
                    <a:noFill/>
                  </a:tcPr>
                </a:tc>
                <a:extLst>
                  <a:ext uri="{0D108BD9-81ED-4DB2-BD59-A6C34878D82A}">
                    <a16:rowId xmlns:a16="http://schemas.microsoft.com/office/drawing/2014/main" val="3377316370"/>
                  </a:ext>
                </a:extLst>
              </a:tr>
              <a:tr h="0">
                <a:tc>
                  <a:txBody>
                    <a:bodyPr/>
                    <a:lstStyle/>
                    <a:p>
                      <a:pPr>
                        <a:buNone/>
                      </a:pPr>
                      <a:r>
                        <a:rPr lang="en-US" sz="1600">
                          <a:effectLst/>
                          <a:latin typeface="Arial" panose="020B0604020202020204" pitchFamily="34" charset="0"/>
                        </a:rPr>
                        <a:t>Assessment</a:t>
                      </a:r>
                    </a:p>
                  </a:txBody>
                  <a:tcPr anchor="ctr">
                    <a:lnL>
                      <a:noFill/>
                    </a:lnL>
                    <a:lnR>
                      <a:noFill/>
                    </a:lnR>
                    <a:lnT>
                      <a:noFill/>
                    </a:lnT>
                    <a:lnB>
                      <a:noFill/>
                    </a:lnB>
                    <a:solidFill>
                      <a:srgbClr val="E8ECEB"/>
                    </a:solidFill>
                  </a:tcPr>
                </a:tc>
                <a:tc>
                  <a:txBody>
                    <a:bodyPr/>
                    <a:lstStyle/>
                    <a:p>
                      <a:pPr>
                        <a:buNone/>
                      </a:pPr>
                      <a:r>
                        <a:rPr lang="en-US" sz="1600">
                          <a:effectLst/>
                          <a:latin typeface="Arial" panose="020B0604020202020204" pitchFamily="34" charset="0"/>
                        </a:rPr>
                        <a:t>Assessment preparation</a:t>
                      </a:r>
                    </a:p>
                  </a:txBody>
                  <a:tcPr anchor="ctr">
                    <a:lnL>
                      <a:noFill/>
                    </a:lnL>
                    <a:lnR>
                      <a:noFill/>
                    </a:lnR>
                    <a:lnT>
                      <a:noFill/>
                    </a:lnT>
                    <a:lnB>
                      <a:noFill/>
                    </a:lnB>
                    <a:solidFill>
                      <a:srgbClr val="E8ECEB"/>
                    </a:solidFill>
                  </a:tcPr>
                </a:tc>
                <a:tc>
                  <a:txBody>
                    <a:bodyPr/>
                    <a:lstStyle/>
                    <a:p>
                      <a:pPr>
                        <a:buNone/>
                      </a:pPr>
                      <a:r>
                        <a:rPr lang="en-US" sz="1600">
                          <a:effectLst/>
                          <a:latin typeface="Arial" panose="020B0604020202020204" pitchFamily="34" charset="0"/>
                        </a:rPr>
                        <a:t>Qualified reviewer</a:t>
                      </a:r>
                    </a:p>
                  </a:txBody>
                  <a:tcPr anchor="ctr">
                    <a:lnL>
                      <a:noFill/>
                    </a:lnL>
                    <a:lnR>
                      <a:noFill/>
                    </a:lnR>
                    <a:lnT>
                      <a:noFill/>
                    </a:lnT>
                    <a:lnB>
                      <a:noFill/>
                    </a:lnB>
                    <a:solidFill>
                      <a:srgbClr val="E8ECEB"/>
                    </a:solidFill>
                  </a:tcPr>
                </a:tc>
                <a:extLst>
                  <a:ext uri="{0D108BD9-81ED-4DB2-BD59-A6C34878D82A}">
                    <a16:rowId xmlns:a16="http://schemas.microsoft.com/office/drawing/2014/main" val="1993399536"/>
                  </a:ext>
                </a:extLst>
              </a:tr>
              <a:tr h="0">
                <a:tc>
                  <a:txBody>
                    <a:bodyPr/>
                    <a:lstStyle/>
                    <a:p>
                      <a:pPr>
                        <a:buNone/>
                      </a:pPr>
                      <a:r>
                        <a:rPr lang="en-US" sz="1600">
                          <a:effectLst/>
                          <a:latin typeface="Arial" panose="020B0604020202020204" pitchFamily="34" charset="0"/>
                        </a:rPr>
                        <a:t>Funding</a:t>
                      </a:r>
                    </a:p>
                  </a:txBody>
                  <a:tcPr anchor="ctr">
                    <a:lnL>
                      <a:noFill/>
                    </a:lnL>
                    <a:lnR>
                      <a:noFill/>
                    </a:lnR>
                    <a:lnT>
                      <a:noFill/>
                    </a:lnT>
                    <a:lnB>
                      <a:noFill/>
                    </a:lnB>
                    <a:noFill/>
                  </a:tcPr>
                </a:tc>
                <a:tc>
                  <a:txBody>
                    <a:bodyPr/>
                    <a:lstStyle/>
                    <a:p>
                      <a:pPr>
                        <a:buNone/>
                      </a:pPr>
                      <a:r>
                        <a:rPr lang="en-US" sz="1600">
                          <a:effectLst/>
                          <a:latin typeface="Arial" panose="020B0604020202020204" pitchFamily="34" charset="0"/>
                        </a:rPr>
                        <a:t>Funding evidence</a:t>
                      </a:r>
                    </a:p>
                  </a:txBody>
                  <a:tcPr anchor="ctr">
                    <a:lnL>
                      <a:noFill/>
                    </a:lnL>
                    <a:lnR>
                      <a:noFill/>
                    </a:lnR>
                    <a:lnT>
                      <a:noFill/>
                    </a:lnT>
                    <a:lnB>
                      <a:noFill/>
                    </a:lnB>
                    <a:noFill/>
                  </a:tcPr>
                </a:tc>
                <a:tc>
                  <a:txBody>
                    <a:bodyPr/>
                    <a:lstStyle/>
                    <a:p>
                      <a:pPr>
                        <a:buNone/>
                      </a:pPr>
                      <a:r>
                        <a:rPr lang="en-US" sz="1600">
                          <a:effectLst/>
                          <a:latin typeface="Arial" panose="020B0604020202020204" pitchFamily="34" charset="0"/>
                        </a:rPr>
                        <a:t>Finance submits</a:t>
                      </a:r>
                    </a:p>
                  </a:txBody>
                  <a:tcPr anchor="ctr">
                    <a:lnL>
                      <a:noFill/>
                    </a:lnL>
                    <a:lnR>
                      <a:noFill/>
                    </a:lnR>
                    <a:lnT>
                      <a:noFill/>
                    </a:lnT>
                    <a:lnB>
                      <a:noFill/>
                    </a:lnB>
                    <a:noFill/>
                  </a:tcPr>
                </a:tc>
                <a:extLst>
                  <a:ext uri="{0D108BD9-81ED-4DB2-BD59-A6C34878D82A}">
                    <a16:rowId xmlns:a16="http://schemas.microsoft.com/office/drawing/2014/main" val="1557802676"/>
                  </a:ext>
                </a:extLst>
              </a:tr>
              <a:tr h="0">
                <a:tc>
                  <a:txBody>
                    <a:bodyPr/>
                    <a:lstStyle/>
                    <a:p>
                      <a:pPr>
                        <a:buNone/>
                      </a:pPr>
                      <a:r>
                        <a:rPr lang="en-US" sz="1600">
                          <a:effectLst/>
                          <a:latin typeface="Arial" panose="020B0604020202020204" pitchFamily="34" charset="0"/>
                        </a:rPr>
                        <a:t>Coordination</a:t>
                      </a:r>
                    </a:p>
                  </a:txBody>
                  <a:tcPr anchor="ctr">
                    <a:lnL>
                      <a:noFill/>
                    </a:lnL>
                    <a:lnR>
                      <a:noFill/>
                    </a:lnR>
                    <a:lnT>
                      <a:noFill/>
                    </a:lnT>
                    <a:lnB>
                      <a:noFill/>
                    </a:lnB>
                    <a:solidFill>
                      <a:srgbClr val="E8ECEB"/>
                    </a:solidFill>
                  </a:tcPr>
                </a:tc>
                <a:tc>
                  <a:txBody>
                    <a:bodyPr/>
                    <a:lstStyle/>
                    <a:p>
                      <a:pPr>
                        <a:buNone/>
                      </a:pPr>
                      <a:r>
                        <a:rPr lang="en-US" sz="1600">
                          <a:effectLst/>
                          <a:latin typeface="Arial" panose="020B0604020202020204" pitchFamily="34" charset="0"/>
                        </a:rPr>
                        <a:t>Coordination draft</a:t>
                      </a:r>
                    </a:p>
                  </a:txBody>
                  <a:tcPr anchor="ctr">
                    <a:lnL>
                      <a:noFill/>
                    </a:lnL>
                    <a:lnR>
                      <a:noFill/>
                    </a:lnR>
                    <a:lnT>
                      <a:noFill/>
                    </a:lnT>
                    <a:lnB>
                      <a:noFill/>
                    </a:lnB>
                    <a:solidFill>
                      <a:srgbClr val="E8ECEB"/>
                    </a:solidFill>
                  </a:tcPr>
                </a:tc>
                <a:tc>
                  <a:txBody>
                    <a:bodyPr/>
                    <a:lstStyle/>
                    <a:p>
                      <a:pPr>
                        <a:buNone/>
                      </a:pPr>
                      <a:r>
                        <a:rPr lang="en-US" sz="1600">
                          <a:effectLst/>
                          <a:latin typeface="Arial" panose="020B0604020202020204" pitchFamily="34" charset="0"/>
                        </a:rPr>
                        <a:t>Resident agrees</a:t>
                      </a:r>
                    </a:p>
                  </a:txBody>
                  <a:tcPr anchor="ctr">
                    <a:lnL>
                      <a:noFill/>
                    </a:lnL>
                    <a:lnR>
                      <a:noFill/>
                    </a:lnR>
                    <a:lnT>
                      <a:noFill/>
                    </a:lnT>
                    <a:lnB>
                      <a:noFill/>
                    </a:lnB>
                    <a:solidFill>
                      <a:srgbClr val="E8ECEB"/>
                    </a:solidFill>
                  </a:tcPr>
                </a:tc>
                <a:extLst>
                  <a:ext uri="{0D108BD9-81ED-4DB2-BD59-A6C34878D82A}">
                    <a16:rowId xmlns:a16="http://schemas.microsoft.com/office/drawing/2014/main" val="3201833422"/>
                  </a:ext>
                </a:extLst>
              </a:tr>
              <a:tr h="0">
                <a:tc>
                  <a:txBody>
                    <a:bodyPr/>
                    <a:lstStyle/>
                    <a:p>
                      <a:pPr>
                        <a:buNone/>
                      </a:pPr>
                      <a:r>
                        <a:rPr lang="en-US" sz="1600">
                          <a:effectLst/>
                          <a:latin typeface="Arial" panose="020B0604020202020204" pitchFamily="34" charset="0"/>
                        </a:rPr>
                        <a:t>Quality</a:t>
                      </a:r>
                    </a:p>
                  </a:txBody>
                  <a:tcPr anchor="ctr">
                    <a:lnL>
                      <a:noFill/>
                    </a:lnL>
                    <a:lnR>
                      <a:noFill/>
                    </a:lnR>
                    <a:lnT>
                      <a:noFill/>
                    </a:lnT>
                    <a:lnB>
                      <a:noFill/>
                    </a:lnB>
                    <a:noFill/>
                  </a:tcPr>
                </a:tc>
                <a:tc>
                  <a:txBody>
                    <a:bodyPr/>
                    <a:lstStyle/>
                    <a:p>
                      <a:pPr>
                        <a:buNone/>
                      </a:pPr>
                      <a:r>
                        <a:rPr lang="en-US" sz="1600">
                          <a:effectLst/>
                          <a:latin typeface="Arial" panose="020B0604020202020204" pitchFamily="34" charset="0"/>
                        </a:rPr>
                        <a:t>Quality evidence</a:t>
                      </a:r>
                    </a:p>
                  </a:txBody>
                  <a:tcPr anchor="ctr">
                    <a:lnL>
                      <a:noFill/>
                    </a:lnL>
                    <a:lnR>
                      <a:noFill/>
                    </a:lnR>
                    <a:lnT>
                      <a:noFill/>
                    </a:lnT>
                    <a:lnB>
                      <a:noFill/>
                    </a:lnB>
                    <a:noFill/>
                  </a:tcPr>
                </a:tc>
                <a:tc>
                  <a:txBody>
                    <a:bodyPr/>
                    <a:lstStyle/>
                    <a:p>
                      <a:pPr>
                        <a:buNone/>
                      </a:pPr>
                      <a:r>
                        <a:rPr lang="en-US" sz="1600">
                          <a:effectLst/>
                          <a:latin typeface="Arial" panose="020B0604020202020204" pitchFamily="34" charset="0"/>
                        </a:rPr>
                        <a:t>Independent professional accepts</a:t>
                      </a:r>
                    </a:p>
                  </a:txBody>
                  <a:tcPr anchor="ctr">
                    <a:lnL>
                      <a:noFill/>
                    </a:lnL>
                    <a:lnR>
                      <a:noFill/>
                    </a:lnR>
                    <a:lnT>
                      <a:noFill/>
                    </a:lnT>
                    <a:lnB>
                      <a:noFill/>
                    </a:lnB>
                    <a:noFill/>
                  </a:tcPr>
                </a:tc>
                <a:extLst>
                  <a:ext uri="{0D108BD9-81ED-4DB2-BD59-A6C34878D82A}">
                    <a16:rowId xmlns:a16="http://schemas.microsoft.com/office/drawing/2014/main" val="2705256382"/>
                  </a:ext>
                </a:extLst>
              </a:tr>
            </a:tbl>
          </a:graphicData>
        </a:graphic>
      </p:graphicFrame>
      <p:sp>
        <p:nvSpPr>
          <p:cNvPr id="22463" name="Deferred pill">
            <a:extLst>
              <a:ext uri="{FF2B5EF4-FFF2-40B4-BE49-F238E27FC236}">
                <a16:creationId xmlns:a16="http://schemas.microsoft.com/office/drawing/2014/main" id="{05674F84-5FAF-5F30-7AE2-8E74B8E2F5C2}"/>
              </a:ext>
            </a:extLst>
          </p:cNvPr>
          <p:cNvSpPr/>
          <p:nvPr/>
        </p:nvSpPr>
        <p:spPr>
          <a:xfrm>
            <a:off x="8905240" y="2743200"/>
            <a:ext cx="1399032"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LATER STAGE</a:t>
            </a:r>
            <a:endParaRPr lang="en-US"/>
          </a:p>
        </p:txBody>
      </p:sp>
      <p:sp>
        <p:nvSpPr>
          <p:cNvPr id="22471" name="Runtime note">
            <a:extLst>
              <a:ext uri="{FF2B5EF4-FFF2-40B4-BE49-F238E27FC236}">
                <a16:creationId xmlns:a16="http://schemas.microsoft.com/office/drawing/2014/main" id="{4FCE70D2-145D-CFED-3930-99657E911674}"/>
              </a:ext>
            </a:extLst>
          </p:cNvPr>
          <p:cNvSpPr/>
          <p:nvPr/>
        </p:nvSpPr>
        <p:spPr>
          <a:xfrm>
            <a:off x="8813800" y="3154680"/>
            <a:ext cx="2829560" cy="1066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One API hosts the current assistants; independent queue workers remain deferred</a:t>
            </a:r>
          </a:p>
          <a:p>
            <a:pPr algn="l">
              <a:buNone/>
            </a:pPr>
            <a:r>
              <a:rPr lang="en-US" sz="100">
                <a:effectLst/>
              </a:rPr>
              <a:t> </a:t>
            </a:r>
            <a:endParaRPr lang="en-US"/>
          </a:p>
        </p:txBody>
      </p:sp>
    </p:spTree>
    <p:extLst>
      <p:ext uri="{BB962C8B-B14F-4D97-AF65-F5344CB8AC3E}">
        <p14:creationId xmlns:p14="http://schemas.microsoft.com/office/powerpoint/2010/main" val="44419315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2793" name="Eyebrow">
            <a:extLst>
              <a:ext uri="{FF2B5EF4-FFF2-40B4-BE49-F238E27FC236}">
                <a16:creationId xmlns:a16="http://schemas.microsoft.com/office/drawing/2014/main" id="{3EE5871E-E86E-2514-9A27-B4206B43CBB7}"/>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B04 · CFO / CTO</a:t>
            </a:r>
          </a:p>
          <a:p>
            <a:pPr algn="l">
              <a:buNone/>
            </a:pPr>
            <a:r>
              <a:rPr lang="en-US" sz="100">
                <a:effectLst/>
              </a:rPr>
              <a:t> </a:t>
            </a:r>
            <a:endParaRPr lang="en-US"/>
          </a:p>
        </p:txBody>
      </p:sp>
      <p:sp>
        <p:nvSpPr>
          <p:cNvPr id="2810" name="Slide title">
            <a:extLst>
              <a:ext uri="{FF2B5EF4-FFF2-40B4-BE49-F238E27FC236}">
                <a16:creationId xmlns:a16="http://schemas.microsoft.com/office/drawing/2014/main" id="{A03BDB0B-7E88-D114-9CCB-27F1DA3A9FD5}"/>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How do Decision Models reduce cost and response time?</a:t>
            </a:r>
          </a:p>
          <a:p>
            <a:pPr algn="l">
              <a:buNone/>
            </a:pPr>
            <a:r>
              <a:rPr lang="en-US" sz="100">
                <a:effectLst/>
              </a:rPr>
              <a:t> </a:t>
            </a:r>
            <a:endParaRPr lang="en-US"/>
          </a:p>
        </p:txBody>
      </p:sp>
      <p:sp>
        <p:nvSpPr>
          <p:cNvPr id="2828" name="Footer sources">
            <a:extLst>
              <a:ext uri="{FF2B5EF4-FFF2-40B4-BE49-F238E27FC236}">
                <a16:creationId xmlns:a16="http://schemas.microsoft.com/office/drawing/2014/main" id="{21BE6FE1-226B-2F7F-32C3-D981D7638133}"/>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E04 · E05 · E15</a:t>
            </a:r>
          </a:p>
          <a:p>
            <a:pPr algn="l">
              <a:buNone/>
            </a:pPr>
            <a:r>
              <a:rPr lang="en-US" sz="100">
                <a:effectLst/>
              </a:rPr>
              <a:t> </a:t>
            </a:r>
            <a:endParaRPr lang="en-US"/>
          </a:p>
        </p:txBody>
      </p:sp>
      <p:sp>
        <p:nvSpPr>
          <p:cNvPr id="2847" name="Footer navigation">
            <a:extLst>
              <a:ext uri="{FF2B5EF4-FFF2-40B4-BE49-F238E27FC236}">
                <a16:creationId xmlns:a16="http://schemas.microsoft.com/office/drawing/2014/main" id="{E2449906-97CD-85CE-FFA7-DAE977159027}"/>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B04 · Index: slide 27</a:t>
            </a:r>
            <a:endParaRPr lang="en-US"/>
          </a:p>
        </p:txBody>
      </p:sp>
      <p:sp>
        <p:nvSpPr>
          <p:cNvPr id="2867" name="Return pill">
            <a:extLst>
              <a:ext uri="{FF2B5EF4-FFF2-40B4-BE49-F238E27FC236}">
                <a16:creationId xmlns:a16="http://schemas.microsoft.com/office/drawing/2014/main" id="{FC84DB96-8530-D091-9807-DD97D06DD870}"/>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S15 · slide 16</a:t>
            </a:r>
            <a:endParaRPr lang="en-US"/>
          </a:p>
        </p:txBody>
      </p:sp>
      <p:sp>
        <p:nvSpPr>
          <p:cNvPr id="22472" name="Statement 1">
            <a:extLst>
              <a:ext uri="{FF2B5EF4-FFF2-40B4-BE49-F238E27FC236}">
                <a16:creationId xmlns:a16="http://schemas.microsoft.com/office/drawing/2014/main" id="{27175658-3919-890A-A660-1F6FA2760E85}"/>
              </a:ext>
            </a:extLst>
          </p:cNvPr>
          <p:cNvSpPr/>
          <p:nvPr/>
        </p:nvSpPr>
        <p:spPr>
          <a:xfrm>
            <a:off x="548640" y="1508760"/>
            <a:ext cx="35458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Bounded candidates may avoid long-form generation</a:t>
            </a:r>
          </a:p>
          <a:p>
            <a:pPr algn="l">
              <a:buNone/>
            </a:pPr>
            <a:r>
              <a:rPr lang="en-US" sz="100">
                <a:effectLst/>
              </a:rPr>
              <a:t> </a:t>
            </a:r>
            <a:endParaRPr lang="en-US"/>
          </a:p>
        </p:txBody>
      </p:sp>
      <p:sp>
        <p:nvSpPr>
          <p:cNvPr id="22474" name="Statement 2">
            <a:extLst>
              <a:ext uri="{FF2B5EF4-FFF2-40B4-BE49-F238E27FC236}">
                <a16:creationId xmlns:a16="http://schemas.microsoft.com/office/drawing/2014/main" id="{212AC7AF-3471-4534-D59B-7FF331F5B6EF}"/>
              </a:ext>
            </a:extLst>
          </p:cNvPr>
          <p:cNvSpPr/>
          <p:nvPr/>
        </p:nvSpPr>
        <p:spPr>
          <a:xfrm>
            <a:off x="4323080" y="1508760"/>
            <a:ext cx="35458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Compare complete tasks, not endpoint prices</a:t>
            </a:r>
          </a:p>
          <a:p>
            <a:pPr algn="l">
              <a:buNone/>
            </a:pPr>
            <a:r>
              <a:rPr lang="en-US" sz="100">
                <a:effectLst/>
              </a:rPr>
              <a:t> </a:t>
            </a:r>
            <a:endParaRPr lang="en-US"/>
          </a:p>
        </p:txBody>
      </p:sp>
      <p:sp>
        <p:nvSpPr>
          <p:cNvPr id="22477" name="Statement 3">
            <a:extLst>
              <a:ext uri="{FF2B5EF4-FFF2-40B4-BE49-F238E27FC236}">
                <a16:creationId xmlns:a16="http://schemas.microsoft.com/office/drawing/2014/main" id="{515C7044-5C3E-36C8-7EC8-F0DAD040E061}"/>
              </a:ext>
            </a:extLst>
          </p:cNvPr>
          <p:cNvSpPr/>
          <p:nvPr/>
        </p:nvSpPr>
        <p:spPr>
          <a:xfrm>
            <a:off x="8097520" y="1508760"/>
            <a:ext cx="35458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Cheaper and faster results are calibrated in the pilot</a:t>
            </a:r>
            <a:endParaRPr lang="en-US"/>
          </a:p>
        </p:txBody>
      </p:sp>
      <p:sp>
        <p:nvSpPr>
          <p:cNvPr id="22481" name="Equation card">
            <a:extLst>
              <a:ext uri="{FF2B5EF4-FFF2-40B4-BE49-F238E27FC236}">
                <a16:creationId xmlns:a16="http://schemas.microsoft.com/office/drawing/2014/main" id="{F552AF7E-E572-48AE-8086-A7D5E04ABC78}"/>
              </a:ext>
            </a:extLst>
          </p:cNvPr>
          <p:cNvSpPr/>
          <p:nvPr/>
        </p:nvSpPr>
        <p:spPr>
          <a:xfrm>
            <a:off x="548640" y="2286000"/>
            <a:ext cx="11094720" cy="108204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486" name="Equation left side">
            <a:extLst>
              <a:ext uri="{FF2B5EF4-FFF2-40B4-BE49-F238E27FC236}">
                <a16:creationId xmlns:a16="http://schemas.microsoft.com/office/drawing/2014/main" id="{74298CC0-8C55-B4D0-84C7-30B29935CF05}"/>
              </a:ext>
            </a:extLst>
          </p:cNvPr>
          <p:cNvSpPr/>
          <p:nvPr/>
        </p:nvSpPr>
        <p:spPr>
          <a:xfrm>
            <a:off x="609600" y="2598420"/>
            <a:ext cx="3228578" cy="457200"/>
          </a:xfrm>
          <a:prstGeom prst="rect">
            <a:avLst/>
          </a:prstGeom>
          <a:solidFill>
            <a:srgbClr val="E8F2FB"/>
          </a:solidFill>
          <a:ln w="12700">
            <a:solidFill>
              <a:srgbClr val="E8F2F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Cost per accepted task =</a:t>
            </a:r>
          </a:p>
          <a:p>
            <a:pPr algn="l">
              <a:buNone/>
            </a:pPr>
            <a:r>
              <a:rPr lang="en-US" sz="100">
                <a:effectLst/>
              </a:rPr>
              <a:t> </a:t>
            </a:r>
            <a:endParaRPr lang="en-US"/>
          </a:p>
        </p:txBody>
      </p:sp>
      <p:sp>
        <p:nvSpPr>
          <p:cNvPr id="22517" name="Not measured pill">
            <a:extLst>
              <a:ext uri="{FF2B5EF4-FFF2-40B4-BE49-F238E27FC236}">
                <a16:creationId xmlns:a16="http://schemas.microsoft.com/office/drawing/2014/main" id="{1EFF6459-9D9F-A53D-ADE7-7F63F13DB4EC}"/>
              </a:ext>
            </a:extLst>
          </p:cNvPr>
          <p:cNvSpPr/>
          <p:nvPr/>
        </p:nvSpPr>
        <p:spPr>
          <a:xfrm>
            <a:off x="8905240" y="3550920"/>
            <a:ext cx="223113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MEASURED IN PILOT</a:t>
            </a:r>
            <a:endParaRPr lang="en-US"/>
          </a:p>
        </p:txBody>
      </p:sp>
      <p:sp>
        <p:nvSpPr>
          <p:cNvPr id="22528" name="Historical pill">
            <a:extLst>
              <a:ext uri="{FF2B5EF4-FFF2-40B4-BE49-F238E27FC236}">
                <a16:creationId xmlns:a16="http://schemas.microsoft.com/office/drawing/2014/main" id="{CDD3CB36-CC26-5BBE-1EB8-AF2BFD6964C5}"/>
              </a:ext>
            </a:extLst>
          </p:cNvPr>
          <p:cNvSpPr/>
          <p:nvPr/>
        </p:nvSpPr>
        <p:spPr>
          <a:xfrm>
            <a:off x="8905240" y="4099560"/>
            <a:ext cx="1517904"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HISTORICAL</a:t>
            </a:r>
          </a:p>
          <a:p>
            <a:pPr algn="ctr">
              <a:buNone/>
            </a:pPr>
            <a:r>
              <a:rPr lang="en-US" sz="100">
                <a:effectLst/>
              </a:rPr>
              <a:t> </a:t>
            </a:r>
            <a:endParaRPr lang="en-US"/>
          </a:p>
        </p:txBody>
      </p:sp>
      <p:sp>
        <p:nvSpPr>
          <p:cNvPr id="22540" name="Historical caption">
            <a:extLst>
              <a:ext uri="{FF2B5EF4-FFF2-40B4-BE49-F238E27FC236}">
                <a16:creationId xmlns:a16="http://schemas.microsoft.com/office/drawing/2014/main" id="{F1249BA4-DF0D-7B43-6E9D-DC013D517344}"/>
              </a:ext>
            </a:extLst>
          </p:cNvPr>
          <p:cNvSpPr/>
          <p:nvPr/>
        </p:nvSpPr>
        <p:spPr>
          <a:xfrm>
            <a:off x="8813800" y="4465320"/>
            <a:ext cx="2829560" cy="1158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Prototype timing: workflow-only gates decide in 0.03 ms; an agent drafting step takes a 12.5 s median. Each does a different job.</a:t>
            </a:r>
            <a:endParaRPr lang="en-US"/>
          </a:p>
        </p:txBody>
      </p:sp>
      <p:sp>
        <p:nvSpPr>
          <p:cNvPr id="26172" name="Equation numerator">
            <a:extLst>
              <a:ext uri="{FF2B5EF4-FFF2-40B4-BE49-F238E27FC236}">
                <a16:creationId xmlns:a16="http://schemas.microsoft.com/office/drawing/2014/main" id="{5C6DBC50-33E4-7421-AA37-92B3B104DD6A}"/>
              </a:ext>
            </a:extLst>
          </p:cNvPr>
          <p:cNvSpPr/>
          <p:nvPr/>
        </p:nvSpPr>
        <p:spPr>
          <a:xfrm>
            <a:off x="3929618" y="2363470"/>
            <a:ext cx="6856581" cy="457200"/>
          </a:xfrm>
          <a:prstGeom prst="rect">
            <a:avLst/>
          </a:prstGeom>
          <a:solidFill>
            <a:srgbClr val="E8F2FB"/>
          </a:solidFill>
          <a:ln w="12700">
            <a:solidFill>
              <a:srgbClr val="E8F2F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800">
                <a:solidFill>
                  <a:srgbClr val="173F35"/>
                </a:solidFill>
                <a:effectLst/>
                <a:latin typeface="Arial" panose="020B0604020202020204" pitchFamily="34" charset="0"/>
              </a:rPr>
              <a:t>inference + hosting + review and correction + retries + assurance</a:t>
            </a:r>
          </a:p>
          <a:p>
            <a:pPr algn="ctr">
              <a:buNone/>
            </a:pPr>
            <a:r>
              <a:rPr lang="en-US" sz="100">
                <a:effectLst/>
              </a:rPr>
              <a:t> </a:t>
            </a:r>
            <a:endParaRPr lang="en-US"/>
          </a:p>
        </p:txBody>
      </p:sp>
      <p:sp>
        <p:nvSpPr>
          <p:cNvPr id="26174" name="Equation denominator">
            <a:extLst>
              <a:ext uri="{FF2B5EF4-FFF2-40B4-BE49-F238E27FC236}">
                <a16:creationId xmlns:a16="http://schemas.microsoft.com/office/drawing/2014/main" id="{59727461-3573-0F48-EB01-3FB164C68562}"/>
              </a:ext>
            </a:extLst>
          </p:cNvPr>
          <p:cNvSpPr/>
          <p:nvPr/>
        </p:nvSpPr>
        <p:spPr>
          <a:xfrm>
            <a:off x="3929618" y="2833370"/>
            <a:ext cx="6856581" cy="457200"/>
          </a:xfrm>
          <a:prstGeom prst="rect">
            <a:avLst/>
          </a:prstGeom>
          <a:solidFill>
            <a:srgbClr val="E8F2FB"/>
          </a:solidFill>
          <a:ln w="12700">
            <a:solidFill>
              <a:srgbClr val="E8F2F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800">
                <a:solidFill>
                  <a:srgbClr val="173F35"/>
                </a:solidFill>
                <a:effectLst/>
                <a:latin typeface="Arial" panose="020B0604020202020204" pitchFamily="34" charset="0"/>
              </a:rPr>
              <a:t>accepted tasks above the quality floor</a:t>
            </a:r>
          </a:p>
          <a:p>
            <a:pPr algn="ctr">
              <a:buNone/>
            </a:pPr>
            <a:r>
              <a:rPr lang="en-US" sz="100">
                <a:effectLst/>
              </a:rPr>
              <a:t> </a:t>
            </a:r>
            <a:endParaRPr lang="en-US"/>
          </a:p>
        </p:txBody>
      </p:sp>
      <p:sp>
        <p:nvSpPr>
          <p:cNvPr id="26325" name="Fraction bar">
            <a:extLst>
              <a:ext uri="{FF2B5EF4-FFF2-40B4-BE49-F238E27FC236}">
                <a16:creationId xmlns:a16="http://schemas.microsoft.com/office/drawing/2014/main" id="{623215EB-9DF9-12F4-2977-4E55B34E21FB}"/>
              </a:ext>
            </a:extLst>
          </p:cNvPr>
          <p:cNvSpPr/>
          <p:nvPr/>
        </p:nvSpPr>
        <p:spPr>
          <a:xfrm>
            <a:off x="3975338" y="2819083"/>
            <a:ext cx="6765141" cy="15875"/>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graphicFrame>
        <p:nvGraphicFramePr>
          <p:cNvPr id="3" name="Table 2">
            <a:extLst>
              <a:ext uri="{FF2B5EF4-FFF2-40B4-BE49-F238E27FC236}">
                <a16:creationId xmlns:a16="http://schemas.microsoft.com/office/drawing/2014/main" id="{A598C296-3799-4CE0-A0C3-B8AE570CC62D}"/>
              </a:ext>
            </a:extLst>
          </p:cNvPr>
          <p:cNvGraphicFramePr>
            <a:graphicFrameLocks noGrp="1"/>
          </p:cNvGraphicFramePr>
          <p:nvPr/>
        </p:nvGraphicFramePr>
        <p:xfrm>
          <a:off x="548640" y="3550920"/>
          <a:ext cx="8128002" cy="1950720"/>
        </p:xfrm>
        <a:graphic>
          <a:graphicData uri="http://schemas.openxmlformats.org/drawingml/2006/table">
            <a:tbl>
              <a:tblPr bandRow="1">
                <a:tableStyleId>{5C22544A-7EE6-4342-B048-85BDC9FD1C3A}</a:tableStyleId>
              </a:tblPr>
              <a:tblGrid>
                <a:gridCol w="1354667">
                  <a:extLst>
                    <a:ext uri="{9D8B030D-6E8A-4147-A177-3AD203B41FA5}">
                      <a16:colId xmlns:a16="http://schemas.microsoft.com/office/drawing/2014/main" val="3462425915"/>
                    </a:ext>
                  </a:extLst>
                </a:gridCol>
                <a:gridCol w="1354667">
                  <a:extLst>
                    <a:ext uri="{9D8B030D-6E8A-4147-A177-3AD203B41FA5}">
                      <a16:colId xmlns:a16="http://schemas.microsoft.com/office/drawing/2014/main" val="198709434"/>
                    </a:ext>
                  </a:extLst>
                </a:gridCol>
                <a:gridCol w="1354667">
                  <a:extLst>
                    <a:ext uri="{9D8B030D-6E8A-4147-A177-3AD203B41FA5}">
                      <a16:colId xmlns:a16="http://schemas.microsoft.com/office/drawing/2014/main" val="2193197462"/>
                    </a:ext>
                  </a:extLst>
                </a:gridCol>
                <a:gridCol w="1354667">
                  <a:extLst>
                    <a:ext uri="{9D8B030D-6E8A-4147-A177-3AD203B41FA5}">
                      <a16:colId xmlns:a16="http://schemas.microsoft.com/office/drawing/2014/main" val="1409473403"/>
                    </a:ext>
                  </a:extLst>
                </a:gridCol>
                <a:gridCol w="1354667">
                  <a:extLst>
                    <a:ext uri="{9D8B030D-6E8A-4147-A177-3AD203B41FA5}">
                      <a16:colId xmlns:a16="http://schemas.microsoft.com/office/drawing/2014/main" val="1655675762"/>
                    </a:ext>
                  </a:extLst>
                </a:gridCol>
                <a:gridCol w="1354667">
                  <a:extLst>
                    <a:ext uri="{9D8B030D-6E8A-4147-A177-3AD203B41FA5}">
                      <a16:colId xmlns:a16="http://schemas.microsoft.com/office/drawing/2014/main" val="3915667006"/>
                    </a:ext>
                  </a:extLst>
                </a:gridCol>
              </a:tblGrid>
              <a:tr h="0">
                <a:tc>
                  <a:txBody>
                    <a:bodyPr/>
                    <a:lstStyle/>
                    <a:p>
                      <a:pPr>
                        <a:buNone/>
                      </a:pPr>
                      <a:r>
                        <a:rPr lang="en-US" sz="1400" b="1">
                          <a:solidFill>
                            <a:srgbClr val="FAF9F6"/>
                          </a:solidFill>
                          <a:effectLst/>
                          <a:latin typeface="Arial" panose="020B0604020202020204" pitchFamily="34" charset="0"/>
                        </a:rPr>
                        <a:t>Approach</a:t>
                      </a:r>
                    </a:p>
                  </a:txBody>
                  <a:tcPr anchor="ctr">
                    <a:lnL>
                      <a:noFill/>
                    </a:lnL>
                    <a:lnR>
                      <a:noFill/>
                    </a:lnR>
                    <a:lnT>
                      <a:noFill/>
                    </a:lnT>
                    <a:lnB>
                      <a:noFill/>
                    </a:lnB>
                    <a:solidFill>
                      <a:srgbClr val="173F35"/>
                    </a:solidFill>
                  </a:tcPr>
                </a:tc>
                <a:tc>
                  <a:txBody>
                    <a:bodyPr/>
                    <a:lstStyle/>
                    <a:p>
                      <a:pPr>
                        <a:buNone/>
                      </a:pPr>
                      <a:r>
                        <a:rPr lang="en-US" sz="1400" b="1">
                          <a:solidFill>
                            <a:srgbClr val="FAF9F6"/>
                          </a:solidFill>
                          <a:effectLst/>
                          <a:latin typeface="Arial" panose="020B0604020202020204" pitchFamily="34" charset="0"/>
                        </a:rPr>
                        <a:t>Accepted quality</a:t>
                      </a:r>
                    </a:p>
                  </a:txBody>
                  <a:tcPr anchor="ctr">
                    <a:lnL>
                      <a:noFill/>
                    </a:lnL>
                    <a:lnR>
                      <a:noFill/>
                    </a:lnR>
                    <a:lnT>
                      <a:noFill/>
                    </a:lnT>
                    <a:lnB>
                      <a:noFill/>
                    </a:lnB>
                    <a:solidFill>
                      <a:srgbClr val="173F35"/>
                    </a:solidFill>
                  </a:tcPr>
                </a:tc>
                <a:tc>
                  <a:txBody>
                    <a:bodyPr/>
                    <a:lstStyle/>
                    <a:p>
                      <a:pPr>
                        <a:buNone/>
                      </a:pPr>
                      <a:r>
                        <a:rPr lang="en-US" sz="1400" b="1">
                          <a:solidFill>
                            <a:srgbClr val="FAF9F6"/>
                          </a:solidFill>
                          <a:effectLst/>
                          <a:latin typeface="Arial" panose="020B0604020202020204" pitchFamily="34" charset="0"/>
                        </a:rPr>
                        <a:t>Total staff time</a:t>
                      </a:r>
                    </a:p>
                  </a:txBody>
                  <a:tcPr anchor="ctr">
                    <a:lnL>
                      <a:noFill/>
                    </a:lnL>
                    <a:lnR>
                      <a:noFill/>
                    </a:lnR>
                    <a:lnT>
                      <a:noFill/>
                    </a:lnT>
                    <a:lnB>
                      <a:noFill/>
                    </a:lnB>
                    <a:solidFill>
                      <a:srgbClr val="173F35"/>
                    </a:solidFill>
                  </a:tcPr>
                </a:tc>
                <a:tc>
                  <a:txBody>
                    <a:bodyPr/>
                    <a:lstStyle/>
                    <a:p>
                      <a:pPr>
                        <a:buNone/>
                      </a:pPr>
                      <a:r>
                        <a:rPr lang="en-US" sz="1400" b="1">
                          <a:solidFill>
                            <a:srgbClr val="FAF9F6"/>
                          </a:solidFill>
                          <a:effectLst/>
                          <a:latin typeface="Arial" panose="020B0604020202020204" pitchFamily="34" charset="0"/>
                        </a:rPr>
                        <a:t>p50/p95 latency</a:t>
                      </a:r>
                    </a:p>
                  </a:txBody>
                  <a:tcPr anchor="ctr">
                    <a:lnL>
                      <a:noFill/>
                    </a:lnL>
                    <a:lnR>
                      <a:noFill/>
                    </a:lnR>
                    <a:lnT>
                      <a:noFill/>
                    </a:lnT>
                    <a:lnB>
                      <a:noFill/>
                    </a:lnB>
                    <a:solidFill>
                      <a:srgbClr val="173F35"/>
                    </a:solidFill>
                  </a:tcPr>
                </a:tc>
                <a:tc>
                  <a:txBody>
                    <a:bodyPr/>
                    <a:lstStyle/>
                    <a:p>
                      <a:pPr>
                        <a:buNone/>
                      </a:pPr>
                      <a:r>
                        <a:rPr lang="en-US" sz="1400" b="1">
                          <a:solidFill>
                            <a:srgbClr val="FAF9F6"/>
                          </a:solidFill>
                          <a:effectLst/>
                          <a:latin typeface="Arial" panose="020B0604020202020204" pitchFamily="34" charset="0"/>
                        </a:rPr>
                        <a:t>Cost per accepted task</a:t>
                      </a:r>
                    </a:p>
                  </a:txBody>
                  <a:tcPr anchor="ctr">
                    <a:lnL>
                      <a:noFill/>
                    </a:lnL>
                    <a:lnR>
                      <a:noFill/>
                    </a:lnR>
                    <a:lnT>
                      <a:noFill/>
                    </a:lnT>
                    <a:lnB>
                      <a:noFill/>
                    </a:lnB>
                    <a:solidFill>
                      <a:srgbClr val="173F35"/>
                    </a:solidFill>
                  </a:tcPr>
                </a:tc>
                <a:tc>
                  <a:txBody>
                    <a:bodyPr/>
                    <a:lstStyle/>
                    <a:p>
                      <a:pPr>
                        <a:buNone/>
                      </a:pPr>
                      <a:r>
                        <a:rPr lang="en-US" sz="1400" b="1">
                          <a:solidFill>
                            <a:srgbClr val="FAF9F6"/>
                          </a:solidFill>
                          <a:effectLst/>
                          <a:latin typeface="Arial" panose="020B0604020202020204" pitchFamily="34" charset="0"/>
                        </a:rPr>
                        <a:t>Critical errors</a:t>
                      </a:r>
                    </a:p>
                  </a:txBody>
                  <a:tcPr anchor="ctr">
                    <a:lnL>
                      <a:noFill/>
                    </a:lnL>
                    <a:lnR>
                      <a:noFill/>
                    </a:lnR>
                    <a:lnT>
                      <a:noFill/>
                    </a:lnT>
                    <a:lnB>
                      <a:noFill/>
                    </a:lnB>
                    <a:solidFill>
                      <a:srgbClr val="173F35"/>
                    </a:solidFill>
                  </a:tcPr>
                </a:tc>
                <a:extLst>
                  <a:ext uri="{0D108BD9-81ED-4DB2-BD59-A6C34878D82A}">
                    <a16:rowId xmlns:a16="http://schemas.microsoft.com/office/drawing/2014/main" val="2589027005"/>
                  </a:ext>
                </a:extLst>
              </a:tr>
              <a:tr h="0">
                <a:tc>
                  <a:txBody>
                    <a:bodyPr/>
                    <a:lstStyle/>
                    <a:p>
                      <a:pPr>
                        <a:buNone/>
                      </a:pPr>
                      <a:r>
                        <a:rPr lang="en-US" sz="1400">
                          <a:effectLst/>
                          <a:latin typeface="Arial" panose="020B0604020202020204" pitchFamily="34" charset="0"/>
                        </a:rPr>
                        <a:t>Rules/manual</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noFill/>
                  </a:tcPr>
                </a:tc>
                <a:extLst>
                  <a:ext uri="{0D108BD9-81ED-4DB2-BD59-A6C34878D82A}">
                    <a16:rowId xmlns:a16="http://schemas.microsoft.com/office/drawing/2014/main" val="2401285047"/>
                  </a:ext>
                </a:extLst>
              </a:tr>
              <a:tr h="0">
                <a:tc>
                  <a:txBody>
                    <a:bodyPr/>
                    <a:lstStyle/>
                    <a:p>
                      <a:pPr>
                        <a:buNone/>
                      </a:pPr>
                      <a:r>
                        <a:rPr lang="en-US" sz="1400">
                          <a:effectLst/>
                          <a:latin typeface="Arial" panose="020B0604020202020204" pitchFamily="34" charset="0"/>
                        </a:rPr>
                        <a:t>Parser/templates</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solidFill>
                      <a:srgbClr val="E8ECEB"/>
                    </a:solidFill>
                  </a:tcPr>
                </a:tc>
                <a:extLst>
                  <a:ext uri="{0D108BD9-81ED-4DB2-BD59-A6C34878D82A}">
                    <a16:rowId xmlns:a16="http://schemas.microsoft.com/office/drawing/2014/main" val="1253441629"/>
                  </a:ext>
                </a:extLst>
              </a:tr>
              <a:tr h="0">
                <a:tc>
                  <a:txBody>
                    <a:bodyPr/>
                    <a:lstStyle/>
                    <a:p>
                      <a:pPr>
                        <a:buNone/>
                      </a:pPr>
                      <a:r>
                        <a:rPr lang="en-US" sz="1400">
                          <a:effectLst/>
                          <a:latin typeface="Arial" panose="020B0604020202020204" pitchFamily="34" charset="0"/>
                        </a:rPr>
                        <a:t>Decision 1</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noFill/>
                  </a:tcPr>
                </a:tc>
                <a:extLst>
                  <a:ext uri="{0D108BD9-81ED-4DB2-BD59-A6C34878D82A}">
                    <a16:rowId xmlns:a16="http://schemas.microsoft.com/office/drawing/2014/main" val="3674973187"/>
                  </a:ext>
                </a:extLst>
              </a:tr>
              <a:tr h="0">
                <a:tc>
                  <a:txBody>
                    <a:bodyPr/>
                    <a:lstStyle/>
                    <a:p>
                      <a:pPr>
                        <a:buNone/>
                      </a:pPr>
                      <a:r>
                        <a:rPr lang="en-US" sz="1400">
                          <a:effectLst/>
                          <a:latin typeface="Arial" panose="020B0604020202020204" pitchFamily="34" charset="0"/>
                        </a:rPr>
                        <a:t>Generation</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solidFill>
                      <a:srgbClr val="E8ECEB"/>
                    </a:solidFill>
                  </a:tcPr>
                </a:tc>
                <a:extLst>
                  <a:ext uri="{0D108BD9-81ED-4DB2-BD59-A6C34878D82A}">
                    <a16:rowId xmlns:a16="http://schemas.microsoft.com/office/drawing/2014/main" val="4001203406"/>
                  </a:ext>
                </a:extLst>
              </a:tr>
            </a:tbl>
          </a:graphicData>
        </a:graphic>
      </p:graphicFrame>
    </p:spTree>
    <p:extLst>
      <p:ext uri="{BB962C8B-B14F-4D97-AF65-F5344CB8AC3E}">
        <p14:creationId xmlns:p14="http://schemas.microsoft.com/office/powerpoint/2010/main" val="1880121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2888" name="Eyebrow">
            <a:extLst>
              <a:ext uri="{FF2B5EF4-FFF2-40B4-BE49-F238E27FC236}">
                <a16:creationId xmlns:a16="http://schemas.microsoft.com/office/drawing/2014/main" id="{8864ABE3-15AF-C6A3-4FB8-C6559B23D02A}"/>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B05 · CFO</a:t>
            </a:r>
          </a:p>
          <a:p>
            <a:pPr algn="l">
              <a:buNone/>
            </a:pPr>
            <a:r>
              <a:rPr lang="en-US" sz="100">
                <a:effectLst/>
              </a:rPr>
              <a:t> </a:t>
            </a:r>
            <a:endParaRPr lang="en-US"/>
          </a:p>
        </p:txBody>
      </p:sp>
      <p:sp>
        <p:nvSpPr>
          <p:cNvPr id="2910" name="Slide title">
            <a:extLst>
              <a:ext uri="{FF2B5EF4-FFF2-40B4-BE49-F238E27FC236}">
                <a16:creationId xmlns:a16="http://schemas.microsoft.com/office/drawing/2014/main" id="{EC8C67C3-DDEC-80A4-63D2-C06E555CFDB6}"/>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What does the technology cost today?</a:t>
            </a:r>
          </a:p>
          <a:p>
            <a:pPr algn="l">
              <a:buNone/>
            </a:pPr>
            <a:r>
              <a:rPr lang="en-US" sz="100">
                <a:effectLst/>
              </a:rPr>
              <a:t> </a:t>
            </a:r>
            <a:endParaRPr lang="en-US"/>
          </a:p>
        </p:txBody>
      </p:sp>
      <p:sp>
        <p:nvSpPr>
          <p:cNvPr id="2933" name="Footer sources">
            <a:extLst>
              <a:ext uri="{FF2B5EF4-FFF2-40B4-BE49-F238E27FC236}">
                <a16:creationId xmlns:a16="http://schemas.microsoft.com/office/drawing/2014/main" id="{39F1A90A-5D1F-D3E4-468E-F8D43BA25B8D}"/>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E11 · E05</a:t>
            </a:r>
          </a:p>
          <a:p>
            <a:pPr algn="l">
              <a:buNone/>
            </a:pPr>
            <a:r>
              <a:rPr lang="en-US" sz="100">
                <a:effectLst/>
              </a:rPr>
              <a:t> </a:t>
            </a:r>
            <a:endParaRPr lang="en-US"/>
          </a:p>
        </p:txBody>
      </p:sp>
      <p:sp>
        <p:nvSpPr>
          <p:cNvPr id="2957" name="Footer navigation">
            <a:extLst>
              <a:ext uri="{FF2B5EF4-FFF2-40B4-BE49-F238E27FC236}">
                <a16:creationId xmlns:a16="http://schemas.microsoft.com/office/drawing/2014/main" id="{681E4DD6-28C5-1F91-754C-B4F4B26595B6}"/>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B05 · Index: slide 27</a:t>
            </a:r>
            <a:endParaRPr lang="en-US"/>
          </a:p>
        </p:txBody>
      </p:sp>
      <p:sp>
        <p:nvSpPr>
          <p:cNvPr id="2982" name="Return pill">
            <a:extLst>
              <a:ext uri="{FF2B5EF4-FFF2-40B4-BE49-F238E27FC236}">
                <a16:creationId xmlns:a16="http://schemas.microsoft.com/office/drawing/2014/main" id="{EA6164CF-B22D-C5C5-C29C-A599213D85C7}"/>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S18 · slide 21</a:t>
            </a:r>
            <a:endParaRPr lang="en-US"/>
          </a:p>
        </p:txBody>
      </p:sp>
      <p:sp>
        <p:nvSpPr>
          <p:cNvPr id="22541" name="Statement 1">
            <a:extLst>
              <a:ext uri="{FF2B5EF4-FFF2-40B4-BE49-F238E27FC236}">
                <a16:creationId xmlns:a16="http://schemas.microsoft.com/office/drawing/2014/main" id="{72627532-1161-36DC-D7E4-EA4EC120F428}"/>
              </a:ext>
            </a:extLst>
          </p:cNvPr>
          <p:cNvSpPr/>
          <p:nvPr/>
        </p:nvSpPr>
        <p:spPr>
          <a:xfrm>
            <a:off x="548640" y="1508760"/>
            <a:ext cx="35458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USD 700 owner-set October all-in forecast ceiling</a:t>
            </a:r>
          </a:p>
          <a:p>
            <a:pPr algn="l">
              <a:buNone/>
            </a:pPr>
            <a:r>
              <a:rPr lang="en-US" sz="100">
                <a:effectLst/>
              </a:rPr>
              <a:t> </a:t>
            </a:r>
            <a:endParaRPr lang="en-US"/>
          </a:p>
        </p:txBody>
      </p:sp>
      <p:sp>
        <p:nvSpPr>
          <p:cNvPr id="22543" name="Statement 2">
            <a:extLst>
              <a:ext uri="{FF2B5EF4-FFF2-40B4-BE49-F238E27FC236}">
                <a16:creationId xmlns:a16="http://schemas.microsoft.com/office/drawing/2014/main" id="{16831651-A46C-C4E1-2531-20DC5500CE5A}"/>
              </a:ext>
            </a:extLst>
          </p:cNvPr>
          <p:cNvSpPr/>
          <p:nvPr/>
        </p:nvSpPr>
        <p:spPr>
          <a:xfrm>
            <a:off x="4323080" y="1508760"/>
            <a:ext cx="354584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Execution gates remain; authority expires 25 October 16:02 UTC</a:t>
            </a:r>
          </a:p>
          <a:p>
            <a:pPr algn="l">
              <a:buNone/>
            </a:pPr>
            <a:r>
              <a:rPr lang="en-US" sz="100">
                <a:effectLst/>
              </a:rPr>
              <a:t> </a:t>
            </a:r>
            <a:endParaRPr lang="en-US"/>
          </a:p>
        </p:txBody>
      </p:sp>
      <p:sp>
        <p:nvSpPr>
          <p:cNvPr id="22546" name="Statement 3">
            <a:extLst>
              <a:ext uri="{FF2B5EF4-FFF2-40B4-BE49-F238E27FC236}">
                <a16:creationId xmlns:a16="http://schemas.microsoft.com/office/drawing/2014/main" id="{DF755256-A8D0-F73B-4478-5D98A71300C6}"/>
              </a:ext>
            </a:extLst>
          </p:cNvPr>
          <p:cNvSpPr/>
          <p:nvPr/>
        </p:nvSpPr>
        <p:spPr>
          <a:xfrm>
            <a:off x="8097520" y="1508760"/>
            <a:ext cx="354584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Refresh the post-change forecast; outside-group costs measured in the pilot</a:t>
            </a:r>
            <a:endParaRPr lang="en-US"/>
          </a:p>
        </p:txBody>
      </p:sp>
      <p:graphicFrame>
        <p:nvGraphicFramePr>
          <p:cNvPr id="8" name="Table 7">
            <a:extLst>
              <a:ext uri="{FF2B5EF4-FFF2-40B4-BE49-F238E27FC236}">
                <a16:creationId xmlns:a16="http://schemas.microsoft.com/office/drawing/2014/main" id="{7F56379E-718D-4E16-8B19-52588F825E24}"/>
              </a:ext>
            </a:extLst>
          </p:cNvPr>
          <p:cNvGraphicFramePr>
            <a:graphicFrameLocks noGrp="1"/>
          </p:cNvGraphicFramePr>
          <p:nvPr/>
        </p:nvGraphicFramePr>
        <p:xfrm>
          <a:off x="548640" y="2651760"/>
          <a:ext cx="8128000" cy="2895600"/>
        </p:xfrm>
        <a:graphic>
          <a:graphicData uri="http://schemas.openxmlformats.org/drawingml/2006/table">
            <a:tbl>
              <a:tblPr bandRow="1">
                <a:tableStyleId>{5C22544A-7EE6-4342-B048-85BDC9FD1C3A}</a:tableStyleId>
              </a:tblPr>
              <a:tblGrid>
                <a:gridCol w="2032000">
                  <a:extLst>
                    <a:ext uri="{9D8B030D-6E8A-4147-A177-3AD203B41FA5}">
                      <a16:colId xmlns:a16="http://schemas.microsoft.com/office/drawing/2014/main" val="4010536497"/>
                    </a:ext>
                  </a:extLst>
                </a:gridCol>
                <a:gridCol w="2032000">
                  <a:extLst>
                    <a:ext uri="{9D8B030D-6E8A-4147-A177-3AD203B41FA5}">
                      <a16:colId xmlns:a16="http://schemas.microsoft.com/office/drawing/2014/main" val="1185770497"/>
                    </a:ext>
                  </a:extLst>
                </a:gridCol>
                <a:gridCol w="2032000">
                  <a:extLst>
                    <a:ext uri="{9D8B030D-6E8A-4147-A177-3AD203B41FA5}">
                      <a16:colId xmlns:a16="http://schemas.microsoft.com/office/drawing/2014/main" val="837969618"/>
                    </a:ext>
                  </a:extLst>
                </a:gridCol>
                <a:gridCol w="2032000">
                  <a:extLst>
                    <a:ext uri="{9D8B030D-6E8A-4147-A177-3AD203B41FA5}">
                      <a16:colId xmlns:a16="http://schemas.microsoft.com/office/drawing/2014/main" val="1947647851"/>
                    </a:ext>
                  </a:extLst>
                </a:gridCol>
              </a:tblGrid>
              <a:tr h="0">
                <a:tc>
                  <a:txBody>
                    <a:bodyPr/>
                    <a:lstStyle/>
                    <a:p>
                      <a:pPr>
                        <a:buNone/>
                      </a:pPr>
                      <a:r>
                        <a:rPr lang="en-US" sz="1400" b="1">
                          <a:solidFill>
                            <a:srgbClr val="FAF9F6"/>
                          </a:solidFill>
                          <a:effectLst/>
                          <a:latin typeface="Arial" panose="020B0604020202020204" pitchFamily="34" charset="0"/>
                        </a:rPr>
                        <a:t>Amount</a:t>
                      </a:r>
                    </a:p>
                  </a:txBody>
                  <a:tcPr anchor="ctr">
                    <a:lnL>
                      <a:noFill/>
                    </a:lnL>
                    <a:lnR>
                      <a:noFill/>
                    </a:lnR>
                    <a:lnT>
                      <a:noFill/>
                    </a:lnT>
                    <a:lnB>
                      <a:noFill/>
                    </a:lnB>
                    <a:solidFill>
                      <a:srgbClr val="173F35"/>
                    </a:solidFill>
                  </a:tcPr>
                </a:tc>
                <a:tc>
                  <a:txBody>
                    <a:bodyPr/>
                    <a:lstStyle/>
                    <a:p>
                      <a:pPr>
                        <a:buNone/>
                      </a:pPr>
                      <a:r>
                        <a:rPr lang="en-US" sz="1400" b="1">
                          <a:solidFill>
                            <a:srgbClr val="FAF9F6"/>
                          </a:solidFill>
                          <a:effectLst/>
                          <a:latin typeface="Arial" panose="020B0604020202020204" pitchFamily="34" charset="0"/>
                        </a:rPr>
                        <a:t>Scope</a:t>
                      </a:r>
                    </a:p>
                  </a:txBody>
                  <a:tcPr anchor="ctr">
                    <a:lnL>
                      <a:noFill/>
                    </a:lnL>
                    <a:lnR>
                      <a:noFill/>
                    </a:lnR>
                    <a:lnT>
                      <a:noFill/>
                    </a:lnT>
                    <a:lnB>
                      <a:noFill/>
                    </a:lnB>
                    <a:solidFill>
                      <a:srgbClr val="173F35"/>
                    </a:solidFill>
                  </a:tcPr>
                </a:tc>
                <a:tc>
                  <a:txBody>
                    <a:bodyPr/>
                    <a:lstStyle/>
                    <a:p>
                      <a:pPr>
                        <a:buNone/>
                      </a:pPr>
                      <a:r>
                        <a:rPr lang="en-US" sz="1400" b="1">
                          <a:solidFill>
                            <a:srgbClr val="FAF9F6"/>
                          </a:solidFill>
                          <a:effectLst/>
                          <a:latin typeface="Arial" panose="020B0604020202020204" pitchFamily="34" charset="0"/>
                        </a:rPr>
                        <a:t>Class</a:t>
                      </a:r>
                    </a:p>
                  </a:txBody>
                  <a:tcPr anchor="ctr">
                    <a:lnL>
                      <a:noFill/>
                    </a:lnL>
                    <a:lnR>
                      <a:noFill/>
                    </a:lnR>
                    <a:lnT>
                      <a:noFill/>
                    </a:lnT>
                    <a:lnB>
                      <a:noFill/>
                    </a:lnB>
                    <a:solidFill>
                      <a:srgbClr val="173F35"/>
                    </a:solidFill>
                  </a:tcPr>
                </a:tc>
                <a:tc>
                  <a:txBody>
                    <a:bodyPr/>
                    <a:lstStyle/>
                    <a:p>
                      <a:pPr>
                        <a:buNone/>
                      </a:pPr>
                      <a:r>
                        <a:rPr lang="en-US" sz="1400" b="1">
                          <a:solidFill>
                            <a:srgbClr val="FAF9F6"/>
                          </a:solidFill>
                          <a:effectLst/>
                          <a:latin typeface="Arial" panose="020B0604020202020204" pitchFamily="34" charset="0"/>
                        </a:rPr>
                        <a:t>Status</a:t>
                      </a:r>
                    </a:p>
                  </a:txBody>
                  <a:tcPr anchor="ctr">
                    <a:lnL>
                      <a:noFill/>
                    </a:lnL>
                    <a:lnR>
                      <a:noFill/>
                    </a:lnR>
                    <a:lnT>
                      <a:noFill/>
                    </a:lnT>
                    <a:lnB>
                      <a:noFill/>
                    </a:lnB>
                    <a:solidFill>
                      <a:srgbClr val="173F35"/>
                    </a:solidFill>
                  </a:tcPr>
                </a:tc>
                <a:extLst>
                  <a:ext uri="{0D108BD9-81ED-4DB2-BD59-A6C34878D82A}">
                    <a16:rowId xmlns:a16="http://schemas.microsoft.com/office/drawing/2014/main" val="3252420076"/>
                  </a:ext>
                </a:extLst>
              </a:tr>
              <a:tr h="0">
                <a:tc>
                  <a:txBody>
                    <a:bodyPr/>
                    <a:lstStyle/>
                    <a:p>
                      <a:pPr>
                        <a:buNone/>
                      </a:pPr>
                      <a:r>
                        <a:rPr lang="en-US" sz="1400">
                          <a:effectLst/>
                          <a:latin typeface="Arial" panose="020B0604020202020204" pitchFamily="34" charset="0"/>
                        </a:rPr>
                        <a:t>USD 700</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October all-in forecast ceiling, owner decision 22 Oct</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Owner-set ceiling</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Paid tranches blocked; expires 25 Oct 16:02 UTC</a:t>
                      </a:r>
                    </a:p>
                  </a:txBody>
                  <a:tcPr anchor="ctr">
                    <a:lnL>
                      <a:noFill/>
                    </a:lnL>
                    <a:lnR>
                      <a:noFill/>
                    </a:lnR>
                    <a:lnT>
                      <a:noFill/>
                    </a:lnT>
                    <a:lnB>
                      <a:noFill/>
                    </a:lnB>
                    <a:noFill/>
                  </a:tcPr>
                </a:tc>
                <a:extLst>
                  <a:ext uri="{0D108BD9-81ED-4DB2-BD59-A6C34878D82A}">
                    <a16:rowId xmlns:a16="http://schemas.microsoft.com/office/drawing/2014/main" val="587441580"/>
                  </a:ext>
                </a:extLst>
              </a:tr>
              <a:tr h="0">
                <a:tc>
                  <a:txBody>
                    <a:bodyPr/>
                    <a:lstStyle/>
                    <a:p>
                      <a:pPr>
                        <a:buNone/>
                      </a:pPr>
                      <a:r>
                        <a:rPr lang="en-US" sz="1400">
                          <a:effectLst/>
                          <a:latin typeface="Arial" panose="020B0604020202020204" pitchFamily="34" charset="0"/>
                        </a:rPr>
                        <a:t>USD 242.36</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Accrued 11-22 Oct, resource group ama</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Observed, partial</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Estimated until invoiced</a:t>
                      </a:r>
                    </a:p>
                  </a:txBody>
                  <a:tcPr anchor="ctr">
                    <a:lnL>
                      <a:noFill/>
                    </a:lnL>
                    <a:lnR>
                      <a:noFill/>
                    </a:lnR>
                    <a:lnT>
                      <a:noFill/>
                    </a:lnT>
                    <a:lnB>
                      <a:noFill/>
                    </a:lnB>
                    <a:solidFill>
                      <a:srgbClr val="E8ECEB"/>
                    </a:solidFill>
                  </a:tcPr>
                </a:tc>
                <a:extLst>
                  <a:ext uri="{0D108BD9-81ED-4DB2-BD59-A6C34878D82A}">
                    <a16:rowId xmlns:a16="http://schemas.microsoft.com/office/drawing/2014/main" val="376992255"/>
                  </a:ext>
                </a:extLst>
              </a:tr>
              <a:tr h="0">
                <a:tc>
                  <a:txBody>
                    <a:bodyPr/>
                    <a:lstStyle/>
                    <a:p>
                      <a:pPr>
                        <a:buNone/>
                      </a:pPr>
                      <a:r>
                        <a:rPr lang="en-US" sz="1400">
                          <a:effectLst/>
                          <a:latin typeface="Arial" panose="020B0604020202020204" pitchFamily="34" charset="0"/>
                        </a:rPr>
                        <a:t>USD 535.33</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Pre-change scenario</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Historical forecast</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Superseded for authorisation; refresh</a:t>
                      </a:r>
                    </a:p>
                  </a:txBody>
                  <a:tcPr anchor="ctr">
                    <a:lnL>
                      <a:noFill/>
                    </a:lnL>
                    <a:lnR>
                      <a:noFill/>
                    </a:lnR>
                    <a:lnT>
                      <a:noFill/>
                    </a:lnT>
                    <a:lnB>
                      <a:noFill/>
                    </a:lnB>
                    <a:noFill/>
                  </a:tcPr>
                </a:tc>
                <a:extLst>
                  <a:ext uri="{0D108BD9-81ED-4DB2-BD59-A6C34878D82A}">
                    <a16:rowId xmlns:a16="http://schemas.microsoft.com/office/drawing/2014/main" val="1546389141"/>
                  </a:ext>
                </a:extLst>
              </a:tr>
              <a:tr h="0">
                <a:tc>
                  <a:txBody>
                    <a:bodyPr/>
                    <a:lstStyle/>
                    <a:p>
                      <a:pPr>
                        <a:buNone/>
                      </a:pPr>
                      <a:r>
                        <a:rPr lang="en-US" sz="1400">
                          <a:effectLst/>
                          <a:latin typeface="Arial" panose="020B0604020202020204" pitchFamily="34" charset="0"/>
                        </a:rPr>
                        <a:t>USD 450/month</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EXA-012, 10 Oct</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Historical allocation</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Not current authority</a:t>
                      </a:r>
                    </a:p>
                  </a:txBody>
                  <a:tcPr anchor="ctr">
                    <a:lnL>
                      <a:noFill/>
                    </a:lnL>
                    <a:lnR>
                      <a:noFill/>
                    </a:lnR>
                    <a:lnT>
                      <a:noFill/>
                    </a:lnT>
                    <a:lnB>
                      <a:noFill/>
                    </a:lnB>
                    <a:solidFill>
                      <a:srgbClr val="E8ECEB"/>
                    </a:solidFill>
                  </a:tcPr>
                </a:tc>
                <a:extLst>
                  <a:ext uri="{0D108BD9-81ED-4DB2-BD59-A6C34878D82A}">
                    <a16:rowId xmlns:a16="http://schemas.microsoft.com/office/drawing/2014/main" val="2720050894"/>
                  </a:ext>
                </a:extLst>
              </a:tr>
              <a:tr h="0">
                <a:tc>
                  <a:txBody>
                    <a:bodyPr/>
                    <a:lstStyle/>
                    <a:p>
                      <a:pPr>
                        <a:buNone/>
                      </a:pPr>
                      <a:r>
                        <a:rPr lang="en-US" sz="1400">
                          <a:effectLst/>
                          <a:latin typeface="Arial" panose="020B0604020202020204" pitchFamily="34" charset="0"/>
                        </a:rPr>
                        <a:t>Outside-group spend</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Outside resource group</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Unknown</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Never zero by assumption</a:t>
                      </a:r>
                    </a:p>
                  </a:txBody>
                  <a:tcPr anchor="ctr">
                    <a:lnL>
                      <a:noFill/>
                    </a:lnL>
                    <a:lnR>
                      <a:noFill/>
                    </a:lnR>
                    <a:lnT>
                      <a:noFill/>
                    </a:lnT>
                    <a:lnB>
                      <a:noFill/>
                    </a:lnB>
                    <a:noFill/>
                  </a:tcPr>
                </a:tc>
                <a:extLst>
                  <a:ext uri="{0D108BD9-81ED-4DB2-BD59-A6C34878D82A}">
                    <a16:rowId xmlns:a16="http://schemas.microsoft.com/office/drawing/2014/main" val="3491558137"/>
                  </a:ext>
                </a:extLst>
              </a:tr>
            </a:tbl>
          </a:graphicData>
        </a:graphic>
      </p:graphicFrame>
      <p:sp>
        <p:nvSpPr>
          <p:cNvPr id="26175" name="Ledger caption">
            <a:extLst>
              <a:ext uri="{FF2B5EF4-FFF2-40B4-BE49-F238E27FC236}">
                <a16:creationId xmlns:a16="http://schemas.microsoft.com/office/drawing/2014/main" id="{3D883013-6BA3-C92E-73B5-4643229FFA63}"/>
              </a:ext>
            </a:extLst>
          </p:cNvPr>
          <p:cNvSpPr/>
          <p:nvPr/>
        </p:nvSpPr>
        <p:spPr>
          <a:xfrm>
            <a:off x="548640" y="5600700"/>
            <a:ext cx="8128000" cy="3505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50655E"/>
                </a:solidFill>
                <a:effectLst/>
                <a:latin typeface="Arial" panose="020B0604020202020204" pitchFamily="34" charset="0"/>
              </a:rPr>
              <a:t>Count each cost once · spending alerts warn; hard stops are designed separately</a:t>
            </a:r>
            <a:endParaRPr lang="en-US"/>
          </a:p>
        </p:txBody>
      </p:sp>
      <p:sp>
        <p:nvSpPr>
          <p:cNvPr id="59994" name="Dated ledger pill">
            <a:extLst>
              <a:ext uri="{FF2B5EF4-FFF2-40B4-BE49-F238E27FC236}">
                <a16:creationId xmlns:a16="http://schemas.microsoft.com/office/drawing/2014/main" id="{468078B3-67A6-DD1B-98A3-FBED7D6622AB}"/>
              </a:ext>
            </a:extLst>
          </p:cNvPr>
          <p:cNvSpPr/>
          <p:nvPr/>
        </p:nvSpPr>
        <p:spPr>
          <a:xfrm>
            <a:off x="8905240" y="2651760"/>
            <a:ext cx="2331720" cy="5486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DATED LEDGER</a:t>
            </a:r>
          </a:p>
          <a:p>
            <a:pPr algn="ctr">
              <a:buNone/>
            </a:pPr>
            <a:r>
              <a:rPr lang="en-US" sz="1200" b="1" spc="100">
                <a:solidFill>
                  <a:srgbClr val="173F35"/>
                </a:solidFill>
                <a:effectLst/>
                <a:latin typeface="Arial" panose="020B0604020202020204" pitchFamily="34" charset="0"/>
              </a:rPr>
              <a:t>MODELLED ESTIMATE</a:t>
            </a:r>
            <a:endParaRPr lang="en-US"/>
          </a:p>
        </p:txBody>
      </p:sp>
    </p:spTree>
    <p:extLst>
      <p:ext uri="{BB962C8B-B14F-4D97-AF65-F5344CB8AC3E}">
        <p14:creationId xmlns:p14="http://schemas.microsoft.com/office/powerpoint/2010/main" val="199412071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008" name="Eyebrow">
            <a:extLst>
              <a:ext uri="{FF2B5EF4-FFF2-40B4-BE49-F238E27FC236}">
                <a16:creationId xmlns:a16="http://schemas.microsoft.com/office/drawing/2014/main" id="{26BE1923-2555-F666-49C4-72ACF4FFE6C9}"/>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B06 · CEO / RESIDENT-SERVICES LEADER</a:t>
            </a:r>
          </a:p>
          <a:p>
            <a:pPr algn="l">
              <a:buNone/>
            </a:pPr>
            <a:r>
              <a:rPr lang="en-US" sz="100">
                <a:effectLst/>
              </a:rPr>
              <a:t> </a:t>
            </a:r>
            <a:endParaRPr lang="en-US"/>
          </a:p>
        </p:txBody>
      </p:sp>
      <p:sp>
        <p:nvSpPr>
          <p:cNvPr id="3035" name="Slide title">
            <a:extLst>
              <a:ext uri="{FF2B5EF4-FFF2-40B4-BE49-F238E27FC236}">
                <a16:creationId xmlns:a16="http://schemas.microsoft.com/office/drawing/2014/main" id="{DB693A50-4B4D-E778-24D9-3AFF94B0ECBE}"/>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How do residents retain choice,</a:t>
            </a:r>
          </a:p>
          <a:p>
            <a:pPr algn="l">
              <a:buNone/>
            </a:pPr>
            <a:r>
              <a:rPr lang="en-US" sz="2800" b="1">
                <a:solidFill>
                  <a:srgbClr val="173F35"/>
                </a:solidFill>
                <a:effectLst/>
                <a:latin typeface="Arial" panose="020B0604020202020204" pitchFamily="34" charset="0"/>
              </a:rPr>
              <a:t>especially without digital access?</a:t>
            </a:r>
            <a:endParaRPr lang="en-US"/>
          </a:p>
        </p:txBody>
      </p:sp>
      <p:sp>
        <p:nvSpPr>
          <p:cNvPr id="3063" name="Footer sources">
            <a:extLst>
              <a:ext uri="{FF2B5EF4-FFF2-40B4-BE49-F238E27FC236}">
                <a16:creationId xmlns:a16="http://schemas.microsoft.com/office/drawing/2014/main" id="{FD997C3B-3A4C-796E-2E40-FFCC3EA63FC3}"/>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E02 · E08 · E12</a:t>
            </a:r>
          </a:p>
          <a:p>
            <a:pPr algn="l">
              <a:buNone/>
            </a:pPr>
            <a:r>
              <a:rPr lang="en-US" sz="100">
                <a:effectLst/>
              </a:rPr>
              <a:t> </a:t>
            </a:r>
            <a:endParaRPr lang="en-US"/>
          </a:p>
        </p:txBody>
      </p:sp>
      <p:sp>
        <p:nvSpPr>
          <p:cNvPr id="3092" name="Footer navigation">
            <a:extLst>
              <a:ext uri="{FF2B5EF4-FFF2-40B4-BE49-F238E27FC236}">
                <a16:creationId xmlns:a16="http://schemas.microsoft.com/office/drawing/2014/main" id="{9B550FD5-E5C3-F23D-4B81-93BCD94D54D2}"/>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B06 · Index: slide 27</a:t>
            </a:r>
            <a:endParaRPr lang="en-US"/>
          </a:p>
        </p:txBody>
      </p:sp>
      <p:sp>
        <p:nvSpPr>
          <p:cNvPr id="3122" name="Return pill">
            <a:extLst>
              <a:ext uri="{FF2B5EF4-FFF2-40B4-BE49-F238E27FC236}">
                <a16:creationId xmlns:a16="http://schemas.microsoft.com/office/drawing/2014/main" id="{123D2F73-977B-A837-442F-C0F37A1E03E8}"/>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S12 · slide 13</a:t>
            </a:r>
            <a:endParaRPr lang="en-US"/>
          </a:p>
        </p:txBody>
      </p:sp>
      <p:sp>
        <p:nvSpPr>
          <p:cNvPr id="22565" name="Route Assisted phone">
            <a:extLst>
              <a:ext uri="{FF2B5EF4-FFF2-40B4-BE49-F238E27FC236}">
                <a16:creationId xmlns:a16="http://schemas.microsoft.com/office/drawing/2014/main" id="{4A3FDDE7-1A68-9E1F-0090-5F6B7A638E42}"/>
              </a:ext>
            </a:extLst>
          </p:cNvPr>
          <p:cNvSpPr/>
          <p:nvPr/>
        </p:nvSpPr>
        <p:spPr>
          <a:xfrm>
            <a:off x="548640" y="2011680"/>
            <a:ext cx="2194560" cy="12344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567" name="Route Assisted phone label">
            <a:extLst>
              <a:ext uri="{FF2B5EF4-FFF2-40B4-BE49-F238E27FC236}">
                <a16:creationId xmlns:a16="http://schemas.microsoft.com/office/drawing/2014/main" id="{36F52C3D-47B1-D3F6-30FF-3D9EFC26727D}"/>
              </a:ext>
            </a:extLst>
          </p:cNvPr>
          <p:cNvSpPr/>
          <p:nvPr/>
        </p:nvSpPr>
        <p:spPr>
          <a:xfrm>
            <a:off x="579120" y="2270760"/>
            <a:ext cx="2133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ASSISTED ROUTE</a:t>
            </a:r>
          </a:p>
          <a:p>
            <a:pPr algn="l">
              <a:buNone/>
            </a:pPr>
            <a:r>
              <a:rPr lang="en-US" sz="100">
                <a:effectLst/>
              </a:rPr>
              <a:t> </a:t>
            </a:r>
            <a:endParaRPr lang="en-US"/>
          </a:p>
        </p:txBody>
      </p:sp>
      <p:sp>
        <p:nvSpPr>
          <p:cNvPr id="22570" name="Route Assisted phone name">
            <a:extLst>
              <a:ext uri="{FF2B5EF4-FFF2-40B4-BE49-F238E27FC236}">
                <a16:creationId xmlns:a16="http://schemas.microsoft.com/office/drawing/2014/main" id="{2CBF20A9-9DEC-BA93-C8A1-4493B2E88143}"/>
              </a:ext>
            </a:extLst>
          </p:cNvPr>
          <p:cNvSpPr/>
          <p:nvPr/>
        </p:nvSpPr>
        <p:spPr>
          <a:xfrm>
            <a:off x="579120" y="2590800"/>
            <a:ext cx="2133600" cy="560019"/>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Assisted phone</a:t>
            </a:r>
          </a:p>
          <a:p>
            <a:pPr algn="l">
              <a:buNone/>
            </a:pPr>
            <a:r>
              <a:rPr lang="en-US" sz="100">
                <a:effectLst/>
              </a:rPr>
              <a:t> </a:t>
            </a:r>
            <a:endParaRPr lang="en-US"/>
          </a:p>
        </p:txBody>
      </p:sp>
      <p:sp>
        <p:nvSpPr>
          <p:cNvPr id="22574" name="Route Letter">
            <a:extLst>
              <a:ext uri="{FF2B5EF4-FFF2-40B4-BE49-F238E27FC236}">
                <a16:creationId xmlns:a16="http://schemas.microsoft.com/office/drawing/2014/main" id="{19470EBF-3C56-C17F-2CA6-382A72E29413}"/>
              </a:ext>
            </a:extLst>
          </p:cNvPr>
          <p:cNvSpPr/>
          <p:nvPr/>
        </p:nvSpPr>
        <p:spPr>
          <a:xfrm>
            <a:off x="6126480" y="2011680"/>
            <a:ext cx="2194560" cy="12344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579" name="Route Letter label">
            <a:extLst>
              <a:ext uri="{FF2B5EF4-FFF2-40B4-BE49-F238E27FC236}">
                <a16:creationId xmlns:a16="http://schemas.microsoft.com/office/drawing/2014/main" id="{BF21CFF6-EC25-8D92-3AE9-7BCA22E0A20C}"/>
              </a:ext>
            </a:extLst>
          </p:cNvPr>
          <p:cNvSpPr/>
          <p:nvPr/>
        </p:nvSpPr>
        <p:spPr>
          <a:xfrm>
            <a:off x="6156960" y="2270760"/>
            <a:ext cx="2133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ASSISTED ROUTE</a:t>
            </a:r>
          </a:p>
          <a:p>
            <a:pPr algn="l">
              <a:buNone/>
            </a:pPr>
            <a:r>
              <a:rPr lang="en-US" sz="100">
                <a:effectLst/>
              </a:rPr>
              <a:t> </a:t>
            </a:r>
            <a:endParaRPr lang="en-US"/>
          </a:p>
        </p:txBody>
      </p:sp>
      <p:sp>
        <p:nvSpPr>
          <p:cNvPr id="22585" name="Route Letter name">
            <a:extLst>
              <a:ext uri="{FF2B5EF4-FFF2-40B4-BE49-F238E27FC236}">
                <a16:creationId xmlns:a16="http://schemas.microsoft.com/office/drawing/2014/main" id="{F9DF2783-BA15-D289-6518-E2BB8DA48F03}"/>
              </a:ext>
            </a:extLst>
          </p:cNvPr>
          <p:cNvSpPr/>
          <p:nvPr/>
        </p:nvSpPr>
        <p:spPr>
          <a:xfrm>
            <a:off x="6156960" y="2590800"/>
            <a:ext cx="2133600" cy="560019"/>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Letter</a:t>
            </a:r>
          </a:p>
          <a:p>
            <a:pPr algn="l">
              <a:buNone/>
            </a:pPr>
            <a:r>
              <a:rPr lang="en-US" sz="100">
                <a:effectLst/>
              </a:rPr>
              <a:t> </a:t>
            </a:r>
            <a:endParaRPr lang="en-US"/>
          </a:p>
        </p:txBody>
      </p:sp>
      <p:sp>
        <p:nvSpPr>
          <p:cNvPr id="22592" name="Route Officer visit">
            <a:extLst>
              <a:ext uri="{FF2B5EF4-FFF2-40B4-BE49-F238E27FC236}">
                <a16:creationId xmlns:a16="http://schemas.microsoft.com/office/drawing/2014/main" id="{CFDE9CA5-F7E6-BB7E-6CBB-D917CAE39033}"/>
              </a:ext>
            </a:extLst>
          </p:cNvPr>
          <p:cNvSpPr/>
          <p:nvPr/>
        </p:nvSpPr>
        <p:spPr>
          <a:xfrm>
            <a:off x="548640" y="3566160"/>
            <a:ext cx="2194560" cy="12344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600" name="Route Officer visit label">
            <a:extLst>
              <a:ext uri="{FF2B5EF4-FFF2-40B4-BE49-F238E27FC236}">
                <a16:creationId xmlns:a16="http://schemas.microsoft.com/office/drawing/2014/main" id="{450B94D9-1671-AF71-674D-7F4E3D37F549}"/>
              </a:ext>
            </a:extLst>
          </p:cNvPr>
          <p:cNvSpPr/>
          <p:nvPr/>
        </p:nvSpPr>
        <p:spPr>
          <a:xfrm>
            <a:off x="579120" y="3825240"/>
            <a:ext cx="2133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ASSISTED ROUTE</a:t>
            </a:r>
          </a:p>
          <a:p>
            <a:pPr algn="l">
              <a:buNone/>
            </a:pPr>
            <a:r>
              <a:rPr lang="en-US" sz="100">
                <a:effectLst/>
              </a:rPr>
              <a:t> </a:t>
            </a:r>
            <a:endParaRPr lang="en-US"/>
          </a:p>
        </p:txBody>
      </p:sp>
      <p:sp>
        <p:nvSpPr>
          <p:cNvPr id="22609" name="Route Officer visit name">
            <a:extLst>
              <a:ext uri="{FF2B5EF4-FFF2-40B4-BE49-F238E27FC236}">
                <a16:creationId xmlns:a16="http://schemas.microsoft.com/office/drawing/2014/main" id="{AF8A918A-F0D0-2E9D-CD45-42E2D703B620}"/>
              </a:ext>
            </a:extLst>
          </p:cNvPr>
          <p:cNvSpPr/>
          <p:nvPr/>
        </p:nvSpPr>
        <p:spPr>
          <a:xfrm>
            <a:off x="579120" y="4145280"/>
            <a:ext cx="2133600" cy="560019"/>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Officer visit</a:t>
            </a:r>
          </a:p>
          <a:p>
            <a:pPr algn="l">
              <a:buNone/>
            </a:pPr>
            <a:r>
              <a:rPr lang="en-US" sz="100">
                <a:effectLst/>
              </a:rPr>
              <a:t> </a:t>
            </a:r>
            <a:endParaRPr lang="en-US"/>
          </a:p>
        </p:txBody>
      </p:sp>
      <p:sp>
        <p:nvSpPr>
          <p:cNvPr id="22619" name="Route Digital">
            <a:extLst>
              <a:ext uri="{FF2B5EF4-FFF2-40B4-BE49-F238E27FC236}">
                <a16:creationId xmlns:a16="http://schemas.microsoft.com/office/drawing/2014/main" id="{511B8EAD-12CD-7373-0344-B915437F1631}"/>
              </a:ext>
            </a:extLst>
          </p:cNvPr>
          <p:cNvSpPr/>
          <p:nvPr/>
        </p:nvSpPr>
        <p:spPr>
          <a:xfrm>
            <a:off x="6126480" y="3566160"/>
            <a:ext cx="2194560" cy="12344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630" name="Route Digital label">
            <a:extLst>
              <a:ext uri="{FF2B5EF4-FFF2-40B4-BE49-F238E27FC236}">
                <a16:creationId xmlns:a16="http://schemas.microsoft.com/office/drawing/2014/main" id="{1AD0F606-F0A4-CA83-27C8-229C28F23817}"/>
              </a:ext>
            </a:extLst>
          </p:cNvPr>
          <p:cNvSpPr/>
          <p:nvPr/>
        </p:nvSpPr>
        <p:spPr>
          <a:xfrm>
            <a:off x="6156960" y="3825240"/>
            <a:ext cx="2133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UNDER ASSESSMENT</a:t>
            </a:r>
          </a:p>
          <a:p>
            <a:pPr algn="l">
              <a:buNone/>
            </a:pPr>
            <a:r>
              <a:rPr lang="en-US" sz="100">
                <a:effectLst/>
              </a:rPr>
              <a:t> </a:t>
            </a:r>
            <a:endParaRPr lang="en-US"/>
          </a:p>
        </p:txBody>
      </p:sp>
      <p:sp>
        <p:nvSpPr>
          <p:cNvPr id="22642" name="Route Digital name">
            <a:extLst>
              <a:ext uri="{FF2B5EF4-FFF2-40B4-BE49-F238E27FC236}">
                <a16:creationId xmlns:a16="http://schemas.microsoft.com/office/drawing/2014/main" id="{203B336D-FFD8-A3D2-2012-3F93965AC647}"/>
              </a:ext>
            </a:extLst>
          </p:cNvPr>
          <p:cNvSpPr/>
          <p:nvPr/>
        </p:nvSpPr>
        <p:spPr>
          <a:xfrm>
            <a:off x="6156960" y="4145280"/>
            <a:ext cx="2133600" cy="560019"/>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Optional portal</a:t>
            </a:r>
          </a:p>
          <a:p>
            <a:pPr algn="l">
              <a:buNone/>
            </a:pPr>
            <a:r>
              <a:rPr lang="en-US" sz="100">
                <a:effectLst/>
              </a:rPr>
              <a:t> </a:t>
            </a:r>
            <a:endParaRPr lang="en-US"/>
          </a:p>
        </p:txBody>
      </p:sp>
      <p:sp>
        <p:nvSpPr>
          <p:cNvPr id="22655" name="Resident hub">
            <a:extLst>
              <a:ext uri="{FF2B5EF4-FFF2-40B4-BE49-F238E27FC236}">
                <a16:creationId xmlns:a16="http://schemas.microsoft.com/office/drawing/2014/main" id="{70D42058-8349-A2CA-C996-5AA290AF0AE4}"/>
              </a:ext>
            </a:extLst>
          </p:cNvPr>
          <p:cNvSpPr/>
          <p:nvPr/>
        </p:nvSpPr>
        <p:spPr>
          <a:xfrm>
            <a:off x="3291840" y="2148840"/>
            <a:ext cx="2286000" cy="251460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669" name="Resident title">
            <a:extLst>
              <a:ext uri="{FF2B5EF4-FFF2-40B4-BE49-F238E27FC236}">
                <a16:creationId xmlns:a16="http://schemas.microsoft.com/office/drawing/2014/main" id="{3EAEFA81-3ADA-478C-ECD3-CCD707EC497B}"/>
              </a:ext>
            </a:extLst>
          </p:cNvPr>
          <p:cNvSpPr/>
          <p:nvPr/>
        </p:nvSpPr>
        <p:spPr>
          <a:xfrm>
            <a:off x="3322320" y="2499360"/>
            <a:ext cx="222504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b="1">
                <a:solidFill>
                  <a:srgbClr val="173F35"/>
                </a:solidFill>
                <a:effectLst/>
                <a:latin typeface="Arial" panose="020B0604020202020204" pitchFamily="34" charset="0"/>
              </a:rPr>
              <a:t>Resident</a:t>
            </a:r>
          </a:p>
          <a:p>
            <a:pPr algn="l">
              <a:buNone/>
            </a:pPr>
            <a:r>
              <a:rPr lang="en-US" sz="100">
                <a:effectLst/>
              </a:rPr>
              <a:t> </a:t>
            </a:r>
            <a:endParaRPr lang="en-US"/>
          </a:p>
        </p:txBody>
      </p:sp>
      <p:sp>
        <p:nvSpPr>
          <p:cNvPr id="22684" name="Resident detail">
            <a:extLst>
              <a:ext uri="{FF2B5EF4-FFF2-40B4-BE49-F238E27FC236}">
                <a16:creationId xmlns:a16="http://schemas.microsoft.com/office/drawing/2014/main" id="{24F7A7FA-B99E-E8BB-C620-6240EC776F27}"/>
              </a:ext>
            </a:extLst>
          </p:cNvPr>
          <p:cNvSpPr/>
          <p:nvPr/>
        </p:nvSpPr>
        <p:spPr>
          <a:xfrm>
            <a:off x="3322320" y="3002280"/>
            <a:ext cx="2225040" cy="1310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Preferred and safe communication, support needs and representative limits must be explicit</a:t>
            </a:r>
          </a:p>
          <a:p>
            <a:pPr algn="l">
              <a:buNone/>
            </a:pPr>
            <a:r>
              <a:rPr lang="en-US" sz="100">
                <a:effectLst/>
              </a:rPr>
              <a:t> </a:t>
            </a:r>
            <a:endParaRPr lang="en-US"/>
          </a:p>
        </p:txBody>
      </p:sp>
      <p:sp>
        <p:nvSpPr>
          <p:cNvPr id="22700" name="Route link">
            <a:extLst>
              <a:ext uri="{FF2B5EF4-FFF2-40B4-BE49-F238E27FC236}">
                <a16:creationId xmlns:a16="http://schemas.microsoft.com/office/drawing/2014/main" id="{F2B362E3-5208-562E-AEFD-EB3D5896CD08}"/>
              </a:ext>
            </a:extLst>
          </p:cNvPr>
          <p:cNvSpPr/>
          <p:nvPr/>
        </p:nvSpPr>
        <p:spPr>
          <a:xfrm>
            <a:off x="2819400" y="2514600"/>
            <a:ext cx="396240" cy="228600"/>
          </a:xfrm>
          <a:prstGeom prst="lef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717" name="Route link">
            <a:extLst>
              <a:ext uri="{FF2B5EF4-FFF2-40B4-BE49-F238E27FC236}">
                <a16:creationId xmlns:a16="http://schemas.microsoft.com/office/drawing/2014/main" id="{7304775E-D628-B7F6-96A6-66E3A5A3FF2E}"/>
              </a:ext>
            </a:extLst>
          </p:cNvPr>
          <p:cNvSpPr/>
          <p:nvPr/>
        </p:nvSpPr>
        <p:spPr>
          <a:xfrm>
            <a:off x="2819400" y="4069080"/>
            <a:ext cx="396240" cy="228600"/>
          </a:xfrm>
          <a:prstGeom prst="lef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735" name="Route link">
            <a:extLst>
              <a:ext uri="{FF2B5EF4-FFF2-40B4-BE49-F238E27FC236}">
                <a16:creationId xmlns:a16="http://schemas.microsoft.com/office/drawing/2014/main" id="{92FA0C26-AF36-AFC1-C093-B2FC03214F3E}"/>
              </a:ext>
            </a:extLst>
          </p:cNvPr>
          <p:cNvSpPr/>
          <p:nvPr/>
        </p:nvSpPr>
        <p:spPr>
          <a:xfrm>
            <a:off x="5654040" y="2514600"/>
            <a:ext cx="396240" cy="228600"/>
          </a:xfrm>
          <a:prstGeom prst="lef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754" name="Route link">
            <a:extLst>
              <a:ext uri="{FF2B5EF4-FFF2-40B4-BE49-F238E27FC236}">
                <a16:creationId xmlns:a16="http://schemas.microsoft.com/office/drawing/2014/main" id="{A324B625-AA0C-76CF-F112-96E6C012BD1C}"/>
              </a:ext>
            </a:extLst>
          </p:cNvPr>
          <p:cNvSpPr/>
          <p:nvPr/>
        </p:nvSpPr>
        <p:spPr>
          <a:xfrm>
            <a:off x="5654040" y="4069080"/>
            <a:ext cx="396240" cy="228600"/>
          </a:xfrm>
          <a:prstGeom prst="lef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774" name="Statement 1">
            <a:extLst>
              <a:ext uri="{FF2B5EF4-FFF2-40B4-BE49-F238E27FC236}">
                <a16:creationId xmlns:a16="http://schemas.microsoft.com/office/drawing/2014/main" id="{80ED2A68-2686-7C7A-206D-92B877F7E62D}"/>
              </a:ext>
            </a:extLst>
          </p:cNvPr>
          <p:cNvSpPr/>
          <p:nvPr/>
        </p:nvSpPr>
        <p:spPr>
          <a:xfrm>
            <a:off x="8549640" y="2011680"/>
            <a:ext cx="309372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Optional portal; assisted routes stay</a:t>
            </a:r>
          </a:p>
          <a:p>
            <a:pPr algn="l">
              <a:buNone/>
            </a:pPr>
            <a:r>
              <a:rPr lang="en-US" sz="100">
                <a:effectLst/>
              </a:rPr>
              <a:t> </a:t>
            </a:r>
            <a:endParaRPr lang="en-US"/>
          </a:p>
        </p:txBody>
      </p:sp>
      <p:sp>
        <p:nvSpPr>
          <p:cNvPr id="22817" name="Statement 3">
            <a:extLst>
              <a:ext uri="{FF2B5EF4-FFF2-40B4-BE49-F238E27FC236}">
                <a16:creationId xmlns:a16="http://schemas.microsoft.com/office/drawing/2014/main" id="{1A48C602-7F26-ED7D-896E-F692A1106F01}"/>
              </a:ext>
            </a:extLst>
          </p:cNvPr>
          <p:cNvSpPr/>
          <p:nvPr/>
        </p:nvSpPr>
        <p:spPr>
          <a:xfrm>
            <a:off x="8549640" y="4160520"/>
            <a:ext cx="309372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Representative authority is task-limited</a:t>
            </a:r>
          </a:p>
          <a:p>
            <a:pPr algn="l">
              <a:buNone/>
            </a:pPr>
            <a:r>
              <a:rPr lang="en-US" sz="100">
                <a:effectLst/>
              </a:rPr>
              <a:t> </a:t>
            </a:r>
            <a:endParaRPr lang="en-US"/>
          </a:p>
        </p:txBody>
      </p:sp>
      <p:sp>
        <p:nvSpPr>
          <p:cNvPr id="22840" name="Design boundary pill">
            <a:extLst>
              <a:ext uri="{FF2B5EF4-FFF2-40B4-BE49-F238E27FC236}">
                <a16:creationId xmlns:a16="http://schemas.microsoft.com/office/drawing/2014/main" id="{67C17E09-497E-7DE0-4191-DD9AF2C96891}"/>
              </a:ext>
            </a:extLst>
          </p:cNvPr>
          <p:cNvSpPr/>
          <p:nvPr/>
        </p:nvSpPr>
        <p:spPr>
          <a:xfrm>
            <a:off x="548640" y="5120640"/>
            <a:ext cx="538581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DESIGN BOUNDARY · HUMAN VALIDATION NEXT</a:t>
            </a:r>
            <a:endParaRPr lang="en-US"/>
          </a:p>
        </p:txBody>
      </p:sp>
      <p:sp>
        <p:nvSpPr>
          <p:cNvPr id="22864" name="Boundary caption">
            <a:extLst>
              <a:ext uri="{FF2B5EF4-FFF2-40B4-BE49-F238E27FC236}">
                <a16:creationId xmlns:a16="http://schemas.microsoft.com/office/drawing/2014/main" id="{C675E540-D443-62BA-55D5-B2E953681B22}"/>
              </a:ext>
            </a:extLst>
          </p:cNvPr>
          <p:cNvSpPr/>
          <p:nvPr/>
        </p:nvSpPr>
        <p:spPr>
          <a:xfrm>
            <a:off x="6080760" y="5021580"/>
            <a:ext cx="5562600"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50655E"/>
                </a:solidFill>
                <a:effectLst/>
                <a:latin typeface="Arial" panose="020B0604020202020204" pitchFamily="34" charset="0"/>
              </a:rPr>
              <a:t>Direct resident research, approved communications and privacy decisions remain necessary</a:t>
            </a:r>
          </a:p>
          <a:p>
            <a:pPr algn="l">
              <a:buNone/>
            </a:pPr>
            <a:r>
              <a:rPr lang="en-US" sz="100">
                <a:effectLst/>
              </a:rPr>
              <a:t> </a:t>
            </a:r>
            <a:endParaRPr lang="en-US"/>
          </a:p>
        </p:txBody>
      </p:sp>
      <p:sp>
        <p:nvSpPr>
          <p:cNvPr id="26176" name="Statement 2">
            <a:extLst>
              <a:ext uri="{FF2B5EF4-FFF2-40B4-BE49-F238E27FC236}">
                <a16:creationId xmlns:a16="http://schemas.microsoft.com/office/drawing/2014/main" id="{96EE6C9C-DB01-A7B1-0DF7-057183156E46}"/>
              </a:ext>
            </a:extLst>
          </p:cNvPr>
          <p:cNvSpPr/>
          <p:nvPr/>
        </p:nvSpPr>
        <p:spPr>
          <a:xfrm>
            <a:off x="8549640" y="3086100"/>
            <a:ext cx="309372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Offer ≠ agreement; silence ≠ consent</a:t>
            </a:r>
          </a:p>
          <a:p>
            <a:pPr algn="l">
              <a:buNone/>
            </a:pPr>
            <a:r>
              <a:rPr lang="en-US" sz="100">
                <a:effectLst/>
              </a:rPr>
              <a:t> </a:t>
            </a:r>
            <a:endParaRPr lang="en-US"/>
          </a:p>
        </p:txBody>
      </p:sp>
    </p:spTree>
    <p:extLst>
      <p:ext uri="{BB962C8B-B14F-4D97-AF65-F5344CB8AC3E}">
        <p14:creationId xmlns:p14="http://schemas.microsoft.com/office/powerpoint/2010/main" val="275903382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153" name="Eyebrow">
            <a:extLst>
              <a:ext uri="{FF2B5EF4-FFF2-40B4-BE49-F238E27FC236}">
                <a16:creationId xmlns:a16="http://schemas.microsoft.com/office/drawing/2014/main" id="{FCECEA3F-1245-E208-659E-30692D5A9E95}"/>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B07 · RISK / COMPLIANCE / COO</a:t>
            </a:r>
          </a:p>
          <a:p>
            <a:pPr algn="l">
              <a:buNone/>
            </a:pPr>
            <a:r>
              <a:rPr lang="en-US" sz="100">
                <a:effectLst/>
              </a:rPr>
              <a:t> </a:t>
            </a:r>
            <a:endParaRPr lang="en-US"/>
          </a:p>
        </p:txBody>
      </p:sp>
      <p:sp>
        <p:nvSpPr>
          <p:cNvPr id="3185" name="Slide title">
            <a:extLst>
              <a:ext uri="{FF2B5EF4-FFF2-40B4-BE49-F238E27FC236}">
                <a16:creationId xmlns:a16="http://schemas.microsoft.com/office/drawing/2014/main" id="{64DBF1EE-9CD4-7CE0-C79C-748411186854}"/>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What stops a human from rubber-stamping AI?</a:t>
            </a:r>
          </a:p>
          <a:p>
            <a:pPr algn="l">
              <a:buNone/>
            </a:pPr>
            <a:r>
              <a:rPr lang="en-US" sz="100">
                <a:effectLst/>
              </a:rPr>
              <a:t> </a:t>
            </a:r>
            <a:endParaRPr lang="en-US"/>
          </a:p>
        </p:txBody>
      </p:sp>
      <p:sp>
        <p:nvSpPr>
          <p:cNvPr id="3218" name="Footer sources">
            <a:extLst>
              <a:ext uri="{FF2B5EF4-FFF2-40B4-BE49-F238E27FC236}">
                <a16:creationId xmlns:a16="http://schemas.microsoft.com/office/drawing/2014/main" id="{91185B86-28F9-E398-6878-199452705DF9}"/>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E02 · E09 · E12</a:t>
            </a:r>
          </a:p>
          <a:p>
            <a:pPr algn="l">
              <a:buNone/>
            </a:pPr>
            <a:r>
              <a:rPr lang="en-US" sz="100">
                <a:effectLst/>
              </a:rPr>
              <a:t> </a:t>
            </a:r>
            <a:endParaRPr lang="en-US"/>
          </a:p>
        </p:txBody>
      </p:sp>
      <p:sp>
        <p:nvSpPr>
          <p:cNvPr id="3252" name="Footer navigation">
            <a:extLst>
              <a:ext uri="{FF2B5EF4-FFF2-40B4-BE49-F238E27FC236}">
                <a16:creationId xmlns:a16="http://schemas.microsoft.com/office/drawing/2014/main" id="{3A4A5A7B-1FF5-ECE5-FB6B-5D4D2FD6904C}"/>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B07 · Index: slide 27</a:t>
            </a:r>
            <a:endParaRPr lang="en-US"/>
          </a:p>
        </p:txBody>
      </p:sp>
      <p:sp>
        <p:nvSpPr>
          <p:cNvPr id="3287" name="Return pill">
            <a:extLst>
              <a:ext uri="{FF2B5EF4-FFF2-40B4-BE49-F238E27FC236}">
                <a16:creationId xmlns:a16="http://schemas.microsoft.com/office/drawing/2014/main" id="{907E20DA-C02B-43C7-E513-36701A8A67EA}"/>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S17 · slide 20</a:t>
            </a:r>
            <a:endParaRPr lang="en-US"/>
          </a:p>
        </p:txBody>
      </p:sp>
      <p:sp>
        <p:nvSpPr>
          <p:cNvPr id="22865" name="Statement 1">
            <a:extLst>
              <a:ext uri="{FF2B5EF4-FFF2-40B4-BE49-F238E27FC236}">
                <a16:creationId xmlns:a16="http://schemas.microsoft.com/office/drawing/2014/main" id="{383C4F8C-6E59-98EF-633F-AC7A0771B0A7}"/>
              </a:ext>
            </a:extLst>
          </p:cNvPr>
          <p:cNvSpPr/>
          <p:nvPr/>
        </p:nvSpPr>
        <p:spPr>
          <a:xfrm>
            <a:off x="548640" y="1508760"/>
            <a:ext cx="35458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Source verification before proposal acceptance</a:t>
            </a:r>
          </a:p>
          <a:p>
            <a:pPr algn="l">
              <a:buNone/>
            </a:pPr>
            <a:r>
              <a:rPr lang="en-US" sz="100">
                <a:effectLst/>
              </a:rPr>
              <a:t> </a:t>
            </a:r>
            <a:endParaRPr lang="en-US"/>
          </a:p>
        </p:txBody>
      </p:sp>
      <p:sp>
        <p:nvSpPr>
          <p:cNvPr id="22867" name="Statement 2">
            <a:extLst>
              <a:ext uri="{FF2B5EF4-FFF2-40B4-BE49-F238E27FC236}">
                <a16:creationId xmlns:a16="http://schemas.microsoft.com/office/drawing/2014/main" id="{5BF529F9-AC04-320B-41F1-B5D3356AF1A7}"/>
              </a:ext>
            </a:extLst>
          </p:cNvPr>
          <p:cNvSpPr/>
          <p:nvPr/>
        </p:nvSpPr>
        <p:spPr>
          <a:xfrm>
            <a:off x="4323080" y="1508760"/>
            <a:ext cx="35458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Current permission, evidence and independent authority</a:t>
            </a:r>
          </a:p>
          <a:p>
            <a:pPr algn="l">
              <a:buNone/>
            </a:pPr>
            <a:r>
              <a:rPr lang="en-US" sz="100">
                <a:effectLst/>
              </a:rPr>
              <a:t> </a:t>
            </a:r>
            <a:endParaRPr lang="en-US"/>
          </a:p>
        </p:txBody>
      </p:sp>
      <p:sp>
        <p:nvSpPr>
          <p:cNvPr id="22870" name="Statement 3">
            <a:extLst>
              <a:ext uri="{FF2B5EF4-FFF2-40B4-BE49-F238E27FC236}">
                <a16:creationId xmlns:a16="http://schemas.microsoft.com/office/drawing/2014/main" id="{9E887D98-A70B-358A-F4C3-9DECE6930F6D}"/>
              </a:ext>
            </a:extLst>
          </p:cNvPr>
          <p:cNvSpPr/>
          <p:nvPr/>
        </p:nvSpPr>
        <p:spPr>
          <a:xfrm>
            <a:off x="8097520" y="1508760"/>
            <a:ext cx="35458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Meaningful oversight remains a human acceptance gate</a:t>
            </a:r>
          </a:p>
          <a:p>
            <a:pPr algn="l">
              <a:buNone/>
            </a:pPr>
            <a:r>
              <a:rPr lang="en-US" sz="100">
                <a:effectLst/>
              </a:rPr>
              <a:t> </a:t>
            </a:r>
            <a:endParaRPr lang="en-US"/>
          </a:p>
        </p:txBody>
      </p:sp>
      <p:sp>
        <p:nvSpPr>
          <p:cNvPr id="22874" name="Step 1. Capture">
            <a:extLst>
              <a:ext uri="{FF2B5EF4-FFF2-40B4-BE49-F238E27FC236}">
                <a16:creationId xmlns:a16="http://schemas.microsoft.com/office/drawing/2014/main" id="{D399725C-1C82-40DE-1AA1-A300BD7F0777}"/>
              </a:ext>
            </a:extLst>
          </p:cNvPr>
          <p:cNvSpPr/>
          <p:nvPr/>
        </p:nvSpPr>
        <p:spPr>
          <a:xfrm>
            <a:off x="548640" y="2514600"/>
            <a:ext cx="2286000" cy="195072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879" name="1. Capture title">
            <a:extLst>
              <a:ext uri="{FF2B5EF4-FFF2-40B4-BE49-F238E27FC236}">
                <a16:creationId xmlns:a16="http://schemas.microsoft.com/office/drawing/2014/main" id="{F3AFC0D5-B241-1500-692A-EB4872E99381}"/>
              </a:ext>
            </a:extLst>
          </p:cNvPr>
          <p:cNvSpPr/>
          <p:nvPr/>
        </p:nvSpPr>
        <p:spPr>
          <a:xfrm>
            <a:off x="579120" y="2636520"/>
            <a:ext cx="2225040" cy="4724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1. Capture</a:t>
            </a:r>
          </a:p>
          <a:p>
            <a:pPr algn="l">
              <a:buNone/>
            </a:pPr>
            <a:r>
              <a:rPr lang="en-US" sz="100">
                <a:effectLst/>
              </a:rPr>
              <a:t> </a:t>
            </a:r>
            <a:endParaRPr lang="en-US"/>
          </a:p>
        </p:txBody>
      </p:sp>
      <p:sp>
        <p:nvSpPr>
          <p:cNvPr id="22885" name="1. Capture body">
            <a:extLst>
              <a:ext uri="{FF2B5EF4-FFF2-40B4-BE49-F238E27FC236}">
                <a16:creationId xmlns:a16="http://schemas.microsoft.com/office/drawing/2014/main" id="{EED95557-A0AF-0EE9-7628-F902006FDD4A}"/>
              </a:ext>
            </a:extLst>
          </p:cNvPr>
          <p:cNvSpPr/>
          <p:nvPr/>
        </p:nvSpPr>
        <p:spPr>
          <a:xfrm>
            <a:off x="579120" y="3108960"/>
            <a:ext cx="222504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Role + case scope</a:t>
            </a:r>
          </a:p>
          <a:p>
            <a:pPr algn="l">
              <a:buNone/>
            </a:pPr>
            <a:r>
              <a:rPr lang="en-US" sz="1600">
                <a:solidFill>
                  <a:srgbClr val="173F35"/>
                </a:solidFill>
                <a:effectLst/>
                <a:latin typeface="Arial" panose="020B0604020202020204" pitchFamily="34" charset="0"/>
              </a:rPr>
              <a:t>Permitted evidence</a:t>
            </a:r>
          </a:p>
          <a:p>
            <a:pPr algn="l">
              <a:buNone/>
            </a:pPr>
            <a:r>
              <a:rPr lang="en-US" sz="1600">
                <a:solidFill>
                  <a:srgbClr val="173F35"/>
                </a:solidFill>
                <a:effectLst/>
                <a:latin typeface="Arial" panose="020B0604020202020204" pitchFamily="34" charset="0"/>
              </a:rPr>
              <a:t>Source/version IDs</a:t>
            </a:r>
            <a:endParaRPr lang="en-US"/>
          </a:p>
        </p:txBody>
      </p:sp>
      <p:sp>
        <p:nvSpPr>
          <p:cNvPr id="22892" name="Step 2. Call">
            <a:extLst>
              <a:ext uri="{FF2B5EF4-FFF2-40B4-BE49-F238E27FC236}">
                <a16:creationId xmlns:a16="http://schemas.microsoft.com/office/drawing/2014/main" id="{C75B6F4D-EA9E-DD51-DC9A-DA4C1BF9229A}"/>
              </a:ext>
            </a:extLst>
          </p:cNvPr>
          <p:cNvSpPr/>
          <p:nvPr/>
        </p:nvSpPr>
        <p:spPr>
          <a:xfrm>
            <a:off x="3246120" y="2514600"/>
            <a:ext cx="2286000" cy="1950720"/>
          </a:xfrm>
          <a:prstGeom prst="rect">
            <a:avLst/>
          </a:prstGeom>
          <a:solidFill>
            <a:srgbClr val="F0EBFA"/>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900" name="2. Call title">
            <a:extLst>
              <a:ext uri="{FF2B5EF4-FFF2-40B4-BE49-F238E27FC236}">
                <a16:creationId xmlns:a16="http://schemas.microsoft.com/office/drawing/2014/main" id="{86905FC6-89EC-48AB-ED6E-806CE5426E89}"/>
              </a:ext>
            </a:extLst>
          </p:cNvPr>
          <p:cNvSpPr/>
          <p:nvPr/>
        </p:nvSpPr>
        <p:spPr>
          <a:xfrm>
            <a:off x="3276600" y="2636520"/>
            <a:ext cx="2225040" cy="4724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2. Call</a:t>
            </a:r>
          </a:p>
          <a:p>
            <a:pPr algn="l">
              <a:buNone/>
            </a:pPr>
            <a:r>
              <a:rPr lang="en-US" sz="100">
                <a:effectLst/>
              </a:rPr>
              <a:t> </a:t>
            </a:r>
            <a:endParaRPr lang="en-US"/>
          </a:p>
        </p:txBody>
      </p:sp>
      <p:sp>
        <p:nvSpPr>
          <p:cNvPr id="22909" name="2. Call body">
            <a:extLst>
              <a:ext uri="{FF2B5EF4-FFF2-40B4-BE49-F238E27FC236}">
                <a16:creationId xmlns:a16="http://schemas.microsoft.com/office/drawing/2014/main" id="{C6FCC7DF-1734-2711-644C-46EBB05C71FA}"/>
              </a:ext>
            </a:extLst>
          </p:cNvPr>
          <p:cNvSpPr/>
          <p:nvPr/>
        </p:nvSpPr>
        <p:spPr>
          <a:xfrm>
            <a:off x="3276600" y="3108960"/>
            <a:ext cx="222504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Bounded task</a:t>
            </a:r>
          </a:p>
          <a:p>
            <a:pPr algn="l">
              <a:buNone/>
            </a:pPr>
            <a:r>
              <a:rPr lang="en-US" sz="1600">
                <a:solidFill>
                  <a:srgbClr val="173F35"/>
                </a:solidFill>
                <a:effectLst/>
                <a:latin typeface="Arial" panose="020B0604020202020204" pitchFamily="34" charset="0"/>
              </a:rPr>
              <a:t>Model + usage</a:t>
            </a:r>
          </a:p>
          <a:p>
            <a:pPr algn="l">
              <a:buNone/>
            </a:pPr>
            <a:r>
              <a:rPr lang="en-US" sz="1600">
                <a:solidFill>
                  <a:srgbClr val="173F35"/>
                </a:solidFill>
                <a:effectLst/>
                <a:latin typeface="Arial" panose="020B0604020202020204" pitchFamily="34" charset="0"/>
              </a:rPr>
              <a:t>No database lock</a:t>
            </a:r>
            <a:endParaRPr lang="en-US"/>
          </a:p>
        </p:txBody>
      </p:sp>
      <p:sp>
        <p:nvSpPr>
          <p:cNvPr id="22919" name="Step 3. Validate">
            <a:extLst>
              <a:ext uri="{FF2B5EF4-FFF2-40B4-BE49-F238E27FC236}">
                <a16:creationId xmlns:a16="http://schemas.microsoft.com/office/drawing/2014/main" id="{8C0A9C9E-73A8-C562-071D-E63825728555}"/>
              </a:ext>
            </a:extLst>
          </p:cNvPr>
          <p:cNvSpPr/>
          <p:nvPr/>
        </p:nvSpPr>
        <p:spPr>
          <a:xfrm>
            <a:off x="5943600" y="2514600"/>
            <a:ext cx="2286000" cy="195072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930" name="3. Validate title">
            <a:extLst>
              <a:ext uri="{FF2B5EF4-FFF2-40B4-BE49-F238E27FC236}">
                <a16:creationId xmlns:a16="http://schemas.microsoft.com/office/drawing/2014/main" id="{F17FF034-136A-71AE-9E4A-FD4B3C37330C}"/>
              </a:ext>
            </a:extLst>
          </p:cNvPr>
          <p:cNvSpPr/>
          <p:nvPr/>
        </p:nvSpPr>
        <p:spPr>
          <a:xfrm>
            <a:off x="5974080" y="2636520"/>
            <a:ext cx="2225040" cy="4724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3. Validate</a:t>
            </a:r>
          </a:p>
          <a:p>
            <a:pPr algn="l">
              <a:buNone/>
            </a:pPr>
            <a:r>
              <a:rPr lang="en-US" sz="100">
                <a:effectLst/>
              </a:rPr>
              <a:t> </a:t>
            </a:r>
            <a:endParaRPr lang="en-US"/>
          </a:p>
        </p:txBody>
      </p:sp>
      <p:sp>
        <p:nvSpPr>
          <p:cNvPr id="22942" name="3. Validate body">
            <a:extLst>
              <a:ext uri="{FF2B5EF4-FFF2-40B4-BE49-F238E27FC236}">
                <a16:creationId xmlns:a16="http://schemas.microsoft.com/office/drawing/2014/main" id="{737F8006-F16E-6894-5854-63B6438A88F6}"/>
              </a:ext>
            </a:extLst>
          </p:cNvPr>
          <p:cNvSpPr/>
          <p:nvPr/>
        </p:nvSpPr>
        <p:spPr>
          <a:xfrm>
            <a:off x="5974080" y="3108960"/>
            <a:ext cx="222504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Schema + citations</a:t>
            </a:r>
          </a:p>
          <a:p>
            <a:pPr algn="l">
              <a:buNone/>
            </a:pPr>
            <a:r>
              <a:rPr lang="en-US" sz="1600">
                <a:solidFill>
                  <a:srgbClr val="173F35"/>
                </a:solidFill>
                <a:effectLst/>
                <a:latin typeface="Arial" panose="020B0604020202020204" pitchFamily="34" charset="0"/>
              </a:rPr>
              <a:t>Stale/error = stop</a:t>
            </a:r>
          </a:p>
          <a:p>
            <a:pPr algn="l">
              <a:buNone/>
            </a:pPr>
            <a:r>
              <a:rPr lang="en-US" sz="1600">
                <a:solidFill>
                  <a:srgbClr val="173F35"/>
                </a:solidFill>
                <a:effectLst/>
                <a:latin typeface="Arial" panose="020B0604020202020204" pitchFamily="34" charset="0"/>
              </a:rPr>
              <a:t>Store as unreviewed</a:t>
            </a:r>
            <a:endParaRPr lang="en-US"/>
          </a:p>
        </p:txBody>
      </p:sp>
      <p:sp>
        <p:nvSpPr>
          <p:cNvPr id="22955" name="Step 4. Review">
            <a:extLst>
              <a:ext uri="{FF2B5EF4-FFF2-40B4-BE49-F238E27FC236}">
                <a16:creationId xmlns:a16="http://schemas.microsoft.com/office/drawing/2014/main" id="{4D79157E-3DF7-7EFF-5688-3388E4E94AF0}"/>
              </a:ext>
            </a:extLst>
          </p:cNvPr>
          <p:cNvSpPr/>
          <p:nvPr/>
        </p:nvSpPr>
        <p:spPr>
          <a:xfrm>
            <a:off x="8641080" y="2514600"/>
            <a:ext cx="3002280" cy="195072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969" name="4. Review title">
            <a:extLst>
              <a:ext uri="{FF2B5EF4-FFF2-40B4-BE49-F238E27FC236}">
                <a16:creationId xmlns:a16="http://schemas.microsoft.com/office/drawing/2014/main" id="{A1B0B1F6-2956-3106-156D-65531E5AEA63}"/>
              </a:ext>
            </a:extLst>
          </p:cNvPr>
          <p:cNvSpPr/>
          <p:nvPr/>
        </p:nvSpPr>
        <p:spPr>
          <a:xfrm>
            <a:off x="8671560" y="2636520"/>
            <a:ext cx="2941320" cy="4724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4. Review</a:t>
            </a:r>
          </a:p>
          <a:p>
            <a:pPr algn="l">
              <a:buNone/>
            </a:pPr>
            <a:r>
              <a:rPr lang="en-US" sz="100">
                <a:effectLst/>
              </a:rPr>
              <a:t> </a:t>
            </a:r>
            <a:endParaRPr lang="en-US"/>
          </a:p>
        </p:txBody>
      </p:sp>
      <p:sp>
        <p:nvSpPr>
          <p:cNvPr id="22984" name="4. Review body">
            <a:extLst>
              <a:ext uri="{FF2B5EF4-FFF2-40B4-BE49-F238E27FC236}">
                <a16:creationId xmlns:a16="http://schemas.microsoft.com/office/drawing/2014/main" id="{3249FE0B-B918-1F18-C57C-40AA0D084350}"/>
              </a:ext>
            </a:extLst>
          </p:cNvPr>
          <p:cNvSpPr/>
          <p:nvPr/>
        </p:nvSpPr>
        <p:spPr>
          <a:xfrm>
            <a:off x="8671560" y="3108960"/>
            <a:ext cx="294132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Human checks source</a:t>
            </a:r>
          </a:p>
          <a:p>
            <a:pPr algn="l">
              <a:buNone/>
            </a:pPr>
            <a:r>
              <a:rPr lang="en-US" sz="1600">
                <a:solidFill>
                  <a:srgbClr val="173F35"/>
                </a:solidFill>
                <a:effectLst/>
                <a:latin typeface="Arial" panose="020B0604020202020204" pitchFamily="34" charset="0"/>
              </a:rPr>
              <a:t>Current permissions</a:t>
            </a:r>
            <a:endParaRPr lang="en-US"/>
          </a:p>
        </p:txBody>
      </p:sp>
      <p:sp>
        <p:nvSpPr>
          <p:cNvPr id="23000" name="Separate domain action">
            <a:extLst>
              <a:ext uri="{FF2B5EF4-FFF2-40B4-BE49-F238E27FC236}">
                <a16:creationId xmlns:a16="http://schemas.microsoft.com/office/drawing/2014/main" id="{A60B0E65-D9EA-31ED-B4BE-A1469D769DE7}"/>
              </a:ext>
            </a:extLst>
          </p:cNvPr>
          <p:cNvSpPr/>
          <p:nvPr/>
        </p:nvSpPr>
        <p:spPr>
          <a:xfrm>
            <a:off x="8763000" y="3779520"/>
            <a:ext cx="2758440" cy="41148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FAF9F6"/>
                </a:solidFill>
                <a:effectLst/>
                <a:latin typeface="Arial" panose="020B0604020202020204" pitchFamily="34" charset="0"/>
              </a:rPr>
              <a:t>Separate domain action</a:t>
            </a:r>
          </a:p>
          <a:p>
            <a:pPr algn="ctr">
              <a:buNone/>
            </a:pPr>
            <a:r>
              <a:rPr lang="en-US" sz="100">
                <a:effectLst/>
              </a:rPr>
              <a:t> </a:t>
            </a:r>
            <a:endParaRPr lang="en-US"/>
          </a:p>
        </p:txBody>
      </p:sp>
      <p:sp>
        <p:nvSpPr>
          <p:cNvPr id="23017" name="Step 1 to 2">
            <a:extLst>
              <a:ext uri="{FF2B5EF4-FFF2-40B4-BE49-F238E27FC236}">
                <a16:creationId xmlns:a16="http://schemas.microsoft.com/office/drawing/2014/main" id="{1B5228D0-642B-CDA7-C787-879003C75F3A}"/>
              </a:ext>
            </a:extLst>
          </p:cNvPr>
          <p:cNvSpPr/>
          <p:nvPr/>
        </p:nvSpPr>
        <p:spPr>
          <a:xfrm>
            <a:off x="2880360" y="3375660"/>
            <a:ext cx="32004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035" name="Step 2 to 3">
            <a:extLst>
              <a:ext uri="{FF2B5EF4-FFF2-40B4-BE49-F238E27FC236}">
                <a16:creationId xmlns:a16="http://schemas.microsoft.com/office/drawing/2014/main" id="{800F697B-5C43-CE53-534E-FC0AC0648559}"/>
              </a:ext>
            </a:extLst>
          </p:cNvPr>
          <p:cNvSpPr/>
          <p:nvPr/>
        </p:nvSpPr>
        <p:spPr>
          <a:xfrm>
            <a:off x="5577840" y="3375660"/>
            <a:ext cx="32004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054" name="Step 3 to 4">
            <a:extLst>
              <a:ext uri="{FF2B5EF4-FFF2-40B4-BE49-F238E27FC236}">
                <a16:creationId xmlns:a16="http://schemas.microsoft.com/office/drawing/2014/main" id="{85F969D4-F94A-0BD2-B132-B3A73ACE6F19}"/>
              </a:ext>
            </a:extLst>
          </p:cNvPr>
          <p:cNvSpPr/>
          <p:nvPr/>
        </p:nvSpPr>
        <p:spPr>
          <a:xfrm>
            <a:off x="8275320" y="3375660"/>
            <a:ext cx="32004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074" name="AI prepares pill">
            <a:extLst>
              <a:ext uri="{FF2B5EF4-FFF2-40B4-BE49-F238E27FC236}">
                <a16:creationId xmlns:a16="http://schemas.microsoft.com/office/drawing/2014/main" id="{7E9D579B-B19B-DD4D-E897-A3195363FF20}"/>
              </a:ext>
            </a:extLst>
          </p:cNvPr>
          <p:cNvSpPr/>
          <p:nvPr/>
        </p:nvSpPr>
        <p:spPr>
          <a:xfrm>
            <a:off x="3368040" y="2354580"/>
            <a:ext cx="1627632" cy="320040"/>
          </a:xfrm>
          <a:prstGeom prst="round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3F2A72"/>
                </a:solidFill>
                <a:effectLst/>
                <a:latin typeface="Arial" panose="020B0604020202020204" pitchFamily="34" charset="0"/>
              </a:rPr>
              <a:t>AI PREPARES</a:t>
            </a:r>
          </a:p>
          <a:p>
            <a:pPr algn="ctr">
              <a:buNone/>
            </a:pPr>
            <a:r>
              <a:rPr lang="en-US" sz="100">
                <a:effectLst/>
              </a:rPr>
              <a:t> </a:t>
            </a:r>
            <a:endParaRPr lang="en-US"/>
          </a:p>
        </p:txBody>
      </p:sp>
      <p:sp>
        <p:nvSpPr>
          <p:cNvPr id="23095" name="People decide pill">
            <a:extLst>
              <a:ext uri="{FF2B5EF4-FFF2-40B4-BE49-F238E27FC236}">
                <a16:creationId xmlns:a16="http://schemas.microsoft.com/office/drawing/2014/main" id="{28B370A9-31AD-4EBE-74A4-8E6F7C3B18DE}"/>
              </a:ext>
            </a:extLst>
          </p:cNvPr>
          <p:cNvSpPr/>
          <p:nvPr/>
        </p:nvSpPr>
        <p:spPr>
          <a:xfrm>
            <a:off x="8763000" y="2354580"/>
            <a:ext cx="1865376"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PEOPLE DECIDE</a:t>
            </a:r>
          </a:p>
          <a:p>
            <a:pPr algn="ctr">
              <a:buNone/>
            </a:pPr>
            <a:r>
              <a:rPr lang="en-US" sz="100">
                <a:effectLst/>
              </a:rPr>
              <a:t> </a:t>
            </a:r>
            <a:endParaRPr lang="en-US"/>
          </a:p>
        </p:txBody>
      </p:sp>
      <p:sp>
        <p:nvSpPr>
          <p:cNvPr id="23117" name="Failure bar">
            <a:extLst>
              <a:ext uri="{FF2B5EF4-FFF2-40B4-BE49-F238E27FC236}">
                <a16:creationId xmlns:a16="http://schemas.microsoft.com/office/drawing/2014/main" id="{E350CB69-7487-C846-E8AF-F9559090773A}"/>
              </a:ext>
            </a:extLst>
          </p:cNvPr>
          <p:cNvSpPr/>
          <p:nvPr/>
        </p:nvSpPr>
        <p:spPr>
          <a:xfrm>
            <a:off x="548640" y="4739640"/>
            <a:ext cx="11094720" cy="102108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140" name="Failure title">
            <a:extLst>
              <a:ext uri="{FF2B5EF4-FFF2-40B4-BE49-F238E27FC236}">
                <a16:creationId xmlns:a16="http://schemas.microsoft.com/office/drawing/2014/main" id="{815D384F-4ABD-F897-09FE-43B3C66FF94E}"/>
              </a:ext>
            </a:extLst>
          </p:cNvPr>
          <p:cNvSpPr/>
          <p:nvPr/>
        </p:nvSpPr>
        <p:spPr>
          <a:xfrm>
            <a:off x="579120" y="4807560"/>
            <a:ext cx="11033760" cy="441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Failure does not become approval</a:t>
            </a:r>
          </a:p>
          <a:p>
            <a:pPr algn="l">
              <a:buNone/>
            </a:pPr>
            <a:r>
              <a:rPr lang="en-US" sz="100">
                <a:effectLst/>
              </a:rPr>
              <a:t> </a:t>
            </a:r>
            <a:endParaRPr lang="en-US"/>
          </a:p>
        </p:txBody>
      </p:sp>
      <p:sp>
        <p:nvSpPr>
          <p:cNvPr id="23164" name="Failure body">
            <a:extLst>
              <a:ext uri="{FF2B5EF4-FFF2-40B4-BE49-F238E27FC236}">
                <a16:creationId xmlns:a16="http://schemas.microsoft.com/office/drawing/2014/main" id="{AFA452DB-2F9C-074F-31E9-90CCEAD5936D}"/>
              </a:ext>
            </a:extLst>
          </p:cNvPr>
          <p:cNvSpPr/>
          <p:nvPr/>
        </p:nvSpPr>
        <p:spPr>
          <a:xfrm>
            <a:off x="579120" y="5249520"/>
            <a:ext cx="11033760" cy="500786"/>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Unknown, stale, disabled, exhausted allowance or unavailable model → owned manual work; hazards bypass AI.</a:t>
            </a:r>
          </a:p>
          <a:p>
            <a:pPr algn="l">
              <a:buNone/>
            </a:pPr>
            <a:r>
              <a:rPr lang="en-US" sz="100">
                <a:effectLst/>
              </a:rPr>
              <a:t> </a:t>
            </a:r>
            <a:endParaRPr lang="en-US"/>
          </a:p>
        </p:txBody>
      </p:sp>
      <p:sp>
        <p:nvSpPr>
          <p:cNvPr id="23189" name="Legend">
            <a:extLst>
              <a:ext uri="{FF2B5EF4-FFF2-40B4-BE49-F238E27FC236}">
                <a16:creationId xmlns:a16="http://schemas.microsoft.com/office/drawing/2014/main" id="{2D3A699B-4ABA-2DA4-22A2-FA3DB3B66922}"/>
              </a:ext>
            </a:extLst>
          </p:cNvPr>
          <p:cNvSpPr/>
          <p:nvPr/>
        </p:nvSpPr>
        <p:spPr>
          <a:xfrm>
            <a:off x="548640" y="5806440"/>
            <a:ext cx="611124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Citation presence is not semantic truth · Proposal review is not consent, QA or Finance</a:t>
            </a:r>
          </a:p>
          <a:p>
            <a:pPr algn="l">
              <a:buNone/>
            </a:pPr>
            <a:r>
              <a:rPr lang="en-US" sz="100">
                <a:effectLst/>
              </a:rPr>
              <a:t> </a:t>
            </a:r>
            <a:endParaRPr lang="en-US"/>
          </a:p>
        </p:txBody>
      </p:sp>
      <p:sp>
        <p:nvSpPr>
          <p:cNvPr id="23215" name="Diagram status pill">
            <a:extLst>
              <a:ext uri="{FF2B5EF4-FFF2-40B4-BE49-F238E27FC236}">
                <a16:creationId xmlns:a16="http://schemas.microsoft.com/office/drawing/2014/main" id="{CA6B7D29-F028-0362-E631-1E517278FC6F}"/>
              </a:ext>
            </a:extLst>
          </p:cNvPr>
          <p:cNvSpPr/>
          <p:nvPr/>
        </p:nvSpPr>
        <p:spPr>
          <a:xfrm>
            <a:off x="8726424" y="5806440"/>
            <a:ext cx="2916936"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SOURCE VIEW · 23 OCT 2026</a:t>
            </a:r>
            <a:endParaRPr lang="en-US"/>
          </a:p>
        </p:txBody>
      </p:sp>
    </p:spTree>
    <p:extLst>
      <p:ext uri="{BB962C8B-B14F-4D97-AF65-F5344CB8AC3E}">
        <p14:creationId xmlns:p14="http://schemas.microsoft.com/office/powerpoint/2010/main" val="320946807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323" name="Eyebrow">
            <a:extLst>
              <a:ext uri="{FF2B5EF4-FFF2-40B4-BE49-F238E27FC236}">
                <a16:creationId xmlns:a16="http://schemas.microsoft.com/office/drawing/2014/main" id="{845667AA-22E4-5F73-DA06-AA2D579285D4}"/>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B08 · CEO / CFO</a:t>
            </a:r>
          </a:p>
          <a:p>
            <a:pPr algn="l">
              <a:buNone/>
            </a:pPr>
            <a:r>
              <a:rPr lang="en-US" sz="100">
                <a:effectLst/>
              </a:rPr>
              <a:t> </a:t>
            </a:r>
            <a:endParaRPr lang="en-US"/>
          </a:p>
        </p:txBody>
      </p:sp>
      <p:sp>
        <p:nvSpPr>
          <p:cNvPr id="3360" name="Slide title">
            <a:extLst>
              <a:ext uri="{FF2B5EF4-FFF2-40B4-BE49-F238E27FC236}">
                <a16:creationId xmlns:a16="http://schemas.microsoft.com/office/drawing/2014/main" id="{DB27391A-12EE-AB75-F36D-18AF1448DE0E}"/>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Will this double retrofit delivery and capture GBP 40 million?</a:t>
            </a:r>
          </a:p>
          <a:p>
            <a:pPr algn="l">
              <a:buNone/>
            </a:pPr>
            <a:r>
              <a:rPr lang="en-US" sz="100">
                <a:effectLst/>
              </a:rPr>
              <a:t> </a:t>
            </a:r>
            <a:endParaRPr lang="en-US"/>
          </a:p>
        </p:txBody>
      </p:sp>
      <p:sp>
        <p:nvSpPr>
          <p:cNvPr id="3398" name="Footer sources">
            <a:extLst>
              <a:ext uri="{FF2B5EF4-FFF2-40B4-BE49-F238E27FC236}">
                <a16:creationId xmlns:a16="http://schemas.microsoft.com/office/drawing/2014/main" id="{329B4C55-D8E8-4F3C-C387-585CEB7946FF}"/>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E01 · E02 · E10</a:t>
            </a:r>
          </a:p>
          <a:p>
            <a:pPr algn="l">
              <a:buNone/>
            </a:pPr>
            <a:r>
              <a:rPr lang="en-US" sz="100">
                <a:effectLst/>
              </a:rPr>
              <a:t> </a:t>
            </a:r>
            <a:endParaRPr lang="en-US"/>
          </a:p>
        </p:txBody>
      </p:sp>
      <p:sp>
        <p:nvSpPr>
          <p:cNvPr id="3437" name="Footer navigation">
            <a:extLst>
              <a:ext uri="{FF2B5EF4-FFF2-40B4-BE49-F238E27FC236}">
                <a16:creationId xmlns:a16="http://schemas.microsoft.com/office/drawing/2014/main" id="{451069EF-6C78-7AA6-7E85-C09B2CF5A451}"/>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B08 · Index: slide 27</a:t>
            </a:r>
            <a:endParaRPr lang="en-US"/>
          </a:p>
        </p:txBody>
      </p:sp>
      <p:sp>
        <p:nvSpPr>
          <p:cNvPr id="3477" name="Return pill">
            <a:extLst>
              <a:ext uri="{FF2B5EF4-FFF2-40B4-BE49-F238E27FC236}">
                <a16:creationId xmlns:a16="http://schemas.microsoft.com/office/drawing/2014/main" id="{1739A02F-36DB-A324-F4EA-387E562B1B54}"/>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S05 · slide 6</a:t>
            </a:r>
            <a:endParaRPr lang="en-US"/>
          </a:p>
        </p:txBody>
      </p:sp>
      <p:sp>
        <p:nvSpPr>
          <p:cNvPr id="23336" name="Chain card 1">
            <a:extLst>
              <a:ext uri="{FF2B5EF4-FFF2-40B4-BE49-F238E27FC236}">
                <a16:creationId xmlns:a16="http://schemas.microsoft.com/office/drawing/2014/main" id="{3ED5327F-772D-B788-2FFA-C2A9A8C642BB}"/>
              </a:ext>
            </a:extLst>
          </p:cNvPr>
          <p:cNvSpPr/>
          <p:nvPr/>
        </p:nvSpPr>
        <p:spPr>
          <a:xfrm>
            <a:off x="548640" y="1508760"/>
            <a:ext cx="2499360" cy="448056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338" name="Chain 1 label">
            <a:extLst>
              <a:ext uri="{FF2B5EF4-FFF2-40B4-BE49-F238E27FC236}">
                <a16:creationId xmlns:a16="http://schemas.microsoft.com/office/drawing/2014/main" id="{620F1B70-6E10-EFAA-9160-19E39185232A}"/>
              </a:ext>
            </a:extLst>
          </p:cNvPr>
          <p:cNvSpPr/>
          <p:nvPr/>
        </p:nvSpPr>
        <p:spPr>
          <a:xfrm>
            <a:off x="579120" y="1630680"/>
            <a:ext cx="243840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1 · AMBITION</a:t>
            </a:r>
          </a:p>
          <a:p>
            <a:pPr algn="l">
              <a:buNone/>
            </a:pPr>
            <a:r>
              <a:rPr lang="en-US" sz="100">
                <a:effectLst/>
              </a:rPr>
              <a:t> </a:t>
            </a:r>
            <a:endParaRPr lang="en-US"/>
          </a:p>
        </p:txBody>
      </p:sp>
      <p:sp>
        <p:nvSpPr>
          <p:cNvPr id="23341" name="Chain 1 statement">
            <a:extLst>
              <a:ext uri="{FF2B5EF4-FFF2-40B4-BE49-F238E27FC236}">
                <a16:creationId xmlns:a16="http://schemas.microsoft.com/office/drawing/2014/main" id="{C6E70157-5A81-44E0-044B-71CC60FD4585}"/>
              </a:ext>
            </a:extLst>
          </p:cNvPr>
          <p:cNvSpPr/>
          <p:nvPr/>
        </p:nvSpPr>
        <p:spPr>
          <a:xfrm>
            <a:off x="579120" y="1996440"/>
            <a:ext cx="2438400" cy="1310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Original brief ambitions: the outcomes the pilot measures</a:t>
            </a:r>
            <a:endParaRPr lang="en-US"/>
          </a:p>
        </p:txBody>
      </p:sp>
      <p:sp>
        <p:nvSpPr>
          <p:cNvPr id="23350" name="Original brief ambition pill">
            <a:extLst>
              <a:ext uri="{FF2B5EF4-FFF2-40B4-BE49-F238E27FC236}">
                <a16:creationId xmlns:a16="http://schemas.microsoft.com/office/drawing/2014/main" id="{0F8D2577-5CA0-6680-5924-BE6D35FD96F4}"/>
              </a:ext>
            </a:extLst>
          </p:cNvPr>
          <p:cNvSpPr/>
          <p:nvPr/>
        </p:nvSpPr>
        <p:spPr>
          <a:xfrm>
            <a:off x="670560" y="5318760"/>
            <a:ext cx="1883664" cy="5486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ORIGINAL BRIEF</a:t>
            </a:r>
          </a:p>
          <a:p>
            <a:pPr algn="ctr">
              <a:buNone/>
            </a:pPr>
            <a:r>
              <a:rPr lang="en-US" sz="1200" b="1" spc="100">
                <a:solidFill>
                  <a:srgbClr val="7A4B00"/>
                </a:solidFill>
                <a:effectLst/>
                <a:latin typeface="Arial" panose="020B0604020202020204" pitchFamily="34" charset="0"/>
              </a:rPr>
              <a:t>AMBITION</a:t>
            </a:r>
            <a:endParaRPr lang="en-US"/>
          </a:p>
        </p:txBody>
      </p:sp>
      <p:sp>
        <p:nvSpPr>
          <p:cNvPr id="23356" name="Chain card 2">
            <a:extLst>
              <a:ext uri="{FF2B5EF4-FFF2-40B4-BE49-F238E27FC236}">
                <a16:creationId xmlns:a16="http://schemas.microsoft.com/office/drawing/2014/main" id="{68D7271C-77E9-C361-4574-F2A254C0AA39}"/>
              </a:ext>
            </a:extLst>
          </p:cNvPr>
          <p:cNvSpPr/>
          <p:nvPr/>
        </p:nvSpPr>
        <p:spPr>
          <a:xfrm>
            <a:off x="3413760" y="1508760"/>
            <a:ext cx="2499360" cy="448056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363" name="Chain 2 label">
            <a:extLst>
              <a:ext uri="{FF2B5EF4-FFF2-40B4-BE49-F238E27FC236}">
                <a16:creationId xmlns:a16="http://schemas.microsoft.com/office/drawing/2014/main" id="{A27E9473-F0B5-BE96-AB80-C1168331AF8A}"/>
              </a:ext>
            </a:extLst>
          </p:cNvPr>
          <p:cNvSpPr/>
          <p:nvPr/>
        </p:nvSpPr>
        <p:spPr>
          <a:xfrm>
            <a:off x="3444240" y="1630680"/>
            <a:ext cx="243840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2 · DEPENDENCIES</a:t>
            </a:r>
          </a:p>
          <a:p>
            <a:pPr algn="l">
              <a:buNone/>
            </a:pPr>
            <a:r>
              <a:rPr lang="en-US" sz="100">
                <a:effectLst/>
              </a:rPr>
              <a:t> </a:t>
            </a:r>
            <a:endParaRPr lang="en-US"/>
          </a:p>
        </p:txBody>
      </p:sp>
      <p:sp>
        <p:nvSpPr>
          <p:cNvPr id="23371" name="Chain 2 statement">
            <a:extLst>
              <a:ext uri="{FF2B5EF4-FFF2-40B4-BE49-F238E27FC236}">
                <a16:creationId xmlns:a16="http://schemas.microsoft.com/office/drawing/2014/main" id="{62D33381-CD33-4944-56ED-CB43ADA605D6}"/>
              </a:ext>
            </a:extLst>
          </p:cNvPr>
          <p:cNvSpPr/>
          <p:nvPr/>
        </p:nvSpPr>
        <p:spPr>
          <a:xfrm>
            <a:off x="3444240" y="1996440"/>
            <a:ext cx="2438400" cy="1310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Capacity, scope, eligibility and cash all constrain value</a:t>
            </a:r>
          </a:p>
          <a:p>
            <a:pPr algn="l">
              <a:buNone/>
            </a:pPr>
            <a:r>
              <a:rPr lang="en-US" sz="100">
                <a:effectLst/>
              </a:rPr>
              <a:t> </a:t>
            </a:r>
            <a:endParaRPr lang="en-US"/>
          </a:p>
        </p:txBody>
      </p:sp>
      <p:sp>
        <p:nvSpPr>
          <p:cNvPr id="23390" name="Chain card 3">
            <a:extLst>
              <a:ext uri="{FF2B5EF4-FFF2-40B4-BE49-F238E27FC236}">
                <a16:creationId xmlns:a16="http://schemas.microsoft.com/office/drawing/2014/main" id="{5F201278-3DBA-8CC2-A249-A66775544D68}"/>
              </a:ext>
            </a:extLst>
          </p:cNvPr>
          <p:cNvSpPr/>
          <p:nvPr/>
        </p:nvSpPr>
        <p:spPr>
          <a:xfrm>
            <a:off x="6278880" y="1508760"/>
            <a:ext cx="2499360" cy="448056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401" name="Chain 3 label">
            <a:extLst>
              <a:ext uri="{FF2B5EF4-FFF2-40B4-BE49-F238E27FC236}">
                <a16:creationId xmlns:a16="http://schemas.microsoft.com/office/drawing/2014/main" id="{6E227374-79ED-576C-884D-3B6BF562234D}"/>
              </a:ext>
            </a:extLst>
          </p:cNvPr>
          <p:cNvSpPr/>
          <p:nvPr/>
        </p:nvSpPr>
        <p:spPr>
          <a:xfrm>
            <a:off x="6309360" y="1630680"/>
            <a:ext cx="243840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3 · TEST</a:t>
            </a:r>
          </a:p>
          <a:p>
            <a:pPr algn="l">
              <a:buNone/>
            </a:pPr>
            <a:r>
              <a:rPr lang="en-US" sz="100">
                <a:effectLst/>
              </a:rPr>
              <a:t> </a:t>
            </a:r>
            <a:endParaRPr lang="en-US"/>
          </a:p>
        </p:txBody>
      </p:sp>
      <p:sp>
        <p:nvSpPr>
          <p:cNvPr id="23413" name="Chain 3 statement">
            <a:extLst>
              <a:ext uri="{FF2B5EF4-FFF2-40B4-BE49-F238E27FC236}">
                <a16:creationId xmlns:a16="http://schemas.microsoft.com/office/drawing/2014/main" id="{560D753C-460B-643A-3293-1528BD6AB39F}"/>
              </a:ext>
            </a:extLst>
          </p:cNvPr>
          <p:cNvSpPr/>
          <p:nvPr/>
        </p:nvSpPr>
        <p:spPr>
          <a:xfrm>
            <a:off x="6309360" y="1996440"/>
            <a:ext cx="2438400" cy="1310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Frozen cohorts and attributable comparisons required</a:t>
            </a:r>
          </a:p>
          <a:p>
            <a:pPr algn="l">
              <a:buNone/>
            </a:pPr>
            <a:r>
              <a:rPr lang="en-US" sz="100">
                <a:effectLst/>
              </a:rPr>
              <a:t> </a:t>
            </a:r>
            <a:endParaRPr lang="en-US"/>
          </a:p>
        </p:txBody>
      </p:sp>
      <p:sp>
        <p:nvSpPr>
          <p:cNvPr id="23440" name="Chain 3 pill">
            <a:extLst>
              <a:ext uri="{FF2B5EF4-FFF2-40B4-BE49-F238E27FC236}">
                <a16:creationId xmlns:a16="http://schemas.microsoft.com/office/drawing/2014/main" id="{462B6C6C-8AA4-7179-4E22-C8BF8AA32932}"/>
              </a:ext>
            </a:extLst>
          </p:cNvPr>
          <p:cNvSpPr/>
          <p:nvPr/>
        </p:nvSpPr>
        <p:spPr>
          <a:xfrm>
            <a:off x="6400800" y="5547360"/>
            <a:ext cx="1627632"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READY TO RUN</a:t>
            </a:r>
            <a:endParaRPr lang="en-US"/>
          </a:p>
        </p:txBody>
      </p:sp>
      <p:sp>
        <p:nvSpPr>
          <p:cNvPr id="23455" name="Chain card 4">
            <a:extLst>
              <a:ext uri="{FF2B5EF4-FFF2-40B4-BE49-F238E27FC236}">
                <a16:creationId xmlns:a16="http://schemas.microsoft.com/office/drawing/2014/main" id="{AEF442F7-8914-10D8-7476-449D0865DBC5}"/>
              </a:ext>
            </a:extLst>
          </p:cNvPr>
          <p:cNvSpPr/>
          <p:nvPr/>
        </p:nvSpPr>
        <p:spPr>
          <a:xfrm>
            <a:off x="9144000" y="1508760"/>
            <a:ext cx="2499360" cy="448056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471" name="Chain 4 label">
            <a:extLst>
              <a:ext uri="{FF2B5EF4-FFF2-40B4-BE49-F238E27FC236}">
                <a16:creationId xmlns:a16="http://schemas.microsoft.com/office/drawing/2014/main" id="{C231ACCE-5B86-7617-D9FE-173018DEA795}"/>
              </a:ext>
            </a:extLst>
          </p:cNvPr>
          <p:cNvSpPr/>
          <p:nvPr/>
        </p:nvSpPr>
        <p:spPr>
          <a:xfrm>
            <a:off x="9174480" y="1630680"/>
            <a:ext cx="243840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7A4B00"/>
                </a:solidFill>
                <a:effectLst/>
                <a:latin typeface="Arial" panose="020B0604020202020204" pitchFamily="34" charset="0"/>
              </a:rPr>
              <a:t>4 · OBSERVED RESULT</a:t>
            </a:r>
          </a:p>
          <a:p>
            <a:pPr algn="l">
              <a:buNone/>
            </a:pPr>
            <a:r>
              <a:rPr lang="en-US" sz="100">
                <a:effectLst/>
              </a:rPr>
              <a:t> </a:t>
            </a:r>
            <a:endParaRPr lang="en-US"/>
          </a:p>
        </p:txBody>
      </p:sp>
      <p:sp>
        <p:nvSpPr>
          <p:cNvPr id="23488" name="Outstanding">
            <a:extLst>
              <a:ext uri="{FF2B5EF4-FFF2-40B4-BE49-F238E27FC236}">
                <a16:creationId xmlns:a16="http://schemas.microsoft.com/office/drawing/2014/main" id="{7C18D500-584D-6721-91D7-67BE8984BF93}"/>
              </a:ext>
            </a:extLst>
          </p:cNvPr>
          <p:cNvSpPr/>
          <p:nvPr/>
        </p:nvSpPr>
        <p:spPr>
          <a:xfrm>
            <a:off x="9174480" y="1996440"/>
            <a:ext cx="243840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7A4B00"/>
                </a:solidFill>
                <a:effectLst/>
                <a:latin typeface="Arial" panose="020B0604020202020204" pitchFamily="34" charset="0"/>
              </a:rPr>
              <a:t>NEXT MILESTONE</a:t>
            </a:r>
            <a:endParaRPr lang="en-US" sz="2000"/>
          </a:p>
        </p:txBody>
      </p:sp>
      <p:sp>
        <p:nvSpPr>
          <p:cNvPr id="23525" name="Chain arrow 1">
            <a:extLst>
              <a:ext uri="{FF2B5EF4-FFF2-40B4-BE49-F238E27FC236}">
                <a16:creationId xmlns:a16="http://schemas.microsoft.com/office/drawing/2014/main" id="{F6F5A903-D2D9-3E53-6CA4-1AA2B040A161}"/>
              </a:ext>
            </a:extLst>
          </p:cNvPr>
          <p:cNvSpPr/>
          <p:nvPr/>
        </p:nvSpPr>
        <p:spPr>
          <a:xfrm>
            <a:off x="3093720" y="363474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545" name="Chain arrow 2">
            <a:extLst>
              <a:ext uri="{FF2B5EF4-FFF2-40B4-BE49-F238E27FC236}">
                <a16:creationId xmlns:a16="http://schemas.microsoft.com/office/drawing/2014/main" id="{F6A22F19-A0FF-2DEB-D541-6B7FD19F273C}"/>
              </a:ext>
            </a:extLst>
          </p:cNvPr>
          <p:cNvSpPr/>
          <p:nvPr/>
        </p:nvSpPr>
        <p:spPr>
          <a:xfrm>
            <a:off x="5958840" y="363474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566" name="Chain arrow 3">
            <a:extLst>
              <a:ext uri="{FF2B5EF4-FFF2-40B4-BE49-F238E27FC236}">
                <a16:creationId xmlns:a16="http://schemas.microsoft.com/office/drawing/2014/main" id="{9ADF32F7-8B9C-C919-D8AE-BC6C53CD82BB}"/>
              </a:ext>
            </a:extLst>
          </p:cNvPr>
          <p:cNvSpPr/>
          <p:nvPr/>
        </p:nvSpPr>
        <p:spPr>
          <a:xfrm>
            <a:off x="8823960" y="363474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177" name="Chain 1 detail">
            <a:extLst>
              <a:ext uri="{FF2B5EF4-FFF2-40B4-BE49-F238E27FC236}">
                <a16:creationId xmlns:a16="http://schemas.microsoft.com/office/drawing/2014/main" id="{6F53A603-FA3F-AAE1-3C1C-014B517EA398}"/>
              </a:ext>
            </a:extLst>
          </p:cNvPr>
          <p:cNvSpPr/>
          <p:nvPr/>
        </p:nvSpPr>
        <p:spPr>
          <a:xfrm>
            <a:off x="579120" y="3444240"/>
            <a:ext cx="2438400" cy="4724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Double retrofit delivery</a:t>
            </a:r>
          </a:p>
          <a:p>
            <a:pPr algn="l">
              <a:buNone/>
            </a:pPr>
            <a:r>
              <a:rPr lang="en-US" sz="100">
                <a:effectLst/>
              </a:rPr>
              <a:t> </a:t>
            </a:r>
            <a:endParaRPr lang="en-US"/>
          </a:p>
        </p:txBody>
      </p:sp>
      <p:sp>
        <p:nvSpPr>
          <p:cNvPr id="26179" name="Chain 1 detail">
            <a:extLst>
              <a:ext uri="{FF2B5EF4-FFF2-40B4-BE49-F238E27FC236}">
                <a16:creationId xmlns:a16="http://schemas.microsoft.com/office/drawing/2014/main" id="{4F3D6315-3170-1E30-2282-7253729DA6A3}"/>
              </a:ext>
            </a:extLst>
          </p:cNvPr>
          <p:cNvSpPr/>
          <p:nvPr/>
        </p:nvSpPr>
        <p:spPr>
          <a:xfrm>
            <a:off x="579120" y="3916680"/>
            <a:ext cx="2438400" cy="500786"/>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Capture GBP 40 million</a:t>
            </a:r>
          </a:p>
          <a:p>
            <a:pPr algn="l">
              <a:buNone/>
            </a:pPr>
            <a:r>
              <a:rPr lang="en-US" sz="100">
                <a:effectLst/>
              </a:rPr>
              <a:t> </a:t>
            </a:r>
            <a:endParaRPr lang="en-US"/>
          </a:p>
        </p:txBody>
      </p:sp>
      <p:sp>
        <p:nvSpPr>
          <p:cNvPr id="26182" name="Chain 2 detail">
            <a:extLst>
              <a:ext uri="{FF2B5EF4-FFF2-40B4-BE49-F238E27FC236}">
                <a16:creationId xmlns:a16="http://schemas.microsoft.com/office/drawing/2014/main" id="{5DAA91F3-9B39-8E84-6561-BAFFD7B107D0}"/>
              </a:ext>
            </a:extLst>
          </p:cNvPr>
          <p:cNvSpPr/>
          <p:nvPr/>
        </p:nvSpPr>
        <p:spPr>
          <a:xfrm>
            <a:off x="3444240" y="3444240"/>
            <a:ext cx="2438400" cy="1066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Survey, technical, contractor, material, resident and QA capacity</a:t>
            </a:r>
          </a:p>
          <a:p>
            <a:pPr algn="l">
              <a:buNone/>
            </a:pPr>
            <a:r>
              <a:rPr lang="en-US" sz="100">
                <a:effectLst/>
              </a:rPr>
              <a:t> </a:t>
            </a:r>
            <a:endParaRPr lang="en-US"/>
          </a:p>
        </p:txBody>
      </p:sp>
      <p:sp>
        <p:nvSpPr>
          <p:cNvPr id="26186" name="Chain 2 detail">
            <a:extLst>
              <a:ext uri="{FF2B5EF4-FFF2-40B4-BE49-F238E27FC236}">
                <a16:creationId xmlns:a16="http://schemas.microsoft.com/office/drawing/2014/main" id="{F060D5DE-CCDA-5BFF-0B23-EB86FF0516D1}"/>
              </a:ext>
            </a:extLst>
          </p:cNvPr>
          <p:cNvSpPr/>
          <p:nvPr/>
        </p:nvSpPr>
        <p:spPr>
          <a:xfrm>
            <a:off x="3444240" y="4648200"/>
            <a:ext cx="243840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Grant availability and secured cash: confirmed at the funding gate</a:t>
            </a:r>
            <a:endParaRPr lang="en-US"/>
          </a:p>
        </p:txBody>
      </p:sp>
      <p:sp>
        <p:nvSpPr>
          <p:cNvPr id="26191" name="Chain 3 detail">
            <a:extLst>
              <a:ext uri="{FF2B5EF4-FFF2-40B4-BE49-F238E27FC236}">
                <a16:creationId xmlns:a16="http://schemas.microsoft.com/office/drawing/2014/main" id="{D0334F60-E631-7215-1A49-E2487AF048EC}"/>
              </a:ext>
            </a:extLst>
          </p:cNvPr>
          <p:cNvSpPr/>
          <p:nvPr/>
        </p:nvSpPr>
        <p:spPr>
          <a:xfrm>
            <a:off x="6309360" y="3444240"/>
            <a:ext cx="243840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Measure accepted handovers and the whole cost of the work</a:t>
            </a:r>
          </a:p>
          <a:p>
            <a:pPr algn="l">
              <a:buNone/>
            </a:pPr>
            <a:r>
              <a:rPr lang="en-US" sz="100">
                <a:effectLst/>
              </a:rPr>
              <a:t> </a:t>
            </a:r>
            <a:endParaRPr lang="en-US"/>
          </a:p>
        </p:txBody>
      </p:sp>
      <p:sp>
        <p:nvSpPr>
          <p:cNvPr id="26197" name="Chain 4 detail">
            <a:extLst>
              <a:ext uri="{FF2B5EF4-FFF2-40B4-BE49-F238E27FC236}">
                <a16:creationId xmlns:a16="http://schemas.microsoft.com/office/drawing/2014/main" id="{4FDD08C5-95DB-0759-F3E7-9B2D6A0DA85B}"/>
              </a:ext>
            </a:extLst>
          </p:cNvPr>
          <p:cNvSpPr/>
          <p:nvPr/>
        </p:nvSpPr>
        <p:spPr>
          <a:xfrm>
            <a:off x="9174480" y="2590800"/>
            <a:ext cx="2438400" cy="1066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Benefit range set once the baseline, causal limits and sensitivity are agreed</a:t>
            </a:r>
            <a:endParaRPr lang="en-US"/>
          </a:p>
        </p:txBody>
      </p:sp>
      <p:sp>
        <p:nvSpPr>
          <p:cNvPr id="26204" name="Chain 4 detail">
            <a:extLst>
              <a:ext uri="{FF2B5EF4-FFF2-40B4-BE49-F238E27FC236}">
                <a16:creationId xmlns:a16="http://schemas.microsoft.com/office/drawing/2014/main" id="{B8C6B48C-3BFB-A264-4B94-649ACF7060D4}"/>
              </a:ext>
            </a:extLst>
          </p:cNvPr>
          <p:cNvSpPr/>
          <p:nvPr/>
        </p:nvSpPr>
        <p:spPr>
          <a:xfrm>
            <a:off x="9174480" y="3794760"/>
            <a:ext cx="2438400" cy="1066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Saved minutes become cash through a Finance-approved mechanism</a:t>
            </a:r>
            <a:endParaRPr lang="en-US"/>
          </a:p>
        </p:txBody>
      </p:sp>
    </p:spTree>
    <p:extLst>
      <p:ext uri="{BB962C8B-B14F-4D97-AF65-F5344CB8AC3E}">
        <p14:creationId xmlns:p14="http://schemas.microsoft.com/office/powerpoint/2010/main" val="225177260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518" name="Eyebrow">
            <a:extLst>
              <a:ext uri="{FF2B5EF4-FFF2-40B4-BE49-F238E27FC236}">
                <a16:creationId xmlns:a16="http://schemas.microsoft.com/office/drawing/2014/main" id="{D2AAF7BB-B3AC-162F-E42A-36CC3E8BBD24}"/>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B09 · CFO / ASSET EXECUTIVE</a:t>
            </a:r>
          </a:p>
          <a:p>
            <a:pPr algn="l">
              <a:buNone/>
            </a:pPr>
            <a:r>
              <a:rPr lang="en-US" sz="100">
                <a:effectLst/>
              </a:rPr>
              <a:t> </a:t>
            </a:r>
            <a:endParaRPr lang="en-US"/>
          </a:p>
        </p:txBody>
      </p:sp>
      <p:sp>
        <p:nvSpPr>
          <p:cNvPr id="3560" name="Slide title">
            <a:extLst>
              <a:ext uri="{FF2B5EF4-FFF2-40B4-BE49-F238E27FC236}">
                <a16:creationId xmlns:a16="http://schemas.microsoft.com/office/drawing/2014/main" id="{AF434E18-16B7-8959-8F18-410F8A460BE6}"/>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What is the per-home business case and cash exposure?</a:t>
            </a:r>
          </a:p>
          <a:p>
            <a:pPr algn="l">
              <a:buNone/>
            </a:pPr>
            <a:r>
              <a:rPr lang="en-US" sz="100">
                <a:effectLst/>
              </a:rPr>
              <a:t> </a:t>
            </a:r>
            <a:endParaRPr lang="en-US"/>
          </a:p>
        </p:txBody>
      </p:sp>
      <p:sp>
        <p:nvSpPr>
          <p:cNvPr id="3603" name="Footer sources">
            <a:extLst>
              <a:ext uri="{FF2B5EF4-FFF2-40B4-BE49-F238E27FC236}">
                <a16:creationId xmlns:a16="http://schemas.microsoft.com/office/drawing/2014/main" id="{B06BBC86-51CF-879A-F4B9-57ED83A92CA7}"/>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E02</a:t>
            </a:r>
          </a:p>
          <a:p>
            <a:pPr algn="l">
              <a:buNone/>
            </a:pPr>
            <a:r>
              <a:rPr lang="en-US" sz="100">
                <a:effectLst/>
              </a:rPr>
              <a:t> </a:t>
            </a:r>
            <a:endParaRPr lang="en-US"/>
          </a:p>
        </p:txBody>
      </p:sp>
      <p:sp>
        <p:nvSpPr>
          <p:cNvPr id="3647" name="Footer navigation">
            <a:extLst>
              <a:ext uri="{FF2B5EF4-FFF2-40B4-BE49-F238E27FC236}">
                <a16:creationId xmlns:a16="http://schemas.microsoft.com/office/drawing/2014/main" id="{4F7B8D4A-D5D8-6380-DC14-A77BA759B4C9}"/>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B09 · Index: slide 27</a:t>
            </a:r>
            <a:endParaRPr lang="en-US"/>
          </a:p>
        </p:txBody>
      </p:sp>
      <p:sp>
        <p:nvSpPr>
          <p:cNvPr id="3692" name="Return pill">
            <a:extLst>
              <a:ext uri="{FF2B5EF4-FFF2-40B4-BE49-F238E27FC236}">
                <a16:creationId xmlns:a16="http://schemas.microsoft.com/office/drawing/2014/main" id="{156D4A59-99D2-28CD-165B-D722B3C19FEA}"/>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S10 · slide 11</a:t>
            </a:r>
            <a:endParaRPr lang="en-US"/>
          </a:p>
        </p:txBody>
      </p:sp>
      <p:sp>
        <p:nvSpPr>
          <p:cNvPr id="23725" name="Gridline 5000">
            <a:extLst>
              <a:ext uri="{FF2B5EF4-FFF2-40B4-BE49-F238E27FC236}">
                <a16:creationId xmlns:a16="http://schemas.microsoft.com/office/drawing/2014/main" id="{58088330-11FB-3589-E1E3-B485C22743A0}"/>
              </a:ext>
            </a:extLst>
          </p:cNvPr>
          <p:cNvSpPr/>
          <p:nvPr/>
        </p:nvSpPr>
        <p:spPr>
          <a:xfrm>
            <a:off x="1417320" y="4738687"/>
            <a:ext cx="6400800" cy="9525"/>
          </a:xfrm>
          <a:prstGeom prst="rect">
            <a:avLst/>
          </a:prstGeom>
          <a:solidFill>
            <a:srgbClr val="50655E">
              <a:alpha val="30000"/>
            </a:srgbClr>
          </a:solidFill>
          <a:ln w="12700">
            <a:solidFill>
              <a:srgbClr val="50655E">
                <a:alpha val="3000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729" name="Gridline 10000">
            <a:extLst>
              <a:ext uri="{FF2B5EF4-FFF2-40B4-BE49-F238E27FC236}">
                <a16:creationId xmlns:a16="http://schemas.microsoft.com/office/drawing/2014/main" id="{1FA59AFC-858A-B383-8650-C8CBC7F2D1D9}"/>
              </a:ext>
            </a:extLst>
          </p:cNvPr>
          <p:cNvSpPr/>
          <p:nvPr/>
        </p:nvSpPr>
        <p:spPr>
          <a:xfrm>
            <a:off x="1417320" y="4056697"/>
            <a:ext cx="6400800" cy="9525"/>
          </a:xfrm>
          <a:prstGeom prst="rect">
            <a:avLst/>
          </a:prstGeom>
          <a:solidFill>
            <a:srgbClr val="50655E">
              <a:alpha val="30000"/>
            </a:srgbClr>
          </a:solidFill>
          <a:ln w="12700">
            <a:solidFill>
              <a:srgbClr val="50655E">
                <a:alpha val="3000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734" name="Gridline 15000">
            <a:extLst>
              <a:ext uri="{FF2B5EF4-FFF2-40B4-BE49-F238E27FC236}">
                <a16:creationId xmlns:a16="http://schemas.microsoft.com/office/drawing/2014/main" id="{3DB67A08-3A22-1476-A5F7-639A024CDCCD}"/>
              </a:ext>
            </a:extLst>
          </p:cNvPr>
          <p:cNvSpPr/>
          <p:nvPr/>
        </p:nvSpPr>
        <p:spPr>
          <a:xfrm>
            <a:off x="1417320" y="3374707"/>
            <a:ext cx="6400800" cy="9525"/>
          </a:xfrm>
          <a:prstGeom prst="rect">
            <a:avLst/>
          </a:prstGeom>
          <a:solidFill>
            <a:srgbClr val="50655E">
              <a:alpha val="30000"/>
            </a:srgbClr>
          </a:solidFill>
          <a:ln w="12700">
            <a:solidFill>
              <a:srgbClr val="50655E">
                <a:alpha val="3000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740" name="Gridline 20000">
            <a:extLst>
              <a:ext uri="{FF2B5EF4-FFF2-40B4-BE49-F238E27FC236}">
                <a16:creationId xmlns:a16="http://schemas.microsoft.com/office/drawing/2014/main" id="{7A029791-3535-D788-81C3-EB79E5DD0C5A}"/>
              </a:ext>
            </a:extLst>
          </p:cNvPr>
          <p:cNvSpPr/>
          <p:nvPr/>
        </p:nvSpPr>
        <p:spPr>
          <a:xfrm>
            <a:off x="1417320" y="2692717"/>
            <a:ext cx="6400800" cy="9525"/>
          </a:xfrm>
          <a:prstGeom prst="rect">
            <a:avLst/>
          </a:prstGeom>
          <a:solidFill>
            <a:srgbClr val="50655E">
              <a:alpha val="30000"/>
            </a:srgbClr>
          </a:solidFill>
          <a:ln w="12700">
            <a:solidFill>
              <a:srgbClr val="50655E">
                <a:alpha val="3000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810" name="Bar Contractor">
            <a:extLst>
              <a:ext uri="{FF2B5EF4-FFF2-40B4-BE49-F238E27FC236}">
                <a16:creationId xmlns:a16="http://schemas.microsoft.com/office/drawing/2014/main" id="{88632764-DCCF-1205-2E25-9FD25AAEBD17}"/>
              </a:ext>
            </a:extLst>
          </p:cNvPr>
          <p:cNvSpPr/>
          <p:nvPr/>
        </p:nvSpPr>
        <p:spPr>
          <a:xfrm>
            <a:off x="1645920" y="2970276"/>
            <a:ext cx="822960" cy="2455164"/>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824" name="Bar Internal">
            <a:extLst>
              <a:ext uri="{FF2B5EF4-FFF2-40B4-BE49-F238E27FC236}">
                <a16:creationId xmlns:a16="http://schemas.microsoft.com/office/drawing/2014/main" id="{2438F64C-CAC4-2AD6-F6F7-9609E1B5A86F}"/>
              </a:ext>
            </a:extLst>
          </p:cNvPr>
          <p:cNvSpPr/>
          <p:nvPr/>
        </p:nvSpPr>
        <p:spPr>
          <a:xfrm>
            <a:off x="2926080" y="2697480"/>
            <a:ext cx="822960" cy="272796"/>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839" name="Bar Base">
            <a:extLst>
              <a:ext uri="{FF2B5EF4-FFF2-40B4-BE49-F238E27FC236}">
                <a16:creationId xmlns:a16="http://schemas.microsoft.com/office/drawing/2014/main" id="{6C857F5F-0D84-C803-1AAE-FF12D6F0B8F0}"/>
              </a:ext>
            </a:extLst>
          </p:cNvPr>
          <p:cNvSpPr/>
          <p:nvPr/>
        </p:nvSpPr>
        <p:spPr>
          <a:xfrm>
            <a:off x="4206240" y="2697480"/>
            <a:ext cx="822960" cy="272796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855" name="Bar Fictional grant">
            <a:extLst>
              <a:ext uri="{FF2B5EF4-FFF2-40B4-BE49-F238E27FC236}">
                <a16:creationId xmlns:a16="http://schemas.microsoft.com/office/drawing/2014/main" id="{7CFF4C0F-269B-F78F-F84D-396C8995D380}"/>
              </a:ext>
            </a:extLst>
          </p:cNvPr>
          <p:cNvSpPr/>
          <p:nvPr/>
        </p:nvSpPr>
        <p:spPr>
          <a:xfrm>
            <a:off x="5486400" y="2697480"/>
            <a:ext cx="822960" cy="1022985"/>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872" name="Bar Provider base">
            <a:extLst>
              <a:ext uri="{FF2B5EF4-FFF2-40B4-BE49-F238E27FC236}">
                <a16:creationId xmlns:a16="http://schemas.microsoft.com/office/drawing/2014/main" id="{B7A12C7A-EB74-C580-25B7-7AB763BF43A2}"/>
              </a:ext>
            </a:extLst>
          </p:cNvPr>
          <p:cNvSpPr/>
          <p:nvPr/>
        </p:nvSpPr>
        <p:spPr>
          <a:xfrm>
            <a:off x="6766560" y="3720465"/>
            <a:ext cx="822960" cy="1704975"/>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890" name="Connector 1">
            <a:extLst>
              <a:ext uri="{FF2B5EF4-FFF2-40B4-BE49-F238E27FC236}">
                <a16:creationId xmlns:a16="http://schemas.microsoft.com/office/drawing/2014/main" id="{5BFF22F0-CA80-FE49-13CA-69D690CDD557}"/>
              </a:ext>
            </a:extLst>
          </p:cNvPr>
          <p:cNvSpPr/>
          <p:nvPr/>
        </p:nvSpPr>
        <p:spPr>
          <a:xfrm>
            <a:off x="2468880" y="2963926"/>
            <a:ext cx="457200" cy="12700"/>
          </a:xfrm>
          <a:prstGeom prst="rect">
            <a:avLst/>
          </a:prstGeom>
          <a:solidFill>
            <a:srgbClr val="50655E"/>
          </a:solidFill>
          <a:ln w="12700">
            <a:solidFill>
              <a:srgbClr val="50655E"/>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909" name="Connector 2">
            <a:extLst>
              <a:ext uri="{FF2B5EF4-FFF2-40B4-BE49-F238E27FC236}">
                <a16:creationId xmlns:a16="http://schemas.microsoft.com/office/drawing/2014/main" id="{B42921B0-AB50-CC4B-F3EC-B337CEEE7551}"/>
              </a:ext>
            </a:extLst>
          </p:cNvPr>
          <p:cNvSpPr/>
          <p:nvPr/>
        </p:nvSpPr>
        <p:spPr>
          <a:xfrm>
            <a:off x="3749040" y="2691130"/>
            <a:ext cx="457200" cy="12700"/>
          </a:xfrm>
          <a:prstGeom prst="rect">
            <a:avLst/>
          </a:prstGeom>
          <a:solidFill>
            <a:srgbClr val="50655E"/>
          </a:solidFill>
          <a:ln w="12700">
            <a:solidFill>
              <a:srgbClr val="50655E"/>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929" name="Connector 3">
            <a:extLst>
              <a:ext uri="{FF2B5EF4-FFF2-40B4-BE49-F238E27FC236}">
                <a16:creationId xmlns:a16="http://schemas.microsoft.com/office/drawing/2014/main" id="{3855125E-F7DE-0624-6F78-3DB60FCE2A10}"/>
              </a:ext>
            </a:extLst>
          </p:cNvPr>
          <p:cNvSpPr/>
          <p:nvPr/>
        </p:nvSpPr>
        <p:spPr>
          <a:xfrm>
            <a:off x="5029200" y="2691130"/>
            <a:ext cx="457200" cy="12700"/>
          </a:xfrm>
          <a:prstGeom prst="rect">
            <a:avLst/>
          </a:prstGeom>
          <a:solidFill>
            <a:srgbClr val="50655E"/>
          </a:solidFill>
          <a:ln w="12700">
            <a:solidFill>
              <a:srgbClr val="50655E"/>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950" name="Connector 4">
            <a:extLst>
              <a:ext uri="{FF2B5EF4-FFF2-40B4-BE49-F238E27FC236}">
                <a16:creationId xmlns:a16="http://schemas.microsoft.com/office/drawing/2014/main" id="{8B1FB1C0-3AB7-DCB1-E735-51DA5A0738D8}"/>
              </a:ext>
            </a:extLst>
          </p:cNvPr>
          <p:cNvSpPr/>
          <p:nvPr/>
        </p:nvSpPr>
        <p:spPr>
          <a:xfrm>
            <a:off x="6309360" y="3714115"/>
            <a:ext cx="457200" cy="12700"/>
          </a:xfrm>
          <a:prstGeom prst="rect">
            <a:avLst/>
          </a:prstGeom>
          <a:solidFill>
            <a:srgbClr val="50655E"/>
          </a:solidFill>
          <a:ln w="12700">
            <a:solidFill>
              <a:srgbClr val="50655E"/>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972" name="Baseline 0">
            <a:extLst>
              <a:ext uri="{FF2B5EF4-FFF2-40B4-BE49-F238E27FC236}">
                <a16:creationId xmlns:a16="http://schemas.microsoft.com/office/drawing/2014/main" id="{7EB5FBD4-8ED9-667D-956B-E9747CFED897}"/>
              </a:ext>
            </a:extLst>
          </p:cNvPr>
          <p:cNvSpPr/>
          <p:nvPr/>
        </p:nvSpPr>
        <p:spPr>
          <a:xfrm>
            <a:off x="1417320" y="5419090"/>
            <a:ext cx="6400800" cy="1270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019" name="Category Contractor">
            <a:extLst>
              <a:ext uri="{FF2B5EF4-FFF2-40B4-BE49-F238E27FC236}">
                <a16:creationId xmlns:a16="http://schemas.microsoft.com/office/drawing/2014/main" id="{94C84F74-0877-32B6-117F-FCA7FCCF0799}"/>
              </a:ext>
            </a:extLst>
          </p:cNvPr>
          <p:cNvSpPr/>
          <p:nvPr/>
        </p:nvSpPr>
        <p:spPr>
          <a:xfrm>
            <a:off x="1417320" y="5471160"/>
            <a:ext cx="1280160" cy="51816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Contractor</a:t>
            </a:r>
          </a:p>
          <a:p>
            <a:pPr algn="ctr">
              <a:buNone/>
            </a:pPr>
            <a:r>
              <a:rPr lang="en-US" sz="100">
                <a:effectLst/>
              </a:rPr>
              <a:t> </a:t>
            </a:r>
            <a:endParaRPr lang="en-US"/>
          </a:p>
        </p:txBody>
      </p:sp>
      <p:sp>
        <p:nvSpPr>
          <p:cNvPr id="24070" name="Category Internal">
            <a:extLst>
              <a:ext uri="{FF2B5EF4-FFF2-40B4-BE49-F238E27FC236}">
                <a16:creationId xmlns:a16="http://schemas.microsoft.com/office/drawing/2014/main" id="{3888F684-9568-5AFB-A4A6-733206262D54}"/>
              </a:ext>
            </a:extLst>
          </p:cNvPr>
          <p:cNvSpPr/>
          <p:nvPr/>
        </p:nvSpPr>
        <p:spPr>
          <a:xfrm>
            <a:off x="2697480" y="5471160"/>
            <a:ext cx="1280160" cy="51816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Internal</a:t>
            </a:r>
          </a:p>
          <a:p>
            <a:pPr algn="ctr">
              <a:buNone/>
            </a:pPr>
            <a:r>
              <a:rPr lang="en-US" sz="100">
                <a:effectLst/>
              </a:rPr>
              <a:t> </a:t>
            </a:r>
            <a:endParaRPr lang="en-US"/>
          </a:p>
        </p:txBody>
      </p:sp>
      <p:sp>
        <p:nvSpPr>
          <p:cNvPr id="24125" name="Category Base">
            <a:extLst>
              <a:ext uri="{FF2B5EF4-FFF2-40B4-BE49-F238E27FC236}">
                <a16:creationId xmlns:a16="http://schemas.microsoft.com/office/drawing/2014/main" id="{BAD22474-E5DB-EA21-69C0-5FBCC3C1CEDB}"/>
              </a:ext>
            </a:extLst>
          </p:cNvPr>
          <p:cNvSpPr/>
          <p:nvPr/>
        </p:nvSpPr>
        <p:spPr>
          <a:xfrm>
            <a:off x="3977640" y="5471160"/>
            <a:ext cx="1280160" cy="51816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Base</a:t>
            </a:r>
          </a:p>
          <a:p>
            <a:pPr algn="ctr">
              <a:buNone/>
            </a:pPr>
            <a:r>
              <a:rPr lang="en-US" sz="100">
                <a:effectLst/>
              </a:rPr>
              <a:t> </a:t>
            </a:r>
            <a:endParaRPr lang="en-US"/>
          </a:p>
        </p:txBody>
      </p:sp>
      <p:sp>
        <p:nvSpPr>
          <p:cNvPr id="24184" name="Category Fictional grant">
            <a:extLst>
              <a:ext uri="{FF2B5EF4-FFF2-40B4-BE49-F238E27FC236}">
                <a16:creationId xmlns:a16="http://schemas.microsoft.com/office/drawing/2014/main" id="{C717921F-BC8A-5878-5440-4383E6FD69C3}"/>
              </a:ext>
            </a:extLst>
          </p:cNvPr>
          <p:cNvSpPr/>
          <p:nvPr/>
        </p:nvSpPr>
        <p:spPr>
          <a:xfrm>
            <a:off x="5257800" y="5471160"/>
            <a:ext cx="1280160" cy="51816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Fictional grant</a:t>
            </a:r>
          </a:p>
          <a:p>
            <a:pPr algn="ctr">
              <a:buNone/>
            </a:pPr>
            <a:r>
              <a:rPr lang="en-US" sz="100">
                <a:effectLst/>
              </a:rPr>
              <a:t> </a:t>
            </a:r>
            <a:endParaRPr lang="en-US"/>
          </a:p>
        </p:txBody>
      </p:sp>
      <p:sp>
        <p:nvSpPr>
          <p:cNvPr id="24247" name="Category Provider base">
            <a:extLst>
              <a:ext uri="{FF2B5EF4-FFF2-40B4-BE49-F238E27FC236}">
                <a16:creationId xmlns:a16="http://schemas.microsoft.com/office/drawing/2014/main" id="{F40376B6-A249-11D5-CB7F-37F83DBF09DC}"/>
              </a:ext>
            </a:extLst>
          </p:cNvPr>
          <p:cNvSpPr/>
          <p:nvPr/>
        </p:nvSpPr>
        <p:spPr>
          <a:xfrm>
            <a:off x="6537960" y="5471160"/>
            <a:ext cx="1280160" cy="51816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Provider base</a:t>
            </a:r>
          </a:p>
          <a:p>
            <a:pPr algn="ctr">
              <a:buNone/>
            </a:pPr>
            <a:r>
              <a:rPr lang="en-US" sz="100">
                <a:effectLst/>
              </a:rPr>
              <a:t> </a:t>
            </a:r>
            <a:endParaRPr lang="en-US"/>
          </a:p>
        </p:txBody>
      </p:sp>
      <p:sp>
        <p:nvSpPr>
          <p:cNvPr id="24280" name="Fictional arithmetic pill">
            <a:extLst>
              <a:ext uri="{FF2B5EF4-FFF2-40B4-BE49-F238E27FC236}">
                <a16:creationId xmlns:a16="http://schemas.microsoft.com/office/drawing/2014/main" id="{022D9964-A999-34E4-E747-9105BE8B8E0E}"/>
              </a:ext>
            </a:extLst>
          </p:cNvPr>
          <p:cNvSpPr/>
          <p:nvPr/>
        </p:nvSpPr>
        <p:spPr>
          <a:xfrm>
            <a:off x="8138160" y="2331720"/>
            <a:ext cx="3429000"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FICTIONAL EXERCISE ARITHMETIC</a:t>
            </a:r>
          </a:p>
          <a:p>
            <a:pPr algn="ctr">
              <a:buNone/>
            </a:pPr>
            <a:r>
              <a:rPr lang="en-US" sz="100">
                <a:effectLst/>
              </a:rPr>
              <a:t> </a:t>
            </a:r>
            <a:endParaRPr lang="en-US"/>
          </a:p>
        </p:txBody>
      </p:sp>
      <p:sp>
        <p:nvSpPr>
          <p:cNvPr id="24314" name="Statement 3 (gross cash lane)">
            <a:extLst>
              <a:ext uri="{FF2B5EF4-FFF2-40B4-BE49-F238E27FC236}">
                <a16:creationId xmlns:a16="http://schemas.microsoft.com/office/drawing/2014/main" id="{9F3DB9FE-DD37-CAEE-97AC-12526E4F0343}"/>
              </a:ext>
            </a:extLst>
          </p:cNvPr>
          <p:cNvSpPr/>
          <p:nvPr/>
        </p:nvSpPr>
        <p:spPr>
          <a:xfrm>
            <a:off x="8046720" y="2880360"/>
            <a:ext cx="35966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Gross cash before grant receipt: GBP 20,000</a:t>
            </a:r>
          </a:p>
          <a:p>
            <a:pPr algn="l">
              <a:buNone/>
            </a:pPr>
            <a:r>
              <a:rPr lang="en-US" sz="100">
                <a:effectLst/>
              </a:rPr>
              <a:t> </a:t>
            </a:r>
            <a:endParaRPr lang="en-US"/>
          </a:p>
        </p:txBody>
      </p:sp>
      <p:sp>
        <p:nvSpPr>
          <p:cNvPr id="24349" name="Lane gross cash">
            <a:extLst>
              <a:ext uri="{FF2B5EF4-FFF2-40B4-BE49-F238E27FC236}">
                <a16:creationId xmlns:a16="http://schemas.microsoft.com/office/drawing/2014/main" id="{5C0E969A-4461-75A7-CBE6-141ECFCEC7D9}"/>
              </a:ext>
            </a:extLst>
          </p:cNvPr>
          <p:cNvSpPr/>
          <p:nvPr/>
        </p:nvSpPr>
        <p:spPr>
          <a:xfrm>
            <a:off x="8138160" y="3566160"/>
            <a:ext cx="2727960" cy="22860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422" name="Lane grant receivable">
            <a:extLst>
              <a:ext uri="{FF2B5EF4-FFF2-40B4-BE49-F238E27FC236}">
                <a16:creationId xmlns:a16="http://schemas.microsoft.com/office/drawing/2014/main" id="{F2C37BC8-939A-FA76-BEFB-2FD18D152249}"/>
              </a:ext>
            </a:extLst>
          </p:cNvPr>
          <p:cNvSpPr/>
          <p:nvPr/>
        </p:nvSpPr>
        <p:spPr>
          <a:xfrm>
            <a:off x="8138160" y="4648200"/>
            <a:ext cx="1022985" cy="22860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205" name="Statement 1">
            <a:extLst>
              <a:ext uri="{FF2B5EF4-FFF2-40B4-BE49-F238E27FC236}">
                <a16:creationId xmlns:a16="http://schemas.microsoft.com/office/drawing/2014/main" id="{C608C9CE-ADAA-7FB4-D2CA-1B874BCE5B18}"/>
              </a:ext>
            </a:extLst>
          </p:cNvPr>
          <p:cNvSpPr/>
          <p:nvPr/>
        </p:nvSpPr>
        <p:spPr>
          <a:xfrm>
            <a:off x="548640" y="1508760"/>
            <a:ext cx="543306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Fictional base: GBP 20,000; envelope: GBP 22,000</a:t>
            </a:r>
          </a:p>
          <a:p>
            <a:pPr algn="l">
              <a:buNone/>
            </a:pPr>
            <a:r>
              <a:rPr lang="en-US" sz="100">
                <a:effectLst/>
              </a:rPr>
              <a:t> </a:t>
            </a:r>
            <a:endParaRPr lang="en-US"/>
          </a:p>
        </p:txBody>
      </p:sp>
      <p:sp>
        <p:nvSpPr>
          <p:cNvPr id="26207" name="Statement 2">
            <a:extLst>
              <a:ext uri="{FF2B5EF4-FFF2-40B4-BE49-F238E27FC236}">
                <a16:creationId xmlns:a16="http://schemas.microsoft.com/office/drawing/2014/main" id="{DDC65803-69D8-53AE-4697-12BA499258B4}"/>
              </a:ext>
            </a:extLst>
          </p:cNvPr>
          <p:cNvSpPr/>
          <p:nvPr/>
        </p:nvSpPr>
        <p:spPr>
          <a:xfrm>
            <a:off x="6210300" y="1508760"/>
            <a:ext cx="543306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Fictional grant: GBP 7,500; provider base: GBP 12,500</a:t>
            </a:r>
          </a:p>
          <a:p>
            <a:pPr algn="l">
              <a:buNone/>
            </a:pPr>
            <a:r>
              <a:rPr lang="en-US" sz="100">
                <a:effectLst/>
              </a:rPr>
              <a:t> </a:t>
            </a:r>
            <a:endParaRPr lang="en-US"/>
          </a:p>
        </p:txBody>
      </p:sp>
      <p:sp>
        <p:nvSpPr>
          <p:cNvPr id="26210" name="Axis 0">
            <a:extLst>
              <a:ext uri="{FF2B5EF4-FFF2-40B4-BE49-F238E27FC236}">
                <a16:creationId xmlns:a16="http://schemas.microsoft.com/office/drawing/2014/main" id="{A73A8CC2-B2DA-C71C-A896-6EB670BCD6E3}"/>
              </a:ext>
            </a:extLst>
          </p:cNvPr>
          <p:cNvSpPr/>
          <p:nvPr/>
        </p:nvSpPr>
        <p:spPr>
          <a:xfrm>
            <a:off x="548640" y="5265420"/>
            <a:ext cx="777240" cy="32004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0</a:t>
            </a:r>
          </a:p>
          <a:p>
            <a:pPr algn="r">
              <a:buNone/>
            </a:pPr>
            <a:r>
              <a:rPr lang="en-US" sz="100">
                <a:effectLst/>
              </a:rPr>
              <a:t> </a:t>
            </a:r>
            <a:endParaRPr lang="en-US"/>
          </a:p>
        </p:txBody>
      </p:sp>
      <p:sp>
        <p:nvSpPr>
          <p:cNvPr id="26214" name="Axis 5000">
            <a:extLst>
              <a:ext uri="{FF2B5EF4-FFF2-40B4-BE49-F238E27FC236}">
                <a16:creationId xmlns:a16="http://schemas.microsoft.com/office/drawing/2014/main" id="{966DE892-D912-9A86-288C-F7E33167BEAF}"/>
              </a:ext>
            </a:extLst>
          </p:cNvPr>
          <p:cNvSpPr/>
          <p:nvPr/>
        </p:nvSpPr>
        <p:spPr>
          <a:xfrm>
            <a:off x="548640" y="4583430"/>
            <a:ext cx="777240" cy="32004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5,000</a:t>
            </a:r>
          </a:p>
          <a:p>
            <a:pPr algn="r">
              <a:buNone/>
            </a:pPr>
            <a:r>
              <a:rPr lang="en-US" sz="100">
                <a:effectLst/>
              </a:rPr>
              <a:t> </a:t>
            </a:r>
            <a:endParaRPr lang="en-US"/>
          </a:p>
        </p:txBody>
      </p:sp>
      <p:sp>
        <p:nvSpPr>
          <p:cNvPr id="26219" name="Axis 10000">
            <a:extLst>
              <a:ext uri="{FF2B5EF4-FFF2-40B4-BE49-F238E27FC236}">
                <a16:creationId xmlns:a16="http://schemas.microsoft.com/office/drawing/2014/main" id="{FEBB66A2-1668-D593-467E-601E1540DA62}"/>
              </a:ext>
            </a:extLst>
          </p:cNvPr>
          <p:cNvSpPr/>
          <p:nvPr/>
        </p:nvSpPr>
        <p:spPr>
          <a:xfrm>
            <a:off x="548640" y="3901440"/>
            <a:ext cx="777240" cy="32004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10,000</a:t>
            </a:r>
          </a:p>
          <a:p>
            <a:pPr algn="r">
              <a:buNone/>
            </a:pPr>
            <a:r>
              <a:rPr lang="en-US" sz="100">
                <a:effectLst/>
              </a:rPr>
              <a:t> </a:t>
            </a:r>
            <a:endParaRPr lang="en-US"/>
          </a:p>
        </p:txBody>
      </p:sp>
      <p:sp>
        <p:nvSpPr>
          <p:cNvPr id="26225" name="Axis 15000">
            <a:extLst>
              <a:ext uri="{FF2B5EF4-FFF2-40B4-BE49-F238E27FC236}">
                <a16:creationId xmlns:a16="http://schemas.microsoft.com/office/drawing/2014/main" id="{2C120C81-0A38-95D6-63FA-AB638107B2DC}"/>
              </a:ext>
            </a:extLst>
          </p:cNvPr>
          <p:cNvSpPr/>
          <p:nvPr/>
        </p:nvSpPr>
        <p:spPr>
          <a:xfrm>
            <a:off x="548640" y="3219450"/>
            <a:ext cx="777240" cy="32004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15,000</a:t>
            </a:r>
          </a:p>
          <a:p>
            <a:pPr algn="r">
              <a:buNone/>
            </a:pPr>
            <a:r>
              <a:rPr lang="en-US" sz="100">
                <a:effectLst/>
              </a:rPr>
              <a:t> </a:t>
            </a:r>
            <a:endParaRPr lang="en-US"/>
          </a:p>
        </p:txBody>
      </p:sp>
      <p:sp>
        <p:nvSpPr>
          <p:cNvPr id="26232" name="Axis 20000">
            <a:extLst>
              <a:ext uri="{FF2B5EF4-FFF2-40B4-BE49-F238E27FC236}">
                <a16:creationId xmlns:a16="http://schemas.microsoft.com/office/drawing/2014/main" id="{8C2E0497-7E4E-EBCD-56D4-C37ADBFCC95A}"/>
              </a:ext>
            </a:extLst>
          </p:cNvPr>
          <p:cNvSpPr/>
          <p:nvPr/>
        </p:nvSpPr>
        <p:spPr>
          <a:xfrm>
            <a:off x="548640" y="2537460"/>
            <a:ext cx="777240" cy="32004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20,000</a:t>
            </a:r>
          </a:p>
          <a:p>
            <a:pPr algn="r">
              <a:buNone/>
            </a:pPr>
            <a:r>
              <a:rPr lang="en-US" sz="100">
                <a:effectLst/>
              </a:rPr>
              <a:t> </a:t>
            </a:r>
            <a:endParaRPr lang="en-US"/>
          </a:p>
        </p:txBody>
      </p:sp>
      <p:sp>
        <p:nvSpPr>
          <p:cNvPr id="26240" name="Axis unit">
            <a:extLst>
              <a:ext uri="{FF2B5EF4-FFF2-40B4-BE49-F238E27FC236}">
                <a16:creationId xmlns:a16="http://schemas.microsoft.com/office/drawing/2014/main" id="{C54D5CCC-8CC1-7348-C9E1-7EE763FA8D5D}"/>
              </a:ext>
            </a:extLst>
          </p:cNvPr>
          <p:cNvSpPr/>
          <p:nvPr/>
        </p:nvSpPr>
        <p:spPr>
          <a:xfrm>
            <a:off x="548640" y="2171700"/>
            <a:ext cx="777240" cy="32004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b="1" spc="150">
                <a:solidFill>
                  <a:srgbClr val="50655E"/>
                </a:solidFill>
                <a:effectLst/>
                <a:latin typeface="Arial" panose="020B0604020202020204" pitchFamily="34" charset="0"/>
              </a:rPr>
              <a:t>GBP</a:t>
            </a:r>
          </a:p>
          <a:p>
            <a:pPr algn="r">
              <a:buNone/>
            </a:pPr>
            <a:r>
              <a:rPr lang="en-US" sz="100">
                <a:effectLst/>
              </a:rPr>
              <a:t> </a:t>
            </a:r>
            <a:endParaRPr lang="en-US"/>
          </a:p>
        </p:txBody>
      </p:sp>
      <p:sp>
        <p:nvSpPr>
          <p:cNvPr id="26249" name="Value GBP 18,000">
            <a:extLst>
              <a:ext uri="{FF2B5EF4-FFF2-40B4-BE49-F238E27FC236}">
                <a16:creationId xmlns:a16="http://schemas.microsoft.com/office/drawing/2014/main" id="{72FBB3B8-C4B0-C941-7D2B-5CBB7F2313CA}"/>
              </a:ext>
            </a:extLst>
          </p:cNvPr>
          <p:cNvSpPr/>
          <p:nvPr/>
        </p:nvSpPr>
        <p:spPr>
          <a:xfrm>
            <a:off x="1417320" y="2581656"/>
            <a:ext cx="12801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173F35"/>
                </a:solidFill>
                <a:effectLst/>
                <a:latin typeface="Arial" panose="020B0604020202020204" pitchFamily="34" charset="0"/>
              </a:rPr>
              <a:t>GBP 18,000</a:t>
            </a:r>
          </a:p>
          <a:p>
            <a:pPr algn="ctr">
              <a:buNone/>
            </a:pPr>
            <a:r>
              <a:rPr lang="en-US" sz="100">
                <a:effectLst/>
              </a:rPr>
              <a:t> </a:t>
            </a:r>
            <a:endParaRPr lang="en-US"/>
          </a:p>
        </p:txBody>
      </p:sp>
      <p:sp>
        <p:nvSpPr>
          <p:cNvPr id="26259" name="Value + GBP 2,000">
            <a:extLst>
              <a:ext uri="{FF2B5EF4-FFF2-40B4-BE49-F238E27FC236}">
                <a16:creationId xmlns:a16="http://schemas.microsoft.com/office/drawing/2014/main" id="{B4E22140-B1BA-CB4F-A125-AC7ACF1479EA}"/>
              </a:ext>
            </a:extLst>
          </p:cNvPr>
          <p:cNvSpPr/>
          <p:nvPr/>
        </p:nvSpPr>
        <p:spPr>
          <a:xfrm>
            <a:off x="2697480" y="2308860"/>
            <a:ext cx="12801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173F35"/>
                </a:solidFill>
                <a:effectLst/>
                <a:latin typeface="Arial" panose="020B0604020202020204" pitchFamily="34" charset="0"/>
              </a:rPr>
              <a:t>+ GBP 2,000</a:t>
            </a:r>
          </a:p>
          <a:p>
            <a:pPr algn="ctr">
              <a:buNone/>
            </a:pPr>
            <a:r>
              <a:rPr lang="en-US" sz="100">
                <a:effectLst/>
              </a:rPr>
              <a:t> </a:t>
            </a:r>
            <a:endParaRPr lang="en-US"/>
          </a:p>
        </p:txBody>
      </p:sp>
      <p:sp>
        <p:nvSpPr>
          <p:cNvPr id="26270" name="Value GBP 20,000">
            <a:extLst>
              <a:ext uri="{FF2B5EF4-FFF2-40B4-BE49-F238E27FC236}">
                <a16:creationId xmlns:a16="http://schemas.microsoft.com/office/drawing/2014/main" id="{0D9E3B20-255C-5987-A193-83C8CA4D6A35}"/>
              </a:ext>
            </a:extLst>
          </p:cNvPr>
          <p:cNvSpPr/>
          <p:nvPr/>
        </p:nvSpPr>
        <p:spPr>
          <a:xfrm>
            <a:off x="3977640" y="2308860"/>
            <a:ext cx="12801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173F35"/>
                </a:solidFill>
                <a:effectLst/>
                <a:latin typeface="Arial" panose="020B0604020202020204" pitchFamily="34" charset="0"/>
              </a:rPr>
              <a:t>GBP 20,000</a:t>
            </a:r>
          </a:p>
          <a:p>
            <a:pPr algn="ctr">
              <a:buNone/>
            </a:pPr>
            <a:r>
              <a:rPr lang="en-US" sz="100">
                <a:effectLst/>
              </a:rPr>
              <a:t> </a:t>
            </a:r>
            <a:endParaRPr lang="en-US"/>
          </a:p>
        </p:txBody>
      </p:sp>
      <p:sp>
        <p:nvSpPr>
          <p:cNvPr id="26282" name="Value Fictional grant">
            <a:extLst>
              <a:ext uri="{FF2B5EF4-FFF2-40B4-BE49-F238E27FC236}">
                <a16:creationId xmlns:a16="http://schemas.microsoft.com/office/drawing/2014/main" id="{441370C2-5D61-48D4-61AA-BAD52C6056E9}"/>
              </a:ext>
            </a:extLst>
          </p:cNvPr>
          <p:cNvSpPr/>
          <p:nvPr/>
        </p:nvSpPr>
        <p:spPr>
          <a:xfrm>
            <a:off x="5257800" y="3743325"/>
            <a:ext cx="12801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7A4B00"/>
                </a:solidFill>
                <a:effectLst/>
                <a:latin typeface="Arial" panose="020B0604020202020204" pitchFamily="34" charset="0"/>
              </a:rPr>
              <a:t>− GBP 7,500</a:t>
            </a:r>
          </a:p>
          <a:p>
            <a:pPr algn="ctr">
              <a:buNone/>
            </a:pPr>
            <a:r>
              <a:rPr lang="en-US" sz="100">
                <a:effectLst/>
              </a:rPr>
              <a:t> </a:t>
            </a:r>
            <a:endParaRPr lang="en-US"/>
          </a:p>
        </p:txBody>
      </p:sp>
      <p:sp>
        <p:nvSpPr>
          <p:cNvPr id="26295" name="Value GBP 12,500">
            <a:extLst>
              <a:ext uri="{FF2B5EF4-FFF2-40B4-BE49-F238E27FC236}">
                <a16:creationId xmlns:a16="http://schemas.microsoft.com/office/drawing/2014/main" id="{04576D3B-BD9E-EBCB-7F68-F48C3FB10C99}"/>
              </a:ext>
            </a:extLst>
          </p:cNvPr>
          <p:cNvSpPr/>
          <p:nvPr/>
        </p:nvSpPr>
        <p:spPr>
          <a:xfrm>
            <a:off x="6537960" y="3331845"/>
            <a:ext cx="12801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173F35"/>
                </a:solidFill>
                <a:effectLst/>
                <a:latin typeface="Arial" panose="020B0604020202020204" pitchFamily="34" charset="0"/>
              </a:rPr>
              <a:t>GBP 12,500</a:t>
            </a:r>
          </a:p>
          <a:p>
            <a:pPr algn="ctr">
              <a:buNone/>
            </a:pPr>
            <a:r>
              <a:rPr lang="en-US" sz="100">
                <a:effectLst/>
              </a:rPr>
              <a:t> </a:t>
            </a:r>
            <a:endParaRPr lang="en-US"/>
          </a:p>
        </p:txBody>
      </p:sp>
      <p:sp>
        <p:nvSpPr>
          <p:cNvPr id="26309" name="Grant receivable lane label">
            <a:extLst>
              <a:ext uri="{FF2B5EF4-FFF2-40B4-BE49-F238E27FC236}">
                <a16:creationId xmlns:a16="http://schemas.microsoft.com/office/drawing/2014/main" id="{7B19CEE9-57F0-2418-3D19-A99523B2835B}"/>
              </a:ext>
            </a:extLst>
          </p:cNvPr>
          <p:cNvSpPr/>
          <p:nvPr/>
        </p:nvSpPr>
        <p:spPr>
          <a:xfrm>
            <a:off x="8046720" y="4023360"/>
            <a:ext cx="359664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Grant receivable: GBP 7,500 (an award is not cash)</a:t>
            </a:r>
          </a:p>
          <a:p>
            <a:pPr algn="l">
              <a:buNone/>
            </a:pPr>
            <a:r>
              <a:rPr lang="en-US" sz="100">
                <a:effectLst/>
              </a:rPr>
              <a:t> </a:t>
            </a:r>
            <a:endParaRPr lang="en-US"/>
          </a:p>
        </p:txBody>
      </p:sp>
      <p:sp>
        <p:nvSpPr>
          <p:cNvPr id="26324" name="Contingency note">
            <a:extLst>
              <a:ext uri="{FF2B5EF4-FFF2-40B4-BE49-F238E27FC236}">
                <a16:creationId xmlns:a16="http://schemas.microsoft.com/office/drawing/2014/main" id="{8829D330-1583-5DBF-1C0D-A4602353BDC5}"/>
              </a:ext>
            </a:extLst>
          </p:cNvPr>
          <p:cNvSpPr/>
          <p:nvPr/>
        </p:nvSpPr>
        <p:spPr>
          <a:xfrm>
            <a:off x="8046720" y="5151120"/>
            <a:ext cx="359664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Contingency fully spent: provider exposure GBP 14,500</a:t>
            </a:r>
          </a:p>
          <a:p>
            <a:pPr algn="l">
              <a:buNone/>
            </a:pPr>
            <a:r>
              <a:rPr lang="en-US" sz="100">
                <a:effectLst/>
              </a:rPr>
              <a:t> </a:t>
            </a:r>
            <a:endParaRPr lang="en-US"/>
          </a:p>
        </p:txBody>
      </p:sp>
    </p:spTree>
    <p:extLst>
      <p:ext uri="{BB962C8B-B14F-4D97-AF65-F5344CB8AC3E}">
        <p14:creationId xmlns:p14="http://schemas.microsoft.com/office/powerpoint/2010/main" val="4903742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738" name="Eyebrow">
            <a:extLst>
              <a:ext uri="{FF2B5EF4-FFF2-40B4-BE49-F238E27FC236}">
                <a16:creationId xmlns:a16="http://schemas.microsoft.com/office/drawing/2014/main" id="{46609EC9-1FC2-84E7-1A7E-457ED3E5382C}"/>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B10 · CTO / CIO</a:t>
            </a:r>
          </a:p>
          <a:p>
            <a:pPr algn="l">
              <a:buNone/>
            </a:pPr>
            <a:r>
              <a:rPr lang="en-US" sz="100">
                <a:effectLst/>
              </a:rPr>
              <a:t> </a:t>
            </a:r>
            <a:endParaRPr lang="en-US"/>
          </a:p>
        </p:txBody>
      </p:sp>
      <p:sp>
        <p:nvSpPr>
          <p:cNvPr id="3785" name="Slide title">
            <a:extLst>
              <a:ext uri="{FF2B5EF4-FFF2-40B4-BE49-F238E27FC236}">
                <a16:creationId xmlns:a16="http://schemas.microsoft.com/office/drawing/2014/main" id="{D3456049-E277-7203-A637-200959DCE1BD}"/>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Why not deploy each agent independently?</a:t>
            </a:r>
          </a:p>
          <a:p>
            <a:pPr algn="l">
              <a:buNone/>
            </a:pPr>
            <a:r>
              <a:rPr lang="en-US" sz="100">
                <a:effectLst/>
              </a:rPr>
              <a:t> </a:t>
            </a:r>
            <a:endParaRPr lang="en-US"/>
          </a:p>
        </p:txBody>
      </p:sp>
      <p:sp>
        <p:nvSpPr>
          <p:cNvPr id="3833" name="Footer sources">
            <a:extLst>
              <a:ext uri="{FF2B5EF4-FFF2-40B4-BE49-F238E27FC236}">
                <a16:creationId xmlns:a16="http://schemas.microsoft.com/office/drawing/2014/main" id="{45367D92-BA50-17CC-3AA3-9E572F967F82}"/>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E06 · E09 · E13</a:t>
            </a:r>
          </a:p>
          <a:p>
            <a:pPr algn="l">
              <a:buNone/>
            </a:pPr>
            <a:r>
              <a:rPr lang="en-US" sz="100">
                <a:effectLst/>
              </a:rPr>
              <a:t> </a:t>
            </a:r>
            <a:endParaRPr lang="en-US"/>
          </a:p>
        </p:txBody>
      </p:sp>
      <p:sp>
        <p:nvSpPr>
          <p:cNvPr id="3882" name="Footer navigation">
            <a:extLst>
              <a:ext uri="{FF2B5EF4-FFF2-40B4-BE49-F238E27FC236}">
                <a16:creationId xmlns:a16="http://schemas.microsoft.com/office/drawing/2014/main" id="{F8DEA46F-18DE-E7A5-A1EF-EE09CFD31C51}"/>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B10 · Index: slide 27</a:t>
            </a:r>
            <a:endParaRPr lang="en-US"/>
          </a:p>
        </p:txBody>
      </p:sp>
      <p:sp>
        <p:nvSpPr>
          <p:cNvPr id="3932" name="Return pill">
            <a:extLst>
              <a:ext uri="{FF2B5EF4-FFF2-40B4-BE49-F238E27FC236}">
                <a16:creationId xmlns:a16="http://schemas.microsoft.com/office/drawing/2014/main" id="{08DE5AEC-1D27-C3A4-C022-EFEAB0E8885D}"/>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S16 · slide 19</a:t>
            </a:r>
            <a:endParaRPr lang="en-US"/>
          </a:p>
        </p:txBody>
      </p:sp>
      <p:sp>
        <p:nvSpPr>
          <p:cNvPr id="16284" name="Current runtime panel">
            <a:extLst>
              <a:ext uri="{FF2B5EF4-FFF2-40B4-BE49-F238E27FC236}">
                <a16:creationId xmlns:a16="http://schemas.microsoft.com/office/drawing/2014/main" id="{F7553C16-3816-E8CF-CDD2-B3859FF0CE51}"/>
              </a:ext>
            </a:extLst>
          </p:cNvPr>
          <p:cNvSpPr/>
          <p:nvPr/>
        </p:nvSpPr>
        <p:spPr>
          <a:xfrm>
            <a:off x="548640" y="1508760"/>
            <a:ext cx="6300000" cy="309372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6286" name="Future split panel">
            <a:extLst>
              <a:ext uri="{FF2B5EF4-FFF2-40B4-BE49-F238E27FC236}">
                <a16:creationId xmlns:a16="http://schemas.microsoft.com/office/drawing/2014/main" id="{B7241F16-3B4A-7D07-64D5-6CE6DD13D078}"/>
              </a:ext>
            </a:extLst>
          </p:cNvPr>
          <p:cNvSpPr/>
          <p:nvPr/>
        </p:nvSpPr>
        <p:spPr>
          <a:xfrm>
            <a:off x="7397280" y="1508760"/>
            <a:ext cx="4246080" cy="309372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6289" name="Current runtime label">
            <a:extLst>
              <a:ext uri="{FF2B5EF4-FFF2-40B4-BE49-F238E27FC236}">
                <a16:creationId xmlns:a16="http://schemas.microsoft.com/office/drawing/2014/main" id="{D57A45E7-69F5-199D-B0AF-3ED6FDA58402}"/>
              </a:ext>
            </a:extLst>
          </p:cNvPr>
          <p:cNvSpPr/>
          <p:nvPr/>
        </p:nvSpPr>
        <p:spPr>
          <a:xfrm>
            <a:off x="609600" y="1638300"/>
            <a:ext cx="61780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CURRENT RUNTIME</a:t>
            </a:r>
          </a:p>
          <a:p>
            <a:pPr algn="l">
              <a:buNone/>
            </a:pPr>
            <a:r>
              <a:rPr lang="en-US" sz="100">
                <a:effectLst/>
              </a:rPr>
              <a:t> </a:t>
            </a:r>
            <a:endParaRPr lang="en-US"/>
          </a:p>
        </p:txBody>
      </p:sp>
      <p:sp>
        <p:nvSpPr>
          <p:cNvPr id="16293" name="Statement 1">
            <a:extLst>
              <a:ext uri="{FF2B5EF4-FFF2-40B4-BE49-F238E27FC236}">
                <a16:creationId xmlns:a16="http://schemas.microsoft.com/office/drawing/2014/main" id="{B9D477AC-31A7-05C9-40A0-95F33B4E8A03}"/>
              </a:ext>
            </a:extLst>
          </p:cNvPr>
          <p:cNvSpPr/>
          <p:nvPr/>
        </p:nvSpPr>
        <p:spPr>
          <a:xfrm>
            <a:off x="609600" y="1964436"/>
            <a:ext cx="6178080" cy="52120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Current runtime: shared API and SQL</a:t>
            </a:r>
          </a:p>
          <a:p>
            <a:pPr algn="l">
              <a:buNone/>
            </a:pPr>
            <a:r>
              <a:rPr lang="en-US" sz="100">
                <a:effectLst/>
              </a:rPr>
              <a:t> </a:t>
            </a:r>
            <a:endParaRPr lang="en-US"/>
          </a:p>
        </p:txBody>
      </p:sp>
      <p:sp>
        <p:nvSpPr>
          <p:cNvPr id="16298" name="One API box">
            <a:extLst>
              <a:ext uri="{FF2B5EF4-FFF2-40B4-BE49-F238E27FC236}">
                <a16:creationId xmlns:a16="http://schemas.microsoft.com/office/drawing/2014/main" id="{E3258AF7-E431-B1BA-8561-42BEE5D21379}"/>
              </a:ext>
            </a:extLst>
          </p:cNvPr>
          <p:cNvSpPr/>
          <p:nvPr/>
        </p:nvSpPr>
        <p:spPr>
          <a:xfrm>
            <a:off x="701040" y="2514600"/>
            <a:ext cx="5995200" cy="88392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6304" name="One API title">
            <a:extLst>
              <a:ext uri="{FF2B5EF4-FFF2-40B4-BE49-F238E27FC236}">
                <a16:creationId xmlns:a16="http://schemas.microsoft.com/office/drawing/2014/main" id="{1D9329FB-3CAA-7E56-4517-26DC18579843}"/>
              </a:ext>
            </a:extLst>
          </p:cNvPr>
          <p:cNvSpPr/>
          <p:nvPr/>
        </p:nvSpPr>
        <p:spPr>
          <a:xfrm>
            <a:off x="701040" y="2522220"/>
            <a:ext cx="5995200" cy="5029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One API · five bounded assistants</a:t>
            </a:r>
          </a:p>
          <a:p>
            <a:pPr algn="l">
              <a:buNone/>
            </a:pPr>
            <a:r>
              <a:rPr lang="en-US" sz="100">
                <a:effectLst/>
              </a:rPr>
              <a:t> </a:t>
            </a:r>
            <a:endParaRPr lang="en-US"/>
          </a:p>
        </p:txBody>
      </p:sp>
      <p:sp>
        <p:nvSpPr>
          <p:cNvPr id="16311" name="Assistant Prioritisation">
            <a:extLst>
              <a:ext uri="{FF2B5EF4-FFF2-40B4-BE49-F238E27FC236}">
                <a16:creationId xmlns:a16="http://schemas.microsoft.com/office/drawing/2014/main" id="{1CAEC200-BC12-6112-B3CD-481893BF0C3D}"/>
              </a:ext>
            </a:extLst>
          </p:cNvPr>
          <p:cNvSpPr/>
          <p:nvPr/>
        </p:nvSpPr>
        <p:spPr>
          <a:xfrm>
            <a:off x="792480" y="2987040"/>
            <a:ext cx="1125888" cy="32004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173F35"/>
                </a:solidFill>
                <a:effectLst/>
                <a:latin typeface="Arial" panose="020B0604020202020204" pitchFamily="34" charset="0"/>
              </a:rPr>
              <a:t>Prioritisation</a:t>
            </a:r>
          </a:p>
          <a:p>
            <a:pPr algn="ctr">
              <a:buNone/>
            </a:pPr>
            <a:r>
              <a:rPr lang="en-US" sz="100">
                <a:effectLst/>
              </a:rPr>
              <a:t> </a:t>
            </a:r>
            <a:endParaRPr lang="en-US"/>
          </a:p>
        </p:txBody>
      </p:sp>
      <p:sp>
        <p:nvSpPr>
          <p:cNvPr id="16319" name="Assistant Assessment">
            <a:extLst>
              <a:ext uri="{FF2B5EF4-FFF2-40B4-BE49-F238E27FC236}">
                <a16:creationId xmlns:a16="http://schemas.microsoft.com/office/drawing/2014/main" id="{28DB9105-F752-6B36-C6D6-B0C317A606E0}"/>
              </a:ext>
            </a:extLst>
          </p:cNvPr>
          <p:cNvSpPr/>
          <p:nvPr/>
        </p:nvSpPr>
        <p:spPr>
          <a:xfrm>
            <a:off x="1964088" y="2987040"/>
            <a:ext cx="1125888" cy="32004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173F35"/>
                </a:solidFill>
                <a:effectLst/>
                <a:latin typeface="Arial" panose="020B0604020202020204" pitchFamily="34" charset="0"/>
              </a:rPr>
              <a:t>Assessment</a:t>
            </a:r>
          </a:p>
          <a:p>
            <a:pPr algn="ctr">
              <a:buNone/>
            </a:pPr>
            <a:r>
              <a:rPr lang="en-US" sz="100">
                <a:effectLst/>
              </a:rPr>
              <a:t> </a:t>
            </a:r>
            <a:endParaRPr lang="en-US"/>
          </a:p>
        </p:txBody>
      </p:sp>
      <p:sp>
        <p:nvSpPr>
          <p:cNvPr id="16328" name="Assistant Funding">
            <a:extLst>
              <a:ext uri="{FF2B5EF4-FFF2-40B4-BE49-F238E27FC236}">
                <a16:creationId xmlns:a16="http://schemas.microsoft.com/office/drawing/2014/main" id="{C4CEE34F-AD44-15EB-0631-DE625407AF5C}"/>
              </a:ext>
            </a:extLst>
          </p:cNvPr>
          <p:cNvSpPr/>
          <p:nvPr/>
        </p:nvSpPr>
        <p:spPr>
          <a:xfrm>
            <a:off x="3135696" y="2987040"/>
            <a:ext cx="1125888" cy="32004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173F35"/>
                </a:solidFill>
                <a:effectLst/>
                <a:latin typeface="Arial" panose="020B0604020202020204" pitchFamily="34" charset="0"/>
              </a:rPr>
              <a:t>Funding</a:t>
            </a:r>
          </a:p>
          <a:p>
            <a:pPr algn="ctr">
              <a:buNone/>
            </a:pPr>
            <a:r>
              <a:rPr lang="en-US" sz="100">
                <a:effectLst/>
              </a:rPr>
              <a:t> </a:t>
            </a:r>
            <a:endParaRPr lang="en-US"/>
          </a:p>
        </p:txBody>
      </p:sp>
      <p:sp>
        <p:nvSpPr>
          <p:cNvPr id="16338" name="Assistant Coordination">
            <a:extLst>
              <a:ext uri="{FF2B5EF4-FFF2-40B4-BE49-F238E27FC236}">
                <a16:creationId xmlns:a16="http://schemas.microsoft.com/office/drawing/2014/main" id="{0EB5A743-4A85-55DA-9239-D86E4113B159}"/>
              </a:ext>
            </a:extLst>
          </p:cNvPr>
          <p:cNvSpPr/>
          <p:nvPr/>
        </p:nvSpPr>
        <p:spPr>
          <a:xfrm>
            <a:off x="4307304" y="2987040"/>
            <a:ext cx="1125888" cy="32004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173F35"/>
                </a:solidFill>
                <a:effectLst/>
                <a:latin typeface="Arial" panose="020B0604020202020204" pitchFamily="34" charset="0"/>
              </a:rPr>
              <a:t>Coordination</a:t>
            </a:r>
          </a:p>
          <a:p>
            <a:pPr algn="ctr">
              <a:buNone/>
            </a:pPr>
            <a:r>
              <a:rPr lang="en-US" sz="100">
                <a:effectLst/>
              </a:rPr>
              <a:t> </a:t>
            </a:r>
            <a:endParaRPr lang="en-US"/>
          </a:p>
        </p:txBody>
      </p:sp>
      <p:sp>
        <p:nvSpPr>
          <p:cNvPr id="16349" name="Assistant Quality">
            <a:extLst>
              <a:ext uri="{FF2B5EF4-FFF2-40B4-BE49-F238E27FC236}">
                <a16:creationId xmlns:a16="http://schemas.microsoft.com/office/drawing/2014/main" id="{AB413196-4547-7629-CBE0-48F991EE0985}"/>
              </a:ext>
            </a:extLst>
          </p:cNvPr>
          <p:cNvSpPr/>
          <p:nvPr/>
        </p:nvSpPr>
        <p:spPr>
          <a:xfrm>
            <a:off x="5478912" y="2987040"/>
            <a:ext cx="1125888" cy="32004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173F35"/>
                </a:solidFill>
                <a:effectLst/>
                <a:latin typeface="Arial" panose="020B0604020202020204" pitchFamily="34" charset="0"/>
              </a:rPr>
              <a:t>Quality</a:t>
            </a:r>
          </a:p>
          <a:p>
            <a:pPr algn="ctr">
              <a:buNone/>
            </a:pPr>
            <a:r>
              <a:rPr lang="en-US" sz="100">
                <a:effectLst/>
              </a:rPr>
              <a:t> </a:t>
            </a:r>
            <a:endParaRPr lang="en-US"/>
          </a:p>
        </p:txBody>
      </p:sp>
      <p:sp>
        <p:nvSpPr>
          <p:cNvPr id="16361" name="API to SQL">
            <a:extLst>
              <a:ext uri="{FF2B5EF4-FFF2-40B4-BE49-F238E27FC236}">
                <a16:creationId xmlns:a16="http://schemas.microsoft.com/office/drawing/2014/main" id="{F4E2969B-B009-0869-71DC-DAECA7A43FEF}"/>
              </a:ext>
            </a:extLst>
          </p:cNvPr>
          <p:cNvSpPr/>
          <p:nvPr/>
        </p:nvSpPr>
        <p:spPr>
          <a:xfrm>
            <a:off x="3561480" y="3444240"/>
            <a:ext cx="274320" cy="228600"/>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6374" name="SQL state box">
            <a:extLst>
              <a:ext uri="{FF2B5EF4-FFF2-40B4-BE49-F238E27FC236}">
                <a16:creationId xmlns:a16="http://schemas.microsoft.com/office/drawing/2014/main" id="{57FCBC87-3EF8-B84A-926E-EB6892B14539}"/>
              </a:ext>
            </a:extLst>
          </p:cNvPr>
          <p:cNvSpPr/>
          <p:nvPr/>
        </p:nvSpPr>
        <p:spPr>
          <a:xfrm>
            <a:off x="701040" y="3718560"/>
            <a:ext cx="5995200" cy="73152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6388" name="SQL box text">
            <a:extLst>
              <a:ext uri="{FF2B5EF4-FFF2-40B4-BE49-F238E27FC236}">
                <a16:creationId xmlns:a16="http://schemas.microsoft.com/office/drawing/2014/main" id="{D1560144-396B-69ED-3AFC-907D520BE60C}"/>
              </a:ext>
            </a:extLst>
          </p:cNvPr>
          <p:cNvSpPr/>
          <p:nvPr/>
        </p:nvSpPr>
        <p:spPr>
          <a:xfrm>
            <a:off x="701040" y="3810000"/>
            <a:ext cx="5995200" cy="548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SQL state</a:t>
            </a:r>
          </a:p>
          <a:p>
            <a:pPr algn="l">
              <a:buNone/>
            </a:pPr>
            <a:r>
              <a:rPr lang="en-US" sz="1400">
                <a:solidFill>
                  <a:srgbClr val="173F35"/>
                </a:solidFill>
                <a:effectLst/>
                <a:latin typeface="Arial" panose="020B0604020202020204" pitchFamily="34" charset="0"/>
              </a:rPr>
              <a:t>Short SQL transactions · inference outside locks</a:t>
            </a:r>
            <a:endParaRPr lang="en-US"/>
          </a:p>
        </p:txBody>
      </p:sp>
      <p:sp>
        <p:nvSpPr>
          <p:cNvPr id="16403" name="Future split label">
            <a:extLst>
              <a:ext uri="{FF2B5EF4-FFF2-40B4-BE49-F238E27FC236}">
                <a16:creationId xmlns:a16="http://schemas.microsoft.com/office/drawing/2014/main" id="{D5D7E2EA-859E-A446-FADA-ACF179856AB0}"/>
              </a:ext>
            </a:extLst>
          </p:cNvPr>
          <p:cNvSpPr/>
          <p:nvPr/>
        </p:nvSpPr>
        <p:spPr>
          <a:xfrm>
            <a:off x="7458240" y="1638300"/>
            <a:ext cx="228600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FUTURE SPLIT</a:t>
            </a:r>
          </a:p>
          <a:p>
            <a:pPr algn="l">
              <a:buNone/>
            </a:pPr>
            <a:r>
              <a:rPr lang="en-US" sz="100">
                <a:effectLst/>
              </a:rPr>
              <a:t> </a:t>
            </a:r>
            <a:endParaRPr lang="en-US"/>
          </a:p>
        </p:txBody>
      </p:sp>
      <p:sp>
        <p:nvSpPr>
          <p:cNvPr id="16419" name="Deferred pill">
            <a:extLst>
              <a:ext uri="{FF2B5EF4-FFF2-40B4-BE49-F238E27FC236}">
                <a16:creationId xmlns:a16="http://schemas.microsoft.com/office/drawing/2014/main" id="{CDE6A791-3628-A182-42A0-EDB09AFA5848}"/>
              </a:ext>
            </a:extLst>
          </p:cNvPr>
          <p:cNvSpPr/>
          <p:nvPr/>
        </p:nvSpPr>
        <p:spPr>
          <a:xfrm>
            <a:off x="10091928" y="1661160"/>
            <a:ext cx="1399032"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LATER STAGE</a:t>
            </a:r>
            <a:endParaRPr lang="en-US"/>
          </a:p>
        </p:txBody>
      </p:sp>
      <p:sp>
        <p:nvSpPr>
          <p:cNvPr id="16436" name="Statement 2">
            <a:extLst>
              <a:ext uri="{FF2B5EF4-FFF2-40B4-BE49-F238E27FC236}">
                <a16:creationId xmlns:a16="http://schemas.microsoft.com/office/drawing/2014/main" id="{20D37109-C21A-61AA-A9BA-C82C23A98618}"/>
              </a:ext>
            </a:extLst>
          </p:cNvPr>
          <p:cNvSpPr/>
          <p:nvPr/>
        </p:nvSpPr>
        <p:spPr>
          <a:xfrm>
            <a:off x="7458240" y="2026920"/>
            <a:ext cx="4124160" cy="70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Separate workers add failure and operating boundaries</a:t>
            </a:r>
          </a:p>
          <a:p>
            <a:pPr algn="l">
              <a:buNone/>
            </a:pPr>
            <a:r>
              <a:rPr lang="en-US" sz="100">
                <a:effectLst/>
              </a:rPr>
              <a:t> </a:t>
            </a:r>
            <a:endParaRPr lang="en-US"/>
          </a:p>
        </p:txBody>
      </p:sp>
      <p:sp>
        <p:nvSpPr>
          <p:cNvPr id="16454" name="Future API box">
            <a:extLst>
              <a:ext uri="{FF2B5EF4-FFF2-40B4-BE49-F238E27FC236}">
                <a16:creationId xmlns:a16="http://schemas.microsoft.com/office/drawing/2014/main" id="{0DDCDB91-43C1-3393-6160-144FBE5EAC75}"/>
              </a:ext>
            </a:extLst>
          </p:cNvPr>
          <p:cNvSpPr/>
          <p:nvPr/>
        </p:nvSpPr>
        <p:spPr>
          <a:xfrm>
            <a:off x="7549680" y="3002280"/>
            <a:ext cx="777240" cy="5486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173F35"/>
                </a:solidFill>
                <a:effectLst/>
                <a:latin typeface="Arial" panose="020B0604020202020204" pitchFamily="34" charset="0"/>
              </a:rPr>
              <a:t>API</a:t>
            </a:r>
          </a:p>
          <a:p>
            <a:pPr algn="ctr">
              <a:buNone/>
            </a:pPr>
            <a:r>
              <a:rPr lang="en-US" sz="100">
                <a:effectLst/>
              </a:rPr>
              <a:t> </a:t>
            </a:r>
            <a:endParaRPr lang="en-US"/>
          </a:p>
        </p:txBody>
      </p:sp>
      <p:sp>
        <p:nvSpPr>
          <p:cNvPr id="16473" name="API to queue (deferred)">
            <a:extLst>
              <a:ext uri="{FF2B5EF4-FFF2-40B4-BE49-F238E27FC236}">
                <a16:creationId xmlns:a16="http://schemas.microsoft.com/office/drawing/2014/main" id="{2B631023-700E-6D09-9001-BFD1C4821059}"/>
              </a:ext>
            </a:extLst>
          </p:cNvPr>
          <p:cNvSpPr/>
          <p:nvPr/>
        </p:nvSpPr>
        <p:spPr>
          <a:xfrm>
            <a:off x="8372640" y="3162300"/>
            <a:ext cx="365760" cy="228600"/>
          </a:xfrm>
          <a:prstGeom prst="rightArrow">
            <a:avLst/>
          </a:prstGeom>
          <a:solidFill>
            <a:srgbClr val="FAF9F6"/>
          </a:solidFill>
          <a:ln w="158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6493" name="Queue box (deferred)">
            <a:extLst>
              <a:ext uri="{FF2B5EF4-FFF2-40B4-BE49-F238E27FC236}">
                <a16:creationId xmlns:a16="http://schemas.microsoft.com/office/drawing/2014/main" id="{CD761C5E-4A1F-5EA8-3BAE-3A256E28E209}"/>
              </a:ext>
            </a:extLst>
          </p:cNvPr>
          <p:cNvSpPr/>
          <p:nvPr/>
        </p:nvSpPr>
        <p:spPr>
          <a:xfrm>
            <a:off x="8784120" y="3002280"/>
            <a:ext cx="1005840" cy="548640"/>
          </a:xfrm>
          <a:prstGeom prst="rect">
            <a:avLst/>
          </a:prstGeom>
          <a:solidFill>
            <a:srgbClr val="FAF9F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173F35"/>
                </a:solidFill>
                <a:effectLst/>
                <a:latin typeface="Arial" panose="020B0604020202020204" pitchFamily="34" charset="0"/>
              </a:rPr>
              <a:t>Queue</a:t>
            </a:r>
          </a:p>
          <a:p>
            <a:pPr algn="ctr">
              <a:buNone/>
            </a:pPr>
            <a:r>
              <a:rPr lang="en-US" sz="100">
                <a:effectLst/>
              </a:rPr>
              <a:t> </a:t>
            </a:r>
            <a:endParaRPr lang="en-US"/>
          </a:p>
        </p:txBody>
      </p:sp>
      <p:sp>
        <p:nvSpPr>
          <p:cNvPr id="16514" name="Queue to workers (deferred)">
            <a:extLst>
              <a:ext uri="{FF2B5EF4-FFF2-40B4-BE49-F238E27FC236}">
                <a16:creationId xmlns:a16="http://schemas.microsoft.com/office/drawing/2014/main" id="{58267E46-8FD9-D01E-AE3F-EEA6EB29AB40}"/>
              </a:ext>
            </a:extLst>
          </p:cNvPr>
          <p:cNvSpPr/>
          <p:nvPr/>
        </p:nvSpPr>
        <p:spPr>
          <a:xfrm>
            <a:off x="9835680" y="3162300"/>
            <a:ext cx="365760" cy="228600"/>
          </a:xfrm>
          <a:prstGeom prst="rightArrow">
            <a:avLst/>
          </a:prstGeom>
          <a:solidFill>
            <a:srgbClr val="FAF9F6"/>
          </a:solidFill>
          <a:ln w="158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6608" name="Added boundaries">
            <a:extLst>
              <a:ext uri="{FF2B5EF4-FFF2-40B4-BE49-F238E27FC236}">
                <a16:creationId xmlns:a16="http://schemas.microsoft.com/office/drawing/2014/main" id="{BFCDCC07-FD13-1093-DD3C-9859C289F977}"/>
              </a:ext>
            </a:extLst>
          </p:cNvPr>
          <p:cNvSpPr/>
          <p:nvPr/>
        </p:nvSpPr>
        <p:spPr>
          <a:xfrm>
            <a:off x="7458240" y="3977640"/>
            <a:ext cx="4124160"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They also introduce queue ownership, retries, duplicate handling and distributed state.</a:t>
            </a:r>
          </a:p>
          <a:p>
            <a:pPr algn="l">
              <a:buNone/>
            </a:pPr>
            <a:r>
              <a:rPr lang="en-US" sz="100">
                <a:effectLst/>
              </a:rPr>
              <a:t> </a:t>
            </a:r>
            <a:endParaRPr lang="en-US"/>
          </a:p>
        </p:txBody>
      </p:sp>
      <p:sp>
        <p:nvSpPr>
          <p:cNvPr id="16634" name="Current to future split (deferred)">
            <a:extLst>
              <a:ext uri="{FF2B5EF4-FFF2-40B4-BE49-F238E27FC236}">
                <a16:creationId xmlns:a16="http://schemas.microsoft.com/office/drawing/2014/main" id="{8DB8ACEC-A17A-0E10-C990-1DD6C32963CC}"/>
              </a:ext>
            </a:extLst>
          </p:cNvPr>
          <p:cNvSpPr/>
          <p:nvPr/>
        </p:nvSpPr>
        <p:spPr>
          <a:xfrm>
            <a:off x="6894360" y="2941320"/>
            <a:ext cx="457200" cy="228600"/>
          </a:xfrm>
          <a:prstGeom prst="rightArrow">
            <a:avLst/>
          </a:prstGeom>
          <a:solidFill>
            <a:srgbClr val="FAF9F6"/>
          </a:solidFill>
          <a:ln w="158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6661" name="Split gate band">
            <a:extLst>
              <a:ext uri="{FF2B5EF4-FFF2-40B4-BE49-F238E27FC236}">
                <a16:creationId xmlns:a16="http://schemas.microsoft.com/office/drawing/2014/main" id="{BC3C4F08-1FEE-0D1F-B584-273AC7B434C1}"/>
              </a:ext>
            </a:extLst>
          </p:cNvPr>
          <p:cNvSpPr/>
          <p:nvPr/>
        </p:nvSpPr>
        <p:spPr>
          <a:xfrm>
            <a:off x="548640" y="4739640"/>
            <a:ext cx="11094720" cy="102108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6689" name="When to split label">
            <a:extLst>
              <a:ext uri="{FF2B5EF4-FFF2-40B4-BE49-F238E27FC236}">
                <a16:creationId xmlns:a16="http://schemas.microsoft.com/office/drawing/2014/main" id="{A16C22D9-103D-6EDC-9FC0-C416ECC81C86}"/>
              </a:ext>
            </a:extLst>
          </p:cNvPr>
          <p:cNvSpPr/>
          <p:nvPr/>
        </p:nvSpPr>
        <p:spPr>
          <a:xfrm>
            <a:off x="609600" y="5067300"/>
            <a:ext cx="17373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WHEN TO SPLIT</a:t>
            </a:r>
          </a:p>
          <a:p>
            <a:pPr algn="l">
              <a:buNone/>
            </a:pPr>
            <a:r>
              <a:rPr lang="en-US" sz="100">
                <a:effectLst/>
              </a:rPr>
              <a:t> </a:t>
            </a:r>
            <a:endParaRPr lang="en-US"/>
          </a:p>
        </p:txBody>
      </p:sp>
      <p:sp>
        <p:nvSpPr>
          <p:cNvPr id="16718" name="Statement 3">
            <a:extLst>
              <a:ext uri="{FF2B5EF4-FFF2-40B4-BE49-F238E27FC236}">
                <a16:creationId xmlns:a16="http://schemas.microsoft.com/office/drawing/2014/main" id="{B0EB570E-D459-5F5B-EF87-757567E23C66}"/>
              </a:ext>
            </a:extLst>
          </p:cNvPr>
          <p:cNvSpPr/>
          <p:nvPr/>
        </p:nvSpPr>
        <p:spPr>
          <a:xfrm>
            <a:off x="2346960" y="4930140"/>
            <a:ext cx="92354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Split when measured isolation or load justifies it</a:t>
            </a:r>
          </a:p>
          <a:p>
            <a:pPr algn="l">
              <a:buNone/>
            </a:pPr>
            <a:r>
              <a:rPr lang="en-US" sz="1600">
                <a:solidFill>
                  <a:srgbClr val="173F35"/>
                </a:solidFill>
                <a:effectLst/>
                <a:latin typeface="Arial" panose="020B0604020202020204" pitchFamily="34" charset="0"/>
              </a:rPr>
              <a:t>A future split needs explicit contracts, operational evidence and a separate decision.</a:t>
            </a:r>
            <a:endParaRPr lang="en-US"/>
          </a:p>
        </p:txBody>
      </p:sp>
      <p:sp>
        <p:nvSpPr>
          <p:cNvPr id="16748" name="Legend">
            <a:extLst>
              <a:ext uri="{FF2B5EF4-FFF2-40B4-BE49-F238E27FC236}">
                <a16:creationId xmlns:a16="http://schemas.microsoft.com/office/drawing/2014/main" id="{25AB6A77-E84B-9E82-CBD3-0B56FC8B89F0}"/>
              </a:ext>
            </a:extLst>
          </p:cNvPr>
          <p:cNvSpPr/>
          <p:nvPr/>
        </p:nvSpPr>
        <p:spPr>
          <a:xfrm>
            <a:off x="548640" y="5806440"/>
            <a:ext cx="110947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Filled arrow = current application/state relationship · Hollow arrow = roadmap path</a:t>
            </a:r>
            <a:endParaRPr lang="en-US"/>
          </a:p>
        </p:txBody>
      </p:sp>
      <p:sp>
        <p:nvSpPr>
          <p:cNvPr id="22558" name="Worker 1 (deferred)">
            <a:extLst>
              <a:ext uri="{FF2B5EF4-FFF2-40B4-BE49-F238E27FC236}">
                <a16:creationId xmlns:a16="http://schemas.microsoft.com/office/drawing/2014/main" id="{39B54147-513D-8DB8-9990-E9BB22DF18A3}"/>
              </a:ext>
            </a:extLst>
          </p:cNvPr>
          <p:cNvSpPr/>
          <p:nvPr/>
        </p:nvSpPr>
        <p:spPr>
          <a:xfrm>
            <a:off x="10247160" y="2743200"/>
            <a:ext cx="1243800" cy="365760"/>
          </a:xfrm>
          <a:prstGeom prst="rect">
            <a:avLst/>
          </a:prstGeom>
          <a:solidFill>
            <a:srgbClr val="FAF9F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Worker</a:t>
            </a:r>
          </a:p>
          <a:p>
            <a:pPr algn="ctr">
              <a:buNone/>
            </a:pPr>
            <a:r>
              <a:rPr lang="en-US" sz="100">
                <a:effectLst/>
              </a:rPr>
              <a:t> </a:t>
            </a:r>
            <a:endParaRPr lang="en-US"/>
          </a:p>
        </p:txBody>
      </p:sp>
      <p:sp>
        <p:nvSpPr>
          <p:cNvPr id="22560" name="Worker 2 (deferred)">
            <a:extLst>
              <a:ext uri="{FF2B5EF4-FFF2-40B4-BE49-F238E27FC236}">
                <a16:creationId xmlns:a16="http://schemas.microsoft.com/office/drawing/2014/main" id="{E21544C4-8EE7-015A-E9C6-CF1387D1A3C5}"/>
              </a:ext>
            </a:extLst>
          </p:cNvPr>
          <p:cNvSpPr/>
          <p:nvPr/>
        </p:nvSpPr>
        <p:spPr>
          <a:xfrm>
            <a:off x="10247160" y="3154680"/>
            <a:ext cx="1243800" cy="365760"/>
          </a:xfrm>
          <a:prstGeom prst="rect">
            <a:avLst/>
          </a:prstGeom>
          <a:solidFill>
            <a:srgbClr val="FAF9F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Worker</a:t>
            </a:r>
          </a:p>
          <a:p>
            <a:pPr algn="ctr">
              <a:buNone/>
            </a:pPr>
            <a:r>
              <a:rPr lang="en-US" sz="100">
                <a:effectLst/>
              </a:rPr>
              <a:t> </a:t>
            </a:r>
            <a:endParaRPr lang="en-US"/>
          </a:p>
        </p:txBody>
      </p:sp>
      <p:sp>
        <p:nvSpPr>
          <p:cNvPr id="22563" name="Worker 3 (deferred)">
            <a:extLst>
              <a:ext uri="{FF2B5EF4-FFF2-40B4-BE49-F238E27FC236}">
                <a16:creationId xmlns:a16="http://schemas.microsoft.com/office/drawing/2014/main" id="{4B134D04-6780-2B28-364E-EB83337FACA2}"/>
              </a:ext>
            </a:extLst>
          </p:cNvPr>
          <p:cNvSpPr/>
          <p:nvPr/>
        </p:nvSpPr>
        <p:spPr>
          <a:xfrm>
            <a:off x="10247160" y="3566160"/>
            <a:ext cx="1243800" cy="365760"/>
          </a:xfrm>
          <a:prstGeom prst="rect">
            <a:avLst/>
          </a:prstGeom>
          <a:solidFill>
            <a:srgbClr val="FAF9F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Worker</a:t>
            </a:r>
          </a:p>
          <a:p>
            <a:pPr algn="ctr">
              <a:buNone/>
            </a:pPr>
            <a:r>
              <a:rPr lang="en-US" sz="100">
                <a:effectLst/>
              </a:rPr>
              <a:t> </a:t>
            </a:r>
            <a:endParaRPr lang="en-US"/>
          </a:p>
        </p:txBody>
      </p:sp>
    </p:spTree>
    <p:extLst>
      <p:ext uri="{BB962C8B-B14F-4D97-AF65-F5344CB8AC3E}">
        <p14:creationId xmlns:p14="http://schemas.microsoft.com/office/powerpoint/2010/main" val="83107211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983" name="Eyebrow">
            <a:extLst>
              <a:ext uri="{FF2B5EF4-FFF2-40B4-BE49-F238E27FC236}">
                <a16:creationId xmlns:a16="http://schemas.microsoft.com/office/drawing/2014/main" id="{2241F93E-15A8-CFEF-1B79-DCC0A37FB77E}"/>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B11 · CTO / PANEL</a:t>
            </a:r>
          </a:p>
          <a:p>
            <a:pPr algn="l">
              <a:buNone/>
            </a:pPr>
            <a:r>
              <a:rPr lang="en-US" sz="100">
                <a:effectLst/>
              </a:rPr>
              <a:t> </a:t>
            </a:r>
            <a:endParaRPr lang="en-US"/>
          </a:p>
        </p:txBody>
      </p:sp>
      <p:sp>
        <p:nvSpPr>
          <p:cNvPr id="4035" name="Slide title">
            <a:extLst>
              <a:ext uri="{FF2B5EF4-FFF2-40B4-BE49-F238E27FC236}">
                <a16:creationId xmlns:a16="http://schemas.microsoft.com/office/drawing/2014/main" id="{F921C139-2818-DC7A-9BEB-36C2EB08481D}"/>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What proves the AI is real and useful rather than a template?</a:t>
            </a:r>
          </a:p>
          <a:p>
            <a:pPr algn="l">
              <a:buNone/>
            </a:pPr>
            <a:r>
              <a:rPr lang="en-US" sz="100">
                <a:effectLst/>
              </a:rPr>
              <a:t> </a:t>
            </a:r>
            <a:endParaRPr lang="en-US"/>
          </a:p>
        </p:txBody>
      </p:sp>
      <p:sp>
        <p:nvSpPr>
          <p:cNvPr id="4088" name="Footer sources">
            <a:extLst>
              <a:ext uri="{FF2B5EF4-FFF2-40B4-BE49-F238E27FC236}">
                <a16:creationId xmlns:a16="http://schemas.microsoft.com/office/drawing/2014/main" id="{9109AE60-2A59-155C-8A21-217B5966543A}"/>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E07 · E09 · E04 · E13</a:t>
            </a:r>
          </a:p>
          <a:p>
            <a:pPr algn="l">
              <a:buNone/>
            </a:pPr>
            <a:r>
              <a:rPr lang="en-US" sz="100">
                <a:effectLst/>
              </a:rPr>
              <a:t> </a:t>
            </a:r>
            <a:endParaRPr lang="en-US"/>
          </a:p>
        </p:txBody>
      </p:sp>
      <p:sp>
        <p:nvSpPr>
          <p:cNvPr id="4142" name="Footer navigation">
            <a:extLst>
              <a:ext uri="{FF2B5EF4-FFF2-40B4-BE49-F238E27FC236}">
                <a16:creationId xmlns:a16="http://schemas.microsoft.com/office/drawing/2014/main" id="{116F36E7-1EC0-B131-E00C-1567951778AC}"/>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B11 · Index: slide 27</a:t>
            </a:r>
            <a:endParaRPr lang="en-US"/>
          </a:p>
        </p:txBody>
      </p:sp>
      <p:sp>
        <p:nvSpPr>
          <p:cNvPr id="4197" name="Return pill">
            <a:extLst>
              <a:ext uri="{FF2B5EF4-FFF2-40B4-BE49-F238E27FC236}">
                <a16:creationId xmlns:a16="http://schemas.microsoft.com/office/drawing/2014/main" id="{05FC7B71-5B7F-414E-9AC2-7F3CBE6E6907}"/>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S15 · slide 16</a:t>
            </a:r>
            <a:endParaRPr lang="en-US"/>
          </a:p>
        </p:txBody>
      </p:sp>
      <p:sp>
        <p:nvSpPr>
          <p:cNvPr id="21966" name="Invocation card">
            <a:extLst>
              <a:ext uri="{FF2B5EF4-FFF2-40B4-BE49-F238E27FC236}">
                <a16:creationId xmlns:a16="http://schemas.microsoft.com/office/drawing/2014/main" id="{BE5ADF33-A590-18EC-FF6F-C056DA2855A8}"/>
              </a:ext>
            </a:extLst>
          </p:cNvPr>
          <p:cNvSpPr/>
          <p:nvPr/>
        </p:nvSpPr>
        <p:spPr>
          <a:xfrm>
            <a:off x="548640" y="1668780"/>
            <a:ext cx="4023360" cy="189738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968" name="Semantic acceptance card">
            <a:extLst>
              <a:ext uri="{FF2B5EF4-FFF2-40B4-BE49-F238E27FC236}">
                <a16:creationId xmlns:a16="http://schemas.microsoft.com/office/drawing/2014/main" id="{0B6DCE7A-3AE3-2DA6-FE5B-4645B1A7F05D}"/>
              </a:ext>
            </a:extLst>
          </p:cNvPr>
          <p:cNvSpPr/>
          <p:nvPr/>
        </p:nvSpPr>
        <p:spPr>
          <a:xfrm>
            <a:off x="5120640" y="1668780"/>
            <a:ext cx="3169920" cy="189738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971" name="Incremental value card">
            <a:extLst>
              <a:ext uri="{FF2B5EF4-FFF2-40B4-BE49-F238E27FC236}">
                <a16:creationId xmlns:a16="http://schemas.microsoft.com/office/drawing/2014/main" id="{58FE7226-E802-D621-76DC-783355C7B4EE}"/>
              </a:ext>
            </a:extLst>
          </p:cNvPr>
          <p:cNvSpPr/>
          <p:nvPr/>
        </p:nvSpPr>
        <p:spPr>
          <a:xfrm>
            <a:off x="8473440" y="1668780"/>
            <a:ext cx="3169920" cy="189738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975" name="Invocation text">
            <a:extLst>
              <a:ext uri="{FF2B5EF4-FFF2-40B4-BE49-F238E27FC236}">
                <a16:creationId xmlns:a16="http://schemas.microsoft.com/office/drawing/2014/main" id="{319AA58A-2F42-B7E9-7D68-54F7F0FEBA69}"/>
              </a:ext>
            </a:extLst>
          </p:cNvPr>
          <p:cNvSpPr/>
          <p:nvPr/>
        </p:nvSpPr>
        <p:spPr>
          <a:xfrm>
            <a:off x="609600" y="1920240"/>
            <a:ext cx="3901440" cy="14935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Invocation</a:t>
            </a:r>
          </a:p>
          <a:p>
            <a:pPr algn="l">
              <a:buNone/>
            </a:pPr>
            <a:r>
              <a:rPr lang="en-US" sz="1800" b="1">
                <a:solidFill>
                  <a:srgbClr val="173F35"/>
                </a:solidFill>
                <a:effectLst/>
                <a:latin typeface="Arial" panose="020B0604020202020204" pitchFamily="34" charset="0"/>
              </a:rPr>
              <a:t>Provider/model/usage and source=ai evidence</a:t>
            </a:r>
          </a:p>
          <a:p>
            <a:pPr algn="l">
              <a:buNone/>
            </a:pPr>
            <a:r>
              <a:rPr lang="en-US" sz="1800">
                <a:solidFill>
                  <a:srgbClr val="173F35"/>
                </a:solidFill>
                <a:effectLst/>
                <a:latin typeface="Arial" panose="020B0604020202020204" pitchFamily="34" charset="0"/>
              </a:rPr>
              <a:t>Historical real calls and persistence are documented.</a:t>
            </a:r>
            <a:endParaRPr lang="en-US"/>
          </a:p>
        </p:txBody>
      </p:sp>
      <p:sp>
        <p:nvSpPr>
          <p:cNvPr id="21980" name="Semantic acceptance text">
            <a:extLst>
              <a:ext uri="{FF2B5EF4-FFF2-40B4-BE49-F238E27FC236}">
                <a16:creationId xmlns:a16="http://schemas.microsoft.com/office/drawing/2014/main" id="{0F86F804-59E8-07AA-388D-BF534D10E655}"/>
              </a:ext>
            </a:extLst>
          </p:cNvPr>
          <p:cNvSpPr/>
          <p:nvPr/>
        </p:nvSpPr>
        <p:spPr>
          <a:xfrm>
            <a:off x="5181600" y="1920240"/>
            <a:ext cx="3048000" cy="14935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Semantic acceptance</a:t>
            </a:r>
          </a:p>
          <a:p>
            <a:pPr algn="l">
              <a:buNone/>
            </a:pPr>
            <a:r>
              <a:rPr lang="en-US" sz="1800">
                <a:solidFill>
                  <a:srgbClr val="173F35"/>
                </a:solidFill>
                <a:effectLst/>
                <a:latin typeface="Arial" panose="020B0604020202020204" pitchFamily="34" charset="0"/>
              </a:rPr>
              <a:t>Semantic quality, critical omissions, unsafe advice and fairness require separate evaluation.</a:t>
            </a:r>
            <a:endParaRPr lang="en-US"/>
          </a:p>
        </p:txBody>
      </p:sp>
      <p:sp>
        <p:nvSpPr>
          <p:cNvPr id="21986" name="Incremental value text">
            <a:extLst>
              <a:ext uri="{FF2B5EF4-FFF2-40B4-BE49-F238E27FC236}">
                <a16:creationId xmlns:a16="http://schemas.microsoft.com/office/drawing/2014/main" id="{6A92D770-9C5C-3461-FB99-36BF0F34C737}"/>
              </a:ext>
            </a:extLst>
          </p:cNvPr>
          <p:cNvSpPr/>
          <p:nvPr/>
        </p:nvSpPr>
        <p:spPr>
          <a:xfrm>
            <a:off x="8534400" y="1920240"/>
            <a:ext cx="3048000" cy="1219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Incremental value</a:t>
            </a:r>
          </a:p>
          <a:p>
            <a:pPr algn="l">
              <a:buNone/>
            </a:pPr>
            <a:r>
              <a:rPr lang="en-US" sz="1800">
                <a:solidFill>
                  <a:srgbClr val="173F35"/>
                </a:solidFill>
                <a:effectLst/>
                <a:latin typeface="Arial" panose="020B0604020202020204" pitchFamily="34" charset="0"/>
              </a:rPr>
              <a:t>Review burden and incremental value require separate evaluation.</a:t>
            </a:r>
            <a:endParaRPr lang="en-US"/>
          </a:p>
        </p:txBody>
      </p:sp>
      <p:sp>
        <p:nvSpPr>
          <p:cNvPr id="21993" name="Dated historical pill">
            <a:extLst>
              <a:ext uri="{FF2B5EF4-FFF2-40B4-BE49-F238E27FC236}">
                <a16:creationId xmlns:a16="http://schemas.microsoft.com/office/drawing/2014/main" id="{AE95DB18-27F1-CC4D-A5EA-37D9604F0AAA}"/>
              </a:ext>
            </a:extLst>
          </p:cNvPr>
          <p:cNvSpPr/>
          <p:nvPr/>
        </p:nvSpPr>
        <p:spPr>
          <a:xfrm>
            <a:off x="701040" y="1508760"/>
            <a:ext cx="3081528"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DATED HISTORICAL EVIDENCE</a:t>
            </a:r>
          </a:p>
          <a:p>
            <a:pPr algn="ctr">
              <a:buNone/>
            </a:pPr>
            <a:r>
              <a:rPr lang="en-US" sz="100">
                <a:effectLst/>
              </a:rPr>
              <a:t> </a:t>
            </a:r>
            <a:endParaRPr lang="en-US"/>
          </a:p>
        </p:txBody>
      </p:sp>
      <p:sp>
        <p:nvSpPr>
          <p:cNvPr id="22001" name="Outstanding pill 1">
            <a:extLst>
              <a:ext uri="{FF2B5EF4-FFF2-40B4-BE49-F238E27FC236}">
                <a16:creationId xmlns:a16="http://schemas.microsoft.com/office/drawing/2014/main" id="{840B158F-3BEC-2775-319E-5FB42B061227}"/>
              </a:ext>
            </a:extLst>
          </p:cNvPr>
          <p:cNvSpPr/>
          <p:nvPr/>
        </p:nvSpPr>
        <p:spPr>
          <a:xfrm>
            <a:off x="5273040" y="1508760"/>
            <a:ext cx="1709928"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NEXT MILESTONE</a:t>
            </a:r>
            <a:endParaRPr lang="en-US"/>
          </a:p>
        </p:txBody>
      </p:sp>
      <p:sp>
        <p:nvSpPr>
          <p:cNvPr id="22010" name="Outstanding pill 2">
            <a:extLst>
              <a:ext uri="{FF2B5EF4-FFF2-40B4-BE49-F238E27FC236}">
                <a16:creationId xmlns:a16="http://schemas.microsoft.com/office/drawing/2014/main" id="{8137FD1B-3F23-C58D-099F-BE15E3CBC98D}"/>
              </a:ext>
            </a:extLst>
          </p:cNvPr>
          <p:cNvSpPr/>
          <p:nvPr/>
        </p:nvSpPr>
        <p:spPr>
          <a:xfrm>
            <a:off x="8625840" y="1508760"/>
            <a:ext cx="1709928"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NEXT MILESTONE</a:t>
            </a:r>
            <a:endParaRPr lang="en-US"/>
          </a:p>
        </p:txBody>
      </p:sp>
      <p:sp>
        <p:nvSpPr>
          <p:cNvPr id="22020" name="Not equal">
            <a:extLst>
              <a:ext uri="{FF2B5EF4-FFF2-40B4-BE49-F238E27FC236}">
                <a16:creationId xmlns:a16="http://schemas.microsoft.com/office/drawing/2014/main" id="{6064A5E9-887C-D397-4092-9D9180CF8B90}"/>
              </a:ext>
            </a:extLst>
          </p:cNvPr>
          <p:cNvSpPr/>
          <p:nvPr/>
        </p:nvSpPr>
        <p:spPr>
          <a:xfrm>
            <a:off x="4572000" y="2160270"/>
            <a:ext cx="54864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4800" b="1">
                <a:solidFill>
                  <a:srgbClr val="173F35"/>
                </a:solidFill>
                <a:effectLst/>
                <a:latin typeface="Arial" panose="020B0604020202020204" pitchFamily="34" charset="0"/>
              </a:rPr>
              <a:t>≠</a:t>
            </a:r>
          </a:p>
          <a:p>
            <a:pPr algn="ctr">
              <a:buNone/>
            </a:pPr>
            <a:r>
              <a:rPr lang="en-US" sz="100">
                <a:effectLst/>
              </a:rPr>
              <a:t> </a:t>
            </a:r>
            <a:endParaRPr lang="en-US"/>
          </a:p>
        </p:txBody>
      </p:sp>
      <p:sp>
        <p:nvSpPr>
          <p:cNvPr id="22031" name="Template box">
            <a:extLst>
              <a:ext uri="{FF2B5EF4-FFF2-40B4-BE49-F238E27FC236}">
                <a16:creationId xmlns:a16="http://schemas.microsoft.com/office/drawing/2014/main" id="{7B25E447-ED10-0EF9-34D3-A8197A26540B}"/>
              </a:ext>
            </a:extLst>
          </p:cNvPr>
          <p:cNvSpPr/>
          <p:nvPr/>
        </p:nvSpPr>
        <p:spPr>
          <a:xfrm>
            <a:off x="548640" y="3886200"/>
            <a:ext cx="4023360" cy="1859280"/>
          </a:xfrm>
          <a:prstGeom prst="rect">
            <a:avLst/>
          </a:prstGeom>
          <a:solidFill>
            <a:srgbClr val="FAF9F6"/>
          </a:solidFill>
          <a:ln w="12700">
            <a:solidFill>
              <a:srgbClr val="50655E"/>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043" name="Gap box">
            <a:extLst>
              <a:ext uri="{FF2B5EF4-FFF2-40B4-BE49-F238E27FC236}">
                <a16:creationId xmlns:a16="http://schemas.microsoft.com/office/drawing/2014/main" id="{3C89BDD8-1B1B-9C94-EDAA-1A9AA0106400}"/>
              </a:ext>
            </a:extLst>
          </p:cNvPr>
          <p:cNvSpPr/>
          <p:nvPr/>
        </p:nvSpPr>
        <p:spPr>
          <a:xfrm>
            <a:off x="5120640" y="3886200"/>
            <a:ext cx="6522720" cy="185928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056" name="Fallback label">
            <a:extLst>
              <a:ext uri="{FF2B5EF4-FFF2-40B4-BE49-F238E27FC236}">
                <a16:creationId xmlns:a16="http://schemas.microsoft.com/office/drawing/2014/main" id="{3C7A19E7-6795-F161-E047-E8263CD8C58B}"/>
              </a:ext>
            </a:extLst>
          </p:cNvPr>
          <p:cNvSpPr/>
          <p:nvPr/>
        </p:nvSpPr>
        <p:spPr>
          <a:xfrm>
            <a:off x="609600" y="4015740"/>
            <a:ext cx="390144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LABELLED FALLBACK</a:t>
            </a:r>
            <a:endParaRPr lang="en-US"/>
          </a:p>
        </p:txBody>
      </p:sp>
      <p:sp>
        <p:nvSpPr>
          <p:cNvPr id="22070" name="Gap label">
            <a:extLst>
              <a:ext uri="{FF2B5EF4-FFF2-40B4-BE49-F238E27FC236}">
                <a16:creationId xmlns:a16="http://schemas.microsoft.com/office/drawing/2014/main" id="{A2B56C63-9E99-4279-74C2-A18B03CBD578}"/>
              </a:ext>
            </a:extLst>
          </p:cNvPr>
          <p:cNvSpPr/>
          <p:nvPr/>
        </p:nvSpPr>
        <p:spPr>
          <a:xfrm>
            <a:off x="5181600" y="4015740"/>
            <a:ext cx="640080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WHAT THE PILOT ADDS</a:t>
            </a:r>
            <a:endParaRPr lang="en-US"/>
          </a:p>
        </p:txBody>
      </p:sp>
      <p:sp>
        <p:nvSpPr>
          <p:cNvPr id="59959" name="Statement 3">
            <a:extLst>
              <a:ext uri="{FF2B5EF4-FFF2-40B4-BE49-F238E27FC236}">
                <a16:creationId xmlns:a16="http://schemas.microsoft.com/office/drawing/2014/main" id="{56D9A094-965D-B609-CAD2-5CC3E8EC2DBF}"/>
              </a:ext>
            </a:extLst>
          </p:cNvPr>
          <p:cNvSpPr/>
          <p:nvPr/>
        </p:nvSpPr>
        <p:spPr>
          <a:xfrm>
            <a:off x="5181600" y="4404360"/>
            <a:ext cx="6400800" cy="1249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Real invocation proven; calibrated quality and value come from the pilot</a:t>
            </a:r>
          </a:p>
          <a:p>
            <a:pPr algn="l">
              <a:buNone/>
            </a:pPr>
            <a:r>
              <a:rPr lang="en-US" sz="1800">
                <a:solidFill>
                  <a:srgbClr val="173F35"/>
                </a:solidFill>
                <a:effectLst/>
                <a:latin typeface="Arial" panose="020B0604020202020204" pitchFamily="34" charset="0"/>
              </a:rPr>
              <a:t>Live readiness is re-checked before every run, never assumed.</a:t>
            </a:r>
            <a:endParaRPr lang="en-US"/>
          </a:p>
        </p:txBody>
      </p:sp>
      <p:sp>
        <p:nvSpPr>
          <p:cNvPr id="59961" name="Statement 2">
            <a:extLst>
              <a:ext uri="{FF2B5EF4-FFF2-40B4-BE49-F238E27FC236}">
                <a16:creationId xmlns:a16="http://schemas.microsoft.com/office/drawing/2014/main" id="{48445B65-9CCF-9498-7B80-3D7792851785}"/>
              </a:ext>
            </a:extLst>
          </p:cNvPr>
          <p:cNvSpPr/>
          <p:nvPr/>
        </p:nvSpPr>
        <p:spPr>
          <a:xfrm>
            <a:off x="609600" y="4404360"/>
            <a:ext cx="3901440" cy="1127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Template/replay is clearly labelled as a fallback</a:t>
            </a:r>
          </a:p>
          <a:p>
            <a:pPr algn="l">
              <a:buNone/>
            </a:pPr>
            <a:r>
              <a:rPr lang="en-US" sz="1600">
                <a:solidFill>
                  <a:srgbClr val="173F35"/>
                </a:solidFill>
                <a:effectLst/>
                <a:latin typeface="Arial" panose="020B0604020202020204" pitchFamily="34" charset="0"/>
              </a:rPr>
              <a:t>The real-inference gate runs on live model calls.</a:t>
            </a:r>
            <a:endParaRPr lang="en-US"/>
          </a:p>
        </p:txBody>
      </p:sp>
    </p:spTree>
    <p:extLst>
      <p:ext uri="{BB962C8B-B14F-4D97-AF65-F5344CB8AC3E}">
        <p14:creationId xmlns:p14="http://schemas.microsoft.com/office/powerpoint/2010/main" val="81182023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4253" name="Eyebrow">
            <a:extLst>
              <a:ext uri="{FF2B5EF4-FFF2-40B4-BE49-F238E27FC236}">
                <a16:creationId xmlns:a16="http://schemas.microsoft.com/office/drawing/2014/main" id="{EF6C7859-BF91-9C9A-1779-CE72FE202E93}"/>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B12 · CEO / COO / PANEL</a:t>
            </a:r>
          </a:p>
          <a:p>
            <a:pPr algn="l">
              <a:buNone/>
            </a:pPr>
            <a:r>
              <a:rPr lang="en-US" sz="100">
                <a:effectLst/>
              </a:rPr>
              <a:t> </a:t>
            </a:r>
            <a:endParaRPr lang="en-US"/>
          </a:p>
        </p:txBody>
      </p:sp>
      <p:sp>
        <p:nvSpPr>
          <p:cNvPr id="4310" name="Slide title">
            <a:extLst>
              <a:ext uri="{FF2B5EF4-FFF2-40B4-BE49-F238E27FC236}">
                <a16:creationId xmlns:a16="http://schemas.microsoft.com/office/drawing/2014/main" id="{6E98BA1A-8FF4-A150-0130-1D2C99A51624}"/>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Did you validate this with real residents and staff?</a:t>
            </a:r>
          </a:p>
          <a:p>
            <a:pPr algn="l">
              <a:buNone/>
            </a:pPr>
            <a:r>
              <a:rPr lang="en-US" sz="100">
                <a:effectLst/>
              </a:rPr>
              <a:t> </a:t>
            </a:r>
            <a:endParaRPr lang="en-US"/>
          </a:p>
        </p:txBody>
      </p:sp>
      <p:sp>
        <p:nvSpPr>
          <p:cNvPr id="4368" name="Footer sources">
            <a:extLst>
              <a:ext uri="{FF2B5EF4-FFF2-40B4-BE49-F238E27FC236}">
                <a16:creationId xmlns:a16="http://schemas.microsoft.com/office/drawing/2014/main" id="{390EEA40-C0E1-3EB3-7519-F6512A7D6287}"/>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E14 · E15 · E12</a:t>
            </a:r>
          </a:p>
          <a:p>
            <a:pPr algn="l">
              <a:buNone/>
            </a:pPr>
            <a:r>
              <a:rPr lang="en-US" sz="100">
                <a:effectLst/>
              </a:rPr>
              <a:t> </a:t>
            </a:r>
            <a:endParaRPr lang="en-US"/>
          </a:p>
        </p:txBody>
      </p:sp>
      <p:sp>
        <p:nvSpPr>
          <p:cNvPr id="4427" name="Footer navigation">
            <a:extLst>
              <a:ext uri="{FF2B5EF4-FFF2-40B4-BE49-F238E27FC236}">
                <a16:creationId xmlns:a16="http://schemas.microsoft.com/office/drawing/2014/main" id="{D3D159A6-5120-B803-54EC-4564A238A8D4}"/>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B12 · Index: slide 27</a:t>
            </a:r>
            <a:endParaRPr lang="en-US"/>
          </a:p>
        </p:txBody>
      </p:sp>
      <p:sp>
        <p:nvSpPr>
          <p:cNvPr id="4487" name="Return pill">
            <a:extLst>
              <a:ext uri="{FF2B5EF4-FFF2-40B4-BE49-F238E27FC236}">
                <a16:creationId xmlns:a16="http://schemas.microsoft.com/office/drawing/2014/main" id="{4F6A5625-77E3-F720-05DA-E217D97EFAB7}"/>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S07 · slide 8</a:t>
            </a:r>
            <a:endParaRPr lang="en-US"/>
          </a:p>
        </p:txBody>
      </p:sp>
      <p:sp>
        <p:nvSpPr>
          <p:cNvPr id="22102" name="Owner feedback card">
            <a:extLst>
              <a:ext uri="{FF2B5EF4-FFF2-40B4-BE49-F238E27FC236}">
                <a16:creationId xmlns:a16="http://schemas.microsoft.com/office/drawing/2014/main" id="{5EE3545D-B285-31BC-1B04-6012EB0A8985}"/>
              </a:ext>
            </a:extLst>
          </p:cNvPr>
          <p:cNvSpPr/>
          <p:nvPr/>
        </p:nvSpPr>
        <p:spPr>
          <a:xfrm>
            <a:off x="548640" y="1508760"/>
            <a:ext cx="3261360" cy="225552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104" name="Desk role research card">
            <a:extLst>
              <a:ext uri="{FF2B5EF4-FFF2-40B4-BE49-F238E27FC236}">
                <a16:creationId xmlns:a16="http://schemas.microsoft.com/office/drawing/2014/main" id="{14846651-7D78-6E39-B9AA-6012E7FF397B}"/>
              </a:ext>
            </a:extLst>
          </p:cNvPr>
          <p:cNvSpPr/>
          <p:nvPr/>
        </p:nvSpPr>
        <p:spPr>
          <a:xfrm>
            <a:off x="3992880" y="1508760"/>
            <a:ext cx="3261360" cy="225552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107" name="Informed design band">
            <a:extLst>
              <a:ext uri="{FF2B5EF4-FFF2-40B4-BE49-F238E27FC236}">
                <a16:creationId xmlns:a16="http://schemas.microsoft.com/office/drawing/2014/main" id="{9BD1ABCF-518B-5873-FA63-883310D86B92}"/>
              </a:ext>
            </a:extLst>
          </p:cNvPr>
          <p:cNvSpPr/>
          <p:nvPr/>
        </p:nvSpPr>
        <p:spPr>
          <a:xfrm>
            <a:off x="548640" y="3947160"/>
            <a:ext cx="6705600" cy="196596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111" name="Actual human validation card">
            <a:extLst>
              <a:ext uri="{FF2B5EF4-FFF2-40B4-BE49-F238E27FC236}">
                <a16:creationId xmlns:a16="http://schemas.microsoft.com/office/drawing/2014/main" id="{8FABB807-85D5-15D7-D1CA-0349A6A2C96A}"/>
              </a:ext>
            </a:extLst>
          </p:cNvPr>
          <p:cNvSpPr/>
          <p:nvPr/>
        </p:nvSpPr>
        <p:spPr>
          <a:xfrm>
            <a:off x="7802880" y="1508760"/>
            <a:ext cx="3840480" cy="440436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116" name="Owner feedback text">
            <a:extLst>
              <a:ext uri="{FF2B5EF4-FFF2-40B4-BE49-F238E27FC236}">
                <a16:creationId xmlns:a16="http://schemas.microsoft.com/office/drawing/2014/main" id="{6FCCA138-E16A-C242-C7AF-CCC492D0ACB2}"/>
              </a:ext>
            </a:extLst>
          </p:cNvPr>
          <p:cNvSpPr/>
          <p:nvPr/>
        </p:nvSpPr>
        <p:spPr>
          <a:xfrm>
            <a:off x="609600" y="1661160"/>
            <a:ext cx="3139440" cy="17678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Owner feedback</a:t>
            </a:r>
          </a:p>
          <a:p>
            <a:pPr algn="l">
              <a:buNone/>
            </a:pPr>
            <a:r>
              <a:rPr lang="en-US" sz="1800" b="1">
                <a:solidFill>
                  <a:srgbClr val="173F35"/>
                </a:solidFill>
                <a:effectLst/>
                <a:latin typeface="Arial" panose="020B0604020202020204" pitchFamily="34" charset="0"/>
              </a:rPr>
              <a:t>Prototype review and owner direction</a:t>
            </a:r>
          </a:p>
          <a:p>
            <a:pPr algn="l">
              <a:buNone/>
            </a:pPr>
            <a:r>
              <a:rPr lang="en-US" sz="1800">
                <a:solidFill>
                  <a:srgbClr val="173F35"/>
                </a:solidFill>
                <a:effectLst/>
                <a:latin typeface="Arial" panose="020B0604020202020204" pitchFamily="34" charset="0"/>
              </a:rPr>
              <a:t>Simpler workbench, ownership, evidence and assisted routes</a:t>
            </a:r>
            <a:endParaRPr lang="en-US"/>
          </a:p>
        </p:txBody>
      </p:sp>
      <p:sp>
        <p:nvSpPr>
          <p:cNvPr id="22129" name="Not validation pill">
            <a:extLst>
              <a:ext uri="{FF2B5EF4-FFF2-40B4-BE49-F238E27FC236}">
                <a16:creationId xmlns:a16="http://schemas.microsoft.com/office/drawing/2014/main" id="{C3D8D303-64A3-489E-A8C1-62827AF3DDB8}"/>
              </a:ext>
            </a:extLst>
          </p:cNvPr>
          <p:cNvSpPr/>
          <p:nvPr/>
        </p:nvSpPr>
        <p:spPr>
          <a:xfrm>
            <a:off x="701040" y="4099560"/>
            <a:ext cx="3813048"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REAL-USER VALIDATION: IN THE PILOT</a:t>
            </a:r>
            <a:endParaRPr lang="en-US"/>
          </a:p>
        </p:txBody>
      </p:sp>
      <p:sp>
        <p:nvSpPr>
          <p:cNvPr id="22146" name="Outstanding pill">
            <a:extLst>
              <a:ext uri="{FF2B5EF4-FFF2-40B4-BE49-F238E27FC236}">
                <a16:creationId xmlns:a16="http://schemas.microsoft.com/office/drawing/2014/main" id="{A2F4A2F2-49F9-2A6D-771F-ADCAD226DD86}"/>
              </a:ext>
            </a:extLst>
          </p:cNvPr>
          <p:cNvSpPr/>
          <p:nvPr/>
        </p:nvSpPr>
        <p:spPr>
          <a:xfrm>
            <a:off x="7955280" y="1661160"/>
            <a:ext cx="1709928"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NEXT MILESTONE</a:t>
            </a:r>
            <a:endParaRPr lang="en-US"/>
          </a:p>
        </p:txBody>
      </p:sp>
      <p:sp>
        <p:nvSpPr>
          <p:cNvPr id="22167" name="Endorsement guard">
            <a:extLst>
              <a:ext uri="{FF2B5EF4-FFF2-40B4-BE49-F238E27FC236}">
                <a16:creationId xmlns:a16="http://schemas.microsoft.com/office/drawing/2014/main" id="{CB9A6EB6-8B36-45F5-32BF-1D6703C3DC0F}"/>
              </a:ext>
            </a:extLst>
          </p:cNvPr>
          <p:cNvSpPr/>
          <p:nvPr/>
        </p:nvSpPr>
        <p:spPr>
          <a:xfrm>
            <a:off x="7863840" y="5242560"/>
            <a:ext cx="3718560"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50655E"/>
                </a:solidFill>
                <a:effectLst/>
                <a:latin typeface="Arial" panose="020B0604020202020204" pitchFamily="34" charset="0"/>
              </a:rPr>
              <a:t>Every endorsement we show will come from real customers in the pilot.</a:t>
            </a:r>
            <a:endParaRPr lang="en-US"/>
          </a:p>
        </p:txBody>
      </p:sp>
      <p:sp>
        <p:nvSpPr>
          <p:cNvPr id="22179" name="To human validation (pending)">
            <a:extLst>
              <a:ext uri="{FF2B5EF4-FFF2-40B4-BE49-F238E27FC236}">
                <a16:creationId xmlns:a16="http://schemas.microsoft.com/office/drawing/2014/main" id="{3EB721D3-162A-F734-0EB7-345573EFD45A}"/>
              </a:ext>
            </a:extLst>
          </p:cNvPr>
          <p:cNvSpPr/>
          <p:nvPr/>
        </p:nvSpPr>
        <p:spPr>
          <a:xfrm>
            <a:off x="7299960" y="2522220"/>
            <a:ext cx="457200" cy="228600"/>
          </a:xfrm>
          <a:prstGeom prst="rightArrow">
            <a:avLst/>
          </a:prstGeom>
          <a:solidFill>
            <a:srgbClr val="FAF9F6"/>
          </a:solidFill>
          <a:ln w="158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9968" name="Statement 1">
            <a:extLst>
              <a:ext uri="{FF2B5EF4-FFF2-40B4-BE49-F238E27FC236}">
                <a16:creationId xmlns:a16="http://schemas.microsoft.com/office/drawing/2014/main" id="{3847F507-9B73-ABEE-25C8-0AD8231AC291}"/>
              </a:ext>
            </a:extLst>
          </p:cNvPr>
          <p:cNvSpPr/>
          <p:nvPr/>
        </p:nvSpPr>
        <p:spPr>
          <a:xfrm>
            <a:off x="609600" y="4511040"/>
            <a:ext cx="6583680" cy="1249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Owner feedback and role-instrument review informed design</a:t>
            </a:r>
          </a:p>
          <a:p>
            <a:pPr algn="l">
              <a:buNone/>
            </a:pPr>
            <a:r>
              <a:rPr lang="en-US" sz="1800">
                <a:solidFill>
                  <a:srgbClr val="173F35"/>
                </a:solidFill>
                <a:effectLst/>
                <a:latin typeface="Arial" panose="020B0604020202020204" pitchFamily="34" charset="0"/>
              </a:rPr>
              <a:t>Real residents and staff validate the service in the pilot; these sources shaped the design.</a:t>
            </a:r>
            <a:endParaRPr lang="en-US"/>
          </a:p>
        </p:txBody>
      </p:sp>
      <p:sp>
        <p:nvSpPr>
          <p:cNvPr id="59995" name="Desk role research text">
            <a:extLst>
              <a:ext uri="{FF2B5EF4-FFF2-40B4-BE49-F238E27FC236}">
                <a16:creationId xmlns:a16="http://schemas.microsoft.com/office/drawing/2014/main" id="{32B20C45-8AD7-CC8C-7331-80BE911FC2E5}"/>
              </a:ext>
            </a:extLst>
          </p:cNvPr>
          <p:cNvSpPr/>
          <p:nvPr/>
        </p:nvSpPr>
        <p:spPr>
          <a:xfrm>
            <a:off x="4053840" y="1661160"/>
            <a:ext cx="3139440" cy="2042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Desk / role research</a:t>
            </a:r>
          </a:p>
          <a:p>
            <a:pPr algn="l">
              <a:buNone/>
            </a:pPr>
            <a:r>
              <a:rPr lang="en-US" sz="1800" b="1">
                <a:solidFill>
                  <a:srgbClr val="173F35"/>
                </a:solidFill>
                <a:effectLst/>
                <a:latin typeface="Arial" panose="020B0604020202020204" pitchFamily="34" charset="0"/>
              </a:rPr>
              <a:t>Role agents sharpened</a:t>
            </a:r>
          </a:p>
          <a:p>
            <a:pPr algn="l">
              <a:buNone/>
            </a:pPr>
            <a:r>
              <a:rPr lang="en-US" sz="1800" b="1">
                <a:solidFill>
                  <a:srgbClr val="173F35"/>
                </a:solidFill>
                <a:effectLst/>
                <a:latin typeface="Arial" panose="020B0604020202020204" pitchFamily="34" charset="0"/>
              </a:rPr>
              <a:t>the design;</a:t>
            </a:r>
          </a:p>
          <a:p>
            <a:pPr algn="l">
              <a:buNone/>
            </a:pPr>
            <a:r>
              <a:rPr lang="en-US" sz="1800" b="1">
                <a:solidFill>
                  <a:srgbClr val="173F35"/>
                </a:solidFill>
                <a:effectLst/>
                <a:latin typeface="Arial" panose="020B0604020202020204" pitchFamily="34" charset="0"/>
              </a:rPr>
              <a:t>customers validate it</a:t>
            </a:r>
          </a:p>
          <a:p>
            <a:pPr algn="l">
              <a:buNone/>
            </a:pPr>
            <a:r>
              <a:rPr lang="en-US" sz="1800">
                <a:solidFill>
                  <a:srgbClr val="173F35"/>
                </a:solidFill>
                <a:effectLst/>
                <a:latin typeface="Arial" panose="020B0604020202020204" pitchFamily="34" charset="0"/>
              </a:rPr>
              <a:t>Structured role-instrument research can expose plausible tensions</a:t>
            </a:r>
            <a:endParaRPr lang="en-US"/>
          </a:p>
        </p:txBody>
      </p:sp>
      <p:sp>
        <p:nvSpPr>
          <p:cNvPr id="67282" name="Actual human validation text">
            <a:extLst>
              <a:ext uri="{FF2B5EF4-FFF2-40B4-BE49-F238E27FC236}">
                <a16:creationId xmlns:a16="http://schemas.microsoft.com/office/drawing/2014/main" id="{133EAB88-24CC-FD99-9214-0B5EF6A5886C}"/>
              </a:ext>
            </a:extLst>
          </p:cNvPr>
          <p:cNvSpPr/>
          <p:nvPr/>
        </p:nvSpPr>
        <p:spPr>
          <a:xfrm>
            <a:off x="7863840" y="2072640"/>
            <a:ext cx="3718560" cy="23164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Actual human validation</a:t>
            </a:r>
          </a:p>
          <a:p>
            <a:pPr algn="l">
              <a:buNone/>
            </a:pPr>
            <a:r>
              <a:rPr lang="en-US" sz="1800" b="1">
                <a:solidFill>
                  <a:srgbClr val="173F35"/>
                </a:solidFill>
                <a:effectLst/>
                <a:latin typeface="Arial" panose="020B0604020202020204" pitchFamily="34" charset="0"/>
              </a:rPr>
              <a:t>Human task and comprehension validation: next milestone</a:t>
            </a:r>
          </a:p>
          <a:p>
            <a:pPr algn="l">
              <a:buNone/>
            </a:pPr>
            <a:r>
              <a:rPr lang="en-US" sz="1800">
                <a:solidFill>
                  <a:srgbClr val="173F35"/>
                </a:solidFill>
                <a:effectLst/>
                <a:latin typeface="Arial" panose="020B0604020202020204" pitchFamily="34" charset="0"/>
              </a:rPr>
              <a:t>The pilot tests the design with</a:t>
            </a:r>
          </a:p>
          <a:p>
            <a:pPr algn="l">
              <a:buNone/>
            </a:pPr>
            <a:r>
              <a:rPr lang="en-US" sz="1800">
                <a:solidFill>
                  <a:srgbClr val="173F35"/>
                </a:solidFill>
                <a:effectLst/>
                <a:latin typeface="Arial" panose="020B0604020202020204" pitchFamily="34" charset="0"/>
              </a:rPr>
              <a:t>the right people and accessible</a:t>
            </a:r>
          </a:p>
          <a:p>
            <a:pPr algn="l">
              <a:buNone/>
            </a:pPr>
            <a:r>
              <a:rPr lang="en-US" sz="1800">
                <a:solidFill>
                  <a:srgbClr val="173F35"/>
                </a:solidFill>
                <a:effectLst/>
                <a:latin typeface="Arial" panose="020B0604020202020204" pitchFamily="34" charset="0"/>
              </a:rPr>
              <a:t>routes, under privacy and</a:t>
            </a:r>
          </a:p>
          <a:p>
            <a:pPr algn="l">
              <a:buNone/>
            </a:pPr>
            <a:r>
              <a:rPr lang="en-US" sz="1800">
                <a:solidFill>
                  <a:srgbClr val="173F35"/>
                </a:solidFill>
                <a:effectLst/>
                <a:latin typeface="Arial" panose="020B0604020202020204" pitchFamily="34" charset="0"/>
              </a:rPr>
              <a:t>research controls.</a:t>
            </a:r>
            <a:endParaRPr lang="en-US"/>
          </a:p>
        </p:txBody>
      </p:sp>
    </p:spTree>
    <p:extLst>
      <p:ext uri="{BB962C8B-B14F-4D97-AF65-F5344CB8AC3E}">
        <p14:creationId xmlns:p14="http://schemas.microsoft.com/office/powerpoint/2010/main" val="123758290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4548" name="Eyebrow">
            <a:extLst>
              <a:ext uri="{FF2B5EF4-FFF2-40B4-BE49-F238E27FC236}">
                <a16:creationId xmlns:a16="http://schemas.microsoft.com/office/drawing/2014/main" id="{1C1351E0-1768-E38C-1EED-2518B055CD83}"/>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B13 · CIO / ENGINEERING LEADER / PANEL</a:t>
            </a:r>
          </a:p>
          <a:p>
            <a:pPr algn="l">
              <a:buNone/>
            </a:pPr>
            <a:r>
              <a:rPr lang="en-US" sz="100">
                <a:effectLst/>
              </a:rPr>
              <a:t> </a:t>
            </a:r>
            <a:endParaRPr lang="en-US"/>
          </a:p>
        </p:txBody>
      </p:sp>
      <p:sp>
        <p:nvSpPr>
          <p:cNvPr id="4610" name="Slide title">
            <a:extLst>
              <a:ext uri="{FF2B5EF4-FFF2-40B4-BE49-F238E27FC236}">
                <a16:creationId xmlns:a16="http://schemas.microsoft.com/office/drawing/2014/main" id="{13C20043-16A9-169E-3FD6-7D4A0D64345F}"/>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How did the requirements become an agent-delivered backlog?</a:t>
            </a:r>
          </a:p>
          <a:p>
            <a:pPr algn="l">
              <a:buNone/>
            </a:pPr>
            <a:r>
              <a:rPr lang="en-US" sz="100">
                <a:effectLst/>
              </a:rPr>
              <a:t> </a:t>
            </a:r>
            <a:endParaRPr lang="en-US"/>
          </a:p>
        </p:txBody>
      </p:sp>
      <p:sp>
        <p:nvSpPr>
          <p:cNvPr id="4673" name="Footer sources">
            <a:extLst>
              <a:ext uri="{FF2B5EF4-FFF2-40B4-BE49-F238E27FC236}">
                <a16:creationId xmlns:a16="http://schemas.microsoft.com/office/drawing/2014/main" id="{F40E214E-C1B7-751B-033E-C6C98549E821}"/>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E14 · E16 · E17 · E20</a:t>
            </a:r>
          </a:p>
          <a:p>
            <a:pPr algn="l">
              <a:buNone/>
            </a:pPr>
            <a:r>
              <a:rPr lang="en-US" sz="100">
                <a:effectLst/>
              </a:rPr>
              <a:t> </a:t>
            </a:r>
            <a:endParaRPr lang="en-US"/>
          </a:p>
        </p:txBody>
      </p:sp>
      <p:sp>
        <p:nvSpPr>
          <p:cNvPr id="4737" name="Footer navigation">
            <a:extLst>
              <a:ext uri="{FF2B5EF4-FFF2-40B4-BE49-F238E27FC236}">
                <a16:creationId xmlns:a16="http://schemas.microsoft.com/office/drawing/2014/main" id="{84CE1A36-2658-39DF-D368-9D934B684812}"/>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B13 · Index: slide 27</a:t>
            </a:r>
            <a:endParaRPr lang="en-US"/>
          </a:p>
        </p:txBody>
      </p:sp>
      <p:sp>
        <p:nvSpPr>
          <p:cNvPr id="4802" name="Return pill">
            <a:extLst>
              <a:ext uri="{FF2B5EF4-FFF2-40B4-BE49-F238E27FC236}">
                <a16:creationId xmlns:a16="http://schemas.microsoft.com/office/drawing/2014/main" id="{C21CAE6A-545D-B77B-CA2C-EB6E948B3529}"/>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S19 · slide 22</a:t>
            </a:r>
            <a:endParaRPr lang="en-US"/>
          </a:p>
        </p:txBody>
      </p:sp>
      <p:sp>
        <p:nvSpPr>
          <p:cNvPr id="22180" name="Statement 1">
            <a:extLst>
              <a:ext uri="{FF2B5EF4-FFF2-40B4-BE49-F238E27FC236}">
                <a16:creationId xmlns:a16="http://schemas.microsoft.com/office/drawing/2014/main" id="{976AC309-2AF0-2F46-5BF6-DD7758835EF9}"/>
              </a:ext>
            </a:extLst>
          </p:cNvPr>
          <p:cNvSpPr/>
          <p:nvPr/>
        </p:nvSpPr>
        <p:spPr>
          <a:xfrm>
            <a:off x="548640" y="1508760"/>
            <a:ext cx="11094720" cy="52120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BRD, PRD and ADRs generated a hierarchical issue backlog</a:t>
            </a:r>
          </a:p>
          <a:p>
            <a:pPr algn="l">
              <a:buNone/>
            </a:pPr>
            <a:r>
              <a:rPr lang="en-US" sz="100">
                <a:effectLst/>
              </a:rPr>
              <a:t> </a:t>
            </a:r>
            <a:endParaRPr lang="en-US"/>
          </a:p>
        </p:txBody>
      </p:sp>
      <p:sp>
        <p:nvSpPr>
          <p:cNvPr id="22182" name="Trace label">
            <a:extLst>
              <a:ext uri="{FF2B5EF4-FFF2-40B4-BE49-F238E27FC236}">
                <a16:creationId xmlns:a16="http://schemas.microsoft.com/office/drawing/2014/main" id="{DA266E8C-1135-4A7B-003A-4CAE6008268F}"/>
              </a:ext>
            </a:extLst>
          </p:cNvPr>
          <p:cNvSpPr/>
          <p:nvPr/>
        </p:nvSpPr>
        <p:spPr>
          <a:xfrm>
            <a:off x="548640" y="2034540"/>
            <a:ext cx="624840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ONE CONCRETE TRACE</a:t>
            </a:r>
          </a:p>
          <a:p>
            <a:pPr algn="l">
              <a:buNone/>
            </a:pPr>
            <a:r>
              <a:rPr lang="en-US" sz="100">
                <a:effectLst/>
              </a:rPr>
              <a:t> </a:t>
            </a:r>
            <a:endParaRPr lang="en-US"/>
          </a:p>
        </p:txBody>
      </p:sp>
      <p:sp>
        <p:nvSpPr>
          <p:cNvPr id="22185" name="Epic #73 tag">
            <a:extLst>
              <a:ext uri="{FF2B5EF4-FFF2-40B4-BE49-F238E27FC236}">
                <a16:creationId xmlns:a16="http://schemas.microsoft.com/office/drawing/2014/main" id="{7978012B-BF19-7D80-F6CC-A7D023C189B5}"/>
              </a:ext>
            </a:extLst>
          </p:cNvPr>
          <p:cNvSpPr/>
          <p:nvPr/>
        </p:nvSpPr>
        <p:spPr>
          <a:xfrm>
            <a:off x="548640" y="2468880"/>
            <a:ext cx="1645920" cy="41148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Epic #73</a:t>
            </a:r>
          </a:p>
          <a:p>
            <a:pPr algn="ctr">
              <a:buNone/>
            </a:pPr>
            <a:r>
              <a:rPr lang="en-US" sz="100">
                <a:effectLst/>
              </a:rPr>
              <a:t> </a:t>
            </a:r>
            <a:endParaRPr lang="en-US"/>
          </a:p>
        </p:txBody>
      </p:sp>
      <p:sp>
        <p:nvSpPr>
          <p:cNvPr id="22189" name="Epic #73 detail">
            <a:extLst>
              <a:ext uri="{FF2B5EF4-FFF2-40B4-BE49-F238E27FC236}">
                <a16:creationId xmlns:a16="http://schemas.microsoft.com/office/drawing/2014/main" id="{30304FF3-3B1A-E380-42E9-614F214E54B8}"/>
              </a:ext>
            </a:extLst>
          </p:cNvPr>
          <p:cNvSpPr/>
          <p:nvPr/>
        </p:nvSpPr>
        <p:spPr>
          <a:xfrm>
            <a:off x="2240280" y="2385060"/>
            <a:ext cx="464820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BRD BG-011, FR-001 to FR-007, FR-032/034, NFR-003</a:t>
            </a:r>
          </a:p>
          <a:p>
            <a:pPr algn="l">
              <a:buNone/>
            </a:pPr>
            <a:r>
              <a:rPr lang="en-US" sz="100">
                <a:effectLst/>
              </a:rPr>
              <a:t> </a:t>
            </a:r>
            <a:endParaRPr lang="en-US"/>
          </a:p>
        </p:txBody>
      </p:sp>
      <p:sp>
        <p:nvSpPr>
          <p:cNvPr id="22194" name="Trace arrow 1">
            <a:extLst>
              <a:ext uri="{FF2B5EF4-FFF2-40B4-BE49-F238E27FC236}">
                <a16:creationId xmlns:a16="http://schemas.microsoft.com/office/drawing/2014/main" id="{C76370F8-F5C3-FE57-00B0-8A63CD56FD81}"/>
              </a:ext>
            </a:extLst>
          </p:cNvPr>
          <p:cNvSpPr/>
          <p:nvPr/>
        </p:nvSpPr>
        <p:spPr>
          <a:xfrm>
            <a:off x="1257300" y="2926080"/>
            <a:ext cx="228600" cy="182880"/>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200" name="Feature #76 tag">
            <a:extLst>
              <a:ext uri="{FF2B5EF4-FFF2-40B4-BE49-F238E27FC236}">
                <a16:creationId xmlns:a16="http://schemas.microsoft.com/office/drawing/2014/main" id="{C1D81AA5-B10E-2675-B1C3-FBF0CC93D177}"/>
              </a:ext>
            </a:extLst>
          </p:cNvPr>
          <p:cNvSpPr/>
          <p:nvPr/>
        </p:nvSpPr>
        <p:spPr>
          <a:xfrm>
            <a:off x="548640" y="3154680"/>
            <a:ext cx="1645920" cy="41148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Feature #76</a:t>
            </a:r>
          </a:p>
          <a:p>
            <a:pPr algn="ctr">
              <a:buNone/>
            </a:pPr>
            <a:r>
              <a:rPr lang="en-US" sz="100">
                <a:effectLst/>
              </a:rPr>
              <a:t> </a:t>
            </a:r>
            <a:endParaRPr lang="en-US"/>
          </a:p>
        </p:txBody>
      </p:sp>
      <p:sp>
        <p:nvSpPr>
          <p:cNvPr id="22207" name="Trace arrow 2">
            <a:extLst>
              <a:ext uri="{FF2B5EF4-FFF2-40B4-BE49-F238E27FC236}">
                <a16:creationId xmlns:a16="http://schemas.microsoft.com/office/drawing/2014/main" id="{548C899B-59A8-B31F-9F90-3963CAE636C8}"/>
              </a:ext>
            </a:extLst>
          </p:cNvPr>
          <p:cNvSpPr/>
          <p:nvPr/>
        </p:nvSpPr>
        <p:spPr>
          <a:xfrm>
            <a:off x="1257300" y="3611880"/>
            <a:ext cx="228600" cy="182880"/>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215" name="Story #77 tag">
            <a:extLst>
              <a:ext uri="{FF2B5EF4-FFF2-40B4-BE49-F238E27FC236}">
                <a16:creationId xmlns:a16="http://schemas.microsoft.com/office/drawing/2014/main" id="{F6E80A7D-832C-38A6-4888-99B1504AD694}"/>
              </a:ext>
            </a:extLst>
          </p:cNvPr>
          <p:cNvSpPr/>
          <p:nvPr/>
        </p:nvSpPr>
        <p:spPr>
          <a:xfrm>
            <a:off x="548640" y="3840480"/>
            <a:ext cx="1645920" cy="41148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Story #77</a:t>
            </a:r>
          </a:p>
          <a:p>
            <a:pPr algn="ctr">
              <a:buNone/>
            </a:pPr>
            <a:r>
              <a:rPr lang="en-US" sz="100">
                <a:effectLst/>
              </a:rPr>
              <a:t> </a:t>
            </a:r>
            <a:endParaRPr lang="en-US"/>
          </a:p>
        </p:txBody>
      </p:sp>
      <p:sp>
        <p:nvSpPr>
          <p:cNvPr id="22224" name="Story #77 detail">
            <a:extLst>
              <a:ext uri="{FF2B5EF4-FFF2-40B4-BE49-F238E27FC236}">
                <a16:creationId xmlns:a16="http://schemas.microsoft.com/office/drawing/2014/main" id="{7A2A6EC3-5263-F07D-FD8E-D4CEB0D8D176}"/>
              </a:ext>
            </a:extLst>
          </p:cNvPr>
          <p:cNvSpPr/>
          <p:nvPr/>
        </p:nvSpPr>
        <p:spPr>
          <a:xfrm>
            <a:off x="2240280" y="3756660"/>
            <a:ext cx="464820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PRD FR-004/032/034: queue definitions, versioned reset</a:t>
            </a:r>
          </a:p>
          <a:p>
            <a:pPr algn="l">
              <a:buNone/>
            </a:pPr>
            <a:r>
              <a:rPr lang="en-US" sz="100">
                <a:effectLst/>
              </a:rPr>
              <a:t> </a:t>
            </a:r>
            <a:endParaRPr lang="en-US"/>
          </a:p>
        </p:txBody>
      </p:sp>
      <p:sp>
        <p:nvSpPr>
          <p:cNvPr id="22234" name="Trace arrow 3">
            <a:extLst>
              <a:ext uri="{FF2B5EF4-FFF2-40B4-BE49-F238E27FC236}">
                <a16:creationId xmlns:a16="http://schemas.microsoft.com/office/drawing/2014/main" id="{98F1558D-D73E-07EF-124D-19770318CEB3}"/>
              </a:ext>
            </a:extLst>
          </p:cNvPr>
          <p:cNvSpPr/>
          <p:nvPr/>
        </p:nvSpPr>
        <p:spPr>
          <a:xfrm>
            <a:off x="1257300" y="4297680"/>
            <a:ext cx="228600" cy="182880"/>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245" name="PR #376 tag">
            <a:extLst>
              <a:ext uri="{FF2B5EF4-FFF2-40B4-BE49-F238E27FC236}">
                <a16:creationId xmlns:a16="http://schemas.microsoft.com/office/drawing/2014/main" id="{185A0EF0-12C9-1B36-F616-5F91FBA1EA6A}"/>
              </a:ext>
            </a:extLst>
          </p:cNvPr>
          <p:cNvSpPr/>
          <p:nvPr/>
        </p:nvSpPr>
        <p:spPr>
          <a:xfrm>
            <a:off x="548640" y="4526280"/>
            <a:ext cx="1645920" cy="41148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PR #376</a:t>
            </a:r>
          </a:p>
          <a:p>
            <a:pPr algn="ctr">
              <a:buNone/>
            </a:pPr>
            <a:r>
              <a:rPr lang="en-US" sz="100">
                <a:effectLst/>
              </a:rPr>
              <a:t> </a:t>
            </a:r>
            <a:endParaRPr lang="en-US"/>
          </a:p>
        </p:txBody>
      </p:sp>
      <p:sp>
        <p:nvSpPr>
          <p:cNvPr id="22257" name="PR #376 detail">
            <a:extLst>
              <a:ext uri="{FF2B5EF4-FFF2-40B4-BE49-F238E27FC236}">
                <a16:creationId xmlns:a16="http://schemas.microsoft.com/office/drawing/2014/main" id="{DABAF8B4-D00B-ED45-12E9-73486E81A7CC}"/>
              </a:ext>
            </a:extLst>
          </p:cNvPr>
          <p:cNvSpPr/>
          <p:nvPr/>
        </p:nvSpPr>
        <p:spPr>
          <a:xfrm>
            <a:off x="2240280" y="4480560"/>
            <a:ext cx="4648200" cy="5029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Delivered; local browser verification</a:t>
            </a:r>
          </a:p>
          <a:p>
            <a:pPr algn="l">
              <a:buNone/>
            </a:pPr>
            <a:r>
              <a:rPr lang="en-US" sz="100">
                <a:effectLst/>
              </a:rPr>
              <a:t> </a:t>
            </a:r>
            <a:endParaRPr lang="en-US"/>
          </a:p>
        </p:txBody>
      </p:sp>
      <p:sp>
        <p:nvSpPr>
          <p:cNvPr id="22270" name="Not yet tag">
            <a:extLst>
              <a:ext uri="{FF2B5EF4-FFF2-40B4-BE49-F238E27FC236}">
                <a16:creationId xmlns:a16="http://schemas.microsoft.com/office/drawing/2014/main" id="{A50F50A1-67F5-AA8D-B1F4-FBECFC17D2BC}"/>
              </a:ext>
            </a:extLst>
          </p:cNvPr>
          <p:cNvSpPr/>
          <p:nvPr/>
        </p:nvSpPr>
        <p:spPr>
          <a:xfrm>
            <a:off x="548640" y="5577840"/>
            <a:ext cx="1645920" cy="41148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7A4B00"/>
                </a:solidFill>
                <a:effectLst/>
                <a:latin typeface="Arial" panose="020B0604020202020204" pitchFamily="34" charset="0"/>
              </a:rPr>
              <a:t>Next</a:t>
            </a:r>
            <a:endParaRPr lang="en-US"/>
          </a:p>
        </p:txBody>
      </p:sp>
      <p:sp>
        <p:nvSpPr>
          <p:cNvPr id="22284" name="Not yet detail">
            <a:extLst>
              <a:ext uri="{FF2B5EF4-FFF2-40B4-BE49-F238E27FC236}">
                <a16:creationId xmlns:a16="http://schemas.microsoft.com/office/drawing/2014/main" id="{6634B8E8-EAE8-D231-455C-30377921A82A}"/>
              </a:ext>
            </a:extLst>
          </p:cNvPr>
          <p:cNvSpPr/>
          <p:nvPr/>
        </p:nvSpPr>
        <p:spPr>
          <a:xfrm>
            <a:off x="2240280" y="5494020"/>
            <a:ext cx="464820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Real staff, accessibility, current cloud, programme or customer acceptance</a:t>
            </a:r>
          </a:p>
          <a:p>
            <a:pPr algn="l">
              <a:buNone/>
            </a:pPr>
            <a:r>
              <a:rPr lang="en-US" sz="100">
                <a:effectLst/>
              </a:rPr>
              <a:t> </a:t>
            </a:r>
            <a:endParaRPr lang="en-US"/>
          </a:p>
        </p:txBody>
      </p:sp>
      <p:sp>
        <p:nvSpPr>
          <p:cNvPr id="22299" name="Acceptance boundary line">
            <a:extLst>
              <a:ext uri="{FF2B5EF4-FFF2-40B4-BE49-F238E27FC236}">
                <a16:creationId xmlns:a16="http://schemas.microsoft.com/office/drawing/2014/main" id="{0A39B345-540F-F990-2810-4107B63AB7EC}"/>
              </a:ext>
            </a:extLst>
          </p:cNvPr>
          <p:cNvSpPr/>
          <p:nvPr/>
        </p:nvSpPr>
        <p:spPr>
          <a:xfrm>
            <a:off x="548640" y="5238750"/>
            <a:ext cx="6248400" cy="3810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315" name="Boundary label">
            <a:extLst>
              <a:ext uri="{FF2B5EF4-FFF2-40B4-BE49-F238E27FC236}">
                <a16:creationId xmlns:a16="http://schemas.microsoft.com/office/drawing/2014/main" id="{04615B2A-816E-E712-2353-7C26ADE6BF7E}"/>
              </a:ext>
            </a:extLst>
          </p:cNvPr>
          <p:cNvSpPr/>
          <p:nvPr/>
        </p:nvSpPr>
        <p:spPr>
          <a:xfrm>
            <a:off x="2240280" y="4964430"/>
            <a:ext cx="4648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173F35"/>
                </a:solidFill>
                <a:effectLst/>
                <a:latin typeface="Arial" panose="020B0604020202020204" pitchFamily="34" charset="0"/>
              </a:rPr>
              <a:t>ACCEPTANCE BOUNDARY</a:t>
            </a:r>
          </a:p>
          <a:p>
            <a:pPr algn="l">
              <a:buNone/>
            </a:pPr>
            <a:r>
              <a:rPr lang="en-US" sz="100">
                <a:effectLst/>
              </a:rPr>
              <a:t> </a:t>
            </a:r>
            <a:endParaRPr lang="en-US"/>
          </a:p>
        </p:txBody>
      </p:sp>
      <p:sp>
        <p:nvSpPr>
          <p:cNvPr id="22332" name="Current board card">
            <a:extLst>
              <a:ext uri="{FF2B5EF4-FFF2-40B4-BE49-F238E27FC236}">
                <a16:creationId xmlns:a16="http://schemas.microsoft.com/office/drawing/2014/main" id="{EDCA548C-6068-4BE9-02CD-469BABE05C6C}"/>
              </a:ext>
            </a:extLst>
          </p:cNvPr>
          <p:cNvSpPr/>
          <p:nvPr/>
        </p:nvSpPr>
        <p:spPr>
          <a:xfrm>
            <a:off x="7071360" y="2057400"/>
            <a:ext cx="4572000" cy="178308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350" name="Dated board pill">
            <a:extLst>
              <a:ext uri="{FF2B5EF4-FFF2-40B4-BE49-F238E27FC236}">
                <a16:creationId xmlns:a16="http://schemas.microsoft.com/office/drawing/2014/main" id="{00CC628B-50A5-C040-0D7F-6CC3A2314C16}"/>
              </a:ext>
            </a:extLst>
          </p:cNvPr>
          <p:cNvSpPr/>
          <p:nvPr/>
        </p:nvSpPr>
        <p:spPr>
          <a:xfrm>
            <a:off x="7223760" y="2209800"/>
            <a:ext cx="3300984"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DATED · 23 OCT 2026 · 07:21 UTC</a:t>
            </a:r>
          </a:p>
          <a:p>
            <a:pPr algn="ctr">
              <a:buNone/>
            </a:pPr>
            <a:r>
              <a:rPr lang="en-US" sz="100">
                <a:effectLst/>
              </a:rPr>
              <a:t> </a:t>
            </a:r>
            <a:endParaRPr lang="en-US"/>
          </a:p>
        </p:txBody>
      </p:sp>
      <p:sp>
        <p:nvSpPr>
          <p:cNvPr id="22389" name="Bounded method card">
            <a:extLst>
              <a:ext uri="{FF2B5EF4-FFF2-40B4-BE49-F238E27FC236}">
                <a16:creationId xmlns:a16="http://schemas.microsoft.com/office/drawing/2014/main" id="{FAD9DCC6-E5AA-ABAE-5946-C85505529FC8}"/>
              </a:ext>
            </a:extLst>
          </p:cNvPr>
          <p:cNvSpPr/>
          <p:nvPr/>
        </p:nvSpPr>
        <p:spPr>
          <a:xfrm>
            <a:off x="7071360" y="4114800"/>
            <a:ext cx="4572000" cy="178308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410" name="Method label">
            <a:extLst>
              <a:ext uri="{FF2B5EF4-FFF2-40B4-BE49-F238E27FC236}">
                <a16:creationId xmlns:a16="http://schemas.microsoft.com/office/drawing/2014/main" id="{D4F22001-DBE0-013F-3466-E543C3886865}"/>
              </a:ext>
            </a:extLst>
          </p:cNvPr>
          <p:cNvSpPr/>
          <p:nvPr/>
        </p:nvSpPr>
        <p:spPr>
          <a:xfrm>
            <a:off x="7132320" y="4244340"/>
            <a:ext cx="44500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HOW THE WORK WAS BOUNDED</a:t>
            </a:r>
          </a:p>
          <a:p>
            <a:pPr algn="l">
              <a:buNone/>
            </a:pPr>
            <a:r>
              <a:rPr lang="en-US" sz="100">
                <a:effectLst/>
              </a:rPr>
              <a:t> </a:t>
            </a:r>
            <a:endParaRPr lang="en-US"/>
          </a:p>
        </p:txBody>
      </p:sp>
      <p:sp>
        <p:nvSpPr>
          <p:cNvPr id="22432" name="Statement 3">
            <a:extLst>
              <a:ext uri="{FF2B5EF4-FFF2-40B4-BE49-F238E27FC236}">
                <a16:creationId xmlns:a16="http://schemas.microsoft.com/office/drawing/2014/main" id="{DA3E79B4-1885-FEDE-B434-DE09B5670E2C}"/>
              </a:ext>
            </a:extLst>
          </p:cNvPr>
          <p:cNvSpPr/>
          <p:nvPr/>
        </p:nvSpPr>
        <p:spPr>
          <a:xfrm>
            <a:off x="7132320" y="4678680"/>
            <a:ext cx="4450080" cy="1066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Bounded RPI, dependencies, pull requests and retained findings</a:t>
            </a:r>
          </a:p>
          <a:p>
            <a:pPr algn="l">
              <a:buNone/>
            </a:pPr>
            <a:r>
              <a:rPr lang="en-US" sz="1400">
                <a:solidFill>
                  <a:srgbClr val="173F35"/>
                </a:solidFill>
                <a:effectLst/>
                <a:latin typeface="Arial" panose="020B0604020202020204" pitchFamily="34" charset="0"/>
              </a:rPr>
              <a:t>Independent review and owner decisions remain separate.</a:t>
            </a:r>
            <a:endParaRPr lang="en-US"/>
          </a:p>
        </p:txBody>
      </p:sp>
      <p:sp>
        <p:nvSpPr>
          <p:cNvPr id="59973" name="Statement 2">
            <a:extLst>
              <a:ext uri="{FF2B5EF4-FFF2-40B4-BE49-F238E27FC236}">
                <a16:creationId xmlns:a16="http://schemas.microsoft.com/office/drawing/2014/main" id="{CF4A1B15-D393-1008-DD57-D533D6374231}"/>
              </a:ext>
            </a:extLst>
          </p:cNvPr>
          <p:cNvSpPr/>
          <p:nvPr/>
        </p:nvSpPr>
        <p:spPr>
          <a:xfrm>
            <a:off x="7132320" y="2621280"/>
            <a:ext cx="4450080" cy="1066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Current board: 189 items; 16 epic, 110 feature, 34 story, 29 other</a:t>
            </a:r>
          </a:p>
          <a:p>
            <a:pPr algn="l">
              <a:buNone/>
            </a:pPr>
            <a:r>
              <a:rPr lang="en-US" sz="1400">
                <a:solidFill>
                  <a:srgbClr val="173F35"/>
                </a:solidFill>
                <a:effectLst/>
                <a:latin typeface="Arial" panose="020B0604020202020204" pitchFamily="34" charset="0"/>
              </a:rPr>
              <a:t>Board snapshot, 23 Oct 2026: accepted completion and productivity are measured in the pilot.</a:t>
            </a:r>
            <a:endParaRPr lang="en-US"/>
          </a:p>
        </p:txBody>
      </p:sp>
    </p:spTree>
    <p:extLst>
      <p:ext uri="{BB962C8B-B14F-4D97-AF65-F5344CB8AC3E}">
        <p14:creationId xmlns:p14="http://schemas.microsoft.com/office/powerpoint/2010/main" val="341322034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4868" name="Eyebrow">
            <a:extLst>
              <a:ext uri="{FF2B5EF4-FFF2-40B4-BE49-F238E27FC236}">
                <a16:creationId xmlns:a16="http://schemas.microsoft.com/office/drawing/2014/main" id="{B1704545-1F34-0EED-6586-180400FA6545}"/>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B14 · INNOVATION LEADER / CTO</a:t>
            </a:r>
          </a:p>
          <a:p>
            <a:pPr algn="l">
              <a:buNone/>
            </a:pPr>
            <a:r>
              <a:rPr lang="en-US" sz="100">
                <a:effectLst/>
              </a:rPr>
              <a:t> </a:t>
            </a:r>
            <a:endParaRPr lang="en-US"/>
          </a:p>
        </p:txBody>
      </p:sp>
      <p:sp>
        <p:nvSpPr>
          <p:cNvPr id="4935" name="Slide title">
            <a:extLst>
              <a:ext uri="{FF2B5EF4-FFF2-40B4-BE49-F238E27FC236}">
                <a16:creationId xmlns:a16="http://schemas.microsoft.com/office/drawing/2014/main" id="{7296AEAB-9EA2-AAAF-F6A8-3E033D0821D2}"/>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Is this actually agentic if so much is deterministic?</a:t>
            </a:r>
          </a:p>
          <a:p>
            <a:pPr algn="l">
              <a:buNone/>
            </a:pPr>
            <a:r>
              <a:rPr lang="en-US" sz="100">
                <a:effectLst/>
              </a:rPr>
              <a:t> </a:t>
            </a:r>
            <a:endParaRPr lang="en-US"/>
          </a:p>
        </p:txBody>
      </p:sp>
      <p:sp>
        <p:nvSpPr>
          <p:cNvPr id="5003" name="Footer sources">
            <a:extLst>
              <a:ext uri="{FF2B5EF4-FFF2-40B4-BE49-F238E27FC236}">
                <a16:creationId xmlns:a16="http://schemas.microsoft.com/office/drawing/2014/main" id="{C3FB2C7A-A46F-2D54-A3E9-A78374B36E9C}"/>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E03 · E06 · E09</a:t>
            </a:r>
          </a:p>
          <a:p>
            <a:pPr algn="l">
              <a:buNone/>
            </a:pPr>
            <a:r>
              <a:rPr lang="en-US" sz="100">
                <a:effectLst/>
              </a:rPr>
              <a:t> </a:t>
            </a:r>
            <a:endParaRPr lang="en-US"/>
          </a:p>
        </p:txBody>
      </p:sp>
      <p:sp>
        <p:nvSpPr>
          <p:cNvPr id="5072" name="Footer navigation">
            <a:extLst>
              <a:ext uri="{FF2B5EF4-FFF2-40B4-BE49-F238E27FC236}">
                <a16:creationId xmlns:a16="http://schemas.microsoft.com/office/drawing/2014/main" id="{4BFFE689-05E4-8AD5-E78D-A12070A9BEA0}"/>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B14 · Index: slide 27</a:t>
            </a:r>
            <a:endParaRPr lang="en-US"/>
          </a:p>
        </p:txBody>
      </p:sp>
      <p:sp>
        <p:nvSpPr>
          <p:cNvPr id="5142" name="Return pill">
            <a:extLst>
              <a:ext uri="{FF2B5EF4-FFF2-40B4-BE49-F238E27FC236}">
                <a16:creationId xmlns:a16="http://schemas.microsoft.com/office/drawing/2014/main" id="{6B97E9DA-8948-F52F-97F2-2F429F541F0F}"/>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S08 · slide 9</a:t>
            </a:r>
            <a:endParaRPr lang="en-US"/>
          </a:p>
        </p:txBody>
      </p:sp>
      <p:sp>
        <p:nvSpPr>
          <p:cNvPr id="23216" name="Policy and state band">
            <a:extLst>
              <a:ext uri="{FF2B5EF4-FFF2-40B4-BE49-F238E27FC236}">
                <a16:creationId xmlns:a16="http://schemas.microsoft.com/office/drawing/2014/main" id="{1980FE38-4E37-9F49-A2ED-B33219E03A75}"/>
              </a:ext>
            </a:extLst>
          </p:cNvPr>
          <p:cNvSpPr/>
          <p:nvPr/>
        </p:nvSpPr>
        <p:spPr>
          <a:xfrm>
            <a:off x="548640" y="1508760"/>
            <a:ext cx="11094720" cy="100584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218" name="Policy and state title">
            <a:extLst>
              <a:ext uri="{FF2B5EF4-FFF2-40B4-BE49-F238E27FC236}">
                <a16:creationId xmlns:a16="http://schemas.microsoft.com/office/drawing/2014/main" id="{0A275196-45C8-A0DE-16BD-679252A34924}"/>
              </a:ext>
            </a:extLst>
          </p:cNvPr>
          <p:cNvSpPr/>
          <p:nvPr/>
        </p:nvSpPr>
        <p:spPr>
          <a:xfrm>
            <a:off x="609600" y="1568196"/>
            <a:ext cx="4114800" cy="52120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Policy and state</a:t>
            </a:r>
          </a:p>
          <a:p>
            <a:pPr algn="l">
              <a:buNone/>
            </a:pPr>
            <a:r>
              <a:rPr lang="en-US" sz="100">
                <a:effectLst/>
              </a:rPr>
              <a:t> </a:t>
            </a:r>
            <a:endParaRPr lang="en-US"/>
          </a:p>
        </p:txBody>
      </p:sp>
      <p:sp>
        <p:nvSpPr>
          <p:cNvPr id="23221" name="Policy and state pill">
            <a:extLst>
              <a:ext uri="{FF2B5EF4-FFF2-40B4-BE49-F238E27FC236}">
                <a16:creationId xmlns:a16="http://schemas.microsoft.com/office/drawing/2014/main" id="{CE8237A7-1E72-0961-F91F-6DF8D8F8150F}"/>
              </a:ext>
            </a:extLst>
          </p:cNvPr>
          <p:cNvSpPr/>
          <p:nvPr/>
        </p:nvSpPr>
        <p:spPr>
          <a:xfrm>
            <a:off x="701040" y="2072640"/>
            <a:ext cx="1700784"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RULES · NO AI</a:t>
            </a:r>
          </a:p>
          <a:p>
            <a:pPr algn="ctr">
              <a:buNone/>
            </a:pPr>
            <a:r>
              <a:rPr lang="en-US" sz="100">
                <a:effectLst/>
              </a:rPr>
              <a:t> </a:t>
            </a:r>
            <a:endParaRPr lang="en-US"/>
          </a:p>
        </p:txBody>
      </p:sp>
      <p:sp>
        <p:nvSpPr>
          <p:cNvPr id="23225" name="Policy and state statement">
            <a:extLst>
              <a:ext uri="{FF2B5EF4-FFF2-40B4-BE49-F238E27FC236}">
                <a16:creationId xmlns:a16="http://schemas.microsoft.com/office/drawing/2014/main" id="{B533D7A7-F910-08D3-1DEF-BBDFF203EA73}"/>
              </a:ext>
            </a:extLst>
          </p:cNvPr>
          <p:cNvSpPr/>
          <p:nvPr/>
        </p:nvSpPr>
        <p:spPr>
          <a:xfrm>
            <a:off x="4815840" y="1706880"/>
            <a:ext cx="6766560" cy="609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Deterministic orchestration protects controlled state</a:t>
            </a:r>
          </a:p>
          <a:p>
            <a:pPr algn="l">
              <a:buNone/>
            </a:pPr>
            <a:r>
              <a:rPr lang="en-US" sz="1600">
                <a:solidFill>
                  <a:srgbClr val="173F35"/>
                </a:solidFill>
                <a:effectLst/>
                <a:latin typeface="Arial" panose="020B0604020202020204" pitchFamily="34" charset="0"/>
              </a:rPr>
              <a:t>The application determines eligibility and protects state.</a:t>
            </a:r>
            <a:endParaRPr lang="en-US"/>
          </a:p>
        </p:txBody>
      </p:sp>
      <p:sp>
        <p:nvSpPr>
          <p:cNvPr id="23230" name="Reasoning and preparation band">
            <a:extLst>
              <a:ext uri="{FF2B5EF4-FFF2-40B4-BE49-F238E27FC236}">
                <a16:creationId xmlns:a16="http://schemas.microsoft.com/office/drawing/2014/main" id="{8A5E63DC-ED7B-9697-3F7A-C4BA5B3646D3}"/>
              </a:ext>
            </a:extLst>
          </p:cNvPr>
          <p:cNvSpPr/>
          <p:nvPr/>
        </p:nvSpPr>
        <p:spPr>
          <a:xfrm>
            <a:off x="548640" y="2606040"/>
            <a:ext cx="11094720" cy="1005840"/>
          </a:xfrm>
          <a:prstGeom prst="rect">
            <a:avLst/>
          </a:prstGeom>
          <a:solidFill>
            <a:srgbClr val="F0EBFA"/>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236" name="Reasoning and preparation title">
            <a:extLst>
              <a:ext uri="{FF2B5EF4-FFF2-40B4-BE49-F238E27FC236}">
                <a16:creationId xmlns:a16="http://schemas.microsoft.com/office/drawing/2014/main" id="{CA486324-8C07-86AB-5EF8-0DA916A90BE7}"/>
              </a:ext>
            </a:extLst>
          </p:cNvPr>
          <p:cNvSpPr/>
          <p:nvPr/>
        </p:nvSpPr>
        <p:spPr>
          <a:xfrm>
            <a:off x="609600" y="2665476"/>
            <a:ext cx="4114800" cy="52120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Reasoning and preparation</a:t>
            </a:r>
          </a:p>
          <a:p>
            <a:pPr algn="l">
              <a:buNone/>
            </a:pPr>
            <a:r>
              <a:rPr lang="en-US" sz="100">
                <a:effectLst/>
              </a:rPr>
              <a:t> </a:t>
            </a:r>
            <a:endParaRPr lang="en-US"/>
          </a:p>
        </p:txBody>
      </p:sp>
      <p:sp>
        <p:nvSpPr>
          <p:cNvPr id="23243" name="Reasoning and preparation pill">
            <a:extLst>
              <a:ext uri="{FF2B5EF4-FFF2-40B4-BE49-F238E27FC236}">
                <a16:creationId xmlns:a16="http://schemas.microsoft.com/office/drawing/2014/main" id="{A7131199-F982-36FE-81F2-6E02D2AEE6BC}"/>
              </a:ext>
            </a:extLst>
          </p:cNvPr>
          <p:cNvSpPr/>
          <p:nvPr/>
        </p:nvSpPr>
        <p:spPr>
          <a:xfrm>
            <a:off x="701040" y="3169920"/>
            <a:ext cx="1627632" cy="320040"/>
          </a:xfrm>
          <a:prstGeom prst="round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3F2A72"/>
                </a:solidFill>
                <a:effectLst/>
                <a:latin typeface="Arial" panose="020B0604020202020204" pitchFamily="34" charset="0"/>
              </a:rPr>
              <a:t>AI PREPARES</a:t>
            </a:r>
          </a:p>
          <a:p>
            <a:pPr algn="ctr">
              <a:buNone/>
            </a:pPr>
            <a:r>
              <a:rPr lang="en-US" sz="100">
                <a:effectLst/>
              </a:rPr>
              <a:t> </a:t>
            </a:r>
            <a:endParaRPr lang="en-US"/>
          </a:p>
        </p:txBody>
      </p:sp>
      <p:sp>
        <p:nvSpPr>
          <p:cNvPr id="23251" name="Reasoning and preparation statement">
            <a:extLst>
              <a:ext uri="{FF2B5EF4-FFF2-40B4-BE49-F238E27FC236}">
                <a16:creationId xmlns:a16="http://schemas.microsoft.com/office/drawing/2014/main" id="{BA499910-BDE3-4465-38B8-2B6322376874}"/>
              </a:ext>
            </a:extLst>
          </p:cNvPr>
          <p:cNvSpPr/>
          <p:nvPr/>
        </p:nvSpPr>
        <p:spPr>
          <a:xfrm>
            <a:off x="4815840" y="2804160"/>
            <a:ext cx="6766560" cy="609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Reasoning and preparation are bounded capabilities</a:t>
            </a:r>
          </a:p>
          <a:p>
            <a:pPr algn="l">
              <a:buNone/>
            </a:pPr>
            <a:r>
              <a:rPr lang="en-US" sz="1600">
                <a:solidFill>
                  <a:srgbClr val="173F35"/>
                </a:solidFill>
                <a:effectLst/>
                <a:latin typeface="Arial" panose="020B0604020202020204" pitchFamily="34" charset="0"/>
              </a:rPr>
              <a:t>Models reason over permitted context and prepare drafts or flags.</a:t>
            </a:r>
            <a:endParaRPr lang="en-US"/>
          </a:p>
        </p:txBody>
      </p:sp>
      <p:sp>
        <p:nvSpPr>
          <p:cNvPr id="23260" name="Accountable decision band">
            <a:extLst>
              <a:ext uri="{FF2B5EF4-FFF2-40B4-BE49-F238E27FC236}">
                <a16:creationId xmlns:a16="http://schemas.microsoft.com/office/drawing/2014/main" id="{B25E969C-CE27-F3D7-364C-BF3719FBDAF5}"/>
              </a:ext>
            </a:extLst>
          </p:cNvPr>
          <p:cNvSpPr/>
          <p:nvPr/>
        </p:nvSpPr>
        <p:spPr>
          <a:xfrm>
            <a:off x="548640" y="3703320"/>
            <a:ext cx="11094720" cy="100584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270" name="Accountable decision title">
            <a:extLst>
              <a:ext uri="{FF2B5EF4-FFF2-40B4-BE49-F238E27FC236}">
                <a16:creationId xmlns:a16="http://schemas.microsoft.com/office/drawing/2014/main" id="{E496D50D-E2A8-E8BE-DAE7-716FDD9DC726}"/>
              </a:ext>
            </a:extLst>
          </p:cNvPr>
          <p:cNvSpPr/>
          <p:nvPr/>
        </p:nvSpPr>
        <p:spPr>
          <a:xfrm>
            <a:off x="609600" y="3762756"/>
            <a:ext cx="4114800" cy="52120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Accountable decision</a:t>
            </a:r>
          </a:p>
          <a:p>
            <a:pPr algn="l">
              <a:buNone/>
            </a:pPr>
            <a:r>
              <a:rPr lang="en-US" sz="100">
                <a:effectLst/>
              </a:rPr>
              <a:t> </a:t>
            </a:r>
            <a:endParaRPr lang="en-US"/>
          </a:p>
        </p:txBody>
      </p:sp>
      <p:sp>
        <p:nvSpPr>
          <p:cNvPr id="23281" name="Accountable decision pill">
            <a:extLst>
              <a:ext uri="{FF2B5EF4-FFF2-40B4-BE49-F238E27FC236}">
                <a16:creationId xmlns:a16="http://schemas.microsoft.com/office/drawing/2014/main" id="{06680E75-948F-6B58-A745-525337F030C8}"/>
              </a:ext>
            </a:extLst>
          </p:cNvPr>
          <p:cNvSpPr/>
          <p:nvPr/>
        </p:nvSpPr>
        <p:spPr>
          <a:xfrm>
            <a:off x="701040" y="4267200"/>
            <a:ext cx="1865376"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PEOPLE DECIDE</a:t>
            </a:r>
          </a:p>
          <a:p>
            <a:pPr algn="ctr">
              <a:buNone/>
            </a:pPr>
            <a:r>
              <a:rPr lang="en-US" sz="100">
                <a:effectLst/>
              </a:rPr>
              <a:t> </a:t>
            </a:r>
            <a:endParaRPr lang="en-US"/>
          </a:p>
        </p:txBody>
      </p:sp>
      <p:sp>
        <p:nvSpPr>
          <p:cNvPr id="23293" name="Accountable decision statement">
            <a:extLst>
              <a:ext uri="{FF2B5EF4-FFF2-40B4-BE49-F238E27FC236}">
                <a16:creationId xmlns:a16="http://schemas.microsoft.com/office/drawing/2014/main" id="{932F6265-B2ED-0113-FB79-7EB271429282}"/>
              </a:ext>
            </a:extLst>
          </p:cNvPr>
          <p:cNvSpPr/>
          <p:nvPr/>
        </p:nvSpPr>
        <p:spPr>
          <a:xfrm>
            <a:off x="4815840" y="3886200"/>
            <a:ext cx="676656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People retain decisions requiring consent, professional judgement or delegation.</a:t>
            </a:r>
          </a:p>
          <a:p>
            <a:pPr algn="l">
              <a:buNone/>
            </a:pPr>
            <a:r>
              <a:rPr lang="en-US" sz="100">
                <a:effectLst/>
              </a:rPr>
              <a:t> </a:t>
            </a:r>
            <a:endParaRPr lang="en-US"/>
          </a:p>
        </p:txBody>
      </p:sp>
      <p:sp>
        <p:nvSpPr>
          <p:cNvPr id="23306" name="Autonomy strip">
            <a:extLst>
              <a:ext uri="{FF2B5EF4-FFF2-40B4-BE49-F238E27FC236}">
                <a16:creationId xmlns:a16="http://schemas.microsoft.com/office/drawing/2014/main" id="{FC69042D-0B89-1F33-FCA1-AD0A996804D0}"/>
              </a:ext>
            </a:extLst>
          </p:cNvPr>
          <p:cNvSpPr/>
          <p:nvPr/>
        </p:nvSpPr>
        <p:spPr>
          <a:xfrm>
            <a:off x="548640" y="4892040"/>
            <a:ext cx="11094720" cy="109728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320" name="Autonomy label">
            <a:extLst>
              <a:ext uri="{FF2B5EF4-FFF2-40B4-BE49-F238E27FC236}">
                <a16:creationId xmlns:a16="http://schemas.microsoft.com/office/drawing/2014/main" id="{517E479D-DDAA-0535-85BA-EA0D6F103618}"/>
              </a:ext>
            </a:extLst>
          </p:cNvPr>
          <p:cNvSpPr/>
          <p:nvPr/>
        </p:nvSpPr>
        <p:spPr>
          <a:xfrm>
            <a:off x="609600" y="5257800"/>
            <a:ext cx="17373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AUTONOMY</a:t>
            </a:r>
          </a:p>
          <a:p>
            <a:pPr algn="l">
              <a:buNone/>
            </a:pPr>
            <a:r>
              <a:rPr lang="en-US" sz="100">
                <a:effectLst/>
              </a:rPr>
              <a:t> </a:t>
            </a:r>
            <a:endParaRPr lang="en-US"/>
          </a:p>
        </p:txBody>
      </p:sp>
      <p:sp>
        <p:nvSpPr>
          <p:cNvPr id="23335" name="Statement 3">
            <a:extLst>
              <a:ext uri="{FF2B5EF4-FFF2-40B4-BE49-F238E27FC236}">
                <a16:creationId xmlns:a16="http://schemas.microsoft.com/office/drawing/2014/main" id="{6F7DE62D-AA5B-BEAD-E6EF-4A4B0E1F0E3A}"/>
              </a:ext>
            </a:extLst>
          </p:cNvPr>
          <p:cNvSpPr/>
          <p:nvPr/>
        </p:nvSpPr>
        <p:spPr>
          <a:xfrm>
            <a:off x="2346960" y="4998720"/>
            <a:ext cx="9235440" cy="8839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Autonomy is task-specific, not a marketing label</a:t>
            </a:r>
          </a:p>
          <a:p>
            <a:pPr algn="l">
              <a:buNone/>
            </a:pPr>
            <a:r>
              <a:rPr lang="en-US" sz="1600">
                <a:solidFill>
                  <a:srgbClr val="173F35"/>
                </a:solidFill>
                <a:effectLst/>
                <a:latin typeface="Arial" panose="020B0604020202020204" pitchFamily="34" charset="0"/>
              </a:rPr>
              <a:t>Future autonomous actions require an explicit, evaluated task contract and authorised boundary.</a:t>
            </a:r>
            <a:endParaRPr lang="en-US"/>
          </a:p>
        </p:txBody>
      </p:sp>
    </p:spTree>
    <p:extLst>
      <p:ext uri="{BB962C8B-B14F-4D97-AF65-F5344CB8AC3E}">
        <p14:creationId xmlns:p14="http://schemas.microsoft.com/office/powerpoint/2010/main" val="106814782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5213" name="Eyebrow">
            <a:extLst>
              <a:ext uri="{FF2B5EF4-FFF2-40B4-BE49-F238E27FC236}">
                <a16:creationId xmlns:a16="http://schemas.microsoft.com/office/drawing/2014/main" id="{6DFFF085-16C8-D846-7784-E23C89CA4385}"/>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B15 · CEO / CIO / RISK</a:t>
            </a:r>
          </a:p>
          <a:p>
            <a:pPr algn="l">
              <a:buNone/>
            </a:pPr>
            <a:r>
              <a:rPr lang="en-US" sz="100">
                <a:effectLst/>
              </a:rPr>
              <a:t> </a:t>
            </a:r>
            <a:endParaRPr lang="en-US"/>
          </a:p>
        </p:txBody>
      </p:sp>
      <p:sp>
        <p:nvSpPr>
          <p:cNvPr id="5285" name="Slide title">
            <a:extLst>
              <a:ext uri="{FF2B5EF4-FFF2-40B4-BE49-F238E27FC236}">
                <a16:creationId xmlns:a16="http://schemas.microsoft.com/office/drawing/2014/main" id="{CD5723BB-9538-74F2-756A-C8C840905233}"/>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What exactly must happen before a pilot</a:t>
            </a:r>
          </a:p>
          <a:p>
            <a:pPr algn="l">
              <a:buNone/>
            </a:pPr>
            <a:r>
              <a:rPr lang="en-US" sz="2800" b="1">
                <a:solidFill>
                  <a:srgbClr val="173F35"/>
                </a:solidFill>
                <a:effectLst/>
                <a:latin typeface="Arial" panose="020B0604020202020204" pitchFamily="34" charset="0"/>
              </a:rPr>
              <a:t>or production decision?</a:t>
            </a:r>
            <a:endParaRPr lang="en-US"/>
          </a:p>
        </p:txBody>
      </p:sp>
      <p:sp>
        <p:nvSpPr>
          <p:cNvPr id="5358" name="Footer sources">
            <a:extLst>
              <a:ext uri="{FF2B5EF4-FFF2-40B4-BE49-F238E27FC236}">
                <a16:creationId xmlns:a16="http://schemas.microsoft.com/office/drawing/2014/main" id="{A1E1AD73-11C4-C8F1-BA4C-421BC38C64A0}"/>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E02 · E12 · E13 · E17</a:t>
            </a:r>
          </a:p>
          <a:p>
            <a:pPr algn="l">
              <a:buNone/>
            </a:pPr>
            <a:r>
              <a:rPr lang="en-US" sz="100">
                <a:effectLst/>
              </a:rPr>
              <a:t> </a:t>
            </a:r>
            <a:endParaRPr lang="en-US"/>
          </a:p>
        </p:txBody>
      </p:sp>
      <p:sp>
        <p:nvSpPr>
          <p:cNvPr id="5432" name="Footer navigation">
            <a:extLst>
              <a:ext uri="{FF2B5EF4-FFF2-40B4-BE49-F238E27FC236}">
                <a16:creationId xmlns:a16="http://schemas.microsoft.com/office/drawing/2014/main" id="{FFD4D1E3-B889-A833-8B21-8B5A489E57A8}"/>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B15 · Index: slide 27</a:t>
            </a:r>
            <a:endParaRPr lang="en-US"/>
          </a:p>
        </p:txBody>
      </p:sp>
      <p:sp>
        <p:nvSpPr>
          <p:cNvPr id="5507" name="Return pill">
            <a:extLst>
              <a:ext uri="{FF2B5EF4-FFF2-40B4-BE49-F238E27FC236}">
                <a16:creationId xmlns:a16="http://schemas.microsoft.com/office/drawing/2014/main" id="{65586DFF-8C5F-5953-1466-0A9246B1F626}"/>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S21 · slide 24</a:t>
            </a:r>
            <a:endParaRPr lang="en-US"/>
          </a:p>
        </p:txBody>
      </p:sp>
      <p:sp>
        <p:nvSpPr>
          <p:cNvPr id="23567" name="Gate 1 card">
            <a:extLst>
              <a:ext uri="{FF2B5EF4-FFF2-40B4-BE49-F238E27FC236}">
                <a16:creationId xmlns:a16="http://schemas.microsoft.com/office/drawing/2014/main" id="{2298830D-2A16-80D8-F27C-6773FDB53205}"/>
              </a:ext>
            </a:extLst>
          </p:cNvPr>
          <p:cNvSpPr/>
          <p:nvPr/>
        </p:nvSpPr>
        <p:spPr>
          <a:xfrm>
            <a:off x="548640" y="2171700"/>
            <a:ext cx="3515360" cy="378714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569" name="Gate 2 card">
            <a:extLst>
              <a:ext uri="{FF2B5EF4-FFF2-40B4-BE49-F238E27FC236}">
                <a16:creationId xmlns:a16="http://schemas.microsoft.com/office/drawing/2014/main" id="{BE1EF06B-56D3-C868-6914-5C07C95EEA8D}"/>
              </a:ext>
            </a:extLst>
          </p:cNvPr>
          <p:cNvSpPr/>
          <p:nvPr/>
        </p:nvSpPr>
        <p:spPr>
          <a:xfrm>
            <a:off x="4338320" y="2171700"/>
            <a:ext cx="3515360" cy="378714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572" name="Gate 3 card">
            <a:extLst>
              <a:ext uri="{FF2B5EF4-FFF2-40B4-BE49-F238E27FC236}">
                <a16:creationId xmlns:a16="http://schemas.microsoft.com/office/drawing/2014/main" id="{4BA26DB6-9C68-596E-0A2A-16FBA7D782D6}"/>
              </a:ext>
            </a:extLst>
          </p:cNvPr>
          <p:cNvSpPr/>
          <p:nvPr/>
        </p:nvSpPr>
        <p:spPr>
          <a:xfrm>
            <a:off x="8128000" y="2171700"/>
            <a:ext cx="3515360" cy="378714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657" name="Gate 1 pending pill">
            <a:extLst>
              <a:ext uri="{FF2B5EF4-FFF2-40B4-BE49-F238E27FC236}">
                <a16:creationId xmlns:a16="http://schemas.microsoft.com/office/drawing/2014/main" id="{C5A4AF96-F385-8510-23D7-4F7B439C6B06}"/>
              </a:ext>
            </a:extLst>
          </p:cNvPr>
          <p:cNvSpPr/>
          <p:nvPr/>
        </p:nvSpPr>
        <p:spPr>
          <a:xfrm>
            <a:off x="701040" y="2011680"/>
            <a:ext cx="124358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NEXT GATE</a:t>
            </a:r>
            <a:endParaRPr lang="en-US"/>
          </a:p>
        </p:txBody>
      </p:sp>
      <p:sp>
        <p:nvSpPr>
          <p:cNvPr id="23671" name="Gate 2 pending pill">
            <a:extLst>
              <a:ext uri="{FF2B5EF4-FFF2-40B4-BE49-F238E27FC236}">
                <a16:creationId xmlns:a16="http://schemas.microsoft.com/office/drawing/2014/main" id="{1858FB9D-2EDB-769E-AAE1-B0C44C8B1DF5}"/>
              </a:ext>
            </a:extLst>
          </p:cNvPr>
          <p:cNvSpPr/>
          <p:nvPr/>
        </p:nvSpPr>
        <p:spPr>
          <a:xfrm>
            <a:off x="4490720" y="2011680"/>
            <a:ext cx="124358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NEXT GATE</a:t>
            </a:r>
            <a:endParaRPr lang="en-US"/>
          </a:p>
        </p:txBody>
      </p:sp>
      <p:sp>
        <p:nvSpPr>
          <p:cNvPr id="23686" name="Gate 3 pending pill">
            <a:extLst>
              <a:ext uri="{FF2B5EF4-FFF2-40B4-BE49-F238E27FC236}">
                <a16:creationId xmlns:a16="http://schemas.microsoft.com/office/drawing/2014/main" id="{90AF062E-51C0-16EF-3273-5C7358AC68FA}"/>
              </a:ext>
            </a:extLst>
          </p:cNvPr>
          <p:cNvSpPr/>
          <p:nvPr/>
        </p:nvSpPr>
        <p:spPr>
          <a:xfrm>
            <a:off x="8280400" y="2011680"/>
            <a:ext cx="124358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NEXT GATE</a:t>
            </a:r>
            <a:endParaRPr lang="en-US"/>
          </a:p>
        </p:txBody>
      </p:sp>
      <p:sp>
        <p:nvSpPr>
          <p:cNvPr id="23702" name="Plus 1 (all required)">
            <a:extLst>
              <a:ext uri="{FF2B5EF4-FFF2-40B4-BE49-F238E27FC236}">
                <a16:creationId xmlns:a16="http://schemas.microsoft.com/office/drawing/2014/main" id="{D5F54292-C645-E913-D126-11645CA1FFA3}"/>
              </a:ext>
            </a:extLst>
          </p:cNvPr>
          <p:cNvSpPr/>
          <p:nvPr/>
        </p:nvSpPr>
        <p:spPr>
          <a:xfrm>
            <a:off x="4086860" y="3950970"/>
            <a:ext cx="228600" cy="228600"/>
          </a:xfrm>
          <a:prstGeom prst="mathPlus">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719" name="Plus 2 (all required)">
            <a:extLst>
              <a:ext uri="{FF2B5EF4-FFF2-40B4-BE49-F238E27FC236}">
                <a16:creationId xmlns:a16="http://schemas.microsoft.com/office/drawing/2014/main" id="{2A8B6746-CFEF-0686-ED88-2FD49D8EB5DE}"/>
              </a:ext>
            </a:extLst>
          </p:cNvPr>
          <p:cNvSpPr/>
          <p:nvPr/>
        </p:nvSpPr>
        <p:spPr>
          <a:xfrm>
            <a:off x="7876540" y="3950970"/>
            <a:ext cx="228600" cy="228600"/>
          </a:xfrm>
          <a:prstGeom prst="mathPlus">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093" name="Gate 1 name">
            <a:extLst>
              <a:ext uri="{FF2B5EF4-FFF2-40B4-BE49-F238E27FC236}">
                <a16:creationId xmlns:a16="http://schemas.microsoft.com/office/drawing/2014/main" id="{C61BA8CD-D90D-CC13-34BD-E6D332328B8E}"/>
              </a:ext>
            </a:extLst>
          </p:cNvPr>
          <p:cNvSpPr/>
          <p:nvPr/>
        </p:nvSpPr>
        <p:spPr>
          <a:xfrm>
            <a:off x="609600" y="2377440"/>
            <a:ext cx="33934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Current deployment and AI evidence</a:t>
            </a:r>
          </a:p>
          <a:p>
            <a:pPr algn="l">
              <a:buNone/>
            </a:pPr>
            <a:r>
              <a:rPr lang="en-US" sz="100">
                <a:effectLst/>
              </a:rPr>
              <a:t> </a:t>
            </a:r>
            <a:endParaRPr lang="en-US"/>
          </a:p>
        </p:txBody>
      </p:sp>
      <p:sp>
        <p:nvSpPr>
          <p:cNvPr id="26095" name="Gate 1 statement">
            <a:extLst>
              <a:ext uri="{FF2B5EF4-FFF2-40B4-BE49-F238E27FC236}">
                <a16:creationId xmlns:a16="http://schemas.microsoft.com/office/drawing/2014/main" id="{161B6788-8390-42CC-9D90-D10CA5145762}"/>
              </a:ext>
            </a:extLst>
          </p:cNvPr>
          <p:cNvSpPr/>
          <p:nvPr/>
        </p:nvSpPr>
        <p:spPr>
          <a:xfrm>
            <a:off x="609600" y="2971800"/>
            <a:ext cx="339344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Current deployment, roles, SQL and real-AI evidence</a:t>
            </a:r>
          </a:p>
          <a:p>
            <a:pPr algn="l">
              <a:buNone/>
            </a:pPr>
            <a:r>
              <a:rPr lang="en-US" sz="100">
                <a:effectLst/>
              </a:rPr>
              <a:t> </a:t>
            </a:r>
            <a:endParaRPr lang="en-US"/>
          </a:p>
        </p:txBody>
      </p:sp>
      <p:sp>
        <p:nvSpPr>
          <p:cNvPr id="26098" name="Gate 1 owner role">
            <a:extLst>
              <a:ext uri="{FF2B5EF4-FFF2-40B4-BE49-F238E27FC236}">
                <a16:creationId xmlns:a16="http://schemas.microsoft.com/office/drawing/2014/main" id="{CE1CB896-A690-146C-7B03-556E4A54E0DF}"/>
              </a:ext>
            </a:extLst>
          </p:cNvPr>
          <p:cNvSpPr/>
          <p:nvPr/>
        </p:nvSpPr>
        <p:spPr>
          <a:xfrm>
            <a:off x="609600" y="3596640"/>
            <a:ext cx="3393440"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50655E"/>
                </a:solidFill>
                <a:effectLst/>
                <a:latin typeface="Arial" panose="020B0604020202020204" pitchFamily="34" charset="0"/>
              </a:rPr>
              <a:t>OWNER ROLE</a:t>
            </a:r>
          </a:p>
          <a:p>
            <a:pPr algn="l">
              <a:buNone/>
            </a:pPr>
            <a:r>
              <a:rPr lang="en-US" sz="1600">
                <a:solidFill>
                  <a:srgbClr val="173F35"/>
                </a:solidFill>
                <a:effectLst/>
                <a:latin typeface="Arial" panose="020B0604020202020204" pitchFamily="34" charset="0"/>
              </a:rPr>
              <a:t>Technical owner</a:t>
            </a:r>
            <a:endParaRPr lang="en-US"/>
          </a:p>
        </p:txBody>
      </p:sp>
      <p:sp>
        <p:nvSpPr>
          <p:cNvPr id="26102" name="Gate 1 required artifact">
            <a:extLst>
              <a:ext uri="{FF2B5EF4-FFF2-40B4-BE49-F238E27FC236}">
                <a16:creationId xmlns:a16="http://schemas.microsoft.com/office/drawing/2014/main" id="{51FE39AD-7286-6163-FECD-008B35B5687D}"/>
              </a:ext>
            </a:extLst>
          </p:cNvPr>
          <p:cNvSpPr/>
          <p:nvPr/>
        </p:nvSpPr>
        <p:spPr>
          <a:xfrm>
            <a:off x="609600" y="4648200"/>
            <a:ext cx="3393440" cy="1249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50655E"/>
                </a:solidFill>
                <a:effectLst/>
                <a:latin typeface="Arial" panose="020B0604020202020204" pitchFamily="34" charset="0"/>
              </a:rPr>
              <a:t>REQUIRED ARTIFACT</a:t>
            </a:r>
          </a:p>
          <a:p>
            <a:pPr algn="l">
              <a:buNone/>
            </a:pPr>
            <a:r>
              <a:rPr lang="en-US" sz="1600">
                <a:solidFill>
                  <a:srgbClr val="173F35"/>
                </a:solidFill>
                <a:effectLst/>
                <a:latin typeface="Arial" panose="020B0604020202020204" pitchFamily="34" charset="0"/>
              </a:rPr>
              <a:t>Staff access and role denial, task-bound real inference, SQL persistence on the selected deployment</a:t>
            </a:r>
            <a:endParaRPr lang="en-US"/>
          </a:p>
        </p:txBody>
      </p:sp>
      <p:sp>
        <p:nvSpPr>
          <p:cNvPr id="26107" name="Gate 2 name">
            <a:extLst>
              <a:ext uri="{FF2B5EF4-FFF2-40B4-BE49-F238E27FC236}">
                <a16:creationId xmlns:a16="http://schemas.microsoft.com/office/drawing/2014/main" id="{F802EEC1-07C1-716C-97BF-0F3AFB0BA892}"/>
              </a:ext>
            </a:extLst>
          </p:cNvPr>
          <p:cNvSpPr/>
          <p:nvPr/>
        </p:nvSpPr>
        <p:spPr>
          <a:xfrm>
            <a:off x="4399280" y="2377440"/>
            <a:ext cx="33934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Human and control acceptance</a:t>
            </a:r>
          </a:p>
          <a:p>
            <a:pPr algn="l">
              <a:buNone/>
            </a:pPr>
            <a:r>
              <a:rPr lang="en-US" sz="100">
                <a:effectLst/>
              </a:rPr>
              <a:t> </a:t>
            </a:r>
            <a:endParaRPr lang="en-US"/>
          </a:p>
        </p:txBody>
      </p:sp>
      <p:sp>
        <p:nvSpPr>
          <p:cNvPr id="26113" name="Gate 2 statement">
            <a:extLst>
              <a:ext uri="{FF2B5EF4-FFF2-40B4-BE49-F238E27FC236}">
                <a16:creationId xmlns:a16="http://schemas.microsoft.com/office/drawing/2014/main" id="{BA25BA58-8BA8-7276-0CB5-1076CA31BD82}"/>
              </a:ext>
            </a:extLst>
          </p:cNvPr>
          <p:cNvSpPr/>
          <p:nvPr/>
        </p:nvSpPr>
        <p:spPr>
          <a:xfrm>
            <a:off x="4399280" y="2971800"/>
            <a:ext cx="339344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Human, privacy, professional and accessibility acceptance</a:t>
            </a:r>
          </a:p>
          <a:p>
            <a:pPr algn="l">
              <a:buNone/>
            </a:pPr>
            <a:r>
              <a:rPr lang="en-US" sz="100">
                <a:effectLst/>
              </a:rPr>
              <a:t> </a:t>
            </a:r>
            <a:endParaRPr lang="en-US"/>
          </a:p>
        </p:txBody>
      </p:sp>
      <p:sp>
        <p:nvSpPr>
          <p:cNvPr id="26120" name="Gate 2 owner role">
            <a:extLst>
              <a:ext uri="{FF2B5EF4-FFF2-40B4-BE49-F238E27FC236}">
                <a16:creationId xmlns:a16="http://schemas.microsoft.com/office/drawing/2014/main" id="{24CAE48F-1AB9-528F-E1F8-EF0059A1982A}"/>
              </a:ext>
            </a:extLst>
          </p:cNvPr>
          <p:cNvSpPr/>
          <p:nvPr/>
        </p:nvSpPr>
        <p:spPr>
          <a:xfrm>
            <a:off x="4399280" y="3596640"/>
            <a:ext cx="3393440" cy="7315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50655E"/>
                </a:solidFill>
                <a:effectLst/>
                <a:latin typeface="Arial" panose="020B0604020202020204" pitchFamily="34" charset="0"/>
              </a:rPr>
              <a:t>OWNER ROLE</a:t>
            </a:r>
          </a:p>
          <a:p>
            <a:pPr algn="l">
              <a:buNone/>
            </a:pPr>
            <a:r>
              <a:rPr lang="en-US" sz="1600">
                <a:solidFill>
                  <a:srgbClr val="173F35"/>
                </a:solidFill>
                <a:effectLst/>
                <a:latin typeface="Arial" panose="020B0604020202020204" pitchFamily="34" charset="0"/>
              </a:rPr>
              <a:t>Professional, privacy, accessibility and safety reviewers</a:t>
            </a:r>
            <a:endParaRPr lang="en-US"/>
          </a:p>
        </p:txBody>
      </p:sp>
      <p:sp>
        <p:nvSpPr>
          <p:cNvPr id="26128" name="Gate 2 required artifact">
            <a:extLst>
              <a:ext uri="{FF2B5EF4-FFF2-40B4-BE49-F238E27FC236}">
                <a16:creationId xmlns:a16="http://schemas.microsoft.com/office/drawing/2014/main" id="{6758C7BC-2569-1264-1744-24DA2B84AF99}"/>
              </a:ext>
            </a:extLst>
          </p:cNvPr>
          <p:cNvSpPr/>
          <p:nvPr/>
        </p:nvSpPr>
        <p:spPr>
          <a:xfrm>
            <a:off x="4399280" y="4648200"/>
            <a:ext cx="3393440" cy="10058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50655E"/>
                </a:solidFill>
                <a:effectLst/>
                <a:latin typeface="Arial" panose="020B0604020202020204" pitchFamily="34" charset="0"/>
              </a:rPr>
              <a:t>REQUIRED ARTIFACT</a:t>
            </a:r>
          </a:p>
          <a:p>
            <a:pPr algn="l">
              <a:buNone/>
            </a:pPr>
            <a:r>
              <a:rPr lang="en-US" sz="1600">
                <a:solidFill>
                  <a:srgbClr val="173F35"/>
                </a:solidFill>
                <a:effectLst/>
                <a:latin typeface="Arial" panose="020B0604020202020204" pitchFamily="34" charset="0"/>
              </a:rPr>
              <a:t>Task/comprehension, accessibility, safety/privacy and professional acceptance</a:t>
            </a:r>
            <a:endParaRPr lang="en-US"/>
          </a:p>
        </p:txBody>
      </p:sp>
      <p:sp>
        <p:nvSpPr>
          <p:cNvPr id="26137" name="Gate 3 name">
            <a:extLst>
              <a:ext uri="{FF2B5EF4-FFF2-40B4-BE49-F238E27FC236}">
                <a16:creationId xmlns:a16="http://schemas.microsoft.com/office/drawing/2014/main" id="{1EC3B07F-B9A2-2BB3-DCA5-5AE65F8F3704}"/>
              </a:ext>
            </a:extLst>
          </p:cNvPr>
          <p:cNvSpPr/>
          <p:nvPr/>
        </p:nvSpPr>
        <p:spPr>
          <a:xfrm>
            <a:off x="8188960" y="2377440"/>
            <a:ext cx="33934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Value, recovery
and release</a:t>
            </a:r>
            <a:endParaRPr lang="en-US"/>
          </a:p>
        </p:txBody>
      </p:sp>
      <p:sp>
        <p:nvSpPr>
          <p:cNvPr id="26147" name="Gate 3 statement">
            <a:extLst>
              <a:ext uri="{FF2B5EF4-FFF2-40B4-BE49-F238E27FC236}">
                <a16:creationId xmlns:a16="http://schemas.microsoft.com/office/drawing/2014/main" id="{E5C30A7F-FB48-8151-D812-E1BD4D814E87}"/>
              </a:ext>
            </a:extLst>
          </p:cNvPr>
          <p:cNvSpPr/>
          <p:nvPr/>
        </p:nvSpPr>
        <p:spPr>
          <a:xfrm>
            <a:off x="8188960" y="2971800"/>
            <a:ext cx="339344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Measured value, cost, recovery and explicit release decision</a:t>
            </a:r>
          </a:p>
          <a:p>
            <a:pPr algn="l">
              <a:buNone/>
            </a:pPr>
            <a:r>
              <a:rPr lang="en-US" sz="100">
                <a:effectLst/>
              </a:rPr>
              <a:t> </a:t>
            </a:r>
            <a:endParaRPr lang="en-US"/>
          </a:p>
        </p:txBody>
      </p:sp>
      <p:sp>
        <p:nvSpPr>
          <p:cNvPr id="26158" name="Gate 3 owner role">
            <a:extLst>
              <a:ext uri="{FF2B5EF4-FFF2-40B4-BE49-F238E27FC236}">
                <a16:creationId xmlns:a16="http://schemas.microsoft.com/office/drawing/2014/main" id="{A193C884-6AC9-F0CA-B3A8-D0CBF57E0716}"/>
              </a:ext>
            </a:extLst>
          </p:cNvPr>
          <p:cNvSpPr/>
          <p:nvPr/>
        </p:nvSpPr>
        <p:spPr>
          <a:xfrm>
            <a:off x="8188960" y="3596640"/>
            <a:ext cx="3393440"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50655E"/>
                </a:solidFill>
                <a:effectLst/>
                <a:latin typeface="Arial" panose="020B0604020202020204" pitchFamily="34" charset="0"/>
              </a:rPr>
              <a:t>OWNER ROLE</a:t>
            </a:r>
          </a:p>
          <a:p>
            <a:pPr algn="l">
              <a:buNone/>
            </a:pPr>
            <a:r>
              <a:rPr lang="en-US" sz="1600">
                <a:solidFill>
                  <a:srgbClr val="173F35"/>
                </a:solidFill>
                <a:effectLst/>
                <a:latin typeface="Arial" panose="020B0604020202020204" pitchFamily="34" charset="0"/>
              </a:rPr>
              <a:t>Programme and Finance</a:t>
            </a:r>
            <a:endParaRPr lang="en-US"/>
          </a:p>
        </p:txBody>
      </p:sp>
      <p:sp>
        <p:nvSpPr>
          <p:cNvPr id="26170" name="Gate 3 required artifact">
            <a:extLst>
              <a:ext uri="{FF2B5EF4-FFF2-40B4-BE49-F238E27FC236}">
                <a16:creationId xmlns:a16="http://schemas.microsoft.com/office/drawing/2014/main" id="{2B855706-B07E-2CF8-5D06-A701BD5AD5E0}"/>
              </a:ext>
            </a:extLst>
          </p:cNvPr>
          <p:cNvSpPr/>
          <p:nvPr/>
        </p:nvSpPr>
        <p:spPr>
          <a:xfrm>
            <a:off x="8188960" y="4648200"/>
            <a:ext cx="3393440" cy="10058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50655E"/>
                </a:solidFill>
                <a:effectLst/>
                <a:latin typeface="Arial" panose="020B0604020202020204" pitchFamily="34" charset="0"/>
              </a:rPr>
              <a:t>REQUIRED ARTIFACT</a:t>
            </a:r>
          </a:p>
          <a:p>
            <a:pPr algn="l">
              <a:buNone/>
            </a:pPr>
            <a:r>
              <a:rPr lang="en-US" sz="1600">
                <a:solidFill>
                  <a:srgbClr val="173F35"/>
                </a:solidFill>
                <a:effectLst/>
                <a:latin typeface="Arial" panose="020B0604020202020204" pitchFamily="34" charset="0"/>
              </a:rPr>
              <a:t>Measured value and cost against the comparator, recovery test, explicit release decision</a:t>
            </a:r>
            <a:endParaRPr lang="en-US"/>
          </a:p>
        </p:txBody>
      </p:sp>
    </p:spTree>
    <p:extLst>
      <p:ext uri="{BB962C8B-B14F-4D97-AF65-F5344CB8AC3E}">
        <p14:creationId xmlns:p14="http://schemas.microsoft.com/office/powerpoint/2010/main" val="119623948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5583" name="Eyebrow">
            <a:extLst>
              <a:ext uri="{FF2B5EF4-FFF2-40B4-BE49-F238E27FC236}">
                <a16:creationId xmlns:a16="http://schemas.microsoft.com/office/drawing/2014/main" id="{F0A6DE0D-C658-EE37-0BC1-33DB6043AD61}"/>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B16 · COO / CIO</a:t>
            </a:r>
          </a:p>
          <a:p>
            <a:pPr algn="l">
              <a:buNone/>
            </a:pPr>
            <a:r>
              <a:rPr lang="en-US" sz="100">
                <a:effectLst/>
              </a:rPr>
              <a:t> </a:t>
            </a:r>
            <a:endParaRPr lang="en-US"/>
          </a:p>
        </p:txBody>
      </p:sp>
      <p:sp>
        <p:nvSpPr>
          <p:cNvPr id="5660" name="Slide title">
            <a:extLst>
              <a:ext uri="{FF2B5EF4-FFF2-40B4-BE49-F238E27FC236}">
                <a16:creationId xmlns:a16="http://schemas.microsoft.com/office/drawing/2014/main" id="{5CB7FB11-92A5-226E-D167-74986ACDEC62}"/>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What happens if the model, cloud or deployment fails?</a:t>
            </a:r>
          </a:p>
          <a:p>
            <a:pPr algn="l">
              <a:buNone/>
            </a:pPr>
            <a:r>
              <a:rPr lang="en-US" sz="100">
                <a:effectLst/>
              </a:rPr>
              <a:t> </a:t>
            </a:r>
            <a:endParaRPr lang="en-US"/>
          </a:p>
        </p:txBody>
      </p:sp>
      <p:sp>
        <p:nvSpPr>
          <p:cNvPr id="5738" name="Footer sources">
            <a:extLst>
              <a:ext uri="{FF2B5EF4-FFF2-40B4-BE49-F238E27FC236}">
                <a16:creationId xmlns:a16="http://schemas.microsoft.com/office/drawing/2014/main" id="{3B846072-4A41-8910-9942-C1C38274986F}"/>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E06 · E07 · E13</a:t>
            </a:r>
          </a:p>
          <a:p>
            <a:pPr algn="l">
              <a:buNone/>
            </a:pPr>
            <a:r>
              <a:rPr lang="en-US" sz="100">
                <a:effectLst/>
              </a:rPr>
              <a:t> </a:t>
            </a:r>
            <a:endParaRPr lang="en-US"/>
          </a:p>
        </p:txBody>
      </p:sp>
      <p:sp>
        <p:nvSpPr>
          <p:cNvPr id="5817" name="Footer navigation">
            <a:extLst>
              <a:ext uri="{FF2B5EF4-FFF2-40B4-BE49-F238E27FC236}">
                <a16:creationId xmlns:a16="http://schemas.microsoft.com/office/drawing/2014/main" id="{2AABD992-9061-A81E-1698-EF12FCD8432E}"/>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B16 · Index: slide 27</a:t>
            </a:r>
            <a:endParaRPr lang="en-US"/>
          </a:p>
        </p:txBody>
      </p:sp>
      <p:sp>
        <p:nvSpPr>
          <p:cNvPr id="5897" name="Return pill">
            <a:extLst>
              <a:ext uri="{FF2B5EF4-FFF2-40B4-BE49-F238E27FC236}">
                <a16:creationId xmlns:a16="http://schemas.microsoft.com/office/drawing/2014/main" id="{860C7FFF-91A4-9275-EE74-B0404A968B88}"/>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S17 · slide 20</a:t>
            </a:r>
            <a:endParaRPr lang="en-US"/>
          </a:p>
        </p:txBody>
      </p:sp>
      <p:sp>
        <p:nvSpPr>
          <p:cNvPr id="24461" name="Diagram subtitle">
            <a:extLst>
              <a:ext uri="{FF2B5EF4-FFF2-40B4-BE49-F238E27FC236}">
                <a16:creationId xmlns:a16="http://schemas.microsoft.com/office/drawing/2014/main" id="{C8A68FE3-88AF-8E43-7A3D-8F61CF0F79AA}"/>
              </a:ext>
            </a:extLst>
          </p:cNvPr>
          <p:cNvSpPr/>
          <p:nvPr/>
        </p:nvSpPr>
        <p:spPr>
          <a:xfrm>
            <a:off x="548640" y="1325880"/>
            <a:ext cx="11094720" cy="500786"/>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50655E"/>
                </a:solidFill>
                <a:effectLst/>
                <a:latin typeface="Arial" panose="020B0604020202020204" pitchFamily="34" charset="0"/>
              </a:rPr>
              <a:t>Resilience is configured in the architecture; whole-system recovery drills are the next milestone.</a:t>
            </a:r>
            <a:endParaRPr lang="en-US"/>
          </a:p>
        </p:txBody>
      </p:sp>
      <p:sp>
        <p:nvSpPr>
          <p:cNvPr id="24463" name="Card Access + secrets">
            <a:extLst>
              <a:ext uri="{FF2B5EF4-FFF2-40B4-BE49-F238E27FC236}">
                <a16:creationId xmlns:a16="http://schemas.microsoft.com/office/drawing/2014/main" id="{813507E7-85A6-373B-A03C-FBE0ED48CE85}"/>
              </a:ext>
            </a:extLst>
          </p:cNvPr>
          <p:cNvSpPr/>
          <p:nvPr/>
        </p:nvSpPr>
        <p:spPr>
          <a:xfrm>
            <a:off x="548640" y="1828800"/>
            <a:ext cx="3467100" cy="161544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466" name="Access + secrets title">
            <a:extLst>
              <a:ext uri="{FF2B5EF4-FFF2-40B4-BE49-F238E27FC236}">
                <a16:creationId xmlns:a16="http://schemas.microsoft.com/office/drawing/2014/main" id="{92928608-9064-FF80-DE4B-DFC91C91AE26}"/>
              </a:ext>
            </a:extLst>
          </p:cNvPr>
          <p:cNvSpPr/>
          <p:nvPr/>
        </p:nvSpPr>
        <p:spPr>
          <a:xfrm>
            <a:off x="1085088" y="1866900"/>
            <a:ext cx="2915412" cy="52120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Access + secrets</a:t>
            </a:r>
          </a:p>
          <a:p>
            <a:pPr algn="l">
              <a:buNone/>
            </a:pPr>
            <a:r>
              <a:rPr lang="en-US" sz="100">
                <a:effectLst/>
              </a:rPr>
              <a:t> </a:t>
            </a:r>
            <a:endParaRPr lang="en-US"/>
          </a:p>
        </p:txBody>
      </p:sp>
      <p:sp>
        <p:nvSpPr>
          <p:cNvPr id="24470" name="Access + secrets body">
            <a:extLst>
              <a:ext uri="{FF2B5EF4-FFF2-40B4-BE49-F238E27FC236}">
                <a16:creationId xmlns:a16="http://schemas.microsoft.com/office/drawing/2014/main" id="{CDE09086-FBFA-13B2-B5DE-8A691D1D241D}"/>
              </a:ext>
            </a:extLst>
          </p:cNvPr>
          <p:cNvSpPr/>
          <p:nvPr/>
        </p:nvSpPr>
        <p:spPr>
          <a:xfrm>
            <a:off x="563880" y="2365248"/>
            <a:ext cx="343662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Entra and managed identities</a:t>
            </a:r>
          </a:p>
          <a:p>
            <a:pPr algn="l">
              <a:buNone/>
            </a:pPr>
            <a:r>
              <a:rPr lang="en-US" sz="1600">
                <a:solidFill>
                  <a:srgbClr val="173F35"/>
                </a:solidFill>
                <a:effectLst/>
                <a:latin typeface="Arial" panose="020B0604020202020204" pitchFamily="34" charset="0"/>
              </a:rPr>
              <a:t>Key Vault secret references</a:t>
            </a:r>
          </a:p>
          <a:p>
            <a:pPr algn="l">
              <a:buNone/>
            </a:pPr>
            <a:r>
              <a:rPr lang="en-US" sz="1600">
                <a:solidFill>
                  <a:srgbClr val="173F35"/>
                </a:solidFill>
                <a:effectLst/>
                <a:latin typeface="Arial" panose="020B0604020202020204" pitchFamily="34" charset="0"/>
              </a:rPr>
              <a:t>Private backing services</a:t>
            </a:r>
            <a:endParaRPr lang="en-US"/>
          </a:p>
        </p:txBody>
      </p:sp>
      <p:sp>
        <p:nvSpPr>
          <p:cNvPr id="24475" name="Card Runtime + releases">
            <a:extLst>
              <a:ext uri="{FF2B5EF4-FFF2-40B4-BE49-F238E27FC236}">
                <a16:creationId xmlns:a16="http://schemas.microsoft.com/office/drawing/2014/main" id="{777BF9CB-BADD-D589-C156-65D9B4AF145B}"/>
              </a:ext>
            </a:extLst>
          </p:cNvPr>
          <p:cNvSpPr/>
          <p:nvPr/>
        </p:nvSpPr>
        <p:spPr>
          <a:xfrm>
            <a:off x="4362450" y="1828800"/>
            <a:ext cx="3467100" cy="161544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481" name="Runtime + releases title">
            <a:extLst>
              <a:ext uri="{FF2B5EF4-FFF2-40B4-BE49-F238E27FC236}">
                <a16:creationId xmlns:a16="http://schemas.microsoft.com/office/drawing/2014/main" id="{006FFFE0-5A2B-5A93-C2BA-BFEC0A3E18E3}"/>
              </a:ext>
            </a:extLst>
          </p:cNvPr>
          <p:cNvSpPr/>
          <p:nvPr/>
        </p:nvSpPr>
        <p:spPr>
          <a:xfrm>
            <a:off x="4898898" y="1866900"/>
            <a:ext cx="2915412" cy="52120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Runtime + releases</a:t>
            </a:r>
          </a:p>
          <a:p>
            <a:pPr algn="l">
              <a:buNone/>
            </a:pPr>
            <a:r>
              <a:rPr lang="en-US" sz="100">
                <a:effectLst/>
              </a:rPr>
              <a:t> </a:t>
            </a:r>
            <a:endParaRPr lang="en-US"/>
          </a:p>
        </p:txBody>
      </p:sp>
      <p:sp>
        <p:nvSpPr>
          <p:cNvPr id="24488" name="Runtime + releases body">
            <a:extLst>
              <a:ext uri="{FF2B5EF4-FFF2-40B4-BE49-F238E27FC236}">
                <a16:creationId xmlns:a16="http://schemas.microsoft.com/office/drawing/2014/main" id="{5F93FA91-1713-15DA-A365-CD12B1A7E4A6}"/>
              </a:ext>
            </a:extLst>
          </p:cNvPr>
          <p:cNvSpPr/>
          <p:nvPr/>
        </p:nvSpPr>
        <p:spPr>
          <a:xfrm>
            <a:off x="4377690" y="2365248"/>
            <a:ext cx="343662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Container Apps / pinned images</a:t>
            </a:r>
          </a:p>
          <a:p>
            <a:pPr algn="l">
              <a:buNone/>
            </a:pPr>
            <a:r>
              <a:rPr lang="en-US" sz="1600">
                <a:solidFill>
                  <a:srgbClr val="173F35"/>
                </a:solidFill>
                <a:effectLst/>
                <a:latin typeface="Arial" panose="020B0604020202020204" pitchFamily="34" charset="0"/>
              </a:rPr>
              <a:t>Registry and CI checks</a:t>
            </a:r>
          </a:p>
          <a:p>
            <a:pPr algn="l">
              <a:buNone/>
            </a:pPr>
            <a:r>
              <a:rPr lang="en-US" sz="1600">
                <a:solidFill>
                  <a:srgbClr val="173F35"/>
                </a:solidFill>
                <a:effectLst/>
                <a:latin typeface="Arial" panose="020B0604020202020204" pitchFamily="34" charset="0"/>
              </a:rPr>
              <a:t>Controlled rollout + rollback</a:t>
            </a:r>
            <a:endParaRPr lang="en-US"/>
          </a:p>
        </p:txBody>
      </p:sp>
      <p:sp>
        <p:nvSpPr>
          <p:cNvPr id="24496" name="Card Observe + budget">
            <a:extLst>
              <a:ext uri="{FF2B5EF4-FFF2-40B4-BE49-F238E27FC236}">
                <a16:creationId xmlns:a16="http://schemas.microsoft.com/office/drawing/2014/main" id="{B4967B09-40E3-E8E1-BBEA-063B8AB59E15}"/>
              </a:ext>
            </a:extLst>
          </p:cNvPr>
          <p:cNvSpPr/>
          <p:nvPr/>
        </p:nvSpPr>
        <p:spPr>
          <a:xfrm>
            <a:off x="8176260" y="1828800"/>
            <a:ext cx="3467100" cy="161544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505" name="Observe + budget title">
            <a:extLst>
              <a:ext uri="{FF2B5EF4-FFF2-40B4-BE49-F238E27FC236}">
                <a16:creationId xmlns:a16="http://schemas.microsoft.com/office/drawing/2014/main" id="{C22A7883-17E7-5F68-F7C1-01F7677B4E26}"/>
              </a:ext>
            </a:extLst>
          </p:cNvPr>
          <p:cNvSpPr/>
          <p:nvPr/>
        </p:nvSpPr>
        <p:spPr>
          <a:xfrm>
            <a:off x="8712708" y="1866900"/>
            <a:ext cx="2915412" cy="52120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Observe + budget</a:t>
            </a:r>
          </a:p>
          <a:p>
            <a:pPr algn="l">
              <a:buNone/>
            </a:pPr>
            <a:r>
              <a:rPr lang="en-US" sz="100">
                <a:effectLst/>
              </a:rPr>
              <a:t> </a:t>
            </a:r>
            <a:endParaRPr lang="en-US"/>
          </a:p>
        </p:txBody>
      </p:sp>
      <p:sp>
        <p:nvSpPr>
          <p:cNvPr id="24515" name="Observe + budget body">
            <a:extLst>
              <a:ext uri="{FF2B5EF4-FFF2-40B4-BE49-F238E27FC236}">
                <a16:creationId xmlns:a16="http://schemas.microsoft.com/office/drawing/2014/main" id="{B7C3F927-B1FA-68A3-B91D-E94BC96916D3}"/>
              </a:ext>
            </a:extLst>
          </p:cNvPr>
          <p:cNvSpPr/>
          <p:nvPr/>
        </p:nvSpPr>
        <p:spPr>
          <a:xfrm>
            <a:off x="8191500" y="2365248"/>
            <a:ext cx="3436620" cy="1066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Monitor / Log Analytics
Scoped allowance + usage
Budget alerts warn; hard stops are designed.</a:t>
            </a:r>
            <a:endParaRPr lang="en-US"/>
          </a:p>
        </p:txBody>
      </p:sp>
      <p:sp>
        <p:nvSpPr>
          <p:cNvPr id="24526" name="Evidence required bar">
            <a:extLst>
              <a:ext uri="{FF2B5EF4-FFF2-40B4-BE49-F238E27FC236}">
                <a16:creationId xmlns:a16="http://schemas.microsoft.com/office/drawing/2014/main" id="{E00231A1-2B5D-FF0B-7C24-8443ACC0B961}"/>
              </a:ext>
            </a:extLst>
          </p:cNvPr>
          <p:cNvSpPr/>
          <p:nvPr/>
        </p:nvSpPr>
        <p:spPr>
          <a:xfrm>
            <a:off x="548640" y="3672840"/>
            <a:ext cx="7280910" cy="208788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538" name="Owned manual route lane">
            <a:extLst>
              <a:ext uri="{FF2B5EF4-FFF2-40B4-BE49-F238E27FC236}">
                <a16:creationId xmlns:a16="http://schemas.microsoft.com/office/drawing/2014/main" id="{99B786CE-0AAF-BEE5-46D6-00566AF9FFC8}"/>
              </a:ext>
            </a:extLst>
          </p:cNvPr>
          <p:cNvSpPr/>
          <p:nvPr/>
        </p:nvSpPr>
        <p:spPr>
          <a:xfrm>
            <a:off x="8176260" y="3672840"/>
            <a:ext cx="3467100" cy="208788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551" name="Evidence bar title">
            <a:extLst>
              <a:ext uri="{FF2B5EF4-FFF2-40B4-BE49-F238E27FC236}">
                <a16:creationId xmlns:a16="http://schemas.microsoft.com/office/drawing/2014/main" id="{97D8A724-DAFF-81F1-0FF2-66F23CA043B0}"/>
              </a:ext>
            </a:extLst>
          </p:cNvPr>
          <p:cNvSpPr/>
          <p:nvPr/>
        </p:nvSpPr>
        <p:spPr>
          <a:xfrm>
            <a:off x="579120" y="3732276"/>
            <a:ext cx="5436870" cy="52120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Evidence required before expansion</a:t>
            </a:r>
          </a:p>
          <a:p>
            <a:pPr algn="l">
              <a:buNone/>
            </a:pPr>
            <a:r>
              <a:rPr lang="en-US" sz="100">
                <a:effectLst/>
              </a:rPr>
              <a:t> </a:t>
            </a:r>
            <a:endParaRPr lang="en-US"/>
          </a:p>
        </p:txBody>
      </p:sp>
      <p:sp>
        <p:nvSpPr>
          <p:cNvPr id="24565" name="Evidence pending pill">
            <a:extLst>
              <a:ext uri="{FF2B5EF4-FFF2-40B4-BE49-F238E27FC236}">
                <a16:creationId xmlns:a16="http://schemas.microsoft.com/office/drawing/2014/main" id="{05BF591F-5EFB-45FB-2CEB-A281DC4ECF62}"/>
              </a:ext>
            </a:extLst>
          </p:cNvPr>
          <p:cNvSpPr/>
          <p:nvPr/>
        </p:nvSpPr>
        <p:spPr>
          <a:xfrm>
            <a:off x="6464046" y="3832860"/>
            <a:ext cx="124358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NEXT GATE</a:t>
            </a:r>
            <a:endParaRPr lang="en-US"/>
          </a:p>
        </p:txBody>
      </p:sp>
      <p:sp>
        <p:nvSpPr>
          <p:cNvPr id="24580" name="Required: Genuine staff sign-in + role denial">
            <a:extLst>
              <a:ext uri="{FF2B5EF4-FFF2-40B4-BE49-F238E27FC236}">
                <a16:creationId xmlns:a16="http://schemas.microsoft.com/office/drawing/2014/main" id="{0BEAB4EC-A172-34F9-9AB5-B0181B1522D8}"/>
              </a:ext>
            </a:extLst>
          </p:cNvPr>
          <p:cNvSpPr/>
          <p:nvPr/>
        </p:nvSpPr>
        <p:spPr>
          <a:xfrm>
            <a:off x="670560" y="4267200"/>
            <a:ext cx="3472815" cy="360680"/>
          </a:xfrm>
          <a:prstGeom prst="rect">
            <a:avLst/>
          </a:prstGeom>
          <a:solidFill>
            <a:srgbClr val="FAF9F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Genuine staff sign-in + role denial</a:t>
            </a:r>
          </a:p>
          <a:p>
            <a:pPr algn="l">
              <a:buNone/>
            </a:pPr>
            <a:r>
              <a:rPr lang="en-US" sz="100">
                <a:effectLst/>
              </a:rPr>
              <a:t> </a:t>
            </a:r>
            <a:endParaRPr lang="en-US"/>
          </a:p>
        </p:txBody>
      </p:sp>
      <p:sp>
        <p:nvSpPr>
          <p:cNvPr id="24596" name="Required: Azure SQL persistence">
            <a:extLst>
              <a:ext uri="{FF2B5EF4-FFF2-40B4-BE49-F238E27FC236}">
                <a16:creationId xmlns:a16="http://schemas.microsoft.com/office/drawing/2014/main" id="{1E9C7CA6-8145-2307-0DCB-14204F60A022}"/>
              </a:ext>
            </a:extLst>
          </p:cNvPr>
          <p:cNvSpPr/>
          <p:nvPr/>
        </p:nvSpPr>
        <p:spPr>
          <a:xfrm>
            <a:off x="670560" y="4627880"/>
            <a:ext cx="3472815" cy="360680"/>
          </a:xfrm>
          <a:prstGeom prst="rect">
            <a:avLst/>
          </a:prstGeom>
          <a:solidFill>
            <a:srgbClr val="FAF9F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Azure SQL persistence</a:t>
            </a:r>
          </a:p>
          <a:p>
            <a:pPr algn="l">
              <a:buNone/>
            </a:pPr>
            <a:r>
              <a:rPr lang="en-US" sz="100">
                <a:effectLst/>
              </a:rPr>
              <a:t> </a:t>
            </a:r>
            <a:endParaRPr lang="en-US"/>
          </a:p>
        </p:txBody>
      </p:sp>
      <p:sp>
        <p:nvSpPr>
          <p:cNvPr id="24613" name="Required: Bounded real-model result">
            <a:extLst>
              <a:ext uri="{FF2B5EF4-FFF2-40B4-BE49-F238E27FC236}">
                <a16:creationId xmlns:a16="http://schemas.microsoft.com/office/drawing/2014/main" id="{FDCE4C2C-1B63-41BD-88C8-C1826C877D0E}"/>
              </a:ext>
            </a:extLst>
          </p:cNvPr>
          <p:cNvSpPr/>
          <p:nvPr/>
        </p:nvSpPr>
        <p:spPr>
          <a:xfrm>
            <a:off x="670560" y="4988560"/>
            <a:ext cx="3472815" cy="360680"/>
          </a:xfrm>
          <a:prstGeom prst="rect">
            <a:avLst/>
          </a:prstGeom>
          <a:solidFill>
            <a:srgbClr val="FAF9F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Bounded real-model result</a:t>
            </a:r>
          </a:p>
          <a:p>
            <a:pPr algn="l">
              <a:buNone/>
            </a:pPr>
            <a:r>
              <a:rPr lang="en-US" sz="100">
                <a:effectLst/>
              </a:rPr>
              <a:t> </a:t>
            </a:r>
            <a:endParaRPr lang="en-US"/>
          </a:p>
        </p:txBody>
      </p:sp>
      <p:sp>
        <p:nvSpPr>
          <p:cNvPr id="24631" name="Required: Restore and recovery drill">
            <a:extLst>
              <a:ext uri="{FF2B5EF4-FFF2-40B4-BE49-F238E27FC236}">
                <a16:creationId xmlns:a16="http://schemas.microsoft.com/office/drawing/2014/main" id="{3D71E01A-0DA5-50AC-5C25-4B1440BAE354}"/>
              </a:ext>
            </a:extLst>
          </p:cNvPr>
          <p:cNvSpPr/>
          <p:nvPr/>
        </p:nvSpPr>
        <p:spPr>
          <a:xfrm>
            <a:off x="4234815" y="4267200"/>
            <a:ext cx="3472815" cy="360680"/>
          </a:xfrm>
          <a:prstGeom prst="rect">
            <a:avLst/>
          </a:prstGeom>
          <a:solidFill>
            <a:srgbClr val="FAF9F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Restore and recovery drill</a:t>
            </a:r>
          </a:p>
          <a:p>
            <a:pPr algn="l">
              <a:buNone/>
            </a:pPr>
            <a:r>
              <a:rPr lang="en-US" sz="100">
                <a:effectLst/>
              </a:rPr>
              <a:t> </a:t>
            </a:r>
            <a:endParaRPr lang="en-US"/>
          </a:p>
        </p:txBody>
      </p:sp>
      <p:sp>
        <p:nvSpPr>
          <p:cNvPr id="24650" name="Required: Human task/comprehension checks">
            <a:extLst>
              <a:ext uri="{FF2B5EF4-FFF2-40B4-BE49-F238E27FC236}">
                <a16:creationId xmlns:a16="http://schemas.microsoft.com/office/drawing/2014/main" id="{B10C4E40-265D-12A8-FD2A-A11182BBE821}"/>
              </a:ext>
            </a:extLst>
          </p:cNvPr>
          <p:cNvSpPr/>
          <p:nvPr/>
        </p:nvSpPr>
        <p:spPr>
          <a:xfrm>
            <a:off x="4234815" y="4627880"/>
            <a:ext cx="3472815" cy="360680"/>
          </a:xfrm>
          <a:prstGeom prst="rect">
            <a:avLst/>
          </a:prstGeom>
          <a:solidFill>
            <a:srgbClr val="FAF9F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Human task/comprehension checks</a:t>
            </a:r>
          </a:p>
          <a:p>
            <a:pPr algn="l">
              <a:buNone/>
            </a:pPr>
            <a:r>
              <a:rPr lang="en-US" sz="100">
                <a:effectLst/>
              </a:rPr>
              <a:t> </a:t>
            </a:r>
            <a:endParaRPr lang="en-US"/>
          </a:p>
        </p:txBody>
      </p:sp>
      <p:sp>
        <p:nvSpPr>
          <p:cNvPr id="24670" name="Required: Current cost + processing terms">
            <a:extLst>
              <a:ext uri="{FF2B5EF4-FFF2-40B4-BE49-F238E27FC236}">
                <a16:creationId xmlns:a16="http://schemas.microsoft.com/office/drawing/2014/main" id="{F4693400-30C9-E1FC-92E0-57FFB2CE87B7}"/>
              </a:ext>
            </a:extLst>
          </p:cNvPr>
          <p:cNvSpPr/>
          <p:nvPr/>
        </p:nvSpPr>
        <p:spPr>
          <a:xfrm>
            <a:off x="4234815" y="4988560"/>
            <a:ext cx="3472815" cy="360680"/>
          </a:xfrm>
          <a:prstGeom prst="rect">
            <a:avLst/>
          </a:prstGeom>
          <a:solidFill>
            <a:srgbClr val="FAF9F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Current cost + processing terms</a:t>
            </a:r>
          </a:p>
          <a:p>
            <a:pPr algn="l">
              <a:buNone/>
            </a:pPr>
            <a:r>
              <a:rPr lang="en-US" sz="100">
                <a:effectLst/>
              </a:rPr>
              <a:t> </a:t>
            </a:r>
            <a:endParaRPr lang="en-US"/>
          </a:p>
        </p:txBody>
      </p:sp>
      <p:sp>
        <p:nvSpPr>
          <p:cNvPr id="24691" name="Statement 3">
            <a:extLst>
              <a:ext uri="{FF2B5EF4-FFF2-40B4-BE49-F238E27FC236}">
                <a16:creationId xmlns:a16="http://schemas.microsoft.com/office/drawing/2014/main" id="{EDCD9E67-B195-CFEC-AAEA-DB3675FF71EB}"/>
              </a:ext>
            </a:extLst>
          </p:cNvPr>
          <p:cNvSpPr/>
          <p:nvPr/>
        </p:nvSpPr>
        <p:spPr>
          <a:xfrm>
            <a:off x="579120" y="5349240"/>
            <a:ext cx="703707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Restart proven; full restore drill is the next milestone</a:t>
            </a:r>
            <a:endParaRPr lang="en-US"/>
          </a:p>
        </p:txBody>
      </p:sp>
      <p:sp>
        <p:nvSpPr>
          <p:cNvPr id="24713" name="Owned manual route pill">
            <a:extLst>
              <a:ext uri="{FF2B5EF4-FFF2-40B4-BE49-F238E27FC236}">
                <a16:creationId xmlns:a16="http://schemas.microsoft.com/office/drawing/2014/main" id="{7DE0643D-F078-1B68-9853-B7F8D4F31FF1}"/>
              </a:ext>
            </a:extLst>
          </p:cNvPr>
          <p:cNvSpPr/>
          <p:nvPr/>
        </p:nvSpPr>
        <p:spPr>
          <a:xfrm>
            <a:off x="8298180" y="3566160"/>
            <a:ext cx="2551176"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OWNED MANUAL ROUTE</a:t>
            </a:r>
          </a:p>
          <a:p>
            <a:pPr algn="ctr">
              <a:buNone/>
            </a:pPr>
            <a:r>
              <a:rPr lang="en-US" sz="100">
                <a:effectLst/>
              </a:rPr>
              <a:t> </a:t>
            </a:r>
            <a:endParaRPr lang="en-US"/>
          </a:p>
        </p:txBody>
      </p:sp>
      <p:sp>
        <p:nvSpPr>
          <p:cNvPr id="24736" name="Manual route statements">
            <a:extLst>
              <a:ext uri="{FF2B5EF4-FFF2-40B4-BE49-F238E27FC236}">
                <a16:creationId xmlns:a16="http://schemas.microsoft.com/office/drawing/2014/main" id="{A10FD64A-2586-6021-1225-50F46302DAD8}"/>
              </a:ext>
            </a:extLst>
          </p:cNvPr>
          <p:cNvSpPr/>
          <p:nvPr/>
        </p:nvSpPr>
        <p:spPr>
          <a:xfrm>
            <a:off x="8206740" y="3931920"/>
            <a:ext cx="3406140" cy="1798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No approval from failure or stale evidence</a:t>
            </a:r>
          </a:p>
          <a:p>
            <a:pPr algn="l">
              <a:buNone/>
            </a:pPr>
            <a:r>
              <a:rPr lang="en-US" sz="1600" b="1">
                <a:solidFill>
                  <a:srgbClr val="173F35"/>
                </a:solidFill>
                <a:effectLst/>
                <a:latin typeface="Arial" panose="020B0604020202020204" pitchFamily="34" charset="0"/>
              </a:rPr>
              <a:t>Owned manual work and independent safety handling</a:t>
            </a:r>
          </a:p>
          <a:p>
            <a:pPr algn="l">
              <a:buNone/>
            </a:pPr>
            <a:r>
              <a:rPr lang="en-US" sz="1600">
                <a:solidFill>
                  <a:srgbClr val="173F35"/>
                </a:solidFill>
                <a:effectLst/>
                <a:latin typeface="Arial" panose="020B0604020202020204" pitchFamily="34" charset="0"/>
              </a:rPr>
              <a:t>Keep manual and safety routes independent; do not relax private controls to rescue a demo.</a:t>
            </a:r>
            <a:endParaRPr lang="en-US"/>
          </a:p>
        </p:txBody>
      </p:sp>
      <p:sp>
        <p:nvSpPr>
          <p:cNvPr id="24760" name="Legend">
            <a:extLst>
              <a:ext uri="{FF2B5EF4-FFF2-40B4-BE49-F238E27FC236}">
                <a16:creationId xmlns:a16="http://schemas.microsoft.com/office/drawing/2014/main" id="{C54E7026-85FE-8DF7-253B-20550A22A39A}"/>
              </a:ext>
            </a:extLst>
          </p:cNvPr>
          <p:cNvSpPr/>
          <p:nvPr/>
        </p:nvSpPr>
        <p:spPr>
          <a:xfrm>
            <a:off x="548640" y="5806440"/>
            <a:ext cx="60655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Columns are concerns, not request hops · Amber = next milestone</a:t>
            </a:r>
            <a:endParaRPr lang="en-US"/>
          </a:p>
        </p:txBody>
      </p:sp>
      <p:sp>
        <p:nvSpPr>
          <p:cNvPr id="24785" name="Diagram status pill">
            <a:extLst>
              <a:ext uri="{FF2B5EF4-FFF2-40B4-BE49-F238E27FC236}">
                <a16:creationId xmlns:a16="http://schemas.microsoft.com/office/drawing/2014/main" id="{FB9A641D-E388-5AC8-3B9A-4949064BC816}"/>
              </a:ext>
            </a:extLst>
          </p:cNvPr>
          <p:cNvSpPr/>
          <p:nvPr/>
        </p:nvSpPr>
        <p:spPr>
          <a:xfrm>
            <a:off x="8726424" y="5806440"/>
            <a:ext cx="2916936"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SOURCE VIEW · 23 OCT 2026</a:t>
            </a:r>
            <a:endParaRPr lang="en-US"/>
          </a:p>
        </p:txBody>
      </p:sp>
      <p:pic>
        <p:nvPicPr>
          <p:cNvPr id="24786" name="Azure Key Vault icon" descr="Azure Key Vault icon (official Azure icon)">
            <a:extLst>
              <a:ext uri="{FF2B5EF4-FFF2-40B4-BE49-F238E27FC236}">
                <a16:creationId xmlns:a16="http://schemas.microsoft.com/office/drawing/2014/main" id="{42F5E51E-5783-58C2-CC9A-22AB6E9C9803}"/>
              </a:ext>
            </a:extLst>
          </p:cNvPr>
          <p:cNvPicPr>
            <a:picLocks noChangeAspect="1"/>
          </p:cNvPicPr>
          <p:nvPr/>
        </p:nvPicPr>
        <p:blipFill>
          <a:blip r:embed="rId3"/>
          <a:stretch>
            <a:fillRect/>
          </a:stretch>
        </p:blipFill>
        <p:spPr>
          <a:xfrm>
            <a:off x="655320" y="1935480"/>
            <a:ext cx="384048" cy="384048"/>
          </a:xfrm>
          <a:prstGeom prst="rect">
            <a:avLst/>
          </a:prstGeom>
        </p:spPr>
      </p:pic>
      <p:pic>
        <p:nvPicPr>
          <p:cNvPr id="24787" name="Azure Container Apps icon" descr="Azure Container Apps icon (official Azure icon)">
            <a:extLst>
              <a:ext uri="{FF2B5EF4-FFF2-40B4-BE49-F238E27FC236}">
                <a16:creationId xmlns:a16="http://schemas.microsoft.com/office/drawing/2014/main" id="{B9DA6489-F99F-7EC3-BC27-0F4D4C36ECEA}"/>
              </a:ext>
            </a:extLst>
          </p:cNvPr>
          <p:cNvPicPr>
            <a:picLocks noChangeAspect="1"/>
          </p:cNvPicPr>
          <p:nvPr/>
        </p:nvPicPr>
        <p:blipFill>
          <a:blip r:embed="rId4"/>
          <a:stretch>
            <a:fillRect/>
          </a:stretch>
        </p:blipFill>
        <p:spPr>
          <a:xfrm>
            <a:off x="4469130" y="1935480"/>
            <a:ext cx="384048" cy="384048"/>
          </a:xfrm>
          <a:prstGeom prst="rect">
            <a:avLst/>
          </a:prstGeom>
        </p:spPr>
      </p:pic>
      <p:pic>
        <p:nvPicPr>
          <p:cNvPr id="24788" name="Azure Monitor icon" descr="Azure Monitor icon (official Azure icon)">
            <a:extLst>
              <a:ext uri="{FF2B5EF4-FFF2-40B4-BE49-F238E27FC236}">
                <a16:creationId xmlns:a16="http://schemas.microsoft.com/office/drawing/2014/main" id="{F37F9080-641E-201B-812C-9AD5047B6F76}"/>
              </a:ext>
            </a:extLst>
          </p:cNvPr>
          <p:cNvPicPr>
            <a:picLocks noChangeAspect="1"/>
          </p:cNvPicPr>
          <p:nvPr/>
        </p:nvPicPr>
        <p:blipFill>
          <a:blip r:embed="rId5"/>
          <a:stretch>
            <a:fillRect/>
          </a:stretch>
        </p:blipFill>
        <p:spPr>
          <a:xfrm>
            <a:off x="8282940" y="1935480"/>
            <a:ext cx="384048" cy="384048"/>
          </a:xfrm>
          <a:prstGeom prst="rect">
            <a:avLst/>
          </a:prstGeom>
        </p:spPr>
      </p:pic>
    </p:spTree>
    <p:extLst>
      <p:ext uri="{BB962C8B-B14F-4D97-AF65-F5344CB8AC3E}">
        <p14:creationId xmlns:p14="http://schemas.microsoft.com/office/powerpoint/2010/main" val="228924212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5978" name="Eyebrow">
            <a:extLst>
              <a:ext uri="{FF2B5EF4-FFF2-40B4-BE49-F238E27FC236}">
                <a16:creationId xmlns:a16="http://schemas.microsoft.com/office/drawing/2014/main" id="{E60CC179-82B1-F34F-E811-64D9645E3C24}"/>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B17 · CEO / SPONSOR</a:t>
            </a:r>
          </a:p>
          <a:p>
            <a:pPr algn="l">
              <a:buNone/>
            </a:pPr>
            <a:r>
              <a:rPr lang="en-US" sz="100">
                <a:effectLst/>
              </a:rPr>
              <a:t> </a:t>
            </a:r>
            <a:endParaRPr lang="en-US"/>
          </a:p>
        </p:txBody>
      </p:sp>
      <p:sp>
        <p:nvSpPr>
          <p:cNvPr id="6060" name="Slide title">
            <a:extLst>
              <a:ext uri="{FF2B5EF4-FFF2-40B4-BE49-F238E27FC236}">
                <a16:creationId xmlns:a16="http://schemas.microsoft.com/office/drawing/2014/main" id="{DB42EF90-5BE4-5B33-2C08-E8A55839670A}"/>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When can we go live and who owns the next step?</a:t>
            </a:r>
          </a:p>
          <a:p>
            <a:pPr algn="l">
              <a:buNone/>
            </a:pPr>
            <a:r>
              <a:rPr lang="en-US" sz="100">
                <a:effectLst/>
              </a:rPr>
              <a:t> </a:t>
            </a:r>
            <a:endParaRPr lang="en-US"/>
          </a:p>
        </p:txBody>
      </p:sp>
      <p:sp>
        <p:nvSpPr>
          <p:cNvPr id="6143" name="Footer sources">
            <a:extLst>
              <a:ext uri="{FF2B5EF4-FFF2-40B4-BE49-F238E27FC236}">
                <a16:creationId xmlns:a16="http://schemas.microsoft.com/office/drawing/2014/main" id="{C14BB521-63E4-D031-1028-10CF3F72E819}"/>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E02 · E11 · E13</a:t>
            </a:r>
          </a:p>
          <a:p>
            <a:pPr algn="l">
              <a:buNone/>
            </a:pPr>
            <a:r>
              <a:rPr lang="en-US" sz="100">
                <a:effectLst/>
              </a:rPr>
              <a:t> </a:t>
            </a:r>
            <a:endParaRPr lang="en-US"/>
          </a:p>
        </p:txBody>
      </p:sp>
      <p:sp>
        <p:nvSpPr>
          <p:cNvPr id="6227" name="Footer navigation">
            <a:extLst>
              <a:ext uri="{FF2B5EF4-FFF2-40B4-BE49-F238E27FC236}">
                <a16:creationId xmlns:a16="http://schemas.microsoft.com/office/drawing/2014/main" id="{2D13FC0A-FACE-F7D2-1CB0-D3482495D84E}"/>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B17 · Index: slide 27</a:t>
            </a:r>
            <a:endParaRPr lang="en-US"/>
          </a:p>
        </p:txBody>
      </p:sp>
      <p:sp>
        <p:nvSpPr>
          <p:cNvPr id="6312" name="Return pill">
            <a:extLst>
              <a:ext uri="{FF2B5EF4-FFF2-40B4-BE49-F238E27FC236}">
                <a16:creationId xmlns:a16="http://schemas.microsoft.com/office/drawing/2014/main" id="{D1B4D03A-7867-5E10-6B51-05F9FF12D1FA}"/>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S20 · slide 23</a:t>
            </a:r>
            <a:endParaRPr lang="en-US"/>
          </a:p>
        </p:txBody>
      </p:sp>
      <p:sp>
        <p:nvSpPr>
          <p:cNvPr id="24789" name="Statement 1">
            <a:extLst>
              <a:ext uri="{FF2B5EF4-FFF2-40B4-BE49-F238E27FC236}">
                <a16:creationId xmlns:a16="http://schemas.microsoft.com/office/drawing/2014/main" id="{9EA952B9-8B76-4988-321F-BCD44CB6A7C6}"/>
              </a:ext>
            </a:extLst>
          </p:cNvPr>
          <p:cNvSpPr/>
          <p:nvPr/>
        </p:nvSpPr>
        <p:spPr>
          <a:xfrm>
            <a:off x="548640" y="1508760"/>
            <a:ext cx="8662416" cy="52120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Dependency-led plan: dates follow the gates</a:t>
            </a:r>
            <a:endParaRPr lang="en-US"/>
          </a:p>
        </p:txBody>
      </p:sp>
      <p:sp>
        <p:nvSpPr>
          <p:cNvPr id="24791" name="All steps pending pill">
            <a:extLst>
              <a:ext uri="{FF2B5EF4-FFF2-40B4-BE49-F238E27FC236}">
                <a16:creationId xmlns:a16="http://schemas.microsoft.com/office/drawing/2014/main" id="{F10D71BF-EFDC-8788-24BD-B02635581D04}"/>
              </a:ext>
            </a:extLst>
          </p:cNvPr>
          <p:cNvSpPr/>
          <p:nvPr/>
        </p:nvSpPr>
        <p:spPr>
          <a:xfrm>
            <a:off x="9393936" y="1609344"/>
            <a:ext cx="224942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SEQUENCED PLAN</a:t>
            </a:r>
            <a:endParaRPr lang="en-US"/>
          </a:p>
        </p:txBody>
      </p:sp>
      <p:sp>
        <p:nvSpPr>
          <p:cNvPr id="24794" name="Sequence label">
            <a:extLst>
              <a:ext uri="{FF2B5EF4-FFF2-40B4-BE49-F238E27FC236}">
                <a16:creationId xmlns:a16="http://schemas.microsoft.com/office/drawing/2014/main" id="{C6AA446A-9685-C64F-F51E-B70C95B9815F}"/>
              </a:ext>
            </a:extLst>
          </p:cNvPr>
          <p:cNvSpPr/>
          <p:nvPr/>
        </p:nvSpPr>
        <p:spPr>
          <a:xfrm>
            <a:off x="457200" y="2075688"/>
            <a:ext cx="38404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READINESS SEQUENCE</a:t>
            </a:r>
          </a:p>
          <a:p>
            <a:pPr algn="l">
              <a:buNone/>
            </a:pPr>
            <a:r>
              <a:rPr lang="en-US" sz="100">
                <a:effectLst/>
              </a:rPr>
              <a:t> </a:t>
            </a:r>
            <a:endParaRPr lang="en-US"/>
          </a:p>
        </p:txBody>
      </p:sp>
      <p:sp>
        <p:nvSpPr>
          <p:cNvPr id="24798" name="Owner label">
            <a:extLst>
              <a:ext uri="{FF2B5EF4-FFF2-40B4-BE49-F238E27FC236}">
                <a16:creationId xmlns:a16="http://schemas.microsoft.com/office/drawing/2014/main" id="{7BFAF4B3-8C89-C852-EAC7-6E35D5AC9D60}"/>
              </a:ext>
            </a:extLst>
          </p:cNvPr>
          <p:cNvSpPr/>
          <p:nvPr/>
        </p:nvSpPr>
        <p:spPr>
          <a:xfrm>
            <a:off x="4297680" y="2075688"/>
            <a:ext cx="22402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OWNER</a:t>
            </a:r>
          </a:p>
          <a:p>
            <a:pPr algn="l">
              <a:buNone/>
            </a:pPr>
            <a:r>
              <a:rPr lang="en-US" sz="100">
                <a:effectLst/>
              </a:rPr>
              <a:t> </a:t>
            </a:r>
            <a:endParaRPr lang="en-US"/>
          </a:p>
        </p:txBody>
      </p:sp>
      <p:sp>
        <p:nvSpPr>
          <p:cNvPr id="24803" name="Step 1 number">
            <a:extLst>
              <a:ext uri="{FF2B5EF4-FFF2-40B4-BE49-F238E27FC236}">
                <a16:creationId xmlns:a16="http://schemas.microsoft.com/office/drawing/2014/main" id="{33BC9ADF-80E6-E46A-2CD0-64FB69EEF468}"/>
              </a:ext>
            </a:extLst>
          </p:cNvPr>
          <p:cNvSpPr/>
          <p:nvPr/>
        </p:nvSpPr>
        <p:spPr>
          <a:xfrm>
            <a:off x="548640" y="2441448"/>
            <a:ext cx="457200" cy="45720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800" b="1">
                <a:solidFill>
                  <a:srgbClr val="FAF9F6"/>
                </a:solidFill>
                <a:effectLst/>
                <a:latin typeface="Arial" panose="020B0604020202020204" pitchFamily="34" charset="0"/>
              </a:rPr>
              <a:t>1</a:t>
            </a:r>
          </a:p>
          <a:p>
            <a:pPr algn="ctr">
              <a:buNone/>
            </a:pPr>
            <a:r>
              <a:rPr lang="en-US" sz="100">
                <a:effectLst/>
              </a:rPr>
              <a:t> </a:t>
            </a:r>
            <a:endParaRPr lang="en-US"/>
          </a:p>
        </p:txBody>
      </p:sp>
      <p:sp>
        <p:nvSpPr>
          <p:cNvPr id="24809" name="Step 1 Agreed validation scope">
            <a:extLst>
              <a:ext uri="{FF2B5EF4-FFF2-40B4-BE49-F238E27FC236}">
                <a16:creationId xmlns:a16="http://schemas.microsoft.com/office/drawing/2014/main" id="{8724D9C4-38E8-5D42-AA7B-E3845EAFBEFF}"/>
              </a:ext>
            </a:extLst>
          </p:cNvPr>
          <p:cNvSpPr/>
          <p:nvPr/>
        </p:nvSpPr>
        <p:spPr>
          <a:xfrm>
            <a:off x="1005840" y="2441448"/>
            <a:ext cx="3200400" cy="45720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Agreed validation scope</a:t>
            </a:r>
          </a:p>
          <a:p>
            <a:pPr algn="l">
              <a:buNone/>
            </a:pPr>
            <a:r>
              <a:rPr lang="en-US" sz="100">
                <a:effectLst/>
              </a:rPr>
              <a:t> </a:t>
            </a:r>
            <a:endParaRPr lang="en-US"/>
          </a:p>
        </p:txBody>
      </p:sp>
      <p:sp>
        <p:nvSpPr>
          <p:cNvPr id="24816" name="Owner Programme">
            <a:extLst>
              <a:ext uri="{FF2B5EF4-FFF2-40B4-BE49-F238E27FC236}">
                <a16:creationId xmlns:a16="http://schemas.microsoft.com/office/drawing/2014/main" id="{3424E8F1-A7A3-18B3-8C37-9CCB9E82C861}"/>
              </a:ext>
            </a:extLst>
          </p:cNvPr>
          <p:cNvSpPr/>
          <p:nvPr/>
        </p:nvSpPr>
        <p:spPr>
          <a:xfrm>
            <a:off x="4297680" y="2441448"/>
            <a:ext cx="2331720" cy="45720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Programme</a:t>
            </a:r>
          </a:p>
          <a:p>
            <a:pPr algn="l">
              <a:buNone/>
            </a:pPr>
            <a:r>
              <a:rPr lang="en-US" sz="100">
                <a:effectLst/>
              </a:rPr>
              <a:t> </a:t>
            </a:r>
            <a:endParaRPr lang="en-US"/>
          </a:p>
        </p:txBody>
      </p:sp>
      <p:sp>
        <p:nvSpPr>
          <p:cNvPr id="24824" name="Depends 1-&gt;2">
            <a:extLst>
              <a:ext uri="{FF2B5EF4-FFF2-40B4-BE49-F238E27FC236}">
                <a16:creationId xmlns:a16="http://schemas.microsoft.com/office/drawing/2014/main" id="{3AF0DB07-B4FA-248D-3EC1-BCCAA0E4242B}"/>
              </a:ext>
            </a:extLst>
          </p:cNvPr>
          <p:cNvSpPr/>
          <p:nvPr/>
        </p:nvSpPr>
        <p:spPr>
          <a:xfrm>
            <a:off x="662940" y="2921508"/>
            <a:ext cx="228600" cy="137160"/>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833" name="Step 2 number">
            <a:extLst>
              <a:ext uri="{FF2B5EF4-FFF2-40B4-BE49-F238E27FC236}">
                <a16:creationId xmlns:a16="http://schemas.microsoft.com/office/drawing/2014/main" id="{B2750BFF-730F-D4CD-E21B-3DFA7D16403F}"/>
              </a:ext>
            </a:extLst>
          </p:cNvPr>
          <p:cNvSpPr/>
          <p:nvPr/>
        </p:nvSpPr>
        <p:spPr>
          <a:xfrm>
            <a:off x="548640" y="3081528"/>
            <a:ext cx="457200" cy="45720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800" b="1">
                <a:solidFill>
                  <a:srgbClr val="FAF9F6"/>
                </a:solidFill>
                <a:effectLst/>
                <a:latin typeface="Arial" panose="020B0604020202020204" pitchFamily="34" charset="0"/>
              </a:rPr>
              <a:t>2</a:t>
            </a:r>
          </a:p>
          <a:p>
            <a:pPr algn="ctr">
              <a:buNone/>
            </a:pPr>
            <a:r>
              <a:rPr lang="en-US" sz="100">
                <a:effectLst/>
              </a:rPr>
              <a:t> </a:t>
            </a:r>
            <a:endParaRPr lang="en-US"/>
          </a:p>
        </p:txBody>
      </p:sp>
      <p:sp>
        <p:nvSpPr>
          <p:cNvPr id="24843" name="Step 2 Refreshed cost">
            <a:extLst>
              <a:ext uri="{FF2B5EF4-FFF2-40B4-BE49-F238E27FC236}">
                <a16:creationId xmlns:a16="http://schemas.microsoft.com/office/drawing/2014/main" id="{F3959E92-D63B-0EAF-2712-CAC0198613EF}"/>
              </a:ext>
            </a:extLst>
          </p:cNvPr>
          <p:cNvSpPr/>
          <p:nvPr/>
        </p:nvSpPr>
        <p:spPr>
          <a:xfrm>
            <a:off x="1005840" y="3081528"/>
            <a:ext cx="3200400" cy="45720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Refreshed cost</a:t>
            </a:r>
          </a:p>
          <a:p>
            <a:pPr algn="l">
              <a:buNone/>
            </a:pPr>
            <a:r>
              <a:rPr lang="en-US" sz="100">
                <a:effectLst/>
              </a:rPr>
              <a:t> </a:t>
            </a:r>
            <a:endParaRPr lang="en-US"/>
          </a:p>
        </p:txBody>
      </p:sp>
      <p:sp>
        <p:nvSpPr>
          <p:cNvPr id="24854" name="Owner Finance">
            <a:extLst>
              <a:ext uri="{FF2B5EF4-FFF2-40B4-BE49-F238E27FC236}">
                <a16:creationId xmlns:a16="http://schemas.microsoft.com/office/drawing/2014/main" id="{C880399A-4E4E-5AAE-4F19-14D1CB468CCF}"/>
              </a:ext>
            </a:extLst>
          </p:cNvPr>
          <p:cNvSpPr/>
          <p:nvPr/>
        </p:nvSpPr>
        <p:spPr>
          <a:xfrm>
            <a:off x="4297680" y="3081528"/>
            <a:ext cx="2331720" cy="45720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Finance</a:t>
            </a:r>
          </a:p>
          <a:p>
            <a:pPr algn="l">
              <a:buNone/>
            </a:pPr>
            <a:r>
              <a:rPr lang="en-US" sz="100">
                <a:effectLst/>
              </a:rPr>
              <a:t> </a:t>
            </a:r>
            <a:endParaRPr lang="en-US"/>
          </a:p>
        </p:txBody>
      </p:sp>
      <p:sp>
        <p:nvSpPr>
          <p:cNvPr id="24866" name="Depends 2-&gt;3">
            <a:extLst>
              <a:ext uri="{FF2B5EF4-FFF2-40B4-BE49-F238E27FC236}">
                <a16:creationId xmlns:a16="http://schemas.microsoft.com/office/drawing/2014/main" id="{19A4543B-9195-105E-3106-885F4313ADFF}"/>
              </a:ext>
            </a:extLst>
          </p:cNvPr>
          <p:cNvSpPr/>
          <p:nvPr/>
        </p:nvSpPr>
        <p:spPr>
          <a:xfrm>
            <a:off x="662940" y="3561588"/>
            <a:ext cx="228600" cy="137160"/>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879" name="Step 3 number">
            <a:extLst>
              <a:ext uri="{FF2B5EF4-FFF2-40B4-BE49-F238E27FC236}">
                <a16:creationId xmlns:a16="http://schemas.microsoft.com/office/drawing/2014/main" id="{0D330312-D87B-D19A-21CF-DE57A1A8FD6D}"/>
              </a:ext>
            </a:extLst>
          </p:cNvPr>
          <p:cNvSpPr/>
          <p:nvPr/>
        </p:nvSpPr>
        <p:spPr>
          <a:xfrm>
            <a:off x="548640" y="3721608"/>
            <a:ext cx="457200" cy="45720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800" b="1">
                <a:solidFill>
                  <a:srgbClr val="FAF9F6"/>
                </a:solidFill>
                <a:effectLst/>
                <a:latin typeface="Arial" panose="020B0604020202020204" pitchFamily="34" charset="0"/>
              </a:rPr>
              <a:t>3</a:t>
            </a:r>
          </a:p>
          <a:p>
            <a:pPr algn="ctr">
              <a:buNone/>
            </a:pPr>
            <a:r>
              <a:rPr lang="en-US" sz="100">
                <a:effectLst/>
              </a:rPr>
              <a:t> </a:t>
            </a:r>
            <a:endParaRPr lang="en-US"/>
          </a:p>
        </p:txBody>
      </p:sp>
      <p:sp>
        <p:nvSpPr>
          <p:cNvPr id="24893" name="Step 3 Deployment prerequisites">
            <a:extLst>
              <a:ext uri="{FF2B5EF4-FFF2-40B4-BE49-F238E27FC236}">
                <a16:creationId xmlns:a16="http://schemas.microsoft.com/office/drawing/2014/main" id="{1ACE9A32-D3B2-0992-3498-0112D37EDF7B}"/>
              </a:ext>
            </a:extLst>
          </p:cNvPr>
          <p:cNvSpPr/>
          <p:nvPr/>
        </p:nvSpPr>
        <p:spPr>
          <a:xfrm>
            <a:off x="1005840" y="3721608"/>
            <a:ext cx="3200400" cy="45720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Deployment prerequisites</a:t>
            </a:r>
          </a:p>
          <a:p>
            <a:pPr algn="l">
              <a:buNone/>
            </a:pPr>
            <a:r>
              <a:rPr lang="en-US" sz="100">
                <a:effectLst/>
              </a:rPr>
              <a:t> </a:t>
            </a:r>
            <a:endParaRPr lang="en-US"/>
          </a:p>
        </p:txBody>
      </p:sp>
      <p:sp>
        <p:nvSpPr>
          <p:cNvPr id="24908" name="Owner Technical owner">
            <a:extLst>
              <a:ext uri="{FF2B5EF4-FFF2-40B4-BE49-F238E27FC236}">
                <a16:creationId xmlns:a16="http://schemas.microsoft.com/office/drawing/2014/main" id="{59CA2ACC-383A-20B8-D648-6242B5203EB8}"/>
              </a:ext>
            </a:extLst>
          </p:cNvPr>
          <p:cNvSpPr/>
          <p:nvPr/>
        </p:nvSpPr>
        <p:spPr>
          <a:xfrm>
            <a:off x="4297680" y="3721608"/>
            <a:ext cx="2331720" cy="45720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Technical owner</a:t>
            </a:r>
          </a:p>
          <a:p>
            <a:pPr algn="l">
              <a:buNone/>
            </a:pPr>
            <a:r>
              <a:rPr lang="en-US" sz="100">
                <a:effectLst/>
              </a:rPr>
              <a:t> </a:t>
            </a:r>
            <a:endParaRPr lang="en-US"/>
          </a:p>
        </p:txBody>
      </p:sp>
      <p:sp>
        <p:nvSpPr>
          <p:cNvPr id="24924" name="Depends 3-&gt;4">
            <a:extLst>
              <a:ext uri="{FF2B5EF4-FFF2-40B4-BE49-F238E27FC236}">
                <a16:creationId xmlns:a16="http://schemas.microsoft.com/office/drawing/2014/main" id="{DA21C99F-2709-8350-9AB5-F260998CFB0F}"/>
              </a:ext>
            </a:extLst>
          </p:cNvPr>
          <p:cNvSpPr/>
          <p:nvPr/>
        </p:nvSpPr>
        <p:spPr>
          <a:xfrm>
            <a:off x="662940" y="4201668"/>
            <a:ext cx="228600" cy="137160"/>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941" name="Step 4 number">
            <a:extLst>
              <a:ext uri="{FF2B5EF4-FFF2-40B4-BE49-F238E27FC236}">
                <a16:creationId xmlns:a16="http://schemas.microsoft.com/office/drawing/2014/main" id="{BCB68579-94BE-AD88-C6EC-4AECD6625CF0}"/>
              </a:ext>
            </a:extLst>
          </p:cNvPr>
          <p:cNvSpPr/>
          <p:nvPr/>
        </p:nvSpPr>
        <p:spPr>
          <a:xfrm>
            <a:off x="548640" y="4361688"/>
            <a:ext cx="457200" cy="45720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800" b="1">
                <a:solidFill>
                  <a:srgbClr val="FAF9F6"/>
                </a:solidFill>
                <a:effectLst/>
                <a:latin typeface="Arial" panose="020B0604020202020204" pitchFamily="34" charset="0"/>
              </a:rPr>
              <a:t>4</a:t>
            </a:r>
          </a:p>
          <a:p>
            <a:pPr algn="ctr">
              <a:buNone/>
            </a:pPr>
            <a:r>
              <a:rPr lang="en-US" sz="100">
                <a:effectLst/>
              </a:rPr>
              <a:t> </a:t>
            </a:r>
            <a:endParaRPr lang="en-US"/>
          </a:p>
        </p:txBody>
      </p:sp>
      <p:sp>
        <p:nvSpPr>
          <p:cNvPr id="24959" name="Step 4 Finite test authorised">
            <a:extLst>
              <a:ext uri="{FF2B5EF4-FFF2-40B4-BE49-F238E27FC236}">
                <a16:creationId xmlns:a16="http://schemas.microsoft.com/office/drawing/2014/main" id="{CFAE7B85-313F-4401-D449-AA1C075FFB5E}"/>
              </a:ext>
            </a:extLst>
          </p:cNvPr>
          <p:cNvSpPr/>
          <p:nvPr/>
        </p:nvSpPr>
        <p:spPr>
          <a:xfrm>
            <a:off x="1005840" y="4361688"/>
            <a:ext cx="3200400" cy="45720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Finite test authorised</a:t>
            </a:r>
          </a:p>
          <a:p>
            <a:pPr algn="l">
              <a:buNone/>
            </a:pPr>
            <a:r>
              <a:rPr lang="en-US" sz="100">
                <a:effectLst/>
              </a:rPr>
              <a:t> </a:t>
            </a:r>
            <a:endParaRPr lang="en-US"/>
          </a:p>
        </p:txBody>
      </p:sp>
      <p:sp>
        <p:nvSpPr>
          <p:cNvPr id="24978" name="Owner Control reviewers">
            <a:extLst>
              <a:ext uri="{FF2B5EF4-FFF2-40B4-BE49-F238E27FC236}">
                <a16:creationId xmlns:a16="http://schemas.microsoft.com/office/drawing/2014/main" id="{12B692A6-1866-C593-601C-00C0676D9C4A}"/>
              </a:ext>
            </a:extLst>
          </p:cNvPr>
          <p:cNvSpPr/>
          <p:nvPr/>
        </p:nvSpPr>
        <p:spPr>
          <a:xfrm>
            <a:off x="4297680" y="4361688"/>
            <a:ext cx="2331720" cy="45720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Programme + Finance</a:t>
            </a:r>
            <a:endParaRPr lang="en-US"/>
          </a:p>
        </p:txBody>
      </p:sp>
      <p:sp>
        <p:nvSpPr>
          <p:cNvPr id="24998" name="Depends 4-&gt;5">
            <a:extLst>
              <a:ext uri="{FF2B5EF4-FFF2-40B4-BE49-F238E27FC236}">
                <a16:creationId xmlns:a16="http://schemas.microsoft.com/office/drawing/2014/main" id="{F12D63D4-8291-E0D9-E57C-C79E21082457}"/>
              </a:ext>
            </a:extLst>
          </p:cNvPr>
          <p:cNvSpPr/>
          <p:nvPr/>
        </p:nvSpPr>
        <p:spPr>
          <a:xfrm>
            <a:off x="662940" y="4841748"/>
            <a:ext cx="228600" cy="137160"/>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019" name="Step 5 number">
            <a:extLst>
              <a:ext uri="{FF2B5EF4-FFF2-40B4-BE49-F238E27FC236}">
                <a16:creationId xmlns:a16="http://schemas.microsoft.com/office/drawing/2014/main" id="{5FD59AE6-7E92-E286-B614-A8348F7B3AD0}"/>
              </a:ext>
            </a:extLst>
          </p:cNvPr>
          <p:cNvSpPr/>
          <p:nvPr/>
        </p:nvSpPr>
        <p:spPr>
          <a:xfrm>
            <a:off x="548640" y="5001768"/>
            <a:ext cx="457200" cy="45720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800" b="1">
                <a:solidFill>
                  <a:srgbClr val="FAF9F6"/>
                </a:solidFill>
                <a:effectLst/>
                <a:latin typeface="Arial" panose="020B0604020202020204" pitchFamily="34" charset="0"/>
              </a:rPr>
              <a:t>5</a:t>
            </a:r>
          </a:p>
          <a:p>
            <a:pPr algn="ctr">
              <a:buNone/>
            </a:pPr>
            <a:r>
              <a:rPr lang="en-US" sz="100">
                <a:effectLst/>
              </a:rPr>
              <a:t> </a:t>
            </a:r>
            <a:endParaRPr lang="en-US"/>
          </a:p>
        </p:txBody>
      </p:sp>
      <p:sp>
        <p:nvSpPr>
          <p:cNvPr id="25041" name="Step 5 Dates set">
            <a:extLst>
              <a:ext uri="{FF2B5EF4-FFF2-40B4-BE49-F238E27FC236}">
                <a16:creationId xmlns:a16="http://schemas.microsoft.com/office/drawing/2014/main" id="{575E853D-1D09-DCC1-76CD-60E6720CAB44}"/>
              </a:ext>
            </a:extLst>
          </p:cNvPr>
          <p:cNvSpPr/>
          <p:nvPr/>
        </p:nvSpPr>
        <p:spPr>
          <a:xfrm>
            <a:off x="1005840" y="5001768"/>
            <a:ext cx="3200400" cy="45720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Dates set</a:t>
            </a:r>
          </a:p>
          <a:p>
            <a:pPr algn="l">
              <a:buNone/>
            </a:pPr>
            <a:r>
              <a:rPr lang="en-US" sz="100">
                <a:effectLst/>
              </a:rPr>
              <a:t> </a:t>
            </a:r>
            <a:endParaRPr lang="en-US"/>
          </a:p>
        </p:txBody>
      </p:sp>
      <p:sp>
        <p:nvSpPr>
          <p:cNvPr id="25064" name="Statement 2 card">
            <a:extLst>
              <a:ext uri="{FF2B5EF4-FFF2-40B4-BE49-F238E27FC236}">
                <a16:creationId xmlns:a16="http://schemas.microsoft.com/office/drawing/2014/main" id="{53578DA2-1157-6305-9E3B-FAF74453C944}"/>
              </a:ext>
            </a:extLst>
          </p:cNvPr>
          <p:cNvSpPr/>
          <p:nvPr/>
        </p:nvSpPr>
        <p:spPr>
          <a:xfrm>
            <a:off x="6766560" y="2441448"/>
            <a:ext cx="4876800" cy="109728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088" name="Statement 2">
            <a:extLst>
              <a:ext uri="{FF2B5EF4-FFF2-40B4-BE49-F238E27FC236}">
                <a16:creationId xmlns:a16="http://schemas.microsoft.com/office/drawing/2014/main" id="{BF84BA00-EC72-D3BF-FE89-650FF6DCB034}"/>
              </a:ext>
            </a:extLst>
          </p:cNvPr>
          <p:cNvSpPr/>
          <p:nvPr/>
        </p:nvSpPr>
        <p:spPr>
          <a:xfrm>
            <a:off x="6827520" y="2670048"/>
            <a:ext cx="475488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Programme owns scope; Finance owns spend review</a:t>
            </a:r>
          </a:p>
          <a:p>
            <a:pPr algn="l">
              <a:buNone/>
            </a:pPr>
            <a:r>
              <a:rPr lang="en-US" sz="100">
                <a:effectLst/>
              </a:rPr>
              <a:t> </a:t>
            </a:r>
            <a:endParaRPr lang="en-US"/>
          </a:p>
        </p:txBody>
      </p:sp>
      <p:sp>
        <p:nvSpPr>
          <p:cNvPr id="25113" name="Statement 3 card">
            <a:extLst>
              <a:ext uri="{FF2B5EF4-FFF2-40B4-BE49-F238E27FC236}">
                <a16:creationId xmlns:a16="http://schemas.microsoft.com/office/drawing/2014/main" id="{533EF68A-A425-3A29-79C1-931F3293301A}"/>
              </a:ext>
            </a:extLst>
          </p:cNvPr>
          <p:cNvSpPr/>
          <p:nvPr/>
        </p:nvSpPr>
        <p:spPr>
          <a:xfrm>
            <a:off x="6766560" y="3721608"/>
            <a:ext cx="4876800" cy="109728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139" name="Statement 3">
            <a:extLst>
              <a:ext uri="{FF2B5EF4-FFF2-40B4-BE49-F238E27FC236}">
                <a16:creationId xmlns:a16="http://schemas.microsoft.com/office/drawing/2014/main" id="{655D0F52-0AF7-8BA5-CB3F-06ECD334FC16}"/>
              </a:ext>
            </a:extLst>
          </p:cNvPr>
          <p:cNvSpPr/>
          <p:nvPr/>
        </p:nvSpPr>
        <p:spPr>
          <a:xfrm>
            <a:off x="6827520" y="3950208"/>
            <a:ext cx="475488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Technical and control owners supply acceptance evidence</a:t>
            </a:r>
          </a:p>
          <a:p>
            <a:pPr algn="l">
              <a:buNone/>
            </a:pPr>
            <a:r>
              <a:rPr lang="en-US" sz="100">
                <a:effectLst/>
              </a:rPr>
              <a:t> </a:t>
            </a:r>
            <a:endParaRPr lang="en-US"/>
          </a:p>
        </p:txBody>
      </p:sp>
      <p:sp>
        <p:nvSpPr>
          <p:cNvPr id="25166" name="Later decisions container">
            <a:extLst>
              <a:ext uri="{FF2B5EF4-FFF2-40B4-BE49-F238E27FC236}">
                <a16:creationId xmlns:a16="http://schemas.microsoft.com/office/drawing/2014/main" id="{A77C95A8-5430-1B34-68BC-B2B8D974E02C}"/>
              </a:ext>
            </a:extLst>
          </p:cNvPr>
          <p:cNvSpPr/>
          <p:nvPr/>
        </p:nvSpPr>
        <p:spPr>
          <a:xfrm>
            <a:off x="6766560" y="5001768"/>
            <a:ext cx="4876800" cy="987552"/>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194" name="Later decisions label">
            <a:extLst>
              <a:ext uri="{FF2B5EF4-FFF2-40B4-BE49-F238E27FC236}">
                <a16:creationId xmlns:a16="http://schemas.microsoft.com/office/drawing/2014/main" id="{E73C449A-658E-8BC3-BC20-9A10867D3793}"/>
              </a:ext>
            </a:extLst>
          </p:cNvPr>
          <p:cNvSpPr/>
          <p:nvPr/>
        </p:nvSpPr>
        <p:spPr>
          <a:xfrm>
            <a:off x="6797040" y="5047488"/>
            <a:ext cx="481584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LATER, SEPARATE DECISIONS</a:t>
            </a:r>
          </a:p>
          <a:p>
            <a:pPr algn="l">
              <a:buNone/>
            </a:pPr>
            <a:r>
              <a:rPr lang="en-US" sz="100">
                <a:effectLst/>
              </a:rPr>
              <a:t> </a:t>
            </a:r>
            <a:endParaRPr lang="en-US"/>
          </a:p>
        </p:txBody>
      </p:sp>
      <p:sp>
        <p:nvSpPr>
          <p:cNvPr id="25223" name="Decision commercial pilot">
            <a:extLst>
              <a:ext uri="{FF2B5EF4-FFF2-40B4-BE49-F238E27FC236}">
                <a16:creationId xmlns:a16="http://schemas.microsoft.com/office/drawing/2014/main" id="{0941E211-6303-2669-AD72-115069B413AA}"/>
              </a:ext>
            </a:extLst>
          </p:cNvPr>
          <p:cNvSpPr/>
          <p:nvPr/>
        </p:nvSpPr>
        <p:spPr>
          <a:xfrm>
            <a:off x="6888480" y="5413248"/>
            <a:ext cx="2247900" cy="438912"/>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Commercial pilot</a:t>
            </a:r>
          </a:p>
          <a:p>
            <a:pPr algn="ctr">
              <a:buNone/>
            </a:pPr>
            <a:r>
              <a:rPr lang="en-US" sz="100">
                <a:effectLst/>
              </a:rPr>
              <a:t> </a:t>
            </a:r>
            <a:endParaRPr lang="en-US"/>
          </a:p>
        </p:txBody>
      </p:sp>
      <p:sp>
        <p:nvSpPr>
          <p:cNvPr id="25253" name="Decision operational release">
            <a:extLst>
              <a:ext uri="{FF2B5EF4-FFF2-40B4-BE49-F238E27FC236}">
                <a16:creationId xmlns:a16="http://schemas.microsoft.com/office/drawing/2014/main" id="{E62E39A0-5FAA-B27D-4B7F-EEA4D3198096}"/>
              </a:ext>
            </a:extLst>
          </p:cNvPr>
          <p:cNvSpPr/>
          <p:nvPr/>
        </p:nvSpPr>
        <p:spPr>
          <a:xfrm>
            <a:off x="9273540" y="5413248"/>
            <a:ext cx="2247900" cy="438912"/>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Operational release</a:t>
            </a:r>
          </a:p>
          <a:p>
            <a:pPr algn="ctr">
              <a:buNone/>
            </a:pPr>
            <a:r>
              <a:rPr lang="en-US" sz="100">
                <a:effectLst/>
              </a:rPr>
              <a:t> </a:t>
            </a:r>
            <a:endParaRPr lang="en-US"/>
          </a:p>
        </p:txBody>
      </p:sp>
      <p:sp>
        <p:nvSpPr>
          <p:cNvPr id="25284" name="Dates set to later decisions">
            <a:extLst>
              <a:ext uri="{FF2B5EF4-FFF2-40B4-BE49-F238E27FC236}">
                <a16:creationId xmlns:a16="http://schemas.microsoft.com/office/drawing/2014/main" id="{A9C48948-A583-AA73-64A3-D39E144479C6}"/>
              </a:ext>
            </a:extLst>
          </p:cNvPr>
          <p:cNvSpPr/>
          <p:nvPr/>
        </p:nvSpPr>
        <p:spPr>
          <a:xfrm>
            <a:off x="4251960" y="5116068"/>
            <a:ext cx="2468880" cy="228600"/>
          </a:xfrm>
          <a:prstGeom prst="rightArrow">
            <a:avLst/>
          </a:prstGeom>
          <a:solidFill>
            <a:srgbClr val="FAF9F6"/>
          </a:solidFill>
          <a:ln w="158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329491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6398" name="Eyebrow">
            <a:extLst>
              <a:ext uri="{FF2B5EF4-FFF2-40B4-BE49-F238E27FC236}">
                <a16:creationId xmlns:a16="http://schemas.microsoft.com/office/drawing/2014/main" id="{F3C77B1B-FE63-DD5E-804F-B30260DDA65B}"/>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B18 · ANY EXECUTIVE</a:t>
            </a:r>
          </a:p>
          <a:p>
            <a:pPr algn="l">
              <a:buNone/>
            </a:pPr>
            <a:r>
              <a:rPr lang="en-US" sz="100">
                <a:effectLst/>
              </a:rPr>
              <a:t> </a:t>
            </a:r>
            <a:endParaRPr lang="en-US"/>
          </a:p>
        </p:txBody>
      </p:sp>
      <p:sp>
        <p:nvSpPr>
          <p:cNvPr id="6485" name="Slide title">
            <a:extLst>
              <a:ext uri="{FF2B5EF4-FFF2-40B4-BE49-F238E27FC236}">
                <a16:creationId xmlns:a16="http://schemas.microsoft.com/office/drawing/2014/main" id="{EAA443A2-96F3-4C7B-8CBD-708E75E19E0D}"/>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Can you demonstrate a new live action right now?</a:t>
            </a:r>
          </a:p>
          <a:p>
            <a:pPr algn="l">
              <a:buNone/>
            </a:pPr>
            <a:r>
              <a:rPr lang="en-US" sz="100">
                <a:effectLst/>
              </a:rPr>
              <a:t> </a:t>
            </a:r>
            <a:endParaRPr lang="en-US"/>
          </a:p>
        </p:txBody>
      </p:sp>
      <p:sp>
        <p:nvSpPr>
          <p:cNvPr id="6573" name="Footer sources">
            <a:extLst>
              <a:ext uri="{FF2B5EF4-FFF2-40B4-BE49-F238E27FC236}">
                <a16:creationId xmlns:a16="http://schemas.microsoft.com/office/drawing/2014/main" id="{9FF838CD-4222-374D-0E42-2DE648124B05}"/>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E07 · E13</a:t>
            </a:r>
          </a:p>
          <a:p>
            <a:pPr algn="l">
              <a:buNone/>
            </a:pPr>
            <a:r>
              <a:rPr lang="en-US" sz="100">
                <a:effectLst/>
              </a:rPr>
              <a:t> </a:t>
            </a:r>
            <a:endParaRPr lang="en-US"/>
          </a:p>
        </p:txBody>
      </p:sp>
      <p:sp>
        <p:nvSpPr>
          <p:cNvPr id="6662" name="Footer navigation">
            <a:extLst>
              <a:ext uri="{FF2B5EF4-FFF2-40B4-BE49-F238E27FC236}">
                <a16:creationId xmlns:a16="http://schemas.microsoft.com/office/drawing/2014/main" id="{E45CC79F-0C35-81A5-380F-8859352951AA}"/>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B18 · Index: slide 27</a:t>
            </a:r>
            <a:endParaRPr lang="en-US"/>
          </a:p>
        </p:txBody>
      </p:sp>
      <p:sp>
        <p:nvSpPr>
          <p:cNvPr id="6752" name="Return pill">
            <a:extLst>
              <a:ext uri="{FF2B5EF4-FFF2-40B4-BE49-F238E27FC236}">
                <a16:creationId xmlns:a16="http://schemas.microsoft.com/office/drawing/2014/main" id="{5CA2E0AF-3EF2-FCCA-6631-4D1D1D374C8B}"/>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S22 · slide 25</a:t>
            </a:r>
            <a:endParaRPr lang="en-US"/>
          </a:p>
        </p:txBody>
      </p:sp>
      <p:sp>
        <p:nvSpPr>
          <p:cNvPr id="25285" name="Demo boundary card">
            <a:extLst>
              <a:ext uri="{FF2B5EF4-FFF2-40B4-BE49-F238E27FC236}">
                <a16:creationId xmlns:a16="http://schemas.microsoft.com/office/drawing/2014/main" id="{6CAC68C5-4195-18C3-F61D-147A47F466A6}"/>
              </a:ext>
            </a:extLst>
          </p:cNvPr>
          <p:cNvSpPr/>
          <p:nvPr/>
        </p:nvSpPr>
        <p:spPr>
          <a:xfrm>
            <a:off x="548640" y="1874520"/>
            <a:ext cx="3962400" cy="397764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287" name="Route label">
            <a:extLst>
              <a:ext uri="{FF2B5EF4-FFF2-40B4-BE49-F238E27FC236}">
                <a16:creationId xmlns:a16="http://schemas.microsoft.com/office/drawing/2014/main" id="{2D20FF59-8079-78BF-3007-E22FB1C4DA95}"/>
              </a:ext>
            </a:extLst>
          </p:cNvPr>
          <p:cNvSpPr/>
          <p:nvPr/>
        </p:nvSpPr>
        <p:spPr>
          <a:xfrm>
            <a:off x="4968240" y="1485900"/>
            <a:ext cx="67665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DEMO ROUTE, CONFIRMED AT PREFLIGHT</a:t>
            </a:r>
          </a:p>
          <a:p>
            <a:pPr algn="l">
              <a:buNone/>
            </a:pPr>
            <a:r>
              <a:rPr lang="en-US" sz="100">
                <a:effectLst/>
              </a:rPr>
              <a:t> </a:t>
            </a:r>
            <a:endParaRPr lang="en-US"/>
          </a:p>
        </p:txBody>
      </p:sp>
      <p:sp>
        <p:nvSpPr>
          <p:cNvPr id="25290" name="Route L card">
            <a:extLst>
              <a:ext uri="{FF2B5EF4-FFF2-40B4-BE49-F238E27FC236}">
                <a16:creationId xmlns:a16="http://schemas.microsoft.com/office/drawing/2014/main" id="{E62E2CAF-4347-206C-EB3F-4CFC1352B227}"/>
              </a:ext>
            </a:extLst>
          </p:cNvPr>
          <p:cNvSpPr/>
          <p:nvPr/>
        </p:nvSpPr>
        <p:spPr>
          <a:xfrm>
            <a:off x="5059680" y="1874520"/>
            <a:ext cx="6583680" cy="85344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294" name="Route L text">
            <a:extLst>
              <a:ext uri="{FF2B5EF4-FFF2-40B4-BE49-F238E27FC236}">
                <a16:creationId xmlns:a16="http://schemas.microsoft.com/office/drawing/2014/main" id="{22ACE32C-FF00-BAA1-7F22-527A7B7948C0}"/>
              </a:ext>
            </a:extLst>
          </p:cNvPr>
          <p:cNvSpPr/>
          <p:nvPr/>
        </p:nvSpPr>
        <p:spPr>
          <a:xfrm>
            <a:off x="5120640" y="1981200"/>
            <a:ext cx="646176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L · Live, preflight passed</a:t>
            </a:r>
          </a:p>
          <a:p>
            <a:pPr algn="l">
              <a:buNone/>
            </a:pPr>
            <a:r>
              <a:rPr lang="en-US" sz="1600">
                <a:solidFill>
                  <a:srgbClr val="173F35"/>
                </a:solidFill>
                <a:effectLst/>
                <a:latin typeface="Arial" panose="020B0604020202020204" pitchFamily="34" charset="0"/>
              </a:rPr>
              <a:t>Only within the preflighted, authorised demonstration boundary</a:t>
            </a:r>
            <a:endParaRPr lang="en-US"/>
          </a:p>
        </p:txBody>
      </p:sp>
      <p:sp>
        <p:nvSpPr>
          <p:cNvPr id="25299" name="Route E card">
            <a:extLst>
              <a:ext uri="{FF2B5EF4-FFF2-40B4-BE49-F238E27FC236}">
                <a16:creationId xmlns:a16="http://schemas.microsoft.com/office/drawing/2014/main" id="{AD4ACF71-924D-AB72-DC1D-52DBA32AF742}"/>
              </a:ext>
            </a:extLst>
          </p:cNvPr>
          <p:cNvSpPr/>
          <p:nvPr/>
        </p:nvSpPr>
        <p:spPr>
          <a:xfrm>
            <a:off x="5059680" y="2865120"/>
            <a:ext cx="6583680" cy="140208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312" name="Route U card">
            <a:extLst>
              <a:ext uri="{FF2B5EF4-FFF2-40B4-BE49-F238E27FC236}">
                <a16:creationId xmlns:a16="http://schemas.microsoft.com/office/drawing/2014/main" id="{73B1D725-09B8-6A0E-DFA7-A4549BEF2F78}"/>
              </a:ext>
            </a:extLst>
          </p:cNvPr>
          <p:cNvSpPr/>
          <p:nvPr/>
        </p:nvSpPr>
        <p:spPr>
          <a:xfrm>
            <a:off x="5059680" y="4404360"/>
            <a:ext cx="6583680" cy="85344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320" name="Route U text">
            <a:extLst>
              <a:ext uri="{FF2B5EF4-FFF2-40B4-BE49-F238E27FC236}">
                <a16:creationId xmlns:a16="http://schemas.microsoft.com/office/drawing/2014/main" id="{2EA6B6CB-F2F5-37A9-2634-835D9F046736}"/>
              </a:ext>
            </a:extLst>
          </p:cNvPr>
          <p:cNvSpPr/>
          <p:nvPr/>
        </p:nvSpPr>
        <p:spPr>
          <a:xfrm>
            <a:off x="5120640" y="4511040"/>
            <a:ext cx="646176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U · Unavailable</a:t>
            </a:r>
          </a:p>
          <a:p>
            <a:pPr algn="l">
              <a:buNone/>
            </a:pPr>
            <a:r>
              <a:rPr lang="en-US" sz="1600">
                <a:solidFill>
                  <a:srgbClr val="173F35"/>
                </a:solidFill>
                <a:effectLst/>
                <a:latin typeface="Arial" panose="020B0604020202020204" pitchFamily="34" charset="0"/>
              </a:rPr>
              <a:t>Explain the control instead</a:t>
            </a:r>
            <a:endParaRPr lang="en-US"/>
          </a:p>
        </p:txBody>
      </p:sp>
      <p:sp>
        <p:nvSpPr>
          <p:cNvPr id="25329" name="No silent mock fallback">
            <a:extLst>
              <a:ext uri="{FF2B5EF4-FFF2-40B4-BE49-F238E27FC236}">
                <a16:creationId xmlns:a16="http://schemas.microsoft.com/office/drawing/2014/main" id="{AB9D0C56-C817-A548-5AC3-C3C5B54135A8}"/>
              </a:ext>
            </a:extLst>
          </p:cNvPr>
          <p:cNvSpPr/>
          <p:nvPr/>
        </p:nvSpPr>
        <p:spPr>
          <a:xfrm>
            <a:off x="5059680" y="5394960"/>
            <a:ext cx="6583680" cy="457200"/>
          </a:xfrm>
          <a:prstGeom prst="rect">
            <a:avLst/>
          </a:prstGeom>
          <a:solidFill>
            <a:srgbClr val="FAF9F6"/>
          </a:solidFill>
          <a:ln w="12700">
            <a:solidFill>
              <a:srgbClr val="50655E"/>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  No silent mock fallback</a:t>
            </a:r>
          </a:p>
          <a:p>
            <a:pPr algn="l">
              <a:buNone/>
            </a:pPr>
            <a:r>
              <a:rPr lang="en-US" sz="100">
                <a:effectLst/>
              </a:rPr>
              <a:t> </a:t>
            </a:r>
            <a:endParaRPr lang="en-US"/>
          </a:p>
        </p:txBody>
      </p:sp>
      <p:sp>
        <p:nvSpPr>
          <p:cNvPr id="25339" name="Boundary label">
            <a:extLst>
              <a:ext uri="{FF2B5EF4-FFF2-40B4-BE49-F238E27FC236}">
                <a16:creationId xmlns:a16="http://schemas.microsoft.com/office/drawing/2014/main" id="{E0DC64F6-F1DD-F4F9-F1F6-C1040B226875}"/>
              </a:ext>
            </a:extLst>
          </p:cNvPr>
          <p:cNvSpPr/>
          <p:nvPr/>
        </p:nvSpPr>
        <p:spPr>
          <a:xfrm>
            <a:off x="609600" y="2575560"/>
            <a:ext cx="38404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DEMO BOUNDARY</a:t>
            </a:r>
          </a:p>
          <a:p>
            <a:pPr algn="l">
              <a:buNone/>
            </a:pPr>
            <a:r>
              <a:rPr lang="en-US" sz="100">
                <a:effectLst/>
              </a:rPr>
              <a:t> </a:t>
            </a:r>
            <a:endParaRPr lang="en-US"/>
          </a:p>
        </p:txBody>
      </p:sp>
      <p:sp>
        <p:nvSpPr>
          <p:cNvPr id="25350" name="Boundary statements">
            <a:extLst>
              <a:ext uri="{FF2B5EF4-FFF2-40B4-BE49-F238E27FC236}">
                <a16:creationId xmlns:a16="http://schemas.microsoft.com/office/drawing/2014/main" id="{4F42C3E4-0E85-E34E-8562-3A6BBB47635C}"/>
              </a:ext>
            </a:extLst>
          </p:cNvPr>
          <p:cNvSpPr/>
          <p:nvPr/>
        </p:nvSpPr>
        <p:spPr>
          <a:xfrm>
            <a:off x="609600" y="2964180"/>
            <a:ext cx="3840480" cy="2164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Only pre-authorised, reversible constructed scope</a:t>
            </a:r>
          </a:p>
          <a:p>
            <a:pPr algn="l">
              <a:buNone/>
            </a:pPr>
            <a:r>
              <a:rPr lang="en-US" sz="1800" b="1">
                <a:solidFill>
                  <a:srgbClr val="173F35"/>
                </a:solidFill>
                <a:effectLst/>
                <a:latin typeface="Arial" panose="020B0604020202020204" pitchFamily="34" charset="0"/>
              </a:rPr>
              <a:t>No unplanned role, network, spend or data changes</a:t>
            </a:r>
          </a:p>
          <a:p>
            <a:pPr algn="l">
              <a:buNone/>
            </a:pPr>
            <a:r>
              <a:rPr lang="en-US" sz="1600">
                <a:solidFill>
                  <a:srgbClr val="173F35"/>
                </a:solidFill>
                <a:effectLst/>
                <a:latin typeface="Arial" panose="020B0604020202020204" pitchFamily="34" charset="0"/>
              </a:rPr>
              <a:t>We will not grant a role, bypass private networking, enable assistant authority, submit a grant or send a resident message on the fly.</a:t>
            </a:r>
            <a:endParaRPr lang="en-US"/>
          </a:p>
        </p:txBody>
      </p:sp>
      <p:sp>
        <p:nvSpPr>
          <p:cNvPr id="25362" name="Boundary to route L">
            <a:extLst>
              <a:ext uri="{FF2B5EF4-FFF2-40B4-BE49-F238E27FC236}">
                <a16:creationId xmlns:a16="http://schemas.microsoft.com/office/drawing/2014/main" id="{1DD22ED2-22D8-7121-2343-2960AC4715C9}"/>
              </a:ext>
            </a:extLst>
          </p:cNvPr>
          <p:cNvSpPr/>
          <p:nvPr/>
        </p:nvSpPr>
        <p:spPr>
          <a:xfrm>
            <a:off x="4556760" y="2186940"/>
            <a:ext cx="45720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375" name="Boundary to route E">
            <a:extLst>
              <a:ext uri="{FF2B5EF4-FFF2-40B4-BE49-F238E27FC236}">
                <a16:creationId xmlns:a16="http://schemas.microsoft.com/office/drawing/2014/main" id="{5FAED686-CFEC-2AE0-5234-7B0331E2410B}"/>
              </a:ext>
            </a:extLst>
          </p:cNvPr>
          <p:cNvSpPr/>
          <p:nvPr/>
        </p:nvSpPr>
        <p:spPr>
          <a:xfrm>
            <a:off x="4556760" y="3451860"/>
            <a:ext cx="45720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389" name="Boundary to route U">
            <a:extLst>
              <a:ext uri="{FF2B5EF4-FFF2-40B4-BE49-F238E27FC236}">
                <a16:creationId xmlns:a16="http://schemas.microsoft.com/office/drawing/2014/main" id="{9CC3AC06-2A0B-34AD-0263-4711F23F3CA4}"/>
              </a:ext>
            </a:extLst>
          </p:cNvPr>
          <p:cNvSpPr/>
          <p:nvPr/>
        </p:nvSpPr>
        <p:spPr>
          <a:xfrm>
            <a:off x="4556760" y="4716780"/>
            <a:ext cx="45720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770" name="E route text">
            <a:extLst>
              <a:ext uri="{FF2B5EF4-FFF2-40B4-BE49-F238E27FC236}">
                <a16:creationId xmlns:a16="http://schemas.microsoft.com/office/drawing/2014/main" id="{0928B0E8-A942-4A0A-A60D-180522E15DB1}"/>
              </a:ext>
            </a:extLst>
          </p:cNvPr>
          <p:cNvSpPr/>
          <p:nvPr/>
        </p:nvSpPr>
        <p:spPr>
          <a:xfrm>
            <a:off x="5120640" y="2971800"/>
            <a:ext cx="6461760" cy="11887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E · Recorded walkthrough</a:t>
            </a:r>
          </a:p>
          <a:p>
            <a:pPr algn="l">
              <a:buNone/>
            </a:pPr>
            <a:r>
              <a:rPr lang="en-US" sz="1800" b="1">
                <a:solidFill>
                  <a:srgbClr val="173F35"/>
                </a:solidFill>
                <a:effectLst/>
                <a:latin typeface="Arial" panose="020B0604020202020204" pitchFamily="34" charset="0"/>
              </a:rPr>
              <a:t>Fallback is visibly labelled evidence,</a:t>
            </a:r>
          </a:p>
          <a:p>
            <a:pPr algn="l">
              <a:buNone/>
            </a:pPr>
            <a:r>
              <a:rPr lang="en-US" sz="1800" b="1">
                <a:solidFill>
                  <a:srgbClr val="173F35"/>
                </a:solidFill>
                <a:effectLst/>
                <a:latin typeface="Arial" panose="020B0604020202020204" pitchFamily="34" charset="0"/>
              </a:rPr>
              <a:t>never simulated live proof</a:t>
            </a:r>
          </a:p>
          <a:p>
            <a:pPr algn="l">
              <a:buNone/>
            </a:pPr>
            <a:r>
              <a:rPr lang="en-US" sz="1600">
                <a:solidFill>
                  <a:srgbClr val="173F35"/>
                </a:solidFill>
                <a:effectLst/>
                <a:latin typeface="Arial" panose="020B0604020202020204" pitchFamily="34" charset="0"/>
              </a:rPr>
              <a:t>Switch once; say exactly what it does and does not prove.</a:t>
            </a:r>
            <a:endParaRPr lang="en-US"/>
          </a:p>
        </p:txBody>
      </p:sp>
    </p:spTree>
    <p:extLst>
      <p:ext uri="{BB962C8B-B14F-4D97-AF65-F5344CB8AC3E}">
        <p14:creationId xmlns:p14="http://schemas.microsoft.com/office/powerpoint/2010/main" val="178593151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6843" name="Eyebrow">
            <a:extLst>
              <a:ext uri="{FF2B5EF4-FFF2-40B4-BE49-F238E27FC236}">
                <a16:creationId xmlns:a16="http://schemas.microsoft.com/office/drawing/2014/main" id="{58F82D67-43CE-1617-0664-1058E9A5D205}"/>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B19 · ASSET / SAFETY / CTO</a:t>
            </a:r>
          </a:p>
          <a:p>
            <a:pPr algn="l">
              <a:buNone/>
            </a:pPr>
            <a:r>
              <a:rPr lang="en-US" sz="100">
                <a:effectLst/>
              </a:rPr>
              <a:t> </a:t>
            </a:r>
            <a:endParaRPr lang="en-US"/>
          </a:p>
        </p:txBody>
      </p:sp>
      <p:sp>
        <p:nvSpPr>
          <p:cNvPr id="6935" name="Slide title">
            <a:extLst>
              <a:ext uri="{FF2B5EF4-FFF2-40B4-BE49-F238E27FC236}">
                <a16:creationId xmlns:a16="http://schemas.microsoft.com/office/drawing/2014/main" id="{C5529DB1-24CC-074A-D9FB-4DD4084DFFA1}"/>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Where do sensors fit and can AI diagnose damp or mould?</a:t>
            </a:r>
          </a:p>
          <a:p>
            <a:pPr algn="l">
              <a:buNone/>
            </a:pPr>
            <a:r>
              <a:rPr lang="en-US" sz="100">
                <a:effectLst/>
              </a:rPr>
              <a:t> </a:t>
            </a:r>
            <a:endParaRPr lang="en-US"/>
          </a:p>
        </p:txBody>
      </p:sp>
      <p:sp>
        <p:nvSpPr>
          <p:cNvPr id="7028" name="Footer sources">
            <a:extLst>
              <a:ext uri="{FF2B5EF4-FFF2-40B4-BE49-F238E27FC236}">
                <a16:creationId xmlns:a16="http://schemas.microsoft.com/office/drawing/2014/main" id="{76234D01-2FE2-CE4D-57BE-08255EB5E941}"/>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E12</a:t>
            </a:r>
          </a:p>
          <a:p>
            <a:pPr algn="l">
              <a:buNone/>
            </a:pPr>
            <a:r>
              <a:rPr lang="en-US" sz="100">
                <a:effectLst/>
              </a:rPr>
              <a:t> </a:t>
            </a:r>
            <a:endParaRPr lang="en-US"/>
          </a:p>
        </p:txBody>
      </p:sp>
      <p:sp>
        <p:nvSpPr>
          <p:cNvPr id="7122" name="Footer navigation">
            <a:extLst>
              <a:ext uri="{FF2B5EF4-FFF2-40B4-BE49-F238E27FC236}">
                <a16:creationId xmlns:a16="http://schemas.microsoft.com/office/drawing/2014/main" id="{EA1BCC6C-65CA-F6E5-07DE-B4673F5EFED3}"/>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B19 · Index: slide 27</a:t>
            </a:r>
            <a:endParaRPr lang="en-US"/>
          </a:p>
        </p:txBody>
      </p:sp>
      <p:sp>
        <p:nvSpPr>
          <p:cNvPr id="7217" name="Return pill">
            <a:extLst>
              <a:ext uri="{FF2B5EF4-FFF2-40B4-BE49-F238E27FC236}">
                <a16:creationId xmlns:a16="http://schemas.microsoft.com/office/drawing/2014/main" id="{D91CC9EF-F956-89DB-A325-EAE1384CD2D6}"/>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S16 · slide 19</a:t>
            </a:r>
            <a:endParaRPr lang="en-US"/>
          </a:p>
        </p:txBody>
      </p:sp>
      <p:sp>
        <p:nvSpPr>
          <p:cNvPr id="17465" name="Statement 1">
            <a:extLst>
              <a:ext uri="{FF2B5EF4-FFF2-40B4-BE49-F238E27FC236}">
                <a16:creationId xmlns:a16="http://schemas.microsoft.com/office/drawing/2014/main" id="{6E75A322-9654-337A-3FD6-F78158C1E7D1}"/>
              </a:ext>
            </a:extLst>
          </p:cNvPr>
          <p:cNvSpPr/>
          <p:nvPr/>
        </p:nvSpPr>
        <p:spPr>
          <a:xfrm>
            <a:off x="548640" y="1508760"/>
            <a:ext cx="2959467"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IoT Hub Basic is an exercise design decision</a:t>
            </a:r>
          </a:p>
          <a:p>
            <a:pPr algn="l">
              <a:buNone/>
            </a:pPr>
            <a:r>
              <a:rPr lang="en-US" sz="100">
                <a:effectLst/>
              </a:rPr>
              <a:t> </a:t>
            </a:r>
            <a:endParaRPr lang="en-US"/>
          </a:p>
        </p:txBody>
      </p:sp>
      <p:sp>
        <p:nvSpPr>
          <p:cNvPr id="17467" name="Statement 2">
            <a:extLst>
              <a:ext uri="{FF2B5EF4-FFF2-40B4-BE49-F238E27FC236}">
                <a16:creationId xmlns:a16="http://schemas.microsoft.com/office/drawing/2014/main" id="{C4893E5F-6F6B-4772-649C-44A5F6FB1E51}"/>
              </a:ext>
            </a:extLst>
          </p:cNvPr>
          <p:cNvSpPr/>
          <p:nvPr/>
        </p:nvSpPr>
        <p:spPr>
          <a:xfrm>
            <a:off x="3782427" y="1508760"/>
            <a:ext cx="398778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Offline consumer tested; live Hub path remains roadmap</a:t>
            </a:r>
            <a:endParaRPr lang="en-US"/>
          </a:p>
        </p:txBody>
      </p:sp>
      <p:sp>
        <p:nvSpPr>
          <p:cNvPr id="17470" name="Statement 3">
            <a:extLst>
              <a:ext uri="{FF2B5EF4-FFF2-40B4-BE49-F238E27FC236}">
                <a16:creationId xmlns:a16="http://schemas.microsoft.com/office/drawing/2014/main" id="{720423DE-EBD1-A453-5AE7-87CDAEDD7AB3}"/>
              </a:ext>
            </a:extLst>
          </p:cNvPr>
          <p:cNvSpPr/>
          <p:nvPr/>
        </p:nvSpPr>
        <p:spPr>
          <a:xfrm>
            <a:off x="8044527" y="1508760"/>
            <a:ext cx="3598833"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Signals request human review, never diagnose or suppress</a:t>
            </a:r>
          </a:p>
          <a:p>
            <a:pPr algn="l">
              <a:buNone/>
            </a:pPr>
            <a:r>
              <a:rPr lang="en-US" sz="100">
                <a:effectLst/>
              </a:rPr>
              <a:t> </a:t>
            </a:r>
            <a:endParaRPr lang="en-US"/>
          </a:p>
        </p:txBody>
      </p:sp>
      <p:sp>
        <p:nvSpPr>
          <p:cNvPr id="17474" name="Target pill">
            <a:extLst>
              <a:ext uri="{FF2B5EF4-FFF2-40B4-BE49-F238E27FC236}">
                <a16:creationId xmlns:a16="http://schemas.microsoft.com/office/drawing/2014/main" id="{D79BC93D-316F-8964-F76C-B1462DCBBE97}"/>
              </a:ext>
            </a:extLst>
          </p:cNvPr>
          <p:cNvSpPr/>
          <p:nvPr/>
        </p:nvSpPr>
        <p:spPr>
          <a:xfrm>
            <a:off x="548640" y="2286000"/>
            <a:ext cx="3246120"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TARGET DESIGN · ROADMAP</a:t>
            </a:r>
            <a:endParaRPr lang="en-US"/>
          </a:p>
        </p:txBody>
      </p:sp>
      <p:sp>
        <p:nvSpPr>
          <p:cNvPr id="17479" name="Target note">
            <a:extLst>
              <a:ext uri="{FF2B5EF4-FFF2-40B4-BE49-F238E27FC236}">
                <a16:creationId xmlns:a16="http://schemas.microsoft.com/office/drawing/2014/main" id="{034529E3-28B0-0702-7A79-2CFBE71B2063}"/>
              </a:ext>
            </a:extLst>
          </p:cNvPr>
          <p:cNvSpPr/>
          <p:nvPr/>
        </p:nvSpPr>
        <p:spPr>
          <a:xfrm>
            <a:off x="3886200" y="2208620"/>
            <a:ext cx="775716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50655E"/>
                </a:solidFill>
                <a:effectLst/>
                <a:latin typeface="Arial" panose="020B0604020202020204" pitchFamily="34" charset="0"/>
              </a:rPr>
              <a:t>Accepted design direction; the live telemetry path is on the roadmap.</a:t>
            </a:r>
            <a:endParaRPr lang="en-US"/>
          </a:p>
        </p:txBody>
      </p:sp>
      <p:sp>
        <p:nvSpPr>
          <p:cNvPr id="17485" name="Target card Device / simulator">
            <a:extLst>
              <a:ext uri="{FF2B5EF4-FFF2-40B4-BE49-F238E27FC236}">
                <a16:creationId xmlns:a16="http://schemas.microsoft.com/office/drawing/2014/main" id="{E96DA572-0C88-AF72-A84E-2C6A33117C3F}"/>
              </a:ext>
            </a:extLst>
          </p:cNvPr>
          <p:cNvSpPr/>
          <p:nvPr/>
        </p:nvSpPr>
        <p:spPr>
          <a:xfrm>
            <a:off x="548640" y="2743200"/>
            <a:ext cx="2526792" cy="155448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492" name="Device / simulator title">
            <a:extLst>
              <a:ext uri="{FF2B5EF4-FFF2-40B4-BE49-F238E27FC236}">
                <a16:creationId xmlns:a16="http://schemas.microsoft.com/office/drawing/2014/main" id="{B3C4B488-7629-C432-0F19-8F1CE98C2D34}"/>
              </a:ext>
            </a:extLst>
          </p:cNvPr>
          <p:cNvSpPr/>
          <p:nvPr/>
        </p:nvSpPr>
        <p:spPr>
          <a:xfrm>
            <a:off x="563880" y="2843784"/>
            <a:ext cx="2496312" cy="466344"/>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Device / simulator</a:t>
            </a:r>
          </a:p>
          <a:p>
            <a:pPr algn="l">
              <a:buNone/>
            </a:pPr>
            <a:r>
              <a:rPr lang="en-US" sz="100">
                <a:effectLst/>
              </a:rPr>
              <a:t> </a:t>
            </a:r>
            <a:endParaRPr lang="en-US"/>
          </a:p>
        </p:txBody>
      </p:sp>
      <p:sp>
        <p:nvSpPr>
          <p:cNvPr id="17500" name="Device / simulator body">
            <a:extLst>
              <a:ext uri="{FF2B5EF4-FFF2-40B4-BE49-F238E27FC236}">
                <a16:creationId xmlns:a16="http://schemas.microsoft.com/office/drawing/2014/main" id="{644CDF94-6F0D-8557-88AB-EA60FA0CD8D2}"/>
              </a:ext>
            </a:extLst>
          </p:cNvPr>
          <p:cNvSpPr/>
          <p:nvPr/>
        </p:nvSpPr>
        <p:spPr>
          <a:xfrm>
            <a:off x="563880" y="3310128"/>
            <a:ext cx="2496312"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Distinct identity</a:t>
            </a:r>
          </a:p>
          <a:p>
            <a:pPr algn="l">
              <a:buNone/>
            </a:pPr>
            <a:r>
              <a:rPr lang="en-US" sz="1600">
                <a:solidFill>
                  <a:srgbClr val="173F35"/>
                </a:solidFill>
                <a:effectLst/>
                <a:latin typeface="Arial" panose="020B0604020202020204" pitchFamily="34" charset="0"/>
              </a:rPr>
              <a:t>Label synthetic input</a:t>
            </a:r>
          </a:p>
          <a:p>
            <a:pPr algn="l">
              <a:buNone/>
            </a:pPr>
            <a:r>
              <a:rPr lang="en-US" sz="1600">
                <a:solidFill>
                  <a:srgbClr val="173F35"/>
                </a:solidFill>
                <a:effectLst/>
                <a:latin typeface="Arial" panose="020B0604020202020204" pitchFamily="34" charset="0"/>
              </a:rPr>
              <a:t>Stable reading ID</a:t>
            </a:r>
            <a:endParaRPr lang="en-US"/>
          </a:p>
        </p:txBody>
      </p:sp>
      <p:sp>
        <p:nvSpPr>
          <p:cNvPr id="17509" name="Target card Azure IoT Hub">
            <a:extLst>
              <a:ext uri="{FF2B5EF4-FFF2-40B4-BE49-F238E27FC236}">
                <a16:creationId xmlns:a16="http://schemas.microsoft.com/office/drawing/2014/main" id="{5DBAC9DC-652C-EC54-4FD0-B722E98F7211}"/>
              </a:ext>
            </a:extLst>
          </p:cNvPr>
          <p:cNvSpPr/>
          <p:nvPr/>
        </p:nvSpPr>
        <p:spPr>
          <a:xfrm>
            <a:off x="3404616" y="2743200"/>
            <a:ext cx="2526792" cy="155448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519" name="Azure IoT Hub title">
            <a:extLst>
              <a:ext uri="{FF2B5EF4-FFF2-40B4-BE49-F238E27FC236}">
                <a16:creationId xmlns:a16="http://schemas.microsoft.com/office/drawing/2014/main" id="{A05A6B23-BAC7-1230-2410-A5813CA45EB8}"/>
              </a:ext>
            </a:extLst>
          </p:cNvPr>
          <p:cNvSpPr/>
          <p:nvPr/>
        </p:nvSpPr>
        <p:spPr>
          <a:xfrm>
            <a:off x="3941064" y="2843784"/>
            <a:ext cx="1975104" cy="466344"/>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Azure IoT Hub</a:t>
            </a:r>
          </a:p>
          <a:p>
            <a:pPr algn="l">
              <a:buNone/>
            </a:pPr>
            <a:r>
              <a:rPr lang="en-US" sz="100">
                <a:effectLst/>
              </a:rPr>
              <a:t> </a:t>
            </a:r>
            <a:endParaRPr lang="en-US"/>
          </a:p>
        </p:txBody>
      </p:sp>
      <p:sp>
        <p:nvSpPr>
          <p:cNvPr id="17530" name="Azure IoT Hub body">
            <a:extLst>
              <a:ext uri="{FF2B5EF4-FFF2-40B4-BE49-F238E27FC236}">
                <a16:creationId xmlns:a16="http://schemas.microsoft.com/office/drawing/2014/main" id="{CAAFE416-8704-A8DB-5076-107977F25C2E}"/>
              </a:ext>
            </a:extLst>
          </p:cNvPr>
          <p:cNvSpPr/>
          <p:nvPr/>
        </p:nvSpPr>
        <p:spPr>
          <a:xfrm>
            <a:off x="3419856" y="3310128"/>
            <a:ext cx="2496312"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Basic for exercise</a:t>
            </a:r>
          </a:p>
          <a:p>
            <a:pPr algn="l">
              <a:buNone/>
            </a:pPr>
            <a:r>
              <a:rPr lang="en-US" sz="1600">
                <a:solidFill>
                  <a:srgbClr val="173F35"/>
                </a:solidFill>
                <a:effectLst/>
                <a:latin typeface="Arial" panose="020B0604020202020204" pitchFamily="34" charset="0"/>
              </a:rPr>
              <a:t>Device-to-cloud only</a:t>
            </a:r>
          </a:p>
          <a:p>
            <a:pPr algn="l">
              <a:buNone/>
            </a:pPr>
            <a:r>
              <a:rPr lang="en-US" sz="1600">
                <a:solidFill>
                  <a:srgbClr val="173F35"/>
                </a:solidFill>
                <a:effectLst/>
                <a:latin typeface="Arial" panose="020B0604020202020204" pitchFamily="34" charset="0"/>
              </a:rPr>
              <a:t>Credential owner needed</a:t>
            </a:r>
            <a:endParaRPr lang="en-US"/>
          </a:p>
        </p:txBody>
      </p:sp>
      <p:sp>
        <p:nvSpPr>
          <p:cNvPr id="17542" name="Target card API + SQL">
            <a:extLst>
              <a:ext uri="{FF2B5EF4-FFF2-40B4-BE49-F238E27FC236}">
                <a16:creationId xmlns:a16="http://schemas.microsoft.com/office/drawing/2014/main" id="{9BD588A1-DCD4-D53D-ADC3-477E9A3BE2CC}"/>
              </a:ext>
            </a:extLst>
          </p:cNvPr>
          <p:cNvSpPr/>
          <p:nvPr/>
        </p:nvSpPr>
        <p:spPr>
          <a:xfrm>
            <a:off x="6260592" y="2743200"/>
            <a:ext cx="2526792" cy="155448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555" name="API + SQL title">
            <a:extLst>
              <a:ext uri="{FF2B5EF4-FFF2-40B4-BE49-F238E27FC236}">
                <a16:creationId xmlns:a16="http://schemas.microsoft.com/office/drawing/2014/main" id="{BE236FE7-C957-8DF9-1AC2-04044E2CEE88}"/>
              </a:ext>
            </a:extLst>
          </p:cNvPr>
          <p:cNvSpPr/>
          <p:nvPr/>
        </p:nvSpPr>
        <p:spPr>
          <a:xfrm>
            <a:off x="6797040" y="2843784"/>
            <a:ext cx="1975104" cy="466344"/>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API + SQL</a:t>
            </a:r>
          </a:p>
          <a:p>
            <a:pPr algn="l">
              <a:buNone/>
            </a:pPr>
            <a:r>
              <a:rPr lang="en-US" sz="100">
                <a:effectLst/>
              </a:rPr>
              <a:t> </a:t>
            </a:r>
            <a:endParaRPr lang="en-US"/>
          </a:p>
        </p:txBody>
      </p:sp>
      <p:sp>
        <p:nvSpPr>
          <p:cNvPr id="17569" name="API + SQL body">
            <a:extLst>
              <a:ext uri="{FF2B5EF4-FFF2-40B4-BE49-F238E27FC236}">
                <a16:creationId xmlns:a16="http://schemas.microsoft.com/office/drawing/2014/main" id="{6E8ADBB0-9E3B-7DC7-AE18-E589380CCA63}"/>
              </a:ext>
            </a:extLst>
          </p:cNvPr>
          <p:cNvSpPr/>
          <p:nvPr/>
        </p:nvSpPr>
        <p:spPr>
          <a:xfrm>
            <a:off x="6275832" y="3310128"/>
            <a:ext cx="2496312"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Validate mapping/time</a:t>
            </a:r>
          </a:p>
          <a:p>
            <a:pPr algn="l">
              <a:buNone/>
            </a:pPr>
            <a:r>
              <a:rPr lang="en-US" sz="1600">
                <a:solidFill>
                  <a:srgbClr val="173F35"/>
                </a:solidFill>
                <a:effectLst/>
                <a:latin typeface="Arial" panose="020B0604020202020204" pitchFamily="34" charset="0"/>
              </a:rPr>
              <a:t>Idempotent append</a:t>
            </a:r>
          </a:p>
          <a:p>
            <a:pPr algn="l">
              <a:buNone/>
            </a:pPr>
            <a:r>
              <a:rPr lang="en-US" sz="1600">
                <a:solidFill>
                  <a:srgbClr val="173F35"/>
                </a:solidFill>
                <a:effectLst/>
                <a:latin typeface="Arial" panose="020B0604020202020204" pitchFamily="34" charset="0"/>
              </a:rPr>
              <a:t>Owned DQ exceptions</a:t>
            </a:r>
            <a:endParaRPr lang="en-US"/>
          </a:p>
        </p:txBody>
      </p:sp>
      <p:sp>
        <p:nvSpPr>
          <p:cNvPr id="17584" name="Target card Human review">
            <a:extLst>
              <a:ext uri="{FF2B5EF4-FFF2-40B4-BE49-F238E27FC236}">
                <a16:creationId xmlns:a16="http://schemas.microsoft.com/office/drawing/2014/main" id="{0CFBB505-ADA1-124E-B337-32553D462842}"/>
              </a:ext>
            </a:extLst>
          </p:cNvPr>
          <p:cNvSpPr/>
          <p:nvPr/>
        </p:nvSpPr>
        <p:spPr>
          <a:xfrm>
            <a:off x="9116568" y="2743200"/>
            <a:ext cx="2526792" cy="155448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600" name="Human review title">
            <a:extLst>
              <a:ext uri="{FF2B5EF4-FFF2-40B4-BE49-F238E27FC236}">
                <a16:creationId xmlns:a16="http://schemas.microsoft.com/office/drawing/2014/main" id="{8510B21D-C570-CFEA-9521-727C7BA8E14D}"/>
              </a:ext>
            </a:extLst>
          </p:cNvPr>
          <p:cNvSpPr/>
          <p:nvPr/>
        </p:nvSpPr>
        <p:spPr>
          <a:xfrm>
            <a:off x="9131808" y="2843784"/>
            <a:ext cx="2496312" cy="466344"/>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Human review</a:t>
            </a:r>
          </a:p>
          <a:p>
            <a:pPr algn="l">
              <a:buNone/>
            </a:pPr>
            <a:r>
              <a:rPr lang="en-US" sz="100">
                <a:effectLst/>
              </a:rPr>
              <a:t> </a:t>
            </a:r>
            <a:endParaRPr lang="en-US"/>
          </a:p>
        </p:txBody>
      </p:sp>
      <p:sp>
        <p:nvSpPr>
          <p:cNvPr id="17617" name="Human review body">
            <a:extLst>
              <a:ext uri="{FF2B5EF4-FFF2-40B4-BE49-F238E27FC236}">
                <a16:creationId xmlns:a16="http://schemas.microsoft.com/office/drawing/2014/main" id="{EEEC7401-7225-22AF-BF5F-48790D652756}"/>
              </a:ext>
            </a:extLst>
          </p:cNvPr>
          <p:cNvSpPr/>
          <p:nvPr/>
        </p:nvSpPr>
        <p:spPr>
          <a:xfrm>
            <a:off x="9131808" y="3310128"/>
            <a:ext cx="2496312"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Deterministic signal</a:t>
            </a:r>
          </a:p>
          <a:p>
            <a:pPr algn="l">
              <a:buNone/>
            </a:pPr>
            <a:r>
              <a:rPr lang="en-US" sz="1600">
                <a:solidFill>
                  <a:srgbClr val="173F35"/>
                </a:solidFill>
                <a:effectLst/>
                <a:latin typeface="Arial" panose="020B0604020202020204" pitchFamily="34" charset="0"/>
              </a:rPr>
              <a:t>No diagnosis / repriority</a:t>
            </a:r>
          </a:p>
          <a:p>
            <a:pPr algn="l">
              <a:buNone/>
            </a:pPr>
            <a:r>
              <a:rPr lang="en-US" sz="1600">
                <a:solidFill>
                  <a:srgbClr val="173F35"/>
                </a:solidFill>
                <a:effectLst/>
                <a:latin typeface="Arial" panose="020B0604020202020204" pitchFamily="34" charset="0"/>
              </a:rPr>
              <a:t>Missing = insufficient</a:t>
            </a:r>
            <a:endParaRPr lang="en-US"/>
          </a:p>
        </p:txBody>
      </p:sp>
      <p:sp>
        <p:nvSpPr>
          <p:cNvPr id="17635" name="Target arrow 1 (hollow)">
            <a:extLst>
              <a:ext uri="{FF2B5EF4-FFF2-40B4-BE49-F238E27FC236}">
                <a16:creationId xmlns:a16="http://schemas.microsoft.com/office/drawing/2014/main" id="{93D2A2FC-B24E-8E04-9B04-00A3063BCECC}"/>
              </a:ext>
            </a:extLst>
          </p:cNvPr>
          <p:cNvSpPr/>
          <p:nvPr/>
        </p:nvSpPr>
        <p:spPr>
          <a:xfrm>
            <a:off x="3102864" y="3406140"/>
            <a:ext cx="274320" cy="228600"/>
          </a:xfrm>
          <a:prstGeom prst="rightArrow">
            <a:avLst/>
          </a:prstGeom>
          <a:solidFill>
            <a:srgbClr val="FAF9F6"/>
          </a:solidFill>
          <a:ln w="158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654" name="Target arrow 2 (hollow)">
            <a:extLst>
              <a:ext uri="{FF2B5EF4-FFF2-40B4-BE49-F238E27FC236}">
                <a16:creationId xmlns:a16="http://schemas.microsoft.com/office/drawing/2014/main" id="{0DBC1C52-7970-3411-8D7A-BE9AAD366056}"/>
              </a:ext>
            </a:extLst>
          </p:cNvPr>
          <p:cNvSpPr/>
          <p:nvPr/>
        </p:nvSpPr>
        <p:spPr>
          <a:xfrm>
            <a:off x="5958840" y="3406140"/>
            <a:ext cx="274320" cy="228600"/>
          </a:xfrm>
          <a:prstGeom prst="rightArrow">
            <a:avLst/>
          </a:prstGeom>
          <a:solidFill>
            <a:srgbClr val="FAF9F6"/>
          </a:solidFill>
          <a:ln w="158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674" name="Target arrow 3 (hollow)">
            <a:extLst>
              <a:ext uri="{FF2B5EF4-FFF2-40B4-BE49-F238E27FC236}">
                <a16:creationId xmlns:a16="http://schemas.microsoft.com/office/drawing/2014/main" id="{A8C1D350-DF15-4EC6-F37A-E4E906F1753C}"/>
              </a:ext>
            </a:extLst>
          </p:cNvPr>
          <p:cNvSpPr/>
          <p:nvPr/>
        </p:nvSpPr>
        <p:spPr>
          <a:xfrm>
            <a:off x="8814816" y="3406140"/>
            <a:ext cx="274320" cy="228600"/>
          </a:xfrm>
          <a:prstGeom prst="rightArrow">
            <a:avLst/>
          </a:prstGeom>
          <a:solidFill>
            <a:srgbClr val="FAF9F6"/>
          </a:solidFill>
          <a:ln w="158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695" name="Independent safety route">
            <a:extLst>
              <a:ext uri="{FF2B5EF4-FFF2-40B4-BE49-F238E27FC236}">
                <a16:creationId xmlns:a16="http://schemas.microsoft.com/office/drawing/2014/main" id="{CDBE544E-E01A-3BA0-DF57-0254B4385798}"/>
              </a:ext>
            </a:extLst>
          </p:cNvPr>
          <p:cNvSpPr/>
          <p:nvPr/>
        </p:nvSpPr>
        <p:spPr>
          <a:xfrm>
            <a:off x="548640" y="4572000"/>
            <a:ext cx="11094720" cy="97536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717" name="Safety route title">
            <a:extLst>
              <a:ext uri="{FF2B5EF4-FFF2-40B4-BE49-F238E27FC236}">
                <a16:creationId xmlns:a16="http://schemas.microsoft.com/office/drawing/2014/main" id="{4FB3D3C8-DEFC-345E-0EBF-C88F847F3A7F}"/>
              </a:ext>
            </a:extLst>
          </p:cNvPr>
          <p:cNvSpPr/>
          <p:nvPr/>
        </p:nvSpPr>
        <p:spPr>
          <a:xfrm>
            <a:off x="563880" y="4593680"/>
            <a:ext cx="1106424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Independent safety route</a:t>
            </a:r>
          </a:p>
          <a:p>
            <a:pPr algn="l">
              <a:buNone/>
            </a:pPr>
            <a:r>
              <a:rPr lang="en-US" sz="100">
                <a:effectLst/>
              </a:rPr>
              <a:t> </a:t>
            </a:r>
            <a:endParaRPr lang="en-US"/>
          </a:p>
        </p:txBody>
      </p:sp>
      <p:sp>
        <p:nvSpPr>
          <p:cNvPr id="17740" name="Safety route body">
            <a:extLst>
              <a:ext uri="{FF2B5EF4-FFF2-40B4-BE49-F238E27FC236}">
                <a16:creationId xmlns:a16="http://schemas.microsoft.com/office/drawing/2014/main" id="{06F3CFFC-49D9-EFD6-16FE-F50E14787126}"/>
              </a:ext>
            </a:extLst>
          </p:cNvPr>
          <p:cNvSpPr/>
          <p:nvPr/>
        </p:nvSpPr>
        <p:spPr>
          <a:xfrm>
            <a:off x="563880" y="5020400"/>
            <a:ext cx="1106424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A resident report goes directly to human hazard handling. Telemetry and AI never delay or suppress it.</a:t>
            </a:r>
          </a:p>
          <a:p>
            <a:pPr algn="l">
              <a:buNone/>
            </a:pPr>
            <a:r>
              <a:rPr lang="en-US" sz="100">
                <a:effectLst/>
              </a:rPr>
              <a:t> </a:t>
            </a:r>
            <a:endParaRPr lang="en-US"/>
          </a:p>
        </p:txBody>
      </p:sp>
      <p:sp>
        <p:nvSpPr>
          <p:cNvPr id="17764" name="Legend">
            <a:extLst>
              <a:ext uri="{FF2B5EF4-FFF2-40B4-BE49-F238E27FC236}">
                <a16:creationId xmlns:a16="http://schemas.microsoft.com/office/drawing/2014/main" id="{C13CB2A0-A4B3-4070-DC50-B3BB5E587B80}"/>
              </a:ext>
            </a:extLst>
          </p:cNvPr>
          <p:cNvSpPr/>
          <p:nvPr/>
        </p:nvSpPr>
        <p:spPr>
          <a:xfrm>
            <a:off x="548640" y="5806440"/>
            <a:ext cx="60655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Amber box + hollow arrow = target design on the roadmap</a:t>
            </a:r>
            <a:endParaRPr lang="en-US"/>
          </a:p>
        </p:txBody>
      </p:sp>
      <p:sp>
        <p:nvSpPr>
          <p:cNvPr id="17789" name="Diagram status pill">
            <a:extLst>
              <a:ext uri="{FF2B5EF4-FFF2-40B4-BE49-F238E27FC236}">
                <a16:creationId xmlns:a16="http://schemas.microsoft.com/office/drawing/2014/main" id="{602241AD-728D-7448-DE95-97ECAD622B83}"/>
              </a:ext>
            </a:extLst>
          </p:cNvPr>
          <p:cNvSpPr/>
          <p:nvPr/>
        </p:nvSpPr>
        <p:spPr>
          <a:xfrm>
            <a:off x="8726424" y="5806440"/>
            <a:ext cx="2916936"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SOURCE VIEW · 23 OCT 2026</a:t>
            </a:r>
            <a:endParaRPr lang="en-US"/>
          </a:p>
        </p:txBody>
      </p:sp>
      <p:pic>
        <p:nvPicPr>
          <p:cNvPr id="17790" name="Azure IoT Hub icon" descr="Azure IoT Hub icon (official Azure icon)">
            <a:extLst>
              <a:ext uri="{FF2B5EF4-FFF2-40B4-BE49-F238E27FC236}">
                <a16:creationId xmlns:a16="http://schemas.microsoft.com/office/drawing/2014/main" id="{13BAD82B-A9ED-85F8-29A9-1A73B8DCFC2A}"/>
              </a:ext>
            </a:extLst>
          </p:cNvPr>
          <p:cNvPicPr>
            <a:picLocks noChangeAspect="1"/>
          </p:cNvPicPr>
          <p:nvPr/>
        </p:nvPicPr>
        <p:blipFill>
          <a:blip r:embed="rId3"/>
          <a:stretch>
            <a:fillRect/>
          </a:stretch>
        </p:blipFill>
        <p:spPr>
          <a:xfrm>
            <a:off x="3511296" y="2849880"/>
            <a:ext cx="384048" cy="384048"/>
          </a:xfrm>
          <a:prstGeom prst="rect">
            <a:avLst/>
          </a:prstGeom>
        </p:spPr>
      </p:pic>
      <p:pic>
        <p:nvPicPr>
          <p:cNvPr id="17791" name="Azure SQL icon" descr="Azure SQL icon (official Azure icon)">
            <a:extLst>
              <a:ext uri="{FF2B5EF4-FFF2-40B4-BE49-F238E27FC236}">
                <a16:creationId xmlns:a16="http://schemas.microsoft.com/office/drawing/2014/main" id="{1F6EC2C7-7CBC-744D-4F7C-984D6589445C}"/>
              </a:ext>
            </a:extLst>
          </p:cNvPr>
          <p:cNvPicPr>
            <a:picLocks noChangeAspect="1"/>
          </p:cNvPicPr>
          <p:nvPr/>
        </p:nvPicPr>
        <p:blipFill>
          <a:blip r:embed="rId4"/>
          <a:stretch>
            <a:fillRect/>
          </a:stretch>
        </p:blipFill>
        <p:spPr>
          <a:xfrm>
            <a:off x="6367272" y="2849880"/>
            <a:ext cx="384048" cy="384048"/>
          </a:xfrm>
          <a:prstGeom prst="rect">
            <a:avLst/>
          </a:prstGeom>
        </p:spPr>
      </p:pic>
    </p:spTree>
    <p:extLst>
      <p:ext uri="{BB962C8B-B14F-4D97-AF65-F5344CB8AC3E}">
        <p14:creationId xmlns:p14="http://schemas.microsoft.com/office/powerpoint/2010/main" val="211183602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7313" name="Eyebrow">
            <a:extLst>
              <a:ext uri="{FF2B5EF4-FFF2-40B4-BE49-F238E27FC236}">
                <a16:creationId xmlns:a16="http://schemas.microsoft.com/office/drawing/2014/main" id="{32C364CE-CB1C-F317-247C-445F674BFD29}"/>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B20 · CIO / CFO</a:t>
            </a:r>
          </a:p>
          <a:p>
            <a:pPr algn="l">
              <a:buNone/>
            </a:pPr>
            <a:r>
              <a:rPr lang="en-US" sz="100">
                <a:effectLst/>
              </a:rPr>
              <a:t> </a:t>
            </a:r>
            <a:endParaRPr lang="en-US"/>
          </a:p>
        </p:txBody>
      </p:sp>
      <p:sp>
        <p:nvSpPr>
          <p:cNvPr id="7410" name="Slide title">
            <a:extLst>
              <a:ext uri="{FF2B5EF4-FFF2-40B4-BE49-F238E27FC236}">
                <a16:creationId xmlns:a16="http://schemas.microsoft.com/office/drawing/2014/main" id="{AC0C2F18-BA09-3F34-49B7-3A60074FF705}"/>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Why Azure instead of M365, Power Platform</a:t>
            </a:r>
          </a:p>
          <a:p>
            <a:pPr algn="l">
              <a:buNone/>
            </a:pPr>
            <a:r>
              <a:rPr lang="en-US" sz="2800" b="1">
                <a:solidFill>
                  <a:srgbClr val="173F35"/>
                </a:solidFill>
                <a:effectLst/>
                <a:latin typeface="Arial" panose="020B0604020202020204" pitchFamily="34" charset="0"/>
              </a:rPr>
              <a:t>or buying a product?</a:t>
            </a:r>
            <a:endParaRPr lang="en-US"/>
          </a:p>
        </p:txBody>
      </p:sp>
      <p:sp>
        <p:nvSpPr>
          <p:cNvPr id="7508" name="Footer sources">
            <a:extLst>
              <a:ext uri="{FF2B5EF4-FFF2-40B4-BE49-F238E27FC236}">
                <a16:creationId xmlns:a16="http://schemas.microsoft.com/office/drawing/2014/main" id="{4C969E40-3B26-CD20-B344-4DFA1539D723}"/>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E02 · E03 · E06</a:t>
            </a:r>
          </a:p>
          <a:p>
            <a:pPr algn="l">
              <a:buNone/>
            </a:pPr>
            <a:r>
              <a:rPr lang="en-US" sz="100">
                <a:effectLst/>
              </a:rPr>
              <a:t> </a:t>
            </a:r>
            <a:endParaRPr lang="en-US"/>
          </a:p>
        </p:txBody>
      </p:sp>
      <p:sp>
        <p:nvSpPr>
          <p:cNvPr id="7607" name="Footer navigation">
            <a:extLst>
              <a:ext uri="{FF2B5EF4-FFF2-40B4-BE49-F238E27FC236}">
                <a16:creationId xmlns:a16="http://schemas.microsoft.com/office/drawing/2014/main" id="{00D26531-89CB-B78A-27ED-C3166058377E}"/>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B20 · Index: slide 27</a:t>
            </a:r>
            <a:endParaRPr lang="en-US"/>
          </a:p>
        </p:txBody>
      </p:sp>
      <p:sp>
        <p:nvSpPr>
          <p:cNvPr id="7707" name="Return pill">
            <a:extLst>
              <a:ext uri="{FF2B5EF4-FFF2-40B4-BE49-F238E27FC236}">
                <a16:creationId xmlns:a16="http://schemas.microsoft.com/office/drawing/2014/main" id="{881117F4-1472-3EF8-A036-2E4CE497547C}"/>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S14 · slide 15</a:t>
            </a:r>
            <a:endParaRPr lang="en-US"/>
          </a:p>
        </p:txBody>
      </p:sp>
      <p:sp>
        <p:nvSpPr>
          <p:cNvPr id="18205" name="Statement 1">
            <a:extLst>
              <a:ext uri="{FF2B5EF4-FFF2-40B4-BE49-F238E27FC236}">
                <a16:creationId xmlns:a16="http://schemas.microsoft.com/office/drawing/2014/main" id="{E58D1CE2-0A86-8B0C-854E-776F3E2B1ADF}"/>
              </a:ext>
            </a:extLst>
          </p:cNvPr>
          <p:cNvSpPr/>
          <p:nvPr/>
        </p:nvSpPr>
        <p:spPr>
          <a:xfrm>
            <a:off x="548640" y="2011680"/>
            <a:ext cx="3677266"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Appraise buy/configure/build on the same requirements</a:t>
            </a:r>
          </a:p>
          <a:p>
            <a:pPr algn="l">
              <a:buNone/>
            </a:pPr>
            <a:r>
              <a:rPr lang="en-US" sz="100">
                <a:effectLst/>
              </a:rPr>
              <a:t> </a:t>
            </a:r>
            <a:endParaRPr lang="en-US"/>
          </a:p>
        </p:txBody>
      </p:sp>
      <p:sp>
        <p:nvSpPr>
          <p:cNvPr id="18207" name="Statement 2">
            <a:extLst>
              <a:ext uri="{FF2B5EF4-FFF2-40B4-BE49-F238E27FC236}">
                <a16:creationId xmlns:a16="http://schemas.microsoft.com/office/drawing/2014/main" id="{657E5DDC-4B0D-B637-7221-983982A3337D}"/>
              </a:ext>
            </a:extLst>
          </p:cNvPr>
          <p:cNvSpPr/>
          <p:nvPr/>
        </p:nvSpPr>
        <p:spPr>
          <a:xfrm>
            <a:off x="4500226" y="2011680"/>
            <a:ext cx="4098182"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The Azure exercise proves the contracts end to end</a:t>
            </a:r>
            <a:endParaRPr lang="en-US"/>
          </a:p>
        </p:txBody>
      </p:sp>
      <p:sp>
        <p:nvSpPr>
          <p:cNvPr id="18210" name="Statement 3">
            <a:extLst>
              <a:ext uri="{FF2B5EF4-FFF2-40B4-BE49-F238E27FC236}">
                <a16:creationId xmlns:a16="http://schemas.microsoft.com/office/drawing/2014/main" id="{5141A53F-4449-0BCA-F1FE-4EA7D90EA1D2}"/>
              </a:ext>
            </a:extLst>
          </p:cNvPr>
          <p:cNvSpPr/>
          <p:nvPr/>
        </p:nvSpPr>
        <p:spPr>
          <a:xfrm>
            <a:off x="8872728" y="2011680"/>
            <a:ext cx="2770632"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Licensing, integration, control and TCO decide</a:t>
            </a:r>
          </a:p>
          <a:p>
            <a:pPr algn="l">
              <a:buNone/>
            </a:pPr>
            <a:r>
              <a:rPr lang="en-US" sz="100">
                <a:effectLst/>
              </a:rPr>
              <a:t> </a:t>
            </a:r>
            <a:endParaRPr lang="en-US"/>
          </a:p>
        </p:txBody>
      </p:sp>
      <p:graphicFrame>
        <p:nvGraphicFramePr>
          <p:cNvPr id="10" name="Table 9">
            <a:extLst>
              <a:ext uri="{FF2B5EF4-FFF2-40B4-BE49-F238E27FC236}">
                <a16:creationId xmlns:a16="http://schemas.microsoft.com/office/drawing/2014/main" id="{EC61E8DB-4B5F-4849-941D-47976942E733}"/>
              </a:ext>
            </a:extLst>
          </p:cNvPr>
          <p:cNvGraphicFramePr>
            <a:graphicFrameLocks noGrp="1"/>
          </p:cNvGraphicFramePr>
          <p:nvPr/>
        </p:nvGraphicFramePr>
        <p:xfrm>
          <a:off x="548640" y="2834640"/>
          <a:ext cx="8128002" cy="2926080"/>
        </p:xfrm>
        <a:graphic>
          <a:graphicData uri="http://schemas.openxmlformats.org/drawingml/2006/table">
            <a:tbl>
              <a:tblPr bandRow="1">
                <a:tableStyleId>{5C22544A-7EE6-4342-B048-85BDC9FD1C3A}</a:tableStyleId>
              </a:tblPr>
              <a:tblGrid>
                <a:gridCol w="1354667">
                  <a:extLst>
                    <a:ext uri="{9D8B030D-6E8A-4147-A177-3AD203B41FA5}">
                      <a16:colId xmlns:a16="http://schemas.microsoft.com/office/drawing/2014/main" val="4213648332"/>
                    </a:ext>
                  </a:extLst>
                </a:gridCol>
                <a:gridCol w="1354667">
                  <a:extLst>
                    <a:ext uri="{9D8B030D-6E8A-4147-A177-3AD203B41FA5}">
                      <a16:colId xmlns:a16="http://schemas.microsoft.com/office/drawing/2014/main" val="3195194258"/>
                    </a:ext>
                  </a:extLst>
                </a:gridCol>
                <a:gridCol w="1354667">
                  <a:extLst>
                    <a:ext uri="{9D8B030D-6E8A-4147-A177-3AD203B41FA5}">
                      <a16:colId xmlns:a16="http://schemas.microsoft.com/office/drawing/2014/main" val="3740911555"/>
                    </a:ext>
                  </a:extLst>
                </a:gridCol>
                <a:gridCol w="1354667">
                  <a:extLst>
                    <a:ext uri="{9D8B030D-6E8A-4147-A177-3AD203B41FA5}">
                      <a16:colId xmlns:a16="http://schemas.microsoft.com/office/drawing/2014/main" val="3059092767"/>
                    </a:ext>
                  </a:extLst>
                </a:gridCol>
                <a:gridCol w="1354667">
                  <a:extLst>
                    <a:ext uri="{9D8B030D-6E8A-4147-A177-3AD203B41FA5}">
                      <a16:colId xmlns:a16="http://schemas.microsoft.com/office/drawing/2014/main" val="3477694481"/>
                    </a:ext>
                  </a:extLst>
                </a:gridCol>
                <a:gridCol w="1354667">
                  <a:extLst>
                    <a:ext uri="{9D8B030D-6E8A-4147-A177-3AD203B41FA5}">
                      <a16:colId xmlns:a16="http://schemas.microsoft.com/office/drawing/2014/main" val="2857747054"/>
                    </a:ext>
                  </a:extLst>
                </a:gridCol>
              </a:tblGrid>
              <a:tr h="0">
                <a:tc>
                  <a:txBody>
                    <a:bodyPr/>
                    <a:lstStyle/>
                    <a:p>
                      <a:pPr>
                        <a:buNone/>
                      </a:pPr>
                      <a:r>
                        <a:rPr lang="en-US" sz="1400" b="1">
                          <a:solidFill>
                            <a:srgbClr val="FAF9F6"/>
                          </a:solidFill>
                          <a:effectLst/>
                          <a:latin typeface="Arial" panose="020B0604020202020204" pitchFamily="34" charset="0"/>
                        </a:rPr>
                        <a:t>Option</a:t>
                      </a:r>
                    </a:p>
                  </a:txBody>
                  <a:tcPr anchor="ctr">
                    <a:lnL>
                      <a:noFill/>
                    </a:lnL>
                    <a:lnR>
                      <a:noFill/>
                    </a:lnR>
                    <a:lnT>
                      <a:noFill/>
                    </a:lnT>
                    <a:lnB>
                      <a:noFill/>
                    </a:lnB>
                    <a:solidFill>
                      <a:srgbClr val="173F35"/>
                    </a:solidFill>
                  </a:tcPr>
                </a:tc>
                <a:tc>
                  <a:txBody>
                    <a:bodyPr/>
                    <a:lstStyle/>
                    <a:p>
                      <a:pPr>
                        <a:buNone/>
                      </a:pPr>
                      <a:r>
                        <a:rPr lang="en-US" sz="1400" b="1">
                          <a:solidFill>
                            <a:srgbClr val="FAF9F6"/>
                          </a:solidFill>
                          <a:effectLst/>
                          <a:latin typeface="Arial" panose="020B0604020202020204" pitchFamily="34" charset="0"/>
                        </a:rPr>
                        <a:t>Workflow and permissions</a:t>
                      </a:r>
                    </a:p>
                  </a:txBody>
                  <a:tcPr anchor="ctr">
                    <a:lnL>
                      <a:noFill/>
                    </a:lnL>
                    <a:lnR>
                      <a:noFill/>
                    </a:lnR>
                    <a:lnT>
                      <a:noFill/>
                    </a:lnT>
                    <a:lnB>
                      <a:noFill/>
                    </a:lnB>
                    <a:solidFill>
                      <a:srgbClr val="173F35"/>
                    </a:solidFill>
                  </a:tcPr>
                </a:tc>
                <a:tc>
                  <a:txBody>
                    <a:bodyPr/>
                    <a:lstStyle/>
                    <a:p>
                      <a:pPr>
                        <a:buNone/>
                      </a:pPr>
                      <a:r>
                        <a:rPr lang="en-US" sz="1400" b="1">
                          <a:solidFill>
                            <a:srgbClr val="FAF9F6"/>
                          </a:solidFill>
                          <a:effectLst/>
                          <a:latin typeface="Arial" panose="020B0604020202020204" pitchFamily="34" charset="0"/>
                        </a:rPr>
                        <a:t>Audit and integration</a:t>
                      </a:r>
                    </a:p>
                  </a:txBody>
                  <a:tcPr anchor="ctr">
                    <a:lnL>
                      <a:noFill/>
                    </a:lnL>
                    <a:lnR>
                      <a:noFill/>
                    </a:lnR>
                    <a:lnT>
                      <a:noFill/>
                    </a:lnT>
                    <a:lnB>
                      <a:noFill/>
                    </a:lnB>
                    <a:solidFill>
                      <a:srgbClr val="173F35"/>
                    </a:solidFill>
                  </a:tcPr>
                </a:tc>
                <a:tc>
                  <a:txBody>
                    <a:bodyPr/>
                    <a:lstStyle/>
                    <a:p>
                      <a:pPr>
                        <a:buNone/>
                      </a:pPr>
                      <a:r>
                        <a:rPr lang="en-US" sz="1400" b="1">
                          <a:solidFill>
                            <a:srgbClr val="FAF9F6"/>
                          </a:solidFill>
                          <a:effectLst/>
                          <a:latin typeface="Arial" panose="020B0604020202020204" pitchFamily="34" charset="0"/>
                        </a:rPr>
                        <a:t>Accessibility</a:t>
                      </a:r>
                    </a:p>
                  </a:txBody>
                  <a:tcPr anchor="ctr">
                    <a:lnL>
                      <a:noFill/>
                    </a:lnL>
                    <a:lnR>
                      <a:noFill/>
                    </a:lnR>
                    <a:lnT>
                      <a:noFill/>
                    </a:lnT>
                    <a:lnB>
                      <a:noFill/>
                    </a:lnB>
                    <a:solidFill>
                      <a:srgbClr val="173F35"/>
                    </a:solidFill>
                  </a:tcPr>
                </a:tc>
                <a:tc>
                  <a:txBody>
                    <a:bodyPr/>
                    <a:lstStyle/>
                    <a:p>
                      <a:pPr>
                        <a:buNone/>
                      </a:pPr>
                      <a:r>
                        <a:rPr lang="en-US" sz="1400" b="1">
                          <a:solidFill>
                            <a:srgbClr val="FAF9F6"/>
                          </a:solidFill>
                          <a:effectLst/>
                          <a:latin typeface="Arial" panose="020B0604020202020204" pitchFamily="34" charset="0"/>
                        </a:rPr>
                        <a:t>Model terms</a:t>
                      </a:r>
                    </a:p>
                  </a:txBody>
                  <a:tcPr anchor="ctr">
                    <a:lnL>
                      <a:noFill/>
                    </a:lnL>
                    <a:lnR>
                      <a:noFill/>
                    </a:lnR>
                    <a:lnT>
                      <a:noFill/>
                    </a:lnT>
                    <a:lnB>
                      <a:noFill/>
                    </a:lnB>
                    <a:solidFill>
                      <a:srgbClr val="173F35"/>
                    </a:solidFill>
                  </a:tcPr>
                </a:tc>
                <a:tc>
                  <a:txBody>
                    <a:bodyPr/>
                    <a:lstStyle/>
                    <a:p>
                      <a:pPr>
                        <a:buNone/>
                      </a:pPr>
                      <a:r>
                        <a:rPr lang="en-US" sz="1400" b="1">
                          <a:solidFill>
                            <a:srgbClr val="FAF9F6"/>
                          </a:solidFill>
                          <a:effectLst/>
                          <a:latin typeface="Arial" panose="020B0604020202020204" pitchFamily="34" charset="0"/>
                        </a:rPr>
                        <a:t>Total cost</a:t>
                      </a:r>
                    </a:p>
                  </a:txBody>
                  <a:tcPr anchor="ctr">
                    <a:lnL>
                      <a:noFill/>
                    </a:lnL>
                    <a:lnR>
                      <a:noFill/>
                    </a:lnR>
                    <a:lnT>
                      <a:noFill/>
                    </a:lnT>
                    <a:lnB>
                      <a:noFill/>
                    </a:lnB>
                    <a:solidFill>
                      <a:srgbClr val="173F35"/>
                    </a:solidFill>
                  </a:tcPr>
                </a:tc>
                <a:extLst>
                  <a:ext uri="{0D108BD9-81ED-4DB2-BD59-A6C34878D82A}">
                    <a16:rowId xmlns:a16="http://schemas.microsoft.com/office/drawing/2014/main" val="3778784608"/>
                  </a:ext>
                </a:extLst>
              </a:tr>
              <a:tr h="0">
                <a:tc>
                  <a:txBody>
                    <a:bodyPr/>
                    <a:lstStyle/>
                    <a:p>
                      <a:pPr>
                        <a:buNone/>
                      </a:pPr>
                      <a:r>
                        <a:rPr lang="en-US" sz="1400">
                          <a:effectLst/>
                          <a:latin typeface="Arial" panose="020B0604020202020204" pitchFamily="34" charset="0"/>
                        </a:rPr>
                        <a:t>Existing housing product (buy)</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Evidence required</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Evidence required</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Evidence required</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Evidence required</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Evidence required</a:t>
                      </a:r>
                    </a:p>
                  </a:txBody>
                  <a:tcPr anchor="ctr">
                    <a:lnL>
                      <a:noFill/>
                    </a:lnL>
                    <a:lnR>
                      <a:noFill/>
                    </a:lnR>
                    <a:lnT>
                      <a:noFill/>
                    </a:lnT>
                    <a:lnB>
                      <a:noFill/>
                    </a:lnB>
                    <a:noFill/>
                  </a:tcPr>
                </a:tc>
                <a:extLst>
                  <a:ext uri="{0D108BD9-81ED-4DB2-BD59-A6C34878D82A}">
                    <a16:rowId xmlns:a16="http://schemas.microsoft.com/office/drawing/2014/main" val="823311137"/>
                  </a:ext>
                </a:extLst>
              </a:tr>
              <a:tr h="0">
                <a:tc>
                  <a:txBody>
                    <a:bodyPr/>
                    <a:lstStyle/>
                    <a:p>
                      <a:pPr>
                        <a:buNone/>
                      </a:pPr>
                      <a:r>
                        <a:rPr lang="en-US" sz="1400">
                          <a:effectLst/>
                          <a:latin typeface="Arial" panose="020B0604020202020204" pitchFamily="34" charset="0"/>
                        </a:rPr>
                        <a:t>M365 / Power Platform (configure)</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Evidence required</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Evidence required</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Evidence required</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Evidence required</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Evidence required</a:t>
                      </a:r>
                    </a:p>
                  </a:txBody>
                  <a:tcPr anchor="ctr">
                    <a:lnL>
                      <a:noFill/>
                    </a:lnL>
                    <a:lnR>
                      <a:noFill/>
                    </a:lnR>
                    <a:lnT>
                      <a:noFill/>
                    </a:lnT>
                    <a:lnB>
                      <a:noFill/>
                    </a:lnB>
                    <a:solidFill>
                      <a:srgbClr val="E8ECEB"/>
                    </a:solidFill>
                  </a:tcPr>
                </a:tc>
                <a:extLst>
                  <a:ext uri="{0D108BD9-81ED-4DB2-BD59-A6C34878D82A}">
                    <a16:rowId xmlns:a16="http://schemas.microsoft.com/office/drawing/2014/main" val="364145839"/>
                  </a:ext>
                </a:extLst>
              </a:tr>
              <a:tr h="0">
                <a:tc>
                  <a:txBody>
                    <a:bodyPr/>
                    <a:lstStyle/>
                    <a:p>
                      <a:pPr>
                        <a:buNone/>
                      </a:pPr>
                      <a:r>
                        <a:rPr lang="en-US" sz="1400">
                          <a:effectLst/>
                          <a:latin typeface="Arial" panose="020B0604020202020204" pitchFamily="34" charset="0"/>
                        </a:rPr>
                        <a:t>Custom Azure (build: the exercise realisation)</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Evidence required</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Evidence required</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Evidence required</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Evidence required</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Evidence required</a:t>
                      </a:r>
                    </a:p>
                  </a:txBody>
                  <a:tcPr anchor="ctr">
                    <a:lnL>
                      <a:noFill/>
                    </a:lnL>
                    <a:lnR>
                      <a:noFill/>
                    </a:lnR>
                    <a:lnT>
                      <a:noFill/>
                    </a:lnT>
                    <a:lnB>
                      <a:noFill/>
                    </a:lnB>
                    <a:noFill/>
                  </a:tcPr>
                </a:tc>
                <a:extLst>
                  <a:ext uri="{0D108BD9-81ED-4DB2-BD59-A6C34878D82A}">
                    <a16:rowId xmlns:a16="http://schemas.microsoft.com/office/drawing/2014/main" val="2582931653"/>
                  </a:ext>
                </a:extLst>
              </a:tr>
            </a:tbl>
          </a:graphicData>
        </a:graphic>
      </p:graphicFrame>
      <p:sp>
        <p:nvSpPr>
          <p:cNvPr id="18215" name="Side label">
            <a:extLst>
              <a:ext uri="{FF2B5EF4-FFF2-40B4-BE49-F238E27FC236}">
                <a16:creationId xmlns:a16="http://schemas.microsoft.com/office/drawing/2014/main" id="{2A4F11D3-682F-028C-3E6A-895FF4356CCB}"/>
              </a:ext>
            </a:extLst>
          </p:cNvPr>
          <p:cNvSpPr/>
          <p:nvPr/>
        </p:nvSpPr>
        <p:spPr>
          <a:xfrm>
            <a:off x="8872728" y="2834640"/>
            <a:ext cx="2770632"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PROCUREMENT DECISION: NEXT STEP</a:t>
            </a:r>
            <a:endParaRPr lang="en-US"/>
          </a:p>
        </p:txBody>
      </p:sp>
      <p:sp>
        <p:nvSpPr>
          <p:cNvPr id="18221" name="Side note 1">
            <a:extLst>
              <a:ext uri="{FF2B5EF4-FFF2-40B4-BE49-F238E27FC236}">
                <a16:creationId xmlns:a16="http://schemas.microsoft.com/office/drawing/2014/main" id="{53AFFE88-4BB7-4646-8A33-F0F2FC0FCB07}"/>
              </a:ext>
            </a:extLst>
          </p:cNvPr>
          <p:cNvSpPr/>
          <p:nvPr/>
        </p:nvSpPr>
        <p:spPr>
          <a:xfrm>
            <a:off x="8872728" y="3383280"/>
            <a:ext cx="2770632"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Licences and tenant capability are confirmed in Phase 0.</a:t>
            </a:r>
            <a:endParaRPr lang="en-US"/>
          </a:p>
        </p:txBody>
      </p:sp>
      <p:sp>
        <p:nvSpPr>
          <p:cNvPr id="18228" name="Side note 2">
            <a:extLst>
              <a:ext uri="{FF2B5EF4-FFF2-40B4-BE49-F238E27FC236}">
                <a16:creationId xmlns:a16="http://schemas.microsoft.com/office/drawing/2014/main" id="{F701667E-0E2D-658D-CDD4-37C9611EAF1F}"/>
              </a:ext>
            </a:extLst>
          </p:cNvPr>
          <p:cNvSpPr/>
          <p:nvPr/>
        </p:nvSpPr>
        <p:spPr>
          <a:xfrm>
            <a:off x="8872728" y="4343400"/>
            <a:ext cx="2770632"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The platform choice follows customer value.</a:t>
            </a:r>
            <a:endParaRPr lang="en-US"/>
          </a:p>
        </p:txBody>
      </p:sp>
    </p:spTree>
    <p:extLst>
      <p:ext uri="{BB962C8B-B14F-4D97-AF65-F5344CB8AC3E}">
        <p14:creationId xmlns:p14="http://schemas.microsoft.com/office/powerpoint/2010/main" val="138994454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7808" name="Eyebrow">
            <a:extLst>
              <a:ext uri="{FF2B5EF4-FFF2-40B4-BE49-F238E27FC236}">
                <a16:creationId xmlns:a16="http://schemas.microsoft.com/office/drawing/2014/main" id="{F2295C21-B3D8-0879-667F-6C0CC1604716}"/>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B21 · CISO / CTO / RISK</a:t>
            </a:r>
          </a:p>
          <a:p>
            <a:pPr algn="l">
              <a:buNone/>
            </a:pPr>
            <a:r>
              <a:rPr lang="en-US" sz="100">
                <a:effectLst/>
              </a:rPr>
              <a:t> </a:t>
            </a:r>
            <a:endParaRPr lang="en-US"/>
          </a:p>
        </p:txBody>
      </p:sp>
      <p:sp>
        <p:nvSpPr>
          <p:cNvPr id="7910" name="Slide title">
            <a:extLst>
              <a:ext uri="{FF2B5EF4-FFF2-40B4-BE49-F238E27FC236}">
                <a16:creationId xmlns:a16="http://schemas.microsoft.com/office/drawing/2014/main" id="{1F709024-3333-1246-098D-DA8BFED28623}"/>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How do you prevent hallucinations and prompt injection?</a:t>
            </a:r>
          </a:p>
          <a:p>
            <a:pPr algn="l">
              <a:buNone/>
            </a:pPr>
            <a:r>
              <a:rPr lang="en-US" sz="100">
                <a:effectLst/>
              </a:rPr>
              <a:t> </a:t>
            </a:r>
            <a:endParaRPr lang="en-US"/>
          </a:p>
        </p:txBody>
      </p:sp>
      <p:sp>
        <p:nvSpPr>
          <p:cNvPr id="8013" name="Footer sources">
            <a:extLst>
              <a:ext uri="{FF2B5EF4-FFF2-40B4-BE49-F238E27FC236}">
                <a16:creationId xmlns:a16="http://schemas.microsoft.com/office/drawing/2014/main" id="{CAD0321A-B7B4-E090-85E0-C02B2D40E5BF}"/>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E09 · E12 · E07</a:t>
            </a:r>
          </a:p>
          <a:p>
            <a:pPr algn="l">
              <a:buNone/>
            </a:pPr>
            <a:r>
              <a:rPr lang="en-US" sz="100">
                <a:effectLst/>
              </a:rPr>
              <a:t> </a:t>
            </a:r>
            <a:endParaRPr lang="en-US"/>
          </a:p>
        </p:txBody>
      </p:sp>
      <p:sp>
        <p:nvSpPr>
          <p:cNvPr id="8117" name="Footer navigation">
            <a:extLst>
              <a:ext uri="{FF2B5EF4-FFF2-40B4-BE49-F238E27FC236}">
                <a16:creationId xmlns:a16="http://schemas.microsoft.com/office/drawing/2014/main" id="{0BFBB1D0-BD60-8452-3F63-3F57C3947838}"/>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B21 · Index: slide 27</a:t>
            </a:r>
            <a:endParaRPr lang="en-US"/>
          </a:p>
        </p:txBody>
      </p:sp>
      <p:sp>
        <p:nvSpPr>
          <p:cNvPr id="8222" name="Return pill">
            <a:extLst>
              <a:ext uri="{FF2B5EF4-FFF2-40B4-BE49-F238E27FC236}">
                <a16:creationId xmlns:a16="http://schemas.microsoft.com/office/drawing/2014/main" id="{27FCFD72-3A25-48B2-4F99-A8842F9F66B6}"/>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S17 · slide 20</a:t>
            </a:r>
            <a:endParaRPr lang="en-US"/>
          </a:p>
        </p:txBody>
      </p:sp>
      <p:sp>
        <p:nvSpPr>
          <p:cNvPr id="18229" name="Statement 1">
            <a:extLst>
              <a:ext uri="{FF2B5EF4-FFF2-40B4-BE49-F238E27FC236}">
                <a16:creationId xmlns:a16="http://schemas.microsoft.com/office/drawing/2014/main" id="{919889CC-97E7-648B-E08C-42223A133D5C}"/>
              </a:ext>
            </a:extLst>
          </p:cNvPr>
          <p:cNvSpPr/>
          <p:nvPr/>
        </p:nvSpPr>
        <p:spPr>
          <a:xfrm>
            <a:off x="548640" y="1508760"/>
            <a:ext cx="3187085"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Permitted task context and source/version binding</a:t>
            </a:r>
          </a:p>
          <a:p>
            <a:pPr algn="l">
              <a:buNone/>
            </a:pPr>
            <a:r>
              <a:rPr lang="en-US" sz="100">
                <a:effectLst/>
              </a:rPr>
              <a:t> </a:t>
            </a:r>
            <a:endParaRPr lang="en-US"/>
          </a:p>
        </p:txBody>
      </p:sp>
      <p:sp>
        <p:nvSpPr>
          <p:cNvPr id="18231" name="Statement 2">
            <a:extLst>
              <a:ext uri="{FF2B5EF4-FFF2-40B4-BE49-F238E27FC236}">
                <a16:creationId xmlns:a16="http://schemas.microsoft.com/office/drawing/2014/main" id="{9F45D86F-1B65-CA58-1644-CF45EADC99D2}"/>
              </a:ext>
            </a:extLst>
          </p:cNvPr>
          <p:cNvSpPr/>
          <p:nvPr/>
        </p:nvSpPr>
        <p:spPr>
          <a:xfrm>
            <a:off x="3964325" y="1508760"/>
            <a:ext cx="3453487"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Schema/citation checks plus independent semantic review</a:t>
            </a:r>
          </a:p>
          <a:p>
            <a:pPr algn="l">
              <a:buNone/>
            </a:pPr>
            <a:r>
              <a:rPr lang="en-US" sz="100">
                <a:effectLst/>
              </a:rPr>
              <a:t> </a:t>
            </a:r>
            <a:endParaRPr lang="en-US"/>
          </a:p>
        </p:txBody>
      </p:sp>
      <p:sp>
        <p:nvSpPr>
          <p:cNvPr id="18234" name="Statement 3">
            <a:extLst>
              <a:ext uri="{FF2B5EF4-FFF2-40B4-BE49-F238E27FC236}">
                <a16:creationId xmlns:a16="http://schemas.microsoft.com/office/drawing/2014/main" id="{9D12C0F8-7ADB-4C55-EFF1-93C163F9D0F7}"/>
              </a:ext>
            </a:extLst>
          </p:cNvPr>
          <p:cNvSpPr/>
          <p:nvPr/>
        </p:nvSpPr>
        <p:spPr>
          <a:xfrm>
            <a:off x="7646412" y="1508760"/>
            <a:ext cx="3996948"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Built to contain vulnerabilities and hallucinations, not to deny them</a:t>
            </a:r>
            <a:endParaRPr lang="en-US"/>
          </a:p>
        </p:txBody>
      </p:sp>
      <p:sp>
        <p:nvSpPr>
          <p:cNvPr id="18238" name="Card 1. Capture">
            <a:extLst>
              <a:ext uri="{FF2B5EF4-FFF2-40B4-BE49-F238E27FC236}">
                <a16:creationId xmlns:a16="http://schemas.microsoft.com/office/drawing/2014/main" id="{B78997C9-67C2-DDCA-B6B1-BE03BF1F78CC}"/>
              </a:ext>
            </a:extLst>
          </p:cNvPr>
          <p:cNvSpPr/>
          <p:nvPr/>
        </p:nvSpPr>
        <p:spPr>
          <a:xfrm>
            <a:off x="548640" y="2286000"/>
            <a:ext cx="2526792" cy="150876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243" name="1. Capture title">
            <a:extLst>
              <a:ext uri="{FF2B5EF4-FFF2-40B4-BE49-F238E27FC236}">
                <a16:creationId xmlns:a16="http://schemas.microsoft.com/office/drawing/2014/main" id="{8D1F69DA-C18D-B75E-2C1D-BEF8111398C1}"/>
              </a:ext>
            </a:extLst>
          </p:cNvPr>
          <p:cNvSpPr/>
          <p:nvPr/>
        </p:nvSpPr>
        <p:spPr>
          <a:xfrm>
            <a:off x="563880" y="2386584"/>
            <a:ext cx="2496312" cy="466344"/>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1. Capture</a:t>
            </a:r>
          </a:p>
          <a:p>
            <a:pPr algn="l">
              <a:buNone/>
            </a:pPr>
            <a:r>
              <a:rPr lang="en-US" sz="100">
                <a:effectLst/>
              </a:rPr>
              <a:t> </a:t>
            </a:r>
            <a:endParaRPr lang="en-US"/>
          </a:p>
        </p:txBody>
      </p:sp>
      <p:sp>
        <p:nvSpPr>
          <p:cNvPr id="18249" name="1. Capture body">
            <a:extLst>
              <a:ext uri="{FF2B5EF4-FFF2-40B4-BE49-F238E27FC236}">
                <a16:creationId xmlns:a16="http://schemas.microsoft.com/office/drawing/2014/main" id="{D1D7EDFF-F9BA-94F3-9945-EDA03F3337D0}"/>
              </a:ext>
            </a:extLst>
          </p:cNvPr>
          <p:cNvSpPr/>
          <p:nvPr/>
        </p:nvSpPr>
        <p:spPr>
          <a:xfrm>
            <a:off x="563880" y="2852928"/>
            <a:ext cx="2496312"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Role + case scope</a:t>
            </a:r>
          </a:p>
          <a:p>
            <a:pPr algn="l">
              <a:buNone/>
            </a:pPr>
            <a:r>
              <a:rPr lang="en-US" sz="1600">
                <a:solidFill>
                  <a:srgbClr val="173F35"/>
                </a:solidFill>
                <a:effectLst/>
                <a:latin typeface="Arial" panose="020B0604020202020204" pitchFamily="34" charset="0"/>
              </a:rPr>
              <a:t>Permitted evidence</a:t>
            </a:r>
          </a:p>
          <a:p>
            <a:pPr algn="l">
              <a:buNone/>
            </a:pPr>
            <a:r>
              <a:rPr lang="en-US" sz="1600">
                <a:solidFill>
                  <a:srgbClr val="173F35"/>
                </a:solidFill>
                <a:effectLst/>
                <a:latin typeface="Arial" panose="020B0604020202020204" pitchFamily="34" charset="0"/>
              </a:rPr>
              <a:t>Source/version IDs</a:t>
            </a:r>
            <a:endParaRPr lang="en-US"/>
          </a:p>
        </p:txBody>
      </p:sp>
      <p:sp>
        <p:nvSpPr>
          <p:cNvPr id="18256" name="Card 2. Call">
            <a:extLst>
              <a:ext uri="{FF2B5EF4-FFF2-40B4-BE49-F238E27FC236}">
                <a16:creationId xmlns:a16="http://schemas.microsoft.com/office/drawing/2014/main" id="{F197848C-E58A-F9AE-8080-E5A573B9A90B}"/>
              </a:ext>
            </a:extLst>
          </p:cNvPr>
          <p:cNvSpPr/>
          <p:nvPr/>
        </p:nvSpPr>
        <p:spPr>
          <a:xfrm>
            <a:off x="3404616" y="2286000"/>
            <a:ext cx="2526792" cy="1508760"/>
          </a:xfrm>
          <a:prstGeom prst="rect">
            <a:avLst/>
          </a:prstGeom>
          <a:solidFill>
            <a:srgbClr val="F0EBFA"/>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264" name="2. Call title">
            <a:extLst>
              <a:ext uri="{FF2B5EF4-FFF2-40B4-BE49-F238E27FC236}">
                <a16:creationId xmlns:a16="http://schemas.microsoft.com/office/drawing/2014/main" id="{793FBEEE-1FBB-AB00-F0BA-405C6B239BEA}"/>
              </a:ext>
            </a:extLst>
          </p:cNvPr>
          <p:cNvSpPr/>
          <p:nvPr/>
        </p:nvSpPr>
        <p:spPr>
          <a:xfrm>
            <a:off x="3419856" y="2386584"/>
            <a:ext cx="2496312" cy="466344"/>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2. Call</a:t>
            </a:r>
          </a:p>
          <a:p>
            <a:pPr algn="l">
              <a:buNone/>
            </a:pPr>
            <a:r>
              <a:rPr lang="en-US" sz="100">
                <a:effectLst/>
              </a:rPr>
              <a:t> </a:t>
            </a:r>
            <a:endParaRPr lang="en-US"/>
          </a:p>
        </p:txBody>
      </p:sp>
      <p:sp>
        <p:nvSpPr>
          <p:cNvPr id="18273" name="2. Call body">
            <a:extLst>
              <a:ext uri="{FF2B5EF4-FFF2-40B4-BE49-F238E27FC236}">
                <a16:creationId xmlns:a16="http://schemas.microsoft.com/office/drawing/2014/main" id="{038ED95E-0D97-A277-D70D-F14F78277742}"/>
              </a:ext>
            </a:extLst>
          </p:cNvPr>
          <p:cNvSpPr/>
          <p:nvPr/>
        </p:nvSpPr>
        <p:spPr>
          <a:xfrm>
            <a:off x="3419856" y="2852928"/>
            <a:ext cx="2496312"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Bounded task</a:t>
            </a:r>
          </a:p>
          <a:p>
            <a:pPr algn="l">
              <a:buNone/>
            </a:pPr>
            <a:r>
              <a:rPr lang="en-US" sz="1600">
                <a:solidFill>
                  <a:srgbClr val="173F35"/>
                </a:solidFill>
                <a:effectLst/>
                <a:latin typeface="Arial" panose="020B0604020202020204" pitchFamily="34" charset="0"/>
              </a:rPr>
              <a:t>Model + usage</a:t>
            </a:r>
          </a:p>
          <a:p>
            <a:pPr algn="l">
              <a:buNone/>
            </a:pPr>
            <a:r>
              <a:rPr lang="en-US" sz="1600">
                <a:solidFill>
                  <a:srgbClr val="173F35"/>
                </a:solidFill>
                <a:effectLst/>
                <a:latin typeface="Arial" panose="020B0604020202020204" pitchFamily="34" charset="0"/>
              </a:rPr>
              <a:t>No database lock</a:t>
            </a:r>
            <a:endParaRPr lang="en-US"/>
          </a:p>
        </p:txBody>
      </p:sp>
      <p:sp>
        <p:nvSpPr>
          <p:cNvPr id="18283" name="Card 3. Validate">
            <a:extLst>
              <a:ext uri="{FF2B5EF4-FFF2-40B4-BE49-F238E27FC236}">
                <a16:creationId xmlns:a16="http://schemas.microsoft.com/office/drawing/2014/main" id="{FC0BFCEE-C75C-88B7-3C48-6A2FCB0E6201}"/>
              </a:ext>
            </a:extLst>
          </p:cNvPr>
          <p:cNvSpPr/>
          <p:nvPr/>
        </p:nvSpPr>
        <p:spPr>
          <a:xfrm>
            <a:off x="6260592" y="2286000"/>
            <a:ext cx="2526792" cy="150876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294" name="3. Validate title">
            <a:extLst>
              <a:ext uri="{FF2B5EF4-FFF2-40B4-BE49-F238E27FC236}">
                <a16:creationId xmlns:a16="http://schemas.microsoft.com/office/drawing/2014/main" id="{EB1A3F21-CCF5-345A-76FB-1F6137404BAC}"/>
              </a:ext>
            </a:extLst>
          </p:cNvPr>
          <p:cNvSpPr/>
          <p:nvPr/>
        </p:nvSpPr>
        <p:spPr>
          <a:xfrm>
            <a:off x="6275832" y="2386584"/>
            <a:ext cx="2496312" cy="466344"/>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3. Validate</a:t>
            </a:r>
          </a:p>
          <a:p>
            <a:pPr algn="l">
              <a:buNone/>
            </a:pPr>
            <a:r>
              <a:rPr lang="en-US" sz="100">
                <a:effectLst/>
              </a:rPr>
              <a:t> </a:t>
            </a:r>
            <a:endParaRPr lang="en-US"/>
          </a:p>
        </p:txBody>
      </p:sp>
      <p:sp>
        <p:nvSpPr>
          <p:cNvPr id="18306" name="3. Validate body">
            <a:extLst>
              <a:ext uri="{FF2B5EF4-FFF2-40B4-BE49-F238E27FC236}">
                <a16:creationId xmlns:a16="http://schemas.microsoft.com/office/drawing/2014/main" id="{3869F366-F774-B35A-6E5B-E68C262EBD53}"/>
              </a:ext>
            </a:extLst>
          </p:cNvPr>
          <p:cNvSpPr/>
          <p:nvPr/>
        </p:nvSpPr>
        <p:spPr>
          <a:xfrm>
            <a:off x="6275832" y="2852928"/>
            <a:ext cx="2496312"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Schema + citations</a:t>
            </a:r>
          </a:p>
          <a:p>
            <a:pPr algn="l">
              <a:buNone/>
            </a:pPr>
            <a:r>
              <a:rPr lang="en-US" sz="1600">
                <a:solidFill>
                  <a:srgbClr val="173F35"/>
                </a:solidFill>
                <a:effectLst/>
                <a:latin typeface="Arial" panose="020B0604020202020204" pitchFamily="34" charset="0"/>
              </a:rPr>
              <a:t>Stale/error = stop</a:t>
            </a:r>
          </a:p>
          <a:p>
            <a:pPr algn="l">
              <a:buNone/>
            </a:pPr>
            <a:r>
              <a:rPr lang="en-US" sz="1600">
                <a:solidFill>
                  <a:srgbClr val="173F35"/>
                </a:solidFill>
                <a:effectLst/>
                <a:latin typeface="Arial" panose="020B0604020202020204" pitchFamily="34" charset="0"/>
              </a:rPr>
              <a:t>Store as unreviewed</a:t>
            </a:r>
            <a:endParaRPr lang="en-US"/>
          </a:p>
        </p:txBody>
      </p:sp>
      <p:sp>
        <p:nvSpPr>
          <p:cNvPr id="18319" name="Card 4. Review">
            <a:extLst>
              <a:ext uri="{FF2B5EF4-FFF2-40B4-BE49-F238E27FC236}">
                <a16:creationId xmlns:a16="http://schemas.microsoft.com/office/drawing/2014/main" id="{60B9D7E4-493F-D585-C03A-4BDD0785C546}"/>
              </a:ext>
            </a:extLst>
          </p:cNvPr>
          <p:cNvSpPr/>
          <p:nvPr/>
        </p:nvSpPr>
        <p:spPr>
          <a:xfrm>
            <a:off x="9116568" y="2286000"/>
            <a:ext cx="2526792" cy="150876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333" name="4. Review title">
            <a:extLst>
              <a:ext uri="{FF2B5EF4-FFF2-40B4-BE49-F238E27FC236}">
                <a16:creationId xmlns:a16="http://schemas.microsoft.com/office/drawing/2014/main" id="{E2AC2B6D-B668-75F3-E532-A5796CB7BED2}"/>
              </a:ext>
            </a:extLst>
          </p:cNvPr>
          <p:cNvSpPr/>
          <p:nvPr/>
        </p:nvSpPr>
        <p:spPr>
          <a:xfrm>
            <a:off x="9131808" y="2386584"/>
            <a:ext cx="2496312" cy="466344"/>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4. Review</a:t>
            </a:r>
          </a:p>
          <a:p>
            <a:pPr algn="l">
              <a:buNone/>
            </a:pPr>
            <a:r>
              <a:rPr lang="en-US" sz="100">
                <a:effectLst/>
              </a:rPr>
              <a:t> </a:t>
            </a:r>
            <a:endParaRPr lang="en-US"/>
          </a:p>
        </p:txBody>
      </p:sp>
      <p:sp>
        <p:nvSpPr>
          <p:cNvPr id="18348" name="4. Review body">
            <a:extLst>
              <a:ext uri="{FF2B5EF4-FFF2-40B4-BE49-F238E27FC236}">
                <a16:creationId xmlns:a16="http://schemas.microsoft.com/office/drawing/2014/main" id="{FE73680B-1447-590D-149D-A358C9A5E939}"/>
              </a:ext>
            </a:extLst>
          </p:cNvPr>
          <p:cNvSpPr/>
          <p:nvPr/>
        </p:nvSpPr>
        <p:spPr>
          <a:xfrm>
            <a:off x="9131808" y="2852928"/>
            <a:ext cx="2496312"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Human checks source</a:t>
            </a:r>
          </a:p>
          <a:p>
            <a:pPr algn="l">
              <a:buNone/>
            </a:pPr>
            <a:r>
              <a:rPr lang="en-US" sz="1600">
                <a:solidFill>
                  <a:srgbClr val="173F35"/>
                </a:solidFill>
                <a:effectLst/>
                <a:latin typeface="Arial" panose="020B0604020202020204" pitchFamily="34" charset="0"/>
              </a:rPr>
              <a:t>Current permissions</a:t>
            </a:r>
          </a:p>
          <a:p>
            <a:pPr algn="l">
              <a:buNone/>
            </a:pPr>
            <a:r>
              <a:rPr lang="en-US" sz="1600">
                <a:solidFill>
                  <a:srgbClr val="173F35"/>
                </a:solidFill>
                <a:effectLst/>
                <a:latin typeface="Arial" panose="020B0604020202020204" pitchFamily="34" charset="0"/>
              </a:rPr>
              <a:t>Separate domain action</a:t>
            </a:r>
            <a:endParaRPr lang="en-US"/>
          </a:p>
        </p:txBody>
      </p:sp>
      <p:sp>
        <p:nvSpPr>
          <p:cNvPr id="18364" name="Flow arrow 1">
            <a:extLst>
              <a:ext uri="{FF2B5EF4-FFF2-40B4-BE49-F238E27FC236}">
                <a16:creationId xmlns:a16="http://schemas.microsoft.com/office/drawing/2014/main" id="{DFE0A69B-68CA-FEAE-D0D6-0029B6FE34A3}"/>
              </a:ext>
            </a:extLst>
          </p:cNvPr>
          <p:cNvSpPr/>
          <p:nvPr/>
        </p:nvSpPr>
        <p:spPr>
          <a:xfrm>
            <a:off x="3102864" y="292608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381" name="Flow arrow 2">
            <a:extLst>
              <a:ext uri="{FF2B5EF4-FFF2-40B4-BE49-F238E27FC236}">
                <a16:creationId xmlns:a16="http://schemas.microsoft.com/office/drawing/2014/main" id="{1FB83918-5EA5-E03E-351F-431D122FA5A0}"/>
              </a:ext>
            </a:extLst>
          </p:cNvPr>
          <p:cNvSpPr/>
          <p:nvPr/>
        </p:nvSpPr>
        <p:spPr>
          <a:xfrm>
            <a:off x="5958840" y="292608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399" name="Flow arrow 3">
            <a:extLst>
              <a:ext uri="{FF2B5EF4-FFF2-40B4-BE49-F238E27FC236}">
                <a16:creationId xmlns:a16="http://schemas.microsoft.com/office/drawing/2014/main" id="{455FBE22-3FFE-B416-3BAD-027E8E7D3616}"/>
              </a:ext>
            </a:extLst>
          </p:cNvPr>
          <p:cNvSpPr/>
          <p:nvPr/>
        </p:nvSpPr>
        <p:spPr>
          <a:xfrm>
            <a:off x="8814816" y="292608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418" name="Callout label UNTRUSTED EVIDENCE">
            <a:extLst>
              <a:ext uri="{FF2B5EF4-FFF2-40B4-BE49-F238E27FC236}">
                <a16:creationId xmlns:a16="http://schemas.microsoft.com/office/drawing/2014/main" id="{735A36A2-D1B1-33D2-7A1F-ABB7D85915CE}"/>
              </a:ext>
            </a:extLst>
          </p:cNvPr>
          <p:cNvSpPr/>
          <p:nvPr/>
        </p:nvSpPr>
        <p:spPr>
          <a:xfrm>
            <a:off x="563880" y="3846920"/>
            <a:ext cx="53522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UNTRUSTED EVIDENCE</a:t>
            </a:r>
          </a:p>
          <a:p>
            <a:pPr algn="l">
              <a:buNone/>
            </a:pPr>
            <a:r>
              <a:rPr lang="en-US" sz="100">
                <a:effectLst/>
              </a:rPr>
              <a:t> </a:t>
            </a:r>
            <a:endParaRPr lang="en-US"/>
          </a:p>
        </p:txBody>
      </p:sp>
      <p:sp>
        <p:nvSpPr>
          <p:cNvPr id="18438" name="Callout UNTRUSTED EVIDENCE">
            <a:extLst>
              <a:ext uri="{FF2B5EF4-FFF2-40B4-BE49-F238E27FC236}">
                <a16:creationId xmlns:a16="http://schemas.microsoft.com/office/drawing/2014/main" id="{8A3293C4-DB54-6A98-D16C-291A02273B1D}"/>
              </a:ext>
            </a:extLst>
          </p:cNvPr>
          <p:cNvSpPr/>
          <p:nvPr/>
        </p:nvSpPr>
        <p:spPr>
          <a:xfrm>
            <a:off x="563880" y="4121240"/>
            <a:ext cx="5352288"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Documents are evidence, not instructions</a:t>
            </a:r>
          </a:p>
          <a:p>
            <a:pPr algn="l">
              <a:buNone/>
            </a:pPr>
            <a:r>
              <a:rPr lang="en-US" sz="100">
                <a:effectLst/>
              </a:rPr>
              <a:t> </a:t>
            </a:r>
            <a:endParaRPr lang="en-US"/>
          </a:p>
        </p:txBody>
      </p:sp>
      <p:sp>
        <p:nvSpPr>
          <p:cNvPr id="18459" name="Callout label REVIEW BOUNDARY">
            <a:extLst>
              <a:ext uri="{FF2B5EF4-FFF2-40B4-BE49-F238E27FC236}">
                <a16:creationId xmlns:a16="http://schemas.microsoft.com/office/drawing/2014/main" id="{C48918ED-1E50-6A73-AF2A-CD65A2FC6EB0}"/>
              </a:ext>
            </a:extLst>
          </p:cNvPr>
          <p:cNvSpPr/>
          <p:nvPr/>
        </p:nvSpPr>
        <p:spPr>
          <a:xfrm>
            <a:off x="6275832" y="3846920"/>
            <a:ext cx="53522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REVIEW BOUNDARY</a:t>
            </a:r>
          </a:p>
          <a:p>
            <a:pPr algn="l">
              <a:buNone/>
            </a:pPr>
            <a:r>
              <a:rPr lang="en-US" sz="100">
                <a:effectLst/>
              </a:rPr>
              <a:t> </a:t>
            </a:r>
            <a:endParaRPr lang="en-US"/>
          </a:p>
        </p:txBody>
      </p:sp>
      <p:sp>
        <p:nvSpPr>
          <p:cNvPr id="18481" name="Callout REVIEW BOUNDARY">
            <a:extLst>
              <a:ext uri="{FF2B5EF4-FFF2-40B4-BE49-F238E27FC236}">
                <a16:creationId xmlns:a16="http://schemas.microsoft.com/office/drawing/2014/main" id="{17E3BC92-80EB-8000-9AAC-110263319928}"/>
              </a:ext>
            </a:extLst>
          </p:cNvPr>
          <p:cNvSpPr/>
          <p:nvPr/>
        </p:nvSpPr>
        <p:spPr>
          <a:xfrm>
            <a:off x="6275832" y="4121240"/>
            <a:ext cx="5352288"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Citation presence is not semantic truth</a:t>
            </a:r>
          </a:p>
          <a:p>
            <a:pPr algn="l">
              <a:buNone/>
            </a:pPr>
            <a:r>
              <a:rPr lang="en-US" sz="100">
                <a:effectLst/>
              </a:rPr>
              <a:t> </a:t>
            </a:r>
            <a:endParaRPr lang="en-US"/>
          </a:p>
        </p:txBody>
      </p:sp>
      <p:sp>
        <p:nvSpPr>
          <p:cNvPr id="18504" name="Failure does not become approval">
            <a:extLst>
              <a:ext uri="{FF2B5EF4-FFF2-40B4-BE49-F238E27FC236}">
                <a16:creationId xmlns:a16="http://schemas.microsoft.com/office/drawing/2014/main" id="{C91AA784-ABE8-16A8-3D0A-D4D52CA346AF}"/>
              </a:ext>
            </a:extLst>
          </p:cNvPr>
          <p:cNvSpPr/>
          <p:nvPr/>
        </p:nvSpPr>
        <p:spPr>
          <a:xfrm>
            <a:off x="548640" y="4678680"/>
            <a:ext cx="11094720" cy="975360"/>
          </a:xfrm>
          <a:prstGeom prst="rect">
            <a:avLst/>
          </a:prstGeom>
          <a:solidFill>
            <a:srgbClr val="FFF1D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528" name="Failure bar title">
            <a:extLst>
              <a:ext uri="{FF2B5EF4-FFF2-40B4-BE49-F238E27FC236}">
                <a16:creationId xmlns:a16="http://schemas.microsoft.com/office/drawing/2014/main" id="{F52A4F0E-A5F6-01D2-87B2-B2D7AEA540D4}"/>
              </a:ext>
            </a:extLst>
          </p:cNvPr>
          <p:cNvSpPr/>
          <p:nvPr/>
        </p:nvSpPr>
        <p:spPr>
          <a:xfrm>
            <a:off x="563880" y="4700360"/>
            <a:ext cx="1106424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Failure does not become approval</a:t>
            </a:r>
          </a:p>
          <a:p>
            <a:pPr algn="l">
              <a:buNone/>
            </a:pPr>
            <a:r>
              <a:rPr lang="en-US" sz="100">
                <a:effectLst/>
              </a:rPr>
              <a:t> </a:t>
            </a:r>
            <a:endParaRPr lang="en-US"/>
          </a:p>
        </p:txBody>
      </p:sp>
      <p:sp>
        <p:nvSpPr>
          <p:cNvPr id="18553" name="Failure bar body">
            <a:extLst>
              <a:ext uri="{FF2B5EF4-FFF2-40B4-BE49-F238E27FC236}">
                <a16:creationId xmlns:a16="http://schemas.microsoft.com/office/drawing/2014/main" id="{60229714-7A4E-E45B-AE7E-7DFEFC7F2808}"/>
              </a:ext>
            </a:extLst>
          </p:cNvPr>
          <p:cNvSpPr/>
          <p:nvPr/>
        </p:nvSpPr>
        <p:spPr>
          <a:xfrm>
            <a:off x="563880" y="5127080"/>
            <a:ext cx="1106424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Unknown, stale, disabled, exhausted allowance or unavailable model → owned manual work; hazards bypass AI.</a:t>
            </a:r>
          </a:p>
          <a:p>
            <a:pPr algn="l">
              <a:buNone/>
            </a:pPr>
            <a:r>
              <a:rPr lang="en-US" sz="100">
                <a:effectLst/>
              </a:rPr>
              <a:t> </a:t>
            </a:r>
            <a:endParaRPr lang="en-US"/>
          </a:p>
        </p:txBody>
      </p:sp>
      <p:sp>
        <p:nvSpPr>
          <p:cNvPr id="18579" name="Legend">
            <a:extLst>
              <a:ext uri="{FF2B5EF4-FFF2-40B4-BE49-F238E27FC236}">
                <a16:creationId xmlns:a16="http://schemas.microsoft.com/office/drawing/2014/main" id="{1A1C1252-6424-D4D8-5448-91D6592D8E21}"/>
              </a:ext>
            </a:extLst>
          </p:cNvPr>
          <p:cNvSpPr/>
          <p:nvPr/>
        </p:nvSpPr>
        <p:spPr>
          <a:xfrm>
            <a:off x="548640" y="5806440"/>
            <a:ext cx="60655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Filled arrow = guarded request/response step, not agent-to-agent talk</a:t>
            </a:r>
          </a:p>
          <a:p>
            <a:pPr algn="l">
              <a:buNone/>
            </a:pPr>
            <a:r>
              <a:rPr lang="en-US" sz="100">
                <a:effectLst/>
              </a:rPr>
              <a:t> </a:t>
            </a:r>
            <a:endParaRPr lang="en-US"/>
          </a:p>
        </p:txBody>
      </p:sp>
      <p:sp>
        <p:nvSpPr>
          <p:cNvPr id="18606" name="Diagram status pill">
            <a:extLst>
              <a:ext uri="{FF2B5EF4-FFF2-40B4-BE49-F238E27FC236}">
                <a16:creationId xmlns:a16="http://schemas.microsoft.com/office/drawing/2014/main" id="{8B3B57AD-D226-4A5E-5767-9286908ADA5E}"/>
              </a:ext>
            </a:extLst>
          </p:cNvPr>
          <p:cNvSpPr/>
          <p:nvPr/>
        </p:nvSpPr>
        <p:spPr>
          <a:xfrm>
            <a:off x="8726424" y="5806440"/>
            <a:ext cx="2916936"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SOURCE VIEW · 23 OCT 2026</a:t>
            </a:r>
            <a:endParaRPr lang="en-US"/>
          </a:p>
        </p:txBody>
      </p:sp>
    </p:spTree>
    <p:extLst>
      <p:ext uri="{BB962C8B-B14F-4D97-AF65-F5344CB8AC3E}">
        <p14:creationId xmlns:p14="http://schemas.microsoft.com/office/powerpoint/2010/main" val="44166564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8328" name="Eyebrow">
            <a:extLst>
              <a:ext uri="{FF2B5EF4-FFF2-40B4-BE49-F238E27FC236}">
                <a16:creationId xmlns:a16="http://schemas.microsoft.com/office/drawing/2014/main" id="{E787BC32-D63B-588F-9E5E-D5C6FC08CACC}"/>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B22 · DPO / CISO / CIO</a:t>
            </a:r>
          </a:p>
          <a:p>
            <a:pPr algn="l">
              <a:buNone/>
            </a:pPr>
            <a:r>
              <a:rPr lang="en-US" sz="100">
                <a:effectLst/>
              </a:rPr>
              <a:t> </a:t>
            </a:r>
            <a:endParaRPr lang="en-US"/>
          </a:p>
        </p:txBody>
      </p:sp>
      <p:sp>
        <p:nvSpPr>
          <p:cNvPr id="8435" name="Slide title">
            <a:extLst>
              <a:ext uri="{FF2B5EF4-FFF2-40B4-BE49-F238E27FC236}">
                <a16:creationId xmlns:a16="http://schemas.microsoft.com/office/drawing/2014/main" id="{002C70E5-A09E-BA14-2C0F-C3DFD44C94F3}"/>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Can customer data leave the UK or train a provider's model?</a:t>
            </a:r>
          </a:p>
          <a:p>
            <a:pPr algn="l">
              <a:buNone/>
            </a:pPr>
            <a:r>
              <a:rPr lang="en-US" sz="100">
                <a:effectLst/>
              </a:rPr>
              <a:t> </a:t>
            </a:r>
            <a:endParaRPr lang="en-US"/>
          </a:p>
        </p:txBody>
      </p:sp>
      <p:sp>
        <p:nvSpPr>
          <p:cNvPr id="8543" name="Footer sources">
            <a:extLst>
              <a:ext uri="{FF2B5EF4-FFF2-40B4-BE49-F238E27FC236}">
                <a16:creationId xmlns:a16="http://schemas.microsoft.com/office/drawing/2014/main" id="{DA332C90-E6C0-79D0-0A0F-5E428654CBDC}"/>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E04 · E06 · E12 · E13</a:t>
            </a:r>
          </a:p>
          <a:p>
            <a:pPr algn="l">
              <a:buNone/>
            </a:pPr>
            <a:r>
              <a:rPr lang="en-US" sz="100">
                <a:effectLst/>
              </a:rPr>
              <a:t> </a:t>
            </a:r>
            <a:endParaRPr lang="en-US"/>
          </a:p>
        </p:txBody>
      </p:sp>
      <p:sp>
        <p:nvSpPr>
          <p:cNvPr id="8652" name="Footer navigation">
            <a:extLst>
              <a:ext uri="{FF2B5EF4-FFF2-40B4-BE49-F238E27FC236}">
                <a16:creationId xmlns:a16="http://schemas.microsoft.com/office/drawing/2014/main" id="{C300E65F-C14B-725D-0ECA-0229755E559B}"/>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B22 · Index: slide 27</a:t>
            </a:r>
            <a:endParaRPr lang="en-US"/>
          </a:p>
        </p:txBody>
      </p:sp>
      <p:sp>
        <p:nvSpPr>
          <p:cNvPr id="8762" name="Return pill">
            <a:extLst>
              <a:ext uri="{FF2B5EF4-FFF2-40B4-BE49-F238E27FC236}">
                <a16:creationId xmlns:a16="http://schemas.microsoft.com/office/drawing/2014/main" id="{DA32A1F5-074C-B59E-7F11-231D61521CDF}"/>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S16 · slide 19</a:t>
            </a:r>
            <a:endParaRPr lang="en-US"/>
          </a:p>
        </p:txBody>
      </p:sp>
      <p:sp>
        <p:nvSpPr>
          <p:cNvPr id="18607" name="Statement 1">
            <a:extLst>
              <a:ext uri="{FF2B5EF4-FFF2-40B4-BE49-F238E27FC236}">
                <a16:creationId xmlns:a16="http://schemas.microsoft.com/office/drawing/2014/main" id="{D2240779-CB1C-5197-3408-803C7D0D3016}"/>
              </a:ext>
            </a:extLst>
          </p:cNvPr>
          <p:cNvSpPr/>
          <p:nvPr/>
        </p:nvSpPr>
        <p:spPr>
          <a:xfrm>
            <a:off x="548640" y="1423760"/>
            <a:ext cx="1109472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Processing geography is set by the deployment type</a:t>
            </a:r>
            <a:endParaRPr lang="en-US"/>
          </a:p>
        </p:txBody>
      </p:sp>
      <p:sp>
        <p:nvSpPr>
          <p:cNvPr id="18609" name="Statement 1 support">
            <a:extLst>
              <a:ext uri="{FF2B5EF4-FFF2-40B4-BE49-F238E27FC236}">
                <a16:creationId xmlns:a16="http://schemas.microsoft.com/office/drawing/2014/main" id="{10FE35C8-AE7B-D02F-F40C-949550B3AF78}"/>
              </a:ext>
            </a:extLst>
          </p:cNvPr>
          <p:cNvSpPr/>
          <p:nvPr/>
        </p:nvSpPr>
        <p:spPr>
          <a:xfrm>
            <a:off x="548640" y="1820000"/>
            <a:ext cx="1109472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50655E"/>
                </a:solidFill>
                <a:effectLst/>
                <a:latin typeface="Arial" panose="020B0604020202020204" pitchFamily="34" charset="0"/>
              </a:rPr>
              <a:t>UK-only inference is a deployment choice (a regional deployment rather than GlobalStandard), confirmed at the security gate.</a:t>
            </a:r>
            <a:endParaRPr lang="en-US"/>
          </a:p>
        </p:txBody>
      </p:sp>
      <p:sp>
        <p:nvSpPr>
          <p:cNvPr id="18612" name="Processing decision checklist">
            <a:extLst>
              <a:ext uri="{FF2B5EF4-FFF2-40B4-BE49-F238E27FC236}">
                <a16:creationId xmlns:a16="http://schemas.microsoft.com/office/drawing/2014/main" id="{D7A64197-E3AD-790A-1147-FE69E38EAF46}"/>
              </a:ext>
            </a:extLst>
          </p:cNvPr>
          <p:cNvSpPr/>
          <p:nvPr/>
        </p:nvSpPr>
        <p:spPr>
          <a:xfrm>
            <a:off x="548640" y="2346960"/>
            <a:ext cx="11094720" cy="254508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616" name="Statement 2">
            <a:extLst>
              <a:ext uri="{FF2B5EF4-FFF2-40B4-BE49-F238E27FC236}">
                <a16:creationId xmlns:a16="http://schemas.microsoft.com/office/drawing/2014/main" id="{437FD39C-DC66-B3A5-1DBA-4F2F0576C4DD}"/>
              </a:ext>
            </a:extLst>
          </p:cNvPr>
          <p:cNvSpPr/>
          <p:nvPr/>
        </p:nvSpPr>
        <p:spPr>
          <a:xfrm>
            <a:off x="609600" y="2399120"/>
            <a:ext cx="640080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Verify exact model, deployment type and contract</a:t>
            </a:r>
          </a:p>
          <a:p>
            <a:pPr algn="l">
              <a:buNone/>
            </a:pPr>
            <a:r>
              <a:rPr lang="en-US" sz="100">
                <a:effectLst/>
              </a:rPr>
              <a:t> </a:t>
            </a:r>
            <a:endParaRPr lang="en-US"/>
          </a:p>
        </p:txBody>
      </p:sp>
      <p:sp>
        <p:nvSpPr>
          <p:cNvPr id="18621" name="Checklist timing">
            <a:extLst>
              <a:ext uri="{FF2B5EF4-FFF2-40B4-BE49-F238E27FC236}">
                <a16:creationId xmlns:a16="http://schemas.microsoft.com/office/drawing/2014/main" id="{6F35F57E-188A-8EB1-C8F3-70DC4B9253E0}"/>
              </a:ext>
            </a:extLst>
          </p:cNvPr>
          <p:cNvSpPr/>
          <p:nvPr/>
        </p:nvSpPr>
        <p:spPr>
          <a:xfrm>
            <a:off x="6096000" y="2444840"/>
            <a:ext cx="548640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400">
                <a:solidFill>
                  <a:srgbClr val="50655E"/>
                </a:solidFill>
                <a:effectLst/>
                <a:latin typeface="Arial" panose="020B0604020202020204" pitchFamily="34" charset="0"/>
              </a:rPr>
              <a:t>before real data is processed</a:t>
            </a:r>
          </a:p>
          <a:p>
            <a:pPr algn="r">
              <a:buNone/>
            </a:pPr>
            <a:r>
              <a:rPr lang="en-US" sz="100">
                <a:effectLst/>
              </a:rPr>
              <a:t> </a:t>
            </a:r>
            <a:endParaRPr lang="en-US"/>
          </a:p>
        </p:txBody>
      </p:sp>
      <p:sp>
        <p:nvSpPr>
          <p:cNvPr id="18627" name="Verify pill 1">
            <a:extLst>
              <a:ext uri="{FF2B5EF4-FFF2-40B4-BE49-F238E27FC236}">
                <a16:creationId xmlns:a16="http://schemas.microsoft.com/office/drawing/2014/main" id="{4D260846-0DE3-A6B4-BCE6-8FE8558C6DBF}"/>
              </a:ext>
            </a:extLst>
          </p:cNvPr>
          <p:cNvSpPr/>
          <p:nvPr/>
        </p:nvSpPr>
        <p:spPr>
          <a:xfrm>
            <a:off x="701040" y="3040380"/>
            <a:ext cx="108813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VERIFY</a:t>
            </a:r>
          </a:p>
          <a:p>
            <a:pPr algn="ctr">
              <a:buNone/>
            </a:pPr>
            <a:r>
              <a:rPr lang="en-US" sz="100">
                <a:effectLst/>
              </a:rPr>
              <a:t> </a:t>
            </a:r>
            <a:endParaRPr lang="en-US"/>
          </a:p>
        </p:txBody>
      </p:sp>
      <p:sp>
        <p:nvSpPr>
          <p:cNvPr id="18634" name="Check item Provider">
            <a:extLst>
              <a:ext uri="{FF2B5EF4-FFF2-40B4-BE49-F238E27FC236}">
                <a16:creationId xmlns:a16="http://schemas.microsoft.com/office/drawing/2014/main" id="{ADEE509C-FA68-6BC0-47B5-2CA634AAB5BD}"/>
              </a:ext>
            </a:extLst>
          </p:cNvPr>
          <p:cNvSpPr/>
          <p:nvPr/>
        </p:nvSpPr>
        <p:spPr>
          <a:xfrm>
            <a:off x="1834896" y="2932520"/>
            <a:ext cx="4215384"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Provider</a:t>
            </a:r>
          </a:p>
          <a:p>
            <a:pPr algn="l">
              <a:buNone/>
            </a:pPr>
            <a:r>
              <a:rPr lang="en-US" sz="100">
                <a:effectLst/>
              </a:rPr>
              <a:t> </a:t>
            </a:r>
            <a:endParaRPr lang="en-US"/>
          </a:p>
        </p:txBody>
      </p:sp>
      <p:sp>
        <p:nvSpPr>
          <p:cNvPr id="18642" name="Verify pill 2">
            <a:extLst>
              <a:ext uri="{FF2B5EF4-FFF2-40B4-BE49-F238E27FC236}">
                <a16:creationId xmlns:a16="http://schemas.microsoft.com/office/drawing/2014/main" id="{1E06C3A9-2A0B-BEAC-C044-1DB90F782961}"/>
              </a:ext>
            </a:extLst>
          </p:cNvPr>
          <p:cNvSpPr/>
          <p:nvPr/>
        </p:nvSpPr>
        <p:spPr>
          <a:xfrm>
            <a:off x="701040" y="3497580"/>
            <a:ext cx="108813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VERIFY</a:t>
            </a:r>
          </a:p>
          <a:p>
            <a:pPr algn="ctr">
              <a:buNone/>
            </a:pPr>
            <a:r>
              <a:rPr lang="en-US" sz="100">
                <a:effectLst/>
              </a:rPr>
              <a:t> </a:t>
            </a:r>
            <a:endParaRPr lang="en-US"/>
          </a:p>
        </p:txBody>
      </p:sp>
      <p:sp>
        <p:nvSpPr>
          <p:cNvPr id="18651" name="Check item Model and version">
            <a:extLst>
              <a:ext uri="{FF2B5EF4-FFF2-40B4-BE49-F238E27FC236}">
                <a16:creationId xmlns:a16="http://schemas.microsoft.com/office/drawing/2014/main" id="{5C0D2CD5-EA9B-E315-96F8-653654B07192}"/>
              </a:ext>
            </a:extLst>
          </p:cNvPr>
          <p:cNvSpPr/>
          <p:nvPr/>
        </p:nvSpPr>
        <p:spPr>
          <a:xfrm>
            <a:off x="1834896" y="3389720"/>
            <a:ext cx="4215384"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Model and version</a:t>
            </a:r>
          </a:p>
          <a:p>
            <a:pPr algn="l">
              <a:buNone/>
            </a:pPr>
            <a:r>
              <a:rPr lang="en-US" sz="100">
                <a:effectLst/>
              </a:rPr>
              <a:t> </a:t>
            </a:r>
            <a:endParaRPr lang="en-US"/>
          </a:p>
        </p:txBody>
      </p:sp>
      <p:sp>
        <p:nvSpPr>
          <p:cNvPr id="18661" name="Verify pill 3">
            <a:extLst>
              <a:ext uri="{FF2B5EF4-FFF2-40B4-BE49-F238E27FC236}">
                <a16:creationId xmlns:a16="http://schemas.microsoft.com/office/drawing/2014/main" id="{A90E9910-F300-1B87-31DC-5B6C86ACB584}"/>
              </a:ext>
            </a:extLst>
          </p:cNvPr>
          <p:cNvSpPr/>
          <p:nvPr/>
        </p:nvSpPr>
        <p:spPr>
          <a:xfrm>
            <a:off x="701040" y="3954780"/>
            <a:ext cx="108813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VERIFY</a:t>
            </a:r>
          </a:p>
          <a:p>
            <a:pPr algn="ctr">
              <a:buNone/>
            </a:pPr>
            <a:r>
              <a:rPr lang="en-US" sz="100">
                <a:effectLst/>
              </a:rPr>
              <a:t> </a:t>
            </a:r>
            <a:endParaRPr lang="en-US"/>
          </a:p>
        </p:txBody>
      </p:sp>
      <p:sp>
        <p:nvSpPr>
          <p:cNvPr id="18672" name="Check item Deployment SKU">
            <a:extLst>
              <a:ext uri="{FF2B5EF4-FFF2-40B4-BE49-F238E27FC236}">
                <a16:creationId xmlns:a16="http://schemas.microsoft.com/office/drawing/2014/main" id="{699AE70E-9768-90D1-C064-A8DD76165EF3}"/>
              </a:ext>
            </a:extLst>
          </p:cNvPr>
          <p:cNvSpPr/>
          <p:nvPr/>
        </p:nvSpPr>
        <p:spPr>
          <a:xfrm>
            <a:off x="1834896" y="3846920"/>
            <a:ext cx="4215384"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Deployment SKU</a:t>
            </a:r>
          </a:p>
          <a:p>
            <a:pPr algn="l">
              <a:buNone/>
            </a:pPr>
            <a:r>
              <a:rPr lang="en-US" sz="100">
                <a:effectLst/>
              </a:rPr>
              <a:t> </a:t>
            </a:r>
            <a:endParaRPr lang="en-US"/>
          </a:p>
        </p:txBody>
      </p:sp>
      <p:sp>
        <p:nvSpPr>
          <p:cNvPr id="18684" name="Verify pill 4">
            <a:extLst>
              <a:ext uri="{FF2B5EF4-FFF2-40B4-BE49-F238E27FC236}">
                <a16:creationId xmlns:a16="http://schemas.microsoft.com/office/drawing/2014/main" id="{242AE9A8-384E-4715-3371-08F896A78CBA}"/>
              </a:ext>
            </a:extLst>
          </p:cNvPr>
          <p:cNvSpPr/>
          <p:nvPr/>
        </p:nvSpPr>
        <p:spPr>
          <a:xfrm>
            <a:off x="701040" y="4411980"/>
            <a:ext cx="108813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VERIFY</a:t>
            </a:r>
          </a:p>
          <a:p>
            <a:pPr algn="ctr">
              <a:buNone/>
            </a:pPr>
            <a:r>
              <a:rPr lang="en-US" sz="100">
                <a:effectLst/>
              </a:rPr>
              <a:t> </a:t>
            </a:r>
            <a:endParaRPr lang="en-US"/>
          </a:p>
        </p:txBody>
      </p:sp>
      <p:sp>
        <p:nvSpPr>
          <p:cNvPr id="18697" name="Check item Routing and geography">
            <a:extLst>
              <a:ext uri="{FF2B5EF4-FFF2-40B4-BE49-F238E27FC236}">
                <a16:creationId xmlns:a16="http://schemas.microsoft.com/office/drawing/2014/main" id="{107724DE-F577-C91F-97B5-F86B0EBEEB59}"/>
              </a:ext>
            </a:extLst>
          </p:cNvPr>
          <p:cNvSpPr/>
          <p:nvPr/>
        </p:nvSpPr>
        <p:spPr>
          <a:xfrm>
            <a:off x="1834896" y="4304120"/>
            <a:ext cx="4215384"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Routing and geography</a:t>
            </a:r>
          </a:p>
          <a:p>
            <a:pPr algn="l">
              <a:buNone/>
            </a:pPr>
            <a:r>
              <a:rPr lang="en-US" sz="100">
                <a:effectLst/>
              </a:rPr>
              <a:t> </a:t>
            </a:r>
            <a:endParaRPr lang="en-US"/>
          </a:p>
        </p:txBody>
      </p:sp>
      <p:sp>
        <p:nvSpPr>
          <p:cNvPr id="18711" name="Verify pill 5">
            <a:extLst>
              <a:ext uri="{FF2B5EF4-FFF2-40B4-BE49-F238E27FC236}">
                <a16:creationId xmlns:a16="http://schemas.microsoft.com/office/drawing/2014/main" id="{B8838342-1B81-1AF0-1222-1642A55A1581}"/>
              </a:ext>
            </a:extLst>
          </p:cNvPr>
          <p:cNvSpPr/>
          <p:nvPr/>
        </p:nvSpPr>
        <p:spPr>
          <a:xfrm>
            <a:off x="6172200" y="3040380"/>
            <a:ext cx="108813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VERIFY</a:t>
            </a:r>
          </a:p>
          <a:p>
            <a:pPr algn="ctr">
              <a:buNone/>
            </a:pPr>
            <a:r>
              <a:rPr lang="en-US" sz="100">
                <a:effectLst/>
              </a:rPr>
              <a:t> </a:t>
            </a:r>
            <a:endParaRPr lang="en-US"/>
          </a:p>
        </p:txBody>
      </p:sp>
      <p:sp>
        <p:nvSpPr>
          <p:cNvPr id="18726" name="Check item Retention">
            <a:extLst>
              <a:ext uri="{FF2B5EF4-FFF2-40B4-BE49-F238E27FC236}">
                <a16:creationId xmlns:a16="http://schemas.microsoft.com/office/drawing/2014/main" id="{383900EA-05BF-D19B-8C31-9C583420601F}"/>
              </a:ext>
            </a:extLst>
          </p:cNvPr>
          <p:cNvSpPr/>
          <p:nvPr/>
        </p:nvSpPr>
        <p:spPr>
          <a:xfrm>
            <a:off x="7306056" y="2932520"/>
            <a:ext cx="4215384"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Retention</a:t>
            </a:r>
          </a:p>
          <a:p>
            <a:pPr algn="l">
              <a:buNone/>
            </a:pPr>
            <a:r>
              <a:rPr lang="en-US" sz="100">
                <a:effectLst/>
              </a:rPr>
              <a:t> </a:t>
            </a:r>
            <a:endParaRPr lang="en-US"/>
          </a:p>
        </p:txBody>
      </p:sp>
      <p:sp>
        <p:nvSpPr>
          <p:cNvPr id="18742" name="Verify pill 6">
            <a:extLst>
              <a:ext uri="{FF2B5EF4-FFF2-40B4-BE49-F238E27FC236}">
                <a16:creationId xmlns:a16="http://schemas.microsoft.com/office/drawing/2014/main" id="{BBB01CD7-3E6A-93E8-38E7-B5C7EB794192}"/>
              </a:ext>
            </a:extLst>
          </p:cNvPr>
          <p:cNvSpPr/>
          <p:nvPr/>
        </p:nvSpPr>
        <p:spPr>
          <a:xfrm>
            <a:off x="6172200" y="3497580"/>
            <a:ext cx="108813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VERIFY</a:t>
            </a:r>
          </a:p>
          <a:p>
            <a:pPr algn="ctr">
              <a:buNone/>
            </a:pPr>
            <a:r>
              <a:rPr lang="en-US" sz="100">
                <a:effectLst/>
              </a:rPr>
              <a:t> </a:t>
            </a:r>
            <a:endParaRPr lang="en-US"/>
          </a:p>
        </p:txBody>
      </p:sp>
      <p:sp>
        <p:nvSpPr>
          <p:cNvPr id="18759" name="Check item Abuse monitoring">
            <a:extLst>
              <a:ext uri="{FF2B5EF4-FFF2-40B4-BE49-F238E27FC236}">
                <a16:creationId xmlns:a16="http://schemas.microsoft.com/office/drawing/2014/main" id="{10C4A10A-443F-A3ED-F5D4-E4EB635FDDC1}"/>
              </a:ext>
            </a:extLst>
          </p:cNvPr>
          <p:cNvSpPr/>
          <p:nvPr/>
        </p:nvSpPr>
        <p:spPr>
          <a:xfrm>
            <a:off x="7306056" y="3389720"/>
            <a:ext cx="4215384"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Abuse monitoring</a:t>
            </a:r>
          </a:p>
          <a:p>
            <a:pPr algn="l">
              <a:buNone/>
            </a:pPr>
            <a:r>
              <a:rPr lang="en-US" sz="100">
                <a:effectLst/>
              </a:rPr>
              <a:t> </a:t>
            </a:r>
            <a:endParaRPr lang="en-US"/>
          </a:p>
        </p:txBody>
      </p:sp>
      <p:sp>
        <p:nvSpPr>
          <p:cNvPr id="18777" name="Verify pill 7">
            <a:extLst>
              <a:ext uri="{FF2B5EF4-FFF2-40B4-BE49-F238E27FC236}">
                <a16:creationId xmlns:a16="http://schemas.microsoft.com/office/drawing/2014/main" id="{2503EE2B-7A2B-4F1E-E358-E760D290771C}"/>
              </a:ext>
            </a:extLst>
          </p:cNvPr>
          <p:cNvSpPr/>
          <p:nvPr/>
        </p:nvSpPr>
        <p:spPr>
          <a:xfrm>
            <a:off x="6172200" y="3954780"/>
            <a:ext cx="108813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VERIFY</a:t>
            </a:r>
          </a:p>
          <a:p>
            <a:pPr algn="ctr">
              <a:buNone/>
            </a:pPr>
            <a:r>
              <a:rPr lang="en-US" sz="100">
                <a:effectLst/>
              </a:rPr>
              <a:t> </a:t>
            </a:r>
            <a:endParaRPr lang="en-US"/>
          </a:p>
        </p:txBody>
      </p:sp>
      <p:sp>
        <p:nvSpPr>
          <p:cNvPr id="18796" name="Check item Subprocessors">
            <a:extLst>
              <a:ext uri="{FF2B5EF4-FFF2-40B4-BE49-F238E27FC236}">
                <a16:creationId xmlns:a16="http://schemas.microsoft.com/office/drawing/2014/main" id="{60BB404B-DF92-99B2-08E6-412D733E9576}"/>
              </a:ext>
            </a:extLst>
          </p:cNvPr>
          <p:cNvSpPr/>
          <p:nvPr/>
        </p:nvSpPr>
        <p:spPr>
          <a:xfrm>
            <a:off x="7306056" y="3846920"/>
            <a:ext cx="4215384"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Subprocessors</a:t>
            </a:r>
          </a:p>
          <a:p>
            <a:pPr algn="l">
              <a:buNone/>
            </a:pPr>
            <a:r>
              <a:rPr lang="en-US" sz="100">
                <a:effectLst/>
              </a:rPr>
              <a:t> </a:t>
            </a:r>
            <a:endParaRPr lang="en-US"/>
          </a:p>
        </p:txBody>
      </p:sp>
      <p:sp>
        <p:nvSpPr>
          <p:cNvPr id="18816" name="Verify pill 8">
            <a:extLst>
              <a:ext uri="{FF2B5EF4-FFF2-40B4-BE49-F238E27FC236}">
                <a16:creationId xmlns:a16="http://schemas.microsoft.com/office/drawing/2014/main" id="{39527830-0002-1A0D-EE48-1B0AD4EDA095}"/>
              </a:ext>
            </a:extLst>
          </p:cNvPr>
          <p:cNvSpPr/>
          <p:nvPr/>
        </p:nvSpPr>
        <p:spPr>
          <a:xfrm>
            <a:off x="6172200" y="4411980"/>
            <a:ext cx="108813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VERIFY</a:t>
            </a:r>
          </a:p>
          <a:p>
            <a:pPr algn="ctr">
              <a:buNone/>
            </a:pPr>
            <a:r>
              <a:rPr lang="en-US" sz="100">
                <a:effectLst/>
              </a:rPr>
              <a:t> </a:t>
            </a:r>
            <a:endParaRPr lang="en-US"/>
          </a:p>
        </p:txBody>
      </p:sp>
      <p:sp>
        <p:nvSpPr>
          <p:cNvPr id="18837" name="Check item Applicable agreement">
            <a:extLst>
              <a:ext uri="{FF2B5EF4-FFF2-40B4-BE49-F238E27FC236}">
                <a16:creationId xmlns:a16="http://schemas.microsoft.com/office/drawing/2014/main" id="{B3BC6471-93B2-CEB4-6445-19E8AAEBE579}"/>
              </a:ext>
            </a:extLst>
          </p:cNvPr>
          <p:cNvSpPr/>
          <p:nvPr/>
        </p:nvSpPr>
        <p:spPr>
          <a:xfrm>
            <a:off x="7306056" y="4304120"/>
            <a:ext cx="4215384"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Applicable agreement</a:t>
            </a:r>
          </a:p>
          <a:p>
            <a:pPr algn="l">
              <a:buNone/>
            </a:pPr>
            <a:r>
              <a:rPr lang="en-US" sz="100">
                <a:effectLst/>
              </a:rPr>
              <a:t> </a:t>
            </a:r>
            <a:endParaRPr lang="en-US"/>
          </a:p>
        </p:txBody>
      </p:sp>
      <p:sp>
        <p:nvSpPr>
          <p:cNvPr id="18859" name="Handoff contents band">
            <a:extLst>
              <a:ext uri="{FF2B5EF4-FFF2-40B4-BE49-F238E27FC236}">
                <a16:creationId xmlns:a16="http://schemas.microsoft.com/office/drawing/2014/main" id="{30CA1A04-608A-889A-255D-A05D810C7C1C}"/>
              </a:ext>
            </a:extLst>
          </p:cNvPr>
          <p:cNvSpPr/>
          <p:nvPr/>
        </p:nvSpPr>
        <p:spPr>
          <a:xfrm>
            <a:off x="548640" y="5029200"/>
            <a:ext cx="11094720" cy="91440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882" name="Statement 3">
            <a:extLst>
              <a:ext uri="{FF2B5EF4-FFF2-40B4-BE49-F238E27FC236}">
                <a16:creationId xmlns:a16="http://schemas.microsoft.com/office/drawing/2014/main" id="{D8C5A995-4601-4A27-33E2-1D5DEBC72DC0}"/>
              </a:ext>
            </a:extLst>
          </p:cNvPr>
          <p:cNvSpPr/>
          <p:nvPr/>
        </p:nvSpPr>
        <p:spPr>
          <a:xfrm>
            <a:off x="609600" y="5050880"/>
            <a:ext cx="1088136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No real resident data or private dataset in this handoff</a:t>
            </a:r>
          </a:p>
          <a:p>
            <a:pPr algn="l">
              <a:buNone/>
            </a:pPr>
            <a:r>
              <a:rPr lang="en-US" sz="100">
                <a:effectLst/>
              </a:rPr>
              <a:t> </a:t>
            </a:r>
            <a:endParaRPr lang="en-US"/>
          </a:p>
        </p:txBody>
      </p:sp>
      <p:sp>
        <p:nvSpPr>
          <p:cNvPr id="18906" name="Statement 3 support">
            <a:extLst>
              <a:ext uri="{FF2B5EF4-FFF2-40B4-BE49-F238E27FC236}">
                <a16:creationId xmlns:a16="http://schemas.microsoft.com/office/drawing/2014/main" id="{229762B6-7F1F-9F0D-ECD4-51C9AC531798}"/>
              </a:ext>
            </a:extLst>
          </p:cNvPr>
          <p:cNvSpPr/>
          <p:nvPr/>
        </p:nvSpPr>
        <p:spPr>
          <a:xfrm>
            <a:off x="609600" y="5447120"/>
            <a:ext cx="1088136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The handoff contains only public synthetic illustrations and repository-authored summaries, not private datasets or credentials.</a:t>
            </a:r>
          </a:p>
          <a:p>
            <a:pPr algn="l">
              <a:buNone/>
            </a:pPr>
            <a:r>
              <a:rPr lang="en-US" sz="100">
                <a:effectLst/>
              </a:rPr>
              <a:t> </a:t>
            </a:r>
            <a:endParaRPr lang="en-US"/>
          </a:p>
        </p:txBody>
      </p:sp>
    </p:spTree>
    <p:extLst>
      <p:ext uri="{BB962C8B-B14F-4D97-AF65-F5344CB8AC3E}">
        <p14:creationId xmlns:p14="http://schemas.microsoft.com/office/powerpoint/2010/main" val="84675793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8873" name="Eyebrow">
            <a:extLst>
              <a:ext uri="{FF2B5EF4-FFF2-40B4-BE49-F238E27FC236}">
                <a16:creationId xmlns:a16="http://schemas.microsoft.com/office/drawing/2014/main" id="{E7EB7A38-D8CF-9F37-3841-47724666A8A9}"/>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B23 · CEO / RESIDENT SERVICES / RISK</a:t>
            </a:r>
          </a:p>
          <a:p>
            <a:pPr algn="l">
              <a:buNone/>
            </a:pPr>
            <a:r>
              <a:rPr lang="en-US" sz="100">
                <a:effectLst/>
              </a:rPr>
              <a:t> </a:t>
            </a:r>
            <a:endParaRPr lang="en-US"/>
          </a:p>
        </p:txBody>
      </p:sp>
      <p:sp>
        <p:nvSpPr>
          <p:cNvPr id="8985" name="Slide title">
            <a:extLst>
              <a:ext uri="{FF2B5EF4-FFF2-40B4-BE49-F238E27FC236}">
                <a16:creationId xmlns:a16="http://schemas.microsoft.com/office/drawing/2014/main" id="{79A4892B-4431-1549-AFCC-9F94084830BF}"/>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How will you know this is fair and accessible?</a:t>
            </a:r>
          </a:p>
          <a:p>
            <a:pPr algn="l">
              <a:buNone/>
            </a:pPr>
            <a:r>
              <a:rPr lang="en-US" sz="100">
                <a:effectLst/>
              </a:rPr>
              <a:t> </a:t>
            </a:r>
            <a:endParaRPr lang="en-US"/>
          </a:p>
        </p:txBody>
      </p:sp>
      <p:sp>
        <p:nvSpPr>
          <p:cNvPr id="9098" name="Footer sources">
            <a:extLst>
              <a:ext uri="{FF2B5EF4-FFF2-40B4-BE49-F238E27FC236}">
                <a16:creationId xmlns:a16="http://schemas.microsoft.com/office/drawing/2014/main" id="{9C21EA6B-602A-4592-DBF8-A9F7CAC5F431}"/>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E02 · E12 · E15</a:t>
            </a:r>
          </a:p>
          <a:p>
            <a:pPr algn="l">
              <a:buNone/>
            </a:pPr>
            <a:r>
              <a:rPr lang="en-US" sz="100">
                <a:effectLst/>
              </a:rPr>
              <a:t> </a:t>
            </a:r>
            <a:endParaRPr lang="en-US"/>
          </a:p>
        </p:txBody>
      </p:sp>
      <p:sp>
        <p:nvSpPr>
          <p:cNvPr id="9212" name="Footer navigation">
            <a:extLst>
              <a:ext uri="{FF2B5EF4-FFF2-40B4-BE49-F238E27FC236}">
                <a16:creationId xmlns:a16="http://schemas.microsoft.com/office/drawing/2014/main" id="{9917A966-5C88-90A9-1991-61B8EFEC164D}"/>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B23 · Index: slide 27</a:t>
            </a:r>
            <a:endParaRPr lang="en-US"/>
          </a:p>
        </p:txBody>
      </p:sp>
      <p:sp>
        <p:nvSpPr>
          <p:cNvPr id="9327" name="Return pill">
            <a:extLst>
              <a:ext uri="{FF2B5EF4-FFF2-40B4-BE49-F238E27FC236}">
                <a16:creationId xmlns:a16="http://schemas.microsoft.com/office/drawing/2014/main" id="{812A3985-76B1-E1C4-8EC8-B68E88D7FF65}"/>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S12 · slide 13</a:t>
            </a:r>
            <a:endParaRPr lang="en-US"/>
          </a:p>
        </p:txBody>
      </p:sp>
      <p:sp>
        <p:nvSpPr>
          <p:cNvPr id="19060" name="Statement 1">
            <a:extLst>
              <a:ext uri="{FF2B5EF4-FFF2-40B4-BE49-F238E27FC236}">
                <a16:creationId xmlns:a16="http://schemas.microsoft.com/office/drawing/2014/main" id="{AA70C03B-104B-F9AB-51BA-244567993836}"/>
              </a:ext>
            </a:extLst>
          </p:cNvPr>
          <p:cNvSpPr/>
          <p:nvPr/>
        </p:nvSpPr>
        <p:spPr>
          <a:xfrm>
            <a:off x="548640" y="1508760"/>
            <a:ext cx="3602384"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No-digital route and understandable explanations</a:t>
            </a:r>
          </a:p>
          <a:p>
            <a:pPr algn="l">
              <a:buNone/>
            </a:pPr>
            <a:r>
              <a:rPr lang="en-US" sz="100">
                <a:effectLst/>
              </a:rPr>
              <a:t> </a:t>
            </a:r>
            <a:endParaRPr lang="en-US"/>
          </a:p>
        </p:txBody>
      </p:sp>
      <p:sp>
        <p:nvSpPr>
          <p:cNvPr id="19062" name="Statement 2">
            <a:extLst>
              <a:ext uri="{FF2B5EF4-FFF2-40B4-BE49-F238E27FC236}">
                <a16:creationId xmlns:a16="http://schemas.microsoft.com/office/drawing/2014/main" id="{221CFE4D-0569-6088-1AF2-C581E32097C5}"/>
              </a:ext>
            </a:extLst>
          </p:cNvPr>
          <p:cNvSpPr/>
          <p:nvPr/>
        </p:nvSpPr>
        <p:spPr>
          <a:xfrm>
            <a:off x="4425344" y="1508760"/>
            <a:ext cx="3224093"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Cohort errors, exclusions and unknowns are visible</a:t>
            </a:r>
          </a:p>
          <a:p>
            <a:pPr algn="l">
              <a:buNone/>
            </a:pPr>
            <a:r>
              <a:rPr lang="en-US" sz="100">
                <a:effectLst/>
              </a:rPr>
              <a:t> </a:t>
            </a:r>
            <a:endParaRPr lang="en-US"/>
          </a:p>
        </p:txBody>
      </p:sp>
      <p:sp>
        <p:nvSpPr>
          <p:cNvPr id="19065" name="Statement 3">
            <a:extLst>
              <a:ext uri="{FF2B5EF4-FFF2-40B4-BE49-F238E27FC236}">
                <a16:creationId xmlns:a16="http://schemas.microsoft.com/office/drawing/2014/main" id="{1771B771-3FB3-D387-47E7-9941F5E3C842}"/>
              </a:ext>
            </a:extLst>
          </p:cNvPr>
          <p:cNvSpPr/>
          <p:nvPr/>
        </p:nvSpPr>
        <p:spPr>
          <a:xfrm>
            <a:off x="7923757" y="1508760"/>
            <a:ext cx="3719601"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Engineering checks ≠ resident or WCAG acceptance</a:t>
            </a:r>
          </a:p>
          <a:p>
            <a:pPr algn="l">
              <a:buNone/>
            </a:pPr>
            <a:r>
              <a:rPr lang="en-US" sz="100">
                <a:effectLst/>
              </a:rPr>
              <a:t> </a:t>
            </a:r>
            <a:endParaRPr lang="en-US"/>
          </a:p>
        </p:txBody>
      </p:sp>
      <p:sp>
        <p:nvSpPr>
          <p:cNvPr id="19069" name="Column Task success">
            <a:extLst>
              <a:ext uri="{FF2B5EF4-FFF2-40B4-BE49-F238E27FC236}">
                <a16:creationId xmlns:a16="http://schemas.microsoft.com/office/drawing/2014/main" id="{C1BE1ABC-49CD-EEDF-7167-643FAB4D9463}"/>
              </a:ext>
            </a:extLst>
          </p:cNvPr>
          <p:cNvSpPr/>
          <p:nvPr/>
        </p:nvSpPr>
        <p:spPr>
          <a:xfrm>
            <a:off x="3383280" y="2246720"/>
            <a:ext cx="269240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Task success</a:t>
            </a:r>
          </a:p>
          <a:p>
            <a:pPr algn="l">
              <a:buNone/>
            </a:pPr>
            <a:r>
              <a:rPr lang="en-US" sz="100">
                <a:effectLst/>
              </a:rPr>
              <a:t> </a:t>
            </a:r>
            <a:endParaRPr lang="en-US"/>
          </a:p>
        </p:txBody>
      </p:sp>
      <p:sp>
        <p:nvSpPr>
          <p:cNvPr id="19074" name="Column Comprehension">
            <a:extLst>
              <a:ext uri="{FF2B5EF4-FFF2-40B4-BE49-F238E27FC236}">
                <a16:creationId xmlns:a16="http://schemas.microsoft.com/office/drawing/2014/main" id="{CBEC27CC-A042-7DF9-1C9A-32CFBC666AD7}"/>
              </a:ext>
            </a:extLst>
          </p:cNvPr>
          <p:cNvSpPr/>
          <p:nvPr/>
        </p:nvSpPr>
        <p:spPr>
          <a:xfrm>
            <a:off x="6167120" y="2246720"/>
            <a:ext cx="269240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Comprehension</a:t>
            </a:r>
          </a:p>
          <a:p>
            <a:pPr algn="l">
              <a:buNone/>
            </a:pPr>
            <a:r>
              <a:rPr lang="en-US" sz="100">
                <a:effectLst/>
              </a:rPr>
              <a:t> </a:t>
            </a:r>
            <a:endParaRPr lang="en-US"/>
          </a:p>
        </p:txBody>
      </p:sp>
      <p:sp>
        <p:nvSpPr>
          <p:cNvPr id="19080" name="Column Errors and exclusions by cohort">
            <a:extLst>
              <a:ext uri="{FF2B5EF4-FFF2-40B4-BE49-F238E27FC236}">
                <a16:creationId xmlns:a16="http://schemas.microsoft.com/office/drawing/2014/main" id="{8FCE9CF3-003F-AC23-5A73-844468C225BB}"/>
              </a:ext>
            </a:extLst>
          </p:cNvPr>
          <p:cNvSpPr/>
          <p:nvPr/>
        </p:nvSpPr>
        <p:spPr>
          <a:xfrm>
            <a:off x="8950960" y="2331720"/>
            <a:ext cx="269240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Errors and exclusions by cohort</a:t>
            </a:r>
          </a:p>
          <a:p>
            <a:pPr algn="l">
              <a:buNone/>
            </a:pPr>
            <a:r>
              <a:rPr lang="en-US" sz="100">
                <a:effectLst/>
              </a:rPr>
              <a:t> </a:t>
            </a:r>
            <a:endParaRPr lang="en-US"/>
          </a:p>
        </p:txBody>
      </p:sp>
      <p:sp>
        <p:nvSpPr>
          <p:cNvPr id="19087" name="Row Digital route">
            <a:extLst>
              <a:ext uri="{FF2B5EF4-FFF2-40B4-BE49-F238E27FC236}">
                <a16:creationId xmlns:a16="http://schemas.microsoft.com/office/drawing/2014/main" id="{F820601B-CAE0-729D-3A05-2566F2B0B43A}"/>
              </a:ext>
            </a:extLst>
          </p:cNvPr>
          <p:cNvSpPr/>
          <p:nvPr/>
        </p:nvSpPr>
        <p:spPr>
          <a:xfrm>
            <a:off x="548640" y="2956560"/>
            <a:ext cx="2743200" cy="59436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Digital route</a:t>
            </a:r>
          </a:p>
          <a:p>
            <a:pPr algn="l">
              <a:buNone/>
            </a:pPr>
            <a:r>
              <a:rPr lang="en-US" sz="100">
                <a:effectLst/>
              </a:rPr>
              <a:t> </a:t>
            </a:r>
            <a:endParaRPr lang="en-US"/>
          </a:p>
        </p:txBody>
      </p:sp>
      <p:sp>
        <p:nvSpPr>
          <p:cNvPr id="19095" name="Cell Digital route / Task success">
            <a:extLst>
              <a:ext uri="{FF2B5EF4-FFF2-40B4-BE49-F238E27FC236}">
                <a16:creationId xmlns:a16="http://schemas.microsoft.com/office/drawing/2014/main" id="{C19DA5F2-5FCD-0F3A-0620-2D3FAF92A90F}"/>
              </a:ext>
            </a:extLst>
          </p:cNvPr>
          <p:cNvSpPr/>
          <p:nvPr/>
        </p:nvSpPr>
        <p:spPr>
          <a:xfrm>
            <a:off x="3383280" y="2956560"/>
            <a:ext cx="2692400" cy="59436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spc="100">
                <a:solidFill>
                  <a:srgbClr val="7A4B00"/>
                </a:solidFill>
                <a:effectLst/>
                <a:latin typeface="Arial" panose="020B0604020202020204" pitchFamily="34" charset="0"/>
              </a:rPr>
              <a:t>MEASURED IN PILOT</a:t>
            </a:r>
            <a:endParaRPr lang="en-US"/>
          </a:p>
        </p:txBody>
      </p:sp>
      <p:sp>
        <p:nvSpPr>
          <p:cNvPr id="19104" name="Cell Digital route / Comprehension">
            <a:extLst>
              <a:ext uri="{FF2B5EF4-FFF2-40B4-BE49-F238E27FC236}">
                <a16:creationId xmlns:a16="http://schemas.microsoft.com/office/drawing/2014/main" id="{6B736E6C-626B-34AB-203F-C11A5ADB9B25}"/>
              </a:ext>
            </a:extLst>
          </p:cNvPr>
          <p:cNvSpPr/>
          <p:nvPr/>
        </p:nvSpPr>
        <p:spPr>
          <a:xfrm>
            <a:off x="6167120" y="2956560"/>
            <a:ext cx="2692400" cy="59436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spc="100">
                <a:solidFill>
                  <a:srgbClr val="7A4B00"/>
                </a:solidFill>
                <a:effectLst/>
                <a:latin typeface="Arial" panose="020B0604020202020204" pitchFamily="34" charset="0"/>
              </a:rPr>
              <a:t>MEASURED IN PILOT</a:t>
            </a:r>
            <a:endParaRPr lang="en-US"/>
          </a:p>
        </p:txBody>
      </p:sp>
      <p:sp>
        <p:nvSpPr>
          <p:cNvPr id="19114" name="Cell Digital route / Errors and exclusions by cohort">
            <a:extLst>
              <a:ext uri="{FF2B5EF4-FFF2-40B4-BE49-F238E27FC236}">
                <a16:creationId xmlns:a16="http://schemas.microsoft.com/office/drawing/2014/main" id="{E8A92738-0F0F-F7E0-647C-2EF1A29D7842}"/>
              </a:ext>
            </a:extLst>
          </p:cNvPr>
          <p:cNvSpPr/>
          <p:nvPr/>
        </p:nvSpPr>
        <p:spPr>
          <a:xfrm>
            <a:off x="8950960" y="2956560"/>
            <a:ext cx="2692400" cy="59436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spc="100">
                <a:solidFill>
                  <a:srgbClr val="7A4B00"/>
                </a:solidFill>
                <a:effectLst/>
                <a:latin typeface="Arial" panose="020B0604020202020204" pitchFamily="34" charset="0"/>
              </a:rPr>
              <a:t>MEASURED IN PILOT</a:t>
            </a:r>
            <a:endParaRPr lang="en-US"/>
          </a:p>
        </p:txBody>
      </p:sp>
      <p:sp>
        <p:nvSpPr>
          <p:cNvPr id="19125" name="Row No-digital route">
            <a:extLst>
              <a:ext uri="{FF2B5EF4-FFF2-40B4-BE49-F238E27FC236}">
                <a16:creationId xmlns:a16="http://schemas.microsoft.com/office/drawing/2014/main" id="{26EEC7DC-3B42-FA7A-B6B6-627A5F0ABE0E}"/>
              </a:ext>
            </a:extLst>
          </p:cNvPr>
          <p:cNvSpPr/>
          <p:nvPr/>
        </p:nvSpPr>
        <p:spPr>
          <a:xfrm>
            <a:off x="548640" y="3642360"/>
            <a:ext cx="2743200" cy="59436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No-digital route</a:t>
            </a:r>
          </a:p>
          <a:p>
            <a:pPr algn="l">
              <a:buNone/>
            </a:pPr>
            <a:r>
              <a:rPr lang="en-US" sz="100">
                <a:effectLst/>
              </a:rPr>
              <a:t> </a:t>
            </a:r>
            <a:endParaRPr lang="en-US"/>
          </a:p>
        </p:txBody>
      </p:sp>
      <p:sp>
        <p:nvSpPr>
          <p:cNvPr id="19137" name="Cell No-digital route / Task success">
            <a:extLst>
              <a:ext uri="{FF2B5EF4-FFF2-40B4-BE49-F238E27FC236}">
                <a16:creationId xmlns:a16="http://schemas.microsoft.com/office/drawing/2014/main" id="{12FA20AE-9098-7529-8216-460215209768}"/>
              </a:ext>
            </a:extLst>
          </p:cNvPr>
          <p:cNvSpPr/>
          <p:nvPr/>
        </p:nvSpPr>
        <p:spPr>
          <a:xfrm>
            <a:off x="3383280" y="3642360"/>
            <a:ext cx="2692400" cy="59436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spc="100">
                <a:solidFill>
                  <a:srgbClr val="7A4B00"/>
                </a:solidFill>
                <a:effectLst/>
                <a:latin typeface="Arial" panose="020B0604020202020204" pitchFamily="34" charset="0"/>
              </a:rPr>
              <a:t>MEASURED IN PILOT</a:t>
            </a:r>
            <a:endParaRPr lang="en-US"/>
          </a:p>
        </p:txBody>
      </p:sp>
      <p:sp>
        <p:nvSpPr>
          <p:cNvPr id="19150" name="Cell No-digital route / Comprehension">
            <a:extLst>
              <a:ext uri="{FF2B5EF4-FFF2-40B4-BE49-F238E27FC236}">
                <a16:creationId xmlns:a16="http://schemas.microsoft.com/office/drawing/2014/main" id="{0CAB42F5-C63A-30D1-121D-9370F24D9E45}"/>
              </a:ext>
            </a:extLst>
          </p:cNvPr>
          <p:cNvSpPr/>
          <p:nvPr/>
        </p:nvSpPr>
        <p:spPr>
          <a:xfrm>
            <a:off x="6167120" y="3642360"/>
            <a:ext cx="2692400" cy="59436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spc="100">
                <a:solidFill>
                  <a:srgbClr val="7A4B00"/>
                </a:solidFill>
                <a:effectLst/>
                <a:latin typeface="Arial" panose="020B0604020202020204" pitchFamily="34" charset="0"/>
              </a:rPr>
              <a:t>MEASURED IN PILOT</a:t>
            </a:r>
            <a:endParaRPr lang="en-US"/>
          </a:p>
        </p:txBody>
      </p:sp>
      <p:sp>
        <p:nvSpPr>
          <p:cNvPr id="19164" name="Cell No-digital route / Errors and exclusions by cohort">
            <a:extLst>
              <a:ext uri="{FF2B5EF4-FFF2-40B4-BE49-F238E27FC236}">
                <a16:creationId xmlns:a16="http://schemas.microsoft.com/office/drawing/2014/main" id="{F8C1A587-FED3-D985-645C-69B48107A1E1}"/>
              </a:ext>
            </a:extLst>
          </p:cNvPr>
          <p:cNvSpPr/>
          <p:nvPr/>
        </p:nvSpPr>
        <p:spPr>
          <a:xfrm>
            <a:off x="8950960" y="3642360"/>
            <a:ext cx="2692400" cy="59436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spc="100">
                <a:solidFill>
                  <a:srgbClr val="7A4B00"/>
                </a:solidFill>
                <a:effectLst/>
                <a:latin typeface="Arial" panose="020B0604020202020204" pitchFamily="34" charset="0"/>
              </a:rPr>
              <a:t>MEASURED IN PILOT</a:t>
            </a:r>
            <a:endParaRPr lang="en-US"/>
          </a:p>
        </p:txBody>
      </p:sp>
      <p:sp>
        <p:nvSpPr>
          <p:cNvPr id="19179" name="Cohort note">
            <a:extLst>
              <a:ext uri="{FF2B5EF4-FFF2-40B4-BE49-F238E27FC236}">
                <a16:creationId xmlns:a16="http://schemas.microsoft.com/office/drawing/2014/main" id="{8B21BA8C-D984-5E70-7AF4-E575ABDF2BD1}"/>
              </a:ext>
            </a:extLst>
          </p:cNvPr>
          <p:cNvSpPr/>
          <p:nvPr/>
        </p:nvSpPr>
        <p:spPr>
          <a:xfrm>
            <a:off x="548640" y="4197440"/>
            <a:ext cx="1109472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50655E"/>
                </a:solidFill>
                <a:effectLst/>
                <a:latin typeface="Arial" panose="020B0604020202020204" pitchFamily="34" charset="0"/>
              </a:rPr>
              <a:t>Inspect errors and exclusions by agreed cohorts without exposing small groups</a:t>
            </a:r>
          </a:p>
          <a:p>
            <a:pPr algn="l">
              <a:buNone/>
            </a:pPr>
            <a:r>
              <a:rPr lang="en-US" sz="100">
                <a:effectLst/>
              </a:rPr>
              <a:t> </a:t>
            </a:r>
            <a:endParaRPr lang="en-US"/>
          </a:p>
        </p:txBody>
      </p:sp>
      <p:sp>
        <p:nvSpPr>
          <p:cNvPr id="19195" name="Guardrail band">
            <a:extLst>
              <a:ext uri="{FF2B5EF4-FFF2-40B4-BE49-F238E27FC236}">
                <a16:creationId xmlns:a16="http://schemas.microsoft.com/office/drawing/2014/main" id="{302DE0B0-50D2-EEBF-FD3F-1913F9EABC2F}"/>
              </a:ext>
            </a:extLst>
          </p:cNvPr>
          <p:cNvSpPr/>
          <p:nvPr/>
        </p:nvSpPr>
        <p:spPr>
          <a:xfrm>
            <a:off x="548640" y="4678680"/>
            <a:ext cx="11094720" cy="85344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212" name="Guardrail label">
            <a:extLst>
              <a:ext uri="{FF2B5EF4-FFF2-40B4-BE49-F238E27FC236}">
                <a16:creationId xmlns:a16="http://schemas.microsoft.com/office/drawing/2014/main" id="{CB32CA2D-9AA6-2389-90BA-F26E4F3C1F4D}"/>
              </a:ext>
            </a:extLst>
          </p:cNvPr>
          <p:cNvSpPr/>
          <p:nvPr/>
        </p:nvSpPr>
        <p:spPr>
          <a:xfrm>
            <a:off x="609600" y="4883240"/>
            <a:ext cx="14478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GUARDRAIL</a:t>
            </a:r>
          </a:p>
          <a:p>
            <a:pPr algn="l">
              <a:buNone/>
            </a:pPr>
            <a:r>
              <a:rPr lang="en-US" sz="100">
                <a:effectLst/>
              </a:rPr>
              <a:t> </a:t>
            </a:r>
            <a:endParaRPr lang="en-US"/>
          </a:p>
        </p:txBody>
      </p:sp>
      <p:sp>
        <p:nvSpPr>
          <p:cNvPr id="19230" name="Guardrail rule">
            <a:extLst>
              <a:ext uri="{FF2B5EF4-FFF2-40B4-BE49-F238E27FC236}">
                <a16:creationId xmlns:a16="http://schemas.microsoft.com/office/drawing/2014/main" id="{F6DE11DD-4CA1-367C-2116-FBE81B1C8CB2}"/>
              </a:ext>
            </a:extLst>
          </p:cNvPr>
          <p:cNvSpPr/>
          <p:nvPr/>
        </p:nvSpPr>
        <p:spPr>
          <a:xfrm>
            <a:off x="2103120" y="4785360"/>
            <a:ext cx="952500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An AI result that improves average speed while worsening a critical group outcome should not pass the gate.</a:t>
            </a:r>
          </a:p>
          <a:p>
            <a:pPr algn="l">
              <a:buNone/>
            </a:pPr>
            <a:r>
              <a:rPr lang="en-US" sz="100">
                <a:effectLst/>
              </a:rPr>
              <a:t> </a:t>
            </a:r>
            <a:endParaRPr lang="en-US"/>
          </a:p>
        </p:txBody>
      </p:sp>
      <p:sp>
        <p:nvSpPr>
          <p:cNvPr id="19249" name="Acceptance limit">
            <a:extLst>
              <a:ext uri="{FF2B5EF4-FFF2-40B4-BE49-F238E27FC236}">
                <a16:creationId xmlns:a16="http://schemas.microsoft.com/office/drawing/2014/main" id="{5D81B813-BC0D-2722-1CFF-2144D50DA2BF}"/>
              </a:ext>
            </a:extLst>
          </p:cNvPr>
          <p:cNvSpPr/>
          <p:nvPr/>
        </p:nvSpPr>
        <p:spPr>
          <a:xfrm>
            <a:off x="548640" y="5538560"/>
            <a:ext cx="1109472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50655E"/>
                </a:solidFill>
                <a:effectLst/>
                <a:latin typeface="Arial" panose="020B0604020202020204" pitchFamily="34" charset="0"/>
              </a:rPr>
              <a:t>Conformance and fairness are assessed with real users and a full audit in the pilot.</a:t>
            </a:r>
            <a:endParaRPr lang="en-US"/>
          </a:p>
        </p:txBody>
      </p:sp>
    </p:spTree>
    <p:extLst>
      <p:ext uri="{BB962C8B-B14F-4D97-AF65-F5344CB8AC3E}">
        <p14:creationId xmlns:p14="http://schemas.microsoft.com/office/powerpoint/2010/main" val="345826487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9443" name="Eyebrow">
            <a:extLst>
              <a:ext uri="{FF2B5EF4-FFF2-40B4-BE49-F238E27FC236}">
                <a16:creationId xmlns:a16="http://schemas.microsoft.com/office/drawing/2014/main" id="{57E6C960-B771-8C4D-74D0-2E659972DD4A}"/>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B24 · RISK / LEGAL / CFO</a:t>
            </a:r>
          </a:p>
          <a:p>
            <a:pPr algn="l">
              <a:buNone/>
            </a:pPr>
            <a:r>
              <a:rPr lang="en-US" sz="100">
                <a:effectLst/>
              </a:rPr>
              <a:t> </a:t>
            </a:r>
            <a:endParaRPr lang="en-US"/>
          </a:p>
        </p:txBody>
      </p:sp>
      <p:sp>
        <p:nvSpPr>
          <p:cNvPr id="9560" name="Slide title">
            <a:extLst>
              <a:ext uri="{FF2B5EF4-FFF2-40B4-BE49-F238E27FC236}">
                <a16:creationId xmlns:a16="http://schemas.microsoft.com/office/drawing/2014/main" id="{F75CCEB3-F6F2-40E0-6F2D-D8431EBFFF17}"/>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How will you keep policy, law and funding rules current?</a:t>
            </a:r>
          </a:p>
          <a:p>
            <a:pPr algn="l">
              <a:buNone/>
            </a:pPr>
            <a:r>
              <a:rPr lang="en-US" sz="100">
                <a:effectLst/>
              </a:rPr>
              <a:t> </a:t>
            </a:r>
            <a:endParaRPr lang="en-US"/>
          </a:p>
        </p:txBody>
      </p:sp>
      <p:sp>
        <p:nvSpPr>
          <p:cNvPr id="9678" name="Footer sources">
            <a:extLst>
              <a:ext uri="{FF2B5EF4-FFF2-40B4-BE49-F238E27FC236}">
                <a16:creationId xmlns:a16="http://schemas.microsoft.com/office/drawing/2014/main" id="{2696879A-4690-E2D0-AB32-C2F30C36C216}"/>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E02 · E12 · E18</a:t>
            </a:r>
          </a:p>
          <a:p>
            <a:pPr algn="l">
              <a:buNone/>
            </a:pPr>
            <a:r>
              <a:rPr lang="en-US" sz="100">
                <a:effectLst/>
              </a:rPr>
              <a:t> </a:t>
            </a:r>
            <a:endParaRPr lang="en-US"/>
          </a:p>
        </p:txBody>
      </p:sp>
      <p:sp>
        <p:nvSpPr>
          <p:cNvPr id="9797" name="Footer navigation">
            <a:extLst>
              <a:ext uri="{FF2B5EF4-FFF2-40B4-BE49-F238E27FC236}">
                <a16:creationId xmlns:a16="http://schemas.microsoft.com/office/drawing/2014/main" id="{6A145055-0724-4938-F063-A72CE7A0FCAC}"/>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B24 · Index: slide 27</a:t>
            </a:r>
            <a:endParaRPr lang="en-US"/>
          </a:p>
        </p:txBody>
      </p:sp>
      <p:sp>
        <p:nvSpPr>
          <p:cNvPr id="9917" name="Return pill">
            <a:extLst>
              <a:ext uri="{FF2B5EF4-FFF2-40B4-BE49-F238E27FC236}">
                <a16:creationId xmlns:a16="http://schemas.microsoft.com/office/drawing/2014/main" id="{2A774DE9-E1B2-DF83-BE18-96D3F56CBFA9}"/>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S03 · slide 3</a:t>
            </a:r>
            <a:endParaRPr lang="en-US"/>
          </a:p>
        </p:txBody>
      </p:sp>
      <p:sp>
        <p:nvSpPr>
          <p:cNvPr id="19250" name="Statement 2">
            <a:extLst>
              <a:ext uri="{FF2B5EF4-FFF2-40B4-BE49-F238E27FC236}">
                <a16:creationId xmlns:a16="http://schemas.microsoft.com/office/drawing/2014/main" id="{B47D42E4-3A0E-7716-DBEE-460D9194571C}"/>
              </a:ext>
            </a:extLst>
          </p:cNvPr>
          <p:cNvSpPr/>
          <p:nvPr/>
        </p:nvSpPr>
        <p:spPr>
          <a:xfrm>
            <a:off x="548640" y="1423760"/>
            <a:ext cx="630936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Detected change → reviewed rule change → tests</a:t>
            </a:r>
          </a:p>
          <a:p>
            <a:pPr algn="l">
              <a:buNone/>
            </a:pPr>
            <a:r>
              <a:rPr lang="en-US" sz="100">
                <a:effectLst/>
              </a:rPr>
              <a:t> </a:t>
            </a:r>
            <a:endParaRPr lang="en-US"/>
          </a:p>
        </p:txBody>
      </p:sp>
      <p:sp>
        <p:nvSpPr>
          <p:cNvPr id="19252" name="Status pill">
            <a:extLst>
              <a:ext uri="{FF2B5EF4-FFF2-40B4-BE49-F238E27FC236}">
                <a16:creationId xmlns:a16="http://schemas.microsoft.com/office/drawing/2014/main" id="{B6A47C35-1C74-D902-BC8F-091B0EC4453C}"/>
              </a:ext>
            </a:extLst>
          </p:cNvPr>
          <p:cNvSpPr/>
          <p:nvPr/>
        </p:nvSpPr>
        <p:spPr>
          <a:xfrm>
            <a:off x="6925056" y="1546860"/>
            <a:ext cx="471830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REPOSITORY CONVENTION · READY TO ACTIVATE</a:t>
            </a:r>
            <a:endParaRPr lang="en-US"/>
          </a:p>
        </p:txBody>
      </p:sp>
      <p:sp>
        <p:nvSpPr>
          <p:cNvPr id="19255" name="Stage Source">
            <a:extLst>
              <a:ext uri="{FF2B5EF4-FFF2-40B4-BE49-F238E27FC236}">
                <a16:creationId xmlns:a16="http://schemas.microsoft.com/office/drawing/2014/main" id="{630B08E8-6111-0F05-E2B9-DB66980DC1C2}"/>
              </a:ext>
            </a:extLst>
          </p:cNvPr>
          <p:cNvSpPr/>
          <p:nvPr/>
        </p:nvSpPr>
        <p:spPr>
          <a:xfrm>
            <a:off x="548640" y="2087880"/>
            <a:ext cx="2526792" cy="195072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259" name="Stage Reviewed change item">
            <a:extLst>
              <a:ext uri="{FF2B5EF4-FFF2-40B4-BE49-F238E27FC236}">
                <a16:creationId xmlns:a16="http://schemas.microsoft.com/office/drawing/2014/main" id="{6B872645-6C91-72F8-B246-0D8DA409FC73}"/>
              </a:ext>
            </a:extLst>
          </p:cNvPr>
          <p:cNvSpPr/>
          <p:nvPr/>
        </p:nvSpPr>
        <p:spPr>
          <a:xfrm>
            <a:off x="3404616" y="2087880"/>
            <a:ext cx="2526792" cy="195072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264" name="Stage Approved control version">
            <a:extLst>
              <a:ext uri="{FF2B5EF4-FFF2-40B4-BE49-F238E27FC236}">
                <a16:creationId xmlns:a16="http://schemas.microsoft.com/office/drawing/2014/main" id="{135479F1-6B49-48C0-87A3-1F1668112559}"/>
              </a:ext>
            </a:extLst>
          </p:cNvPr>
          <p:cNvSpPr/>
          <p:nvPr/>
        </p:nvSpPr>
        <p:spPr>
          <a:xfrm>
            <a:off x="6260592" y="2087880"/>
            <a:ext cx="2526792" cy="195072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270" name="Stage Regression evidence">
            <a:extLst>
              <a:ext uri="{FF2B5EF4-FFF2-40B4-BE49-F238E27FC236}">
                <a16:creationId xmlns:a16="http://schemas.microsoft.com/office/drawing/2014/main" id="{2F09A3A1-8B67-75C4-14E2-D0D2B9EC39A8}"/>
              </a:ext>
            </a:extLst>
          </p:cNvPr>
          <p:cNvSpPr/>
          <p:nvPr/>
        </p:nvSpPr>
        <p:spPr>
          <a:xfrm>
            <a:off x="9116568" y="2087880"/>
            <a:ext cx="2526792" cy="195072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277" name="Stage title Source">
            <a:extLst>
              <a:ext uri="{FF2B5EF4-FFF2-40B4-BE49-F238E27FC236}">
                <a16:creationId xmlns:a16="http://schemas.microsoft.com/office/drawing/2014/main" id="{57CD70D8-33BC-C0B5-E1CB-DEFE8D3FF371}"/>
              </a:ext>
            </a:extLst>
          </p:cNvPr>
          <p:cNvSpPr/>
          <p:nvPr/>
        </p:nvSpPr>
        <p:spPr>
          <a:xfrm>
            <a:off x="563880" y="2109560"/>
            <a:ext cx="2496312"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Source</a:t>
            </a:r>
          </a:p>
          <a:p>
            <a:pPr algn="l">
              <a:buNone/>
            </a:pPr>
            <a:r>
              <a:rPr lang="en-US" sz="100">
                <a:effectLst/>
              </a:rPr>
              <a:t> </a:t>
            </a:r>
            <a:endParaRPr lang="en-US"/>
          </a:p>
        </p:txBody>
      </p:sp>
      <p:sp>
        <p:nvSpPr>
          <p:cNvPr id="19285" name="Stage body Source">
            <a:extLst>
              <a:ext uri="{FF2B5EF4-FFF2-40B4-BE49-F238E27FC236}">
                <a16:creationId xmlns:a16="http://schemas.microsoft.com/office/drawing/2014/main" id="{55B42BCA-1C1C-6B77-BDCC-BD1FB9EFF795}"/>
              </a:ext>
            </a:extLst>
          </p:cNvPr>
          <p:cNvSpPr/>
          <p:nvPr/>
        </p:nvSpPr>
        <p:spPr>
          <a:xfrm>
            <a:off x="563880" y="2941320"/>
            <a:ext cx="2496312"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Dated sources with authority classification</a:t>
            </a:r>
          </a:p>
          <a:p>
            <a:pPr algn="l">
              <a:buNone/>
            </a:pPr>
            <a:r>
              <a:rPr lang="en-US" sz="100">
                <a:effectLst/>
              </a:rPr>
              <a:t> </a:t>
            </a:r>
            <a:endParaRPr lang="en-US"/>
          </a:p>
        </p:txBody>
      </p:sp>
      <p:sp>
        <p:nvSpPr>
          <p:cNvPr id="19294" name="Stage title Reviewed change item">
            <a:extLst>
              <a:ext uri="{FF2B5EF4-FFF2-40B4-BE49-F238E27FC236}">
                <a16:creationId xmlns:a16="http://schemas.microsoft.com/office/drawing/2014/main" id="{7215C505-7A96-7FD2-8514-3B9077C83C17}"/>
              </a:ext>
            </a:extLst>
          </p:cNvPr>
          <p:cNvSpPr/>
          <p:nvPr/>
        </p:nvSpPr>
        <p:spPr>
          <a:xfrm>
            <a:off x="3419856" y="2194560"/>
            <a:ext cx="2496312" cy="70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Reviewed change item</a:t>
            </a:r>
          </a:p>
          <a:p>
            <a:pPr algn="l">
              <a:buNone/>
            </a:pPr>
            <a:r>
              <a:rPr lang="en-US" sz="100">
                <a:effectLst/>
              </a:rPr>
              <a:t> </a:t>
            </a:r>
            <a:endParaRPr lang="en-US"/>
          </a:p>
        </p:txBody>
      </p:sp>
      <p:sp>
        <p:nvSpPr>
          <p:cNvPr id="19304" name="Stage body Reviewed change item">
            <a:extLst>
              <a:ext uri="{FF2B5EF4-FFF2-40B4-BE49-F238E27FC236}">
                <a16:creationId xmlns:a16="http://schemas.microsoft.com/office/drawing/2014/main" id="{B18E7AA6-5036-951E-FD08-26FCD908BB5E}"/>
              </a:ext>
            </a:extLst>
          </p:cNvPr>
          <p:cNvSpPr/>
          <p:nvPr/>
        </p:nvSpPr>
        <p:spPr>
          <a:xfrm>
            <a:off x="3419856" y="2941320"/>
            <a:ext cx="2496312"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Affected requirements, rules, journeys, tests</a:t>
            </a:r>
          </a:p>
          <a:p>
            <a:pPr algn="l">
              <a:buNone/>
            </a:pPr>
            <a:r>
              <a:rPr lang="en-US" sz="100">
                <a:effectLst/>
              </a:rPr>
              <a:t> </a:t>
            </a:r>
            <a:endParaRPr lang="en-US"/>
          </a:p>
        </p:txBody>
      </p:sp>
      <p:sp>
        <p:nvSpPr>
          <p:cNvPr id="19315" name="Owner pill 2">
            <a:extLst>
              <a:ext uri="{FF2B5EF4-FFF2-40B4-BE49-F238E27FC236}">
                <a16:creationId xmlns:a16="http://schemas.microsoft.com/office/drawing/2014/main" id="{8FEAEEDC-0146-9F71-64A1-5EB987644439}"/>
              </a:ext>
            </a:extLst>
          </p:cNvPr>
          <p:cNvSpPr/>
          <p:nvPr/>
        </p:nvSpPr>
        <p:spPr>
          <a:xfrm>
            <a:off x="3511296" y="3611880"/>
            <a:ext cx="1783080"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NAMED OWNER</a:t>
            </a:r>
          </a:p>
          <a:p>
            <a:pPr algn="ctr">
              <a:buNone/>
            </a:pPr>
            <a:r>
              <a:rPr lang="en-US" sz="100">
                <a:effectLst/>
              </a:rPr>
              <a:t> </a:t>
            </a:r>
            <a:endParaRPr lang="en-US"/>
          </a:p>
        </p:txBody>
      </p:sp>
      <p:sp>
        <p:nvSpPr>
          <p:cNvPr id="19327" name="Stage title Approved control version">
            <a:extLst>
              <a:ext uri="{FF2B5EF4-FFF2-40B4-BE49-F238E27FC236}">
                <a16:creationId xmlns:a16="http://schemas.microsoft.com/office/drawing/2014/main" id="{F28BEB39-6A77-23AB-1CE6-06CA454C9EE1}"/>
              </a:ext>
            </a:extLst>
          </p:cNvPr>
          <p:cNvSpPr/>
          <p:nvPr/>
        </p:nvSpPr>
        <p:spPr>
          <a:xfrm>
            <a:off x="6275832" y="2194560"/>
            <a:ext cx="2496312" cy="70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Approved control version</a:t>
            </a:r>
          </a:p>
          <a:p>
            <a:pPr algn="l">
              <a:buNone/>
            </a:pPr>
            <a:r>
              <a:rPr lang="en-US" sz="100">
                <a:effectLst/>
              </a:rPr>
              <a:t> </a:t>
            </a:r>
            <a:endParaRPr lang="en-US"/>
          </a:p>
        </p:txBody>
      </p:sp>
      <p:sp>
        <p:nvSpPr>
          <p:cNvPr id="19340" name="Stage body Approved control version">
            <a:extLst>
              <a:ext uri="{FF2B5EF4-FFF2-40B4-BE49-F238E27FC236}">
                <a16:creationId xmlns:a16="http://schemas.microsoft.com/office/drawing/2014/main" id="{981EA9FD-E926-C718-131F-8182815672E4}"/>
              </a:ext>
            </a:extLst>
          </p:cNvPr>
          <p:cNvSpPr/>
          <p:nvPr/>
        </p:nvSpPr>
        <p:spPr>
          <a:xfrm>
            <a:off x="6275832" y="2941320"/>
            <a:ext cx="2496312"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Human approval of a reviewed control update</a:t>
            </a:r>
          </a:p>
          <a:p>
            <a:pPr algn="l">
              <a:buNone/>
            </a:pPr>
            <a:r>
              <a:rPr lang="en-US" sz="100">
                <a:effectLst/>
              </a:rPr>
              <a:t> </a:t>
            </a:r>
            <a:endParaRPr lang="en-US"/>
          </a:p>
        </p:txBody>
      </p:sp>
      <p:sp>
        <p:nvSpPr>
          <p:cNvPr id="19354" name="Owner pill 3">
            <a:extLst>
              <a:ext uri="{FF2B5EF4-FFF2-40B4-BE49-F238E27FC236}">
                <a16:creationId xmlns:a16="http://schemas.microsoft.com/office/drawing/2014/main" id="{9C94702A-89A8-EBE4-4B3B-80F9BC5A963C}"/>
              </a:ext>
            </a:extLst>
          </p:cNvPr>
          <p:cNvSpPr/>
          <p:nvPr/>
        </p:nvSpPr>
        <p:spPr>
          <a:xfrm>
            <a:off x="6367272" y="3611880"/>
            <a:ext cx="1783080"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NAMED OWNER</a:t>
            </a:r>
          </a:p>
          <a:p>
            <a:pPr algn="ctr">
              <a:buNone/>
            </a:pPr>
            <a:r>
              <a:rPr lang="en-US" sz="100">
                <a:effectLst/>
              </a:rPr>
              <a:t> </a:t>
            </a:r>
            <a:endParaRPr lang="en-US"/>
          </a:p>
        </p:txBody>
      </p:sp>
      <p:sp>
        <p:nvSpPr>
          <p:cNvPr id="19369" name="Stage title Regression evidence">
            <a:extLst>
              <a:ext uri="{FF2B5EF4-FFF2-40B4-BE49-F238E27FC236}">
                <a16:creationId xmlns:a16="http://schemas.microsoft.com/office/drawing/2014/main" id="{8E0B1D59-0658-4B5A-0900-9EAFF14F93FD}"/>
              </a:ext>
            </a:extLst>
          </p:cNvPr>
          <p:cNvSpPr/>
          <p:nvPr/>
        </p:nvSpPr>
        <p:spPr>
          <a:xfrm>
            <a:off x="9131808" y="2194560"/>
            <a:ext cx="2496312" cy="70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Regression evidence</a:t>
            </a:r>
          </a:p>
          <a:p>
            <a:pPr algn="l">
              <a:buNone/>
            </a:pPr>
            <a:r>
              <a:rPr lang="en-US" sz="100">
                <a:effectLst/>
              </a:rPr>
              <a:t> </a:t>
            </a:r>
            <a:endParaRPr lang="en-US"/>
          </a:p>
        </p:txBody>
      </p:sp>
      <p:sp>
        <p:nvSpPr>
          <p:cNvPr id="19385" name="Stage body Regression evidence">
            <a:extLst>
              <a:ext uri="{FF2B5EF4-FFF2-40B4-BE49-F238E27FC236}">
                <a16:creationId xmlns:a16="http://schemas.microsoft.com/office/drawing/2014/main" id="{5DB94842-3743-003E-5B05-5C73BF7CAA0F}"/>
              </a:ext>
            </a:extLst>
          </p:cNvPr>
          <p:cNvSpPr/>
          <p:nvPr/>
        </p:nvSpPr>
        <p:spPr>
          <a:xfrm>
            <a:off x="9131808" y="2941320"/>
            <a:ext cx="2496312"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Tests and evidence before consequential use</a:t>
            </a:r>
          </a:p>
          <a:p>
            <a:pPr algn="l">
              <a:buNone/>
            </a:pPr>
            <a:r>
              <a:rPr lang="en-US" sz="100">
                <a:effectLst/>
              </a:rPr>
              <a:t> </a:t>
            </a:r>
            <a:endParaRPr lang="en-US"/>
          </a:p>
        </p:txBody>
      </p:sp>
      <p:sp>
        <p:nvSpPr>
          <p:cNvPr id="19402" name="Chain arrow 1">
            <a:extLst>
              <a:ext uri="{FF2B5EF4-FFF2-40B4-BE49-F238E27FC236}">
                <a16:creationId xmlns:a16="http://schemas.microsoft.com/office/drawing/2014/main" id="{B2816ACE-9323-3B30-3101-C7BDEC5D6C8D}"/>
              </a:ext>
            </a:extLst>
          </p:cNvPr>
          <p:cNvSpPr/>
          <p:nvPr/>
        </p:nvSpPr>
        <p:spPr>
          <a:xfrm>
            <a:off x="3102864" y="294894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420" name="Chain arrow 2">
            <a:extLst>
              <a:ext uri="{FF2B5EF4-FFF2-40B4-BE49-F238E27FC236}">
                <a16:creationId xmlns:a16="http://schemas.microsoft.com/office/drawing/2014/main" id="{ADA35AF3-AA79-C6DD-BFBC-2400066EAB91}"/>
              </a:ext>
            </a:extLst>
          </p:cNvPr>
          <p:cNvSpPr/>
          <p:nvPr/>
        </p:nvSpPr>
        <p:spPr>
          <a:xfrm>
            <a:off x="5958840" y="294894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439" name="Chain arrow 3">
            <a:extLst>
              <a:ext uri="{FF2B5EF4-FFF2-40B4-BE49-F238E27FC236}">
                <a16:creationId xmlns:a16="http://schemas.microsoft.com/office/drawing/2014/main" id="{38E902C3-63EC-ECB9-7FCE-EE47BC82D551}"/>
              </a:ext>
            </a:extLst>
          </p:cNvPr>
          <p:cNvSpPr/>
          <p:nvPr/>
        </p:nvSpPr>
        <p:spPr>
          <a:xfrm>
            <a:off x="8814816" y="294894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459" name="Model assistance">
            <a:extLst>
              <a:ext uri="{FF2B5EF4-FFF2-40B4-BE49-F238E27FC236}">
                <a16:creationId xmlns:a16="http://schemas.microsoft.com/office/drawing/2014/main" id="{2E9C077A-EA1F-BDFC-CDC9-B30EAA16499E}"/>
              </a:ext>
            </a:extLst>
          </p:cNvPr>
          <p:cNvSpPr/>
          <p:nvPr/>
        </p:nvSpPr>
        <p:spPr>
          <a:xfrm>
            <a:off x="548640" y="4404360"/>
            <a:ext cx="5382768" cy="975360"/>
          </a:xfrm>
          <a:prstGeom prst="rect">
            <a:avLst/>
          </a:prstGeom>
          <a:solidFill>
            <a:srgbClr val="F0EBFA"/>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480" name="Live controls guard">
            <a:extLst>
              <a:ext uri="{FF2B5EF4-FFF2-40B4-BE49-F238E27FC236}">
                <a16:creationId xmlns:a16="http://schemas.microsoft.com/office/drawing/2014/main" id="{40B4C6F2-1BDF-1E97-E669-A882ACF9FA54}"/>
              </a:ext>
            </a:extLst>
          </p:cNvPr>
          <p:cNvSpPr/>
          <p:nvPr/>
        </p:nvSpPr>
        <p:spPr>
          <a:xfrm>
            <a:off x="6260592" y="4404360"/>
            <a:ext cx="5382768" cy="97536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502" name="Model lane title">
            <a:extLst>
              <a:ext uri="{FF2B5EF4-FFF2-40B4-BE49-F238E27FC236}">
                <a16:creationId xmlns:a16="http://schemas.microsoft.com/office/drawing/2014/main" id="{F90A37CE-69D1-699A-5E95-64BD2492FF6B}"/>
              </a:ext>
            </a:extLst>
          </p:cNvPr>
          <p:cNvSpPr/>
          <p:nvPr/>
        </p:nvSpPr>
        <p:spPr>
          <a:xfrm>
            <a:off x="563880" y="4426040"/>
            <a:ext cx="5352288"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3F2A72"/>
                </a:solidFill>
                <a:effectLst/>
                <a:latin typeface="Arial" panose="020B0604020202020204" pitchFamily="34" charset="0"/>
              </a:rPr>
              <a:t>Models may retrieve, compare and flag</a:t>
            </a:r>
          </a:p>
          <a:p>
            <a:pPr algn="l">
              <a:buNone/>
            </a:pPr>
            <a:r>
              <a:rPr lang="en-US" sz="100">
                <a:effectLst/>
              </a:rPr>
              <a:t> </a:t>
            </a:r>
            <a:endParaRPr lang="en-US"/>
          </a:p>
        </p:txBody>
      </p:sp>
      <p:sp>
        <p:nvSpPr>
          <p:cNvPr id="19525" name="Model lane body">
            <a:extLst>
              <a:ext uri="{FF2B5EF4-FFF2-40B4-BE49-F238E27FC236}">
                <a16:creationId xmlns:a16="http://schemas.microsoft.com/office/drawing/2014/main" id="{CBA861EE-539C-673E-3D2D-AD13330E1A6D}"/>
              </a:ext>
            </a:extLst>
          </p:cNvPr>
          <p:cNvSpPr/>
          <p:nvPr/>
        </p:nvSpPr>
        <p:spPr>
          <a:xfrm>
            <a:off x="563880" y="4852760"/>
            <a:ext cx="5352288"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They must not decide that a legal duty is satisfied</a:t>
            </a:r>
          </a:p>
          <a:p>
            <a:pPr algn="l">
              <a:buNone/>
            </a:pPr>
            <a:r>
              <a:rPr lang="en-US" sz="100">
                <a:effectLst/>
              </a:rPr>
              <a:t> </a:t>
            </a:r>
            <a:endParaRPr lang="en-US"/>
          </a:p>
        </p:txBody>
      </p:sp>
      <p:sp>
        <p:nvSpPr>
          <p:cNvPr id="19549" name="Statement 3">
            <a:extLst>
              <a:ext uri="{FF2B5EF4-FFF2-40B4-BE49-F238E27FC236}">
                <a16:creationId xmlns:a16="http://schemas.microsoft.com/office/drawing/2014/main" id="{E05AAE92-A82E-A06B-0D11-A06454BEFC1B}"/>
              </a:ext>
            </a:extLst>
          </p:cNvPr>
          <p:cNvSpPr/>
          <p:nvPr/>
        </p:nvSpPr>
        <p:spPr>
          <a:xfrm>
            <a:off x="6275832" y="4426040"/>
            <a:ext cx="5352288"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No silent model update to live controls</a:t>
            </a:r>
          </a:p>
          <a:p>
            <a:pPr algn="l">
              <a:buNone/>
            </a:pPr>
            <a:r>
              <a:rPr lang="en-US" sz="100">
                <a:effectLst/>
              </a:rPr>
              <a:t> </a:t>
            </a:r>
            <a:endParaRPr lang="en-US"/>
          </a:p>
        </p:txBody>
      </p:sp>
      <p:sp>
        <p:nvSpPr>
          <p:cNvPr id="19574" name="Control lane body">
            <a:extLst>
              <a:ext uri="{FF2B5EF4-FFF2-40B4-BE49-F238E27FC236}">
                <a16:creationId xmlns:a16="http://schemas.microsoft.com/office/drawing/2014/main" id="{FCF83F5F-E564-9ABC-03CC-1A4A7E4701BB}"/>
              </a:ext>
            </a:extLst>
          </p:cNvPr>
          <p:cNvSpPr/>
          <p:nvPr/>
        </p:nvSpPr>
        <p:spPr>
          <a:xfrm>
            <a:off x="6275832" y="4852760"/>
            <a:ext cx="5352288"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Or silently activate a new rule</a:t>
            </a:r>
          </a:p>
          <a:p>
            <a:pPr algn="l">
              <a:buNone/>
            </a:pPr>
            <a:r>
              <a:rPr lang="en-US" sz="100">
                <a:effectLst/>
              </a:rPr>
              <a:t> </a:t>
            </a:r>
            <a:endParaRPr lang="en-US"/>
          </a:p>
        </p:txBody>
      </p:sp>
      <p:sp>
        <p:nvSpPr>
          <p:cNvPr id="19600" name="Model flag to review">
            <a:extLst>
              <a:ext uri="{FF2B5EF4-FFF2-40B4-BE49-F238E27FC236}">
                <a16:creationId xmlns:a16="http://schemas.microsoft.com/office/drawing/2014/main" id="{ADAE5B6F-8E3C-F3C3-09E9-6CCC5E130777}"/>
              </a:ext>
            </a:extLst>
          </p:cNvPr>
          <p:cNvSpPr/>
          <p:nvPr/>
        </p:nvSpPr>
        <p:spPr>
          <a:xfrm>
            <a:off x="4530852" y="4084320"/>
            <a:ext cx="274320" cy="274320"/>
          </a:xfrm>
          <a:prstGeom prst="up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627" name="Legal limit">
            <a:extLst>
              <a:ext uri="{FF2B5EF4-FFF2-40B4-BE49-F238E27FC236}">
                <a16:creationId xmlns:a16="http://schemas.microsoft.com/office/drawing/2014/main" id="{40AC01A9-A1FA-D7F0-295B-373CD7FF32E7}"/>
              </a:ext>
            </a:extLst>
          </p:cNvPr>
          <p:cNvSpPr/>
          <p:nvPr/>
        </p:nvSpPr>
        <p:spPr>
          <a:xfrm>
            <a:off x="548640" y="5806440"/>
            <a:ext cx="110947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Legal dates come from official government publications (Oct 2026); Zava's legal review confirms them.</a:t>
            </a:r>
            <a:endParaRPr lang="en-US"/>
          </a:p>
        </p:txBody>
      </p:sp>
    </p:spTree>
    <p:extLst>
      <p:ext uri="{BB962C8B-B14F-4D97-AF65-F5344CB8AC3E}">
        <p14:creationId xmlns:p14="http://schemas.microsoft.com/office/powerpoint/2010/main" val="323280863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10038" name="Eyebrow">
            <a:extLst>
              <a:ext uri="{FF2B5EF4-FFF2-40B4-BE49-F238E27FC236}">
                <a16:creationId xmlns:a16="http://schemas.microsoft.com/office/drawing/2014/main" id="{B6268D19-01E3-5727-AC02-07EB9448F0C6}"/>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B25 · CFO / PANEL</a:t>
            </a:r>
          </a:p>
          <a:p>
            <a:pPr algn="l">
              <a:buNone/>
            </a:pPr>
            <a:r>
              <a:rPr lang="en-US" sz="100">
                <a:effectLst/>
              </a:rPr>
              <a:t> </a:t>
            </a:r>
            <a:endParaRPr lang="en-US"/>
          </a:p>
        </p:txBody>
      </p:sp>
      <p:sp>
        <p:nvSpPr>
          <p:cNvPr id="10160" name="Slide title">
            <a:extLst>
              <a:ext uri="{FF2B5EF4-FFF2-40B4-BE49-F238E27FC236}">
                <a16:creationId xmlns:a16="http://schemas.microsoft.com/office/drawing/2014/main" id="{C7904B45-85BE-1765-4FB0-B302A70836B3}"/>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What is your Tokenomics unit and can the AI bill run away?</a:t>
            </a:r>
          </a:p>
          <a:p>
            <a:pPr algn="l">
              <a:buNone/>
            </a:pPr>
            <a:r>
              <a:rPr lang="en-US" sz="100">
                <a:effectLst/>
              </a:rPr>
              <a:t> </a:t>
            </a:r>
            <a:endParaRPr lang="en-US"/>
          </a:p>
        </p:txBody>
      </p:sp>
      <p:sp>
        <p:nvSpPr>
          <p:cNvPr id="10283" name="Footer sources">
            <a:extLst>
              <a:ext uri="{FF2B5EF4-FFF2-40B4-BE49-F238E27FC236}">
                <a16:creationId xmlns:a16="http://schemas.microsoft.com/office/drawing/2014/main" id="{596BCD0D-86FB-F2DC-BDD5-84DDF837DBD3}"/>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E19 · E05 · E11</a:t>
            </a:r>
          </a:p>
          <a:p>
            <a:pPr algn="l">
              <a:buNone/>
            </a:pPr>
            <a:r>
              <a:rPr lang="en-US" sz="100">
                <a:effectLst/>
              </a:rPr>
              <a:t> </a:t>
            </a:r>
            <a:endParaRPr lang="en-US"/>
          </a:p>
        </p:txBody>
      </p:sp>
      <p:sp>
        <p:nvSpPr>
          <p:cNvPr id="10407" name="Footer navigation">
            <a:extLst>
              <a:ext uri="{FF2B5EF4-FFF2-40B4-BE49-F238E27FC236}">
                <a16:creationId xmlns:a16="http://schemas.microsoft.com/office/drawing/2014/main" id="{E3622834-BC61-11F8-F6FA-868C3444FA65}"/>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B25 · Index: slide 27</a:t>
            </a:r>
            <a:endParaRPr lang="en-US"/>
          </a:p>
        </p:txBody>
      </p:sp>
      <p:sp>
        <p:nvSpPr>
          <p:cNvPr id="10532" name="Return pill">
            <a:extLst>
              <a:ext uri="{FF2B5EF4-FFF2-40B4-BE49-F238E27FC236}">
                <a16:creationId xmlns:a16="http://schemas.microsoft.com/office/drawing/2014/main" id="{13D3F6C5-AA68-0AF5-B799-336E4E077014}"/>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S18 · slide 21</a:t>
            </a:r>
            <a:endParaRPr lang="en-US"/>
          </a:p>
        </p:txBody>
      </p:sp>
      <p:sp>
        <p:nvSpPr>
          <p:cNvPr id="21688" name="Statement 1">
            <a:extLst>
              <a:ext uri="{FF2B5EF4-FFF2-40B4-BE49-F238E27FC236}">
                <a16:creationId xmlns:a16="http://schemas.microsoft.com/office/drawing/2014/main" id="{2C084A3A-9E43-4D98-ABC8-6552068750A7}"/>
              </a:ext>
            </a:extLst>
          </p:cNvPr>
          <p:cNvSpPr/>
          <p:nvPr/>
        </p:nvSpPr>
        <p:spPr>
          <a:xfrm>
            <a:off x="548640" y="1423760"/>
            <a:ext cx="11094720"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Primary AI unit: cost per accepted proposal above a quality floor</a:t>
            </a:r>
          </a:p>
          <a:p>
            <a:pPr algn="l">
              <a:buNone/>
            </a:pPr>
            <a:r>
              <a:rPr lang="en-US" sz="100">
                <a:effectLst/>
              </a:rPr>
              <a:t> </a:t>
            </a:r>
            <a:endParaRPr lang="en-US"/>
          </a:p>
        </p:txBody>
      </p:sp>
      <p:sp>
        <p:nvSpPr>
          <p:cNvPr id="21690" name="Statement 2">
            <a:extLst>
              <a:ext uri="{FF2B5EF4-FFF2-40B4-BE49-F238E27FC236}">
                <a16:creationId xmlns:a16="http://schemas.microsoft.com/office/drawing/2014/main" id="{071A4D8B-EAE9-EEEB-33E3-FEAECC88DB08}"/>
              </a:ext>
            </a:extLst>
          </p:cNvPr>
          <p:cNvSpPr/>
          <p:nvPr/>
        </p:nvSpPr>
        <p:spPr>
          <a:xfrm>
            <a:off x="548640" y="1789520"/>
            <a:ext cx="11094720"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Also track end-to-end cost per accepted handover separately</a:t>
            </a:r>
          </a:p>
          <a:p>
            <a:pPr algn="l">
              <a:buNone/>
            </a:pPr>
            <a:r>
              <a:rPr lang="en-US" sz="100">
                <a:effectLst/>
              </a:rPr>
              <a:t> </a:t>
            </a:r>
            <a:endParaRPr lang="en-US"/>
          </a:p>
        </p:txBody>
      </p:sp>
      <p:sp>
        <p:nvSpPr>
          <p:cNvPr id="21693" name="Card Observe">
            <a:extLst>
              <a:ext uri="{FF2B5EF4-FFF2-40B4-BE49-F238E27FC236}">
                <a16:creationId xmlns:a16="http://schemas.microsoft.com/office/drawing/2014/main" id="{5BA3F96C-159F-3170-3EC7-EA9AA2C39B4B}"/>
              </a:ext>
            </a:extLst>
          </p:cNvPr>
          <p:cNvSpPr/>
          <p:nvPr/>
        </p:nvSpPr>
        <p:spPr>
          <a:xfrm>
            <a:off x="548640" y="2331720"/>
            <a:ext cx="3467100" cy="1633728"/>
          </a:xfrm>
          <a:prstGeom prst="rect">
            <a:avLst/>
          </a:prstGeom>
          <a:solidFill>
            <a:srgbClr val="F0EBFA"/>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697" name="Card Account for total cost">
            <a:extLst>
              <a:ext uri="{FF2B5EF4-FFF2-40B4-BE49-F238E27FC236}">
                <a16:creationId xmlns:a16="http://schemas.microsoft.com/office/drawing/2014/main" id="{E7E6E06E-20CE-9BBE-043F-820B0114F85A}"/>
              </a:ext>
            </a:extLst>
          </p:cNvPr>
          <p:cNvSpPr/>
          <p:nvPr/>
        </p:nvSpPr>
        <p:spPr>
          <a:xfrm>
            <a:off x="4362450" y="2331720"/>
            <a:ext cx="3467100" cy="1633728"/>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702" name="Card Divide by accepted work">
            <a:extLst>
              <a:ext uri="{FF2B5EF4-FFF2-40B4-BE49-F238E27FC236}">
                <a16:creationId xmlns:a16="http://schemas.microsoft.com/office/drawing/2014/main" id="{00CA75E1-9763-3308-6D53-298FBEE48945}"/>
              </a:ext>
            </a:extLst>
          </p:cNvPr>
          <p:cNvSpPr/>
          <p:nvPr/>
        </p:nvSpPr>
        <p:spPr>
          <a:xfrm>
            <a:off x="8176260" y="2331720"/>
            <a:ext cx="3467100" cy="1633728"/>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708" name="Observe title">
            <a:extLst>
              <a:ext uri="{FF2B5EF4-FFF2-40B4-BE49-F238E27FC236}">
                <a16:creationId xmlns:a16="http://schemas.microsoft.com/office/drawing/2014/main" id="{BFB338B4-D6BD-DA58-4F4A-E82732F8A97E}"/>
              </a:ext>
            </a:extLst>
          </p:cNvPr>
          <p:cNvSpPr/>
          <p:nvPr/>
        </p:nvSpPr>
        <p:spPr>
          <a:xfrm>
            <a:off x="1085088" y="2347304"/>
            <a:ext cx="2915412"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Observe</a:t>
            </a:r>
          </a:p>
          <a:p>
            <a:pPr algn="l">
              <a:buNone/>
            </a:pPr>
            <a:r>
              <a:rPr lang="en-US" sz="100">
                <a:effectLst/>
              </a:rPr>
              <a:t> </a:t>
            </a:r>
            <a:endParaRPr lang="en-US"/>
          </a:p>
        </p:txBody>
      </p:sp>
      <p:sp>
        <p:nvSpPr>
          <p:cNvPr id="21723" name="Account for total cost title">
            <a:extLst>
              <a:ext uri="{FF2B5EF4-FFF2-40B4-BE49-F238E27FC236}">
                <a16:creationId xmlns:a16="http://schemas.microsoft.com/office/drawing/2014/main" id="{ECD119E8-5A74-6E8B-12F5-EDC769F94A0B}"/>
              </a:ext>
            </a:extLst>
          </p:cNvPr>
          <p:cNvSpPr/>
          <p:nvPr/>
        </p:nvSpPr>
        <p:spPr>
          <a:xfrm>
            <a:off x="4898898" y="2347304"/>
            <a:ext cx="2915412"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Account for total cost</a:t>
            </a:r>
          </a:p>
          <a:p>
            <a:pPr algn="l">
              <a:buNone/>
            </a:pPr>
            <a:r>
              <a:rPr lang="en-US" sz="100">
                <a:effectLst/>
              </a:rPr>
              <a:t> </a:t>
            </a:r>
            <a:endParaRPr lang="en-US"/>
          </a:p>
        </p:txBody>
      </p:sp>
      <p:sp>
        <p:nvSpPr>
          <p:cNvPr id="21732" name="Account for total cost body">
            <a:extLst>
              <a:ext uri="{FF2B5EF4-FFF2-40B4-BE49-F238E27FC236}">
                <a16:creationId xmlns:a16="http://schemas.microsoft.com/office/drawing/2014/main" id="{F37C0465-9E33-3FE4-49E2-8C821852B5E9}"/>
              </a:ext>
            </a:extLst>
          </p:cNvPr>
          <p:cNvSpPr/>
          <p:nvPr/>
        </p:nvSpPr>
        <p:spPr>
          <a:xfrm>
            <a:off x="4377690" y="2822448"/>
            <a:ext cx="343662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Inference + hosting allocation</a:t>
            </a:r>
          </a:p>
          <a:p>
            <a:pPr algn="l">
              <a:buNone/>
            </a:pPr>
            <a:r>
              <a:rPr lang="en-US" sz="1600">
                <a:solidFill>
                  <a:srgbClr val="173F35"/>
                </a:solidFill>
                <a:effectLst/>
                <a:latin typeface="Arial" panose="020B0604020202020204" pitchFamily="34" charset="0"/>
              </a:rPr>
              <a:t>Human review + correction</a:t>
            </a:r>
          </a:p>
          <a:p>
            <a:pPr algn="l">
              <a:buNone/>
            </a:pPr>
            <a:r>
              <a:rPr lang="en-US" sz="1600">
                <a:solidFill>
                  <a:srgbClr val="173F35"/>
                </a:solidFill>
                <a:effectLst/>
                <a:latin typeface="Arial" panose="020B0604020202020204" pitchFamily="34" charset="0"/>
              </a:rPr>
              <a:t>Assurance + support</a:t>
            </a:r>
            <a:endParaRPr lang="en-US"/>
          </a:p>
        </p:txBody>
      </p:sp>
      <p:sp>
        <p:nvSpPr>
          <p:cNvPr id="21742" name="Divide by accepted work title">
            <a:extLst>
              <a:ext uri="{FF2B5EF4-FFF2-40B4-BE49-F238E27FC236}">
                <a16:creationId xmlns:a16="http://schemas.microsoft.com/office/drawing/2014/main" id="{4E5A6B40-B424-C31D-31AE-0A4AE0A60E18}"/>
              </a:ext>
            </a:extLst>
          </p:cNvPr>
          <p:cNvSpPr/>
          <p:nvPr/>
        </p:nvSpPr>
        <p:spPr>
          <a:xfrm>
            <a:off x="8191500" y="2347304"/>
            <a:ext cx="343662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Divide by accepted work</a:t>
            </a:r>
          </a:p>
          <a:p>
            <a:pPr algn="l">
              <a:buNone/>
            </a:pPr>
            <a:r>
              <a:rPr lang="en-US" sz="100">
                <a:effectLst/>
              </a:rPr>
              <a:t> </a:t>
            </a:r>
            <a:endParaRPr lang="en-US"/>
          </a:p>
        </p:txBody>
      </p:sp>
      <p:sp>
        <p:nvSpPr>
          <p:cNvPr id="21765" name="Method arrow">
            <a:extLst>
              <a:ext uri="{FF2B5EF4-FFF2-40B4-BE49-F238E27FC236}">
                <a16:creationId xmlns:a16="http://schemas.microsoft.com/office/drawing/2014/main" id="{9D8B1AAE-1C68-5AAB-DF30-4ED8579F866D}"/>
              </a:ext>
            </a:extLst>
          </p:cNvPr>
          <p:cNvSpPr/>
          <p:nvPr/>
        </p:nvSpPr>
        <p:spPr>
          <a:xfrm>
            <a:off x="4051935" y="3034284"/>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778" name="Method arrow">
            <a:extLst>
              <a:ext uri="{FF2B5EF4-FFF2-40B4-BE49-F238E27FC236}">
                <a16:creationId xmlns:a16="http://schemas.microsoft.com/office/drawing/2014/main" id="{BA5FA91B-407B-AD69-9EC1-B8E317F8215C}"/>
              </a:ext>
            </a:extLst>
          </p:cNvPr>
          <p:cNvSpPr/>
          <p:nvPr/>
        </p:nvSpPr>
        <p:spPr>
          <a:xfrm>
            <a:off x="7865745" y="3034284"/>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792" name="Statement 3">
            <a:extLst>
              <a:ext uri="{FF2B5EF4-FFF2-40B4-BE49-F238E27FC236}">
                <a16:creationId xmlns:a16="http://schemas.microsoft.com/office/drawing/2014/main" id="{F127769D-63BA-57B7-DFE3-C4CE0E4D7532}"/>
              </a:ext>
            </a:extLst>
          </p:cNvPr>
          <p:cNvSpPr/>
          <p:nvPr/>
        </p:nvSpPr>
        <p:spPr>
          <a:xfrm>
            <a:off x="548640" y="3971888"/>
            <a:ext cx="7958328"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Token metering today; currency and request-depth controls designed</a:t>
            </a:r>
            <a:endParaRPr lang="en-US"/>
          </a:p>
        </p:txBody>
      </p:sp>
      <p:sp>
        <p:nvSpPr>
          <p:cNvPr id="21807" name="Proposed pill">
            <a:extLst>
              <a:ext uri="{FF2B5EF4-FFF2-40B4-BE49-F238E27FC236}">
                <a16:creationId xmlns:a16="http://schemas.microsoft.com/office/drawing/2014/main" id="{46D834C5-63B4-1D2D-C25A-05DAC101E8AD}"/>
              </a:ext>
            </a:extLst>
          </p:cNvPr>
          <p:cNvSpPr/>
          <p:nvPr/>
        </p:nvSpPr>
        <p:spPr>
          <a:xfrm>
            <a:off x="8598408" y="4079748"/>
            <a:ext cx="3044952"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DESIGNED · NEXT MILESTONE</a:t>
            </a:r>
            <a:endParaRPr lang="en-US"/>
          </a:p>
        </p:txBody>
      </p:sp>
      <p:sp>
        <p:nvSpPr>
          <p:cNvPr id="21823" name="Card Existing bounded path">
            <a:extLst>
              <a:ext uri="{FF2B5EF4-FFF2-40B4-BE49-F238E27FC236}">
                <a16:creationId xmlns:a16="http://schemas.microsoft.com/office/drawing/2014/main" id="{08EC2677-6F36-F68D-1F7A-05381C125C1B}"/>
              </a:ext>
            </a:extLst>
          </p:cNvPr>
          <p:cNvSpPr/>
          <p:nvPr/>
        </p:nvSpPr>
        <p:spPr>
          <a:xfrm>
            <a:off x="548640" y="4498848"/>
            <a:ext cx="5366467" cy="121920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840" name="Card Proposed, not tested">
            <a:extLst>
              <a:ext uri="{FF2B5EF4-FFF2-40B4-BE49-F238E27FC236}">
                <a16:creationId xmlns:a16="http://schemas.microsoft.com/office/drawing/2014/main" id="{78A760AB-53DC-93EB-2162-0DEA02DCD8B8}"/>
              </a:ext>
            </a:extLst>
          </p:cNvPr>
          <p:cNvSpPr/>
          <p:nvPr/>
        </p:nvSpPr>
        <p:spPr>
          <a:xfrm>
            <a:off x="6156297" y="4498848"/>
            <a:ext cx="5487062" cy="121920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858" name="Existing bounded path title">
            <a:extLst>
              <a:ext uri="{FF2B5EF4-FFF2-40B4-BE49-F238E27FC236}">
                <a16:creationId xmlns:a16="http://schemas.microsoft.com/office/drawing/2014/main" id="{B309E6E4-A01A-A1B4-3CB1-3FCCCA011A5E}"/>
              </a:ext>
            </a:extLst>
          </p:cNvPr>
          <p:cNvSpPr/>
          <p:nvPr/>
        </p:nvSpPr>
        <p:spPr>
          <a:xfrm>
            <a:off x="563880" y="4520528"/>
            <a:ext cx="5335987"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Existing bounded path</a:t>
            </a:r>
          </a:p>
          <a:p>
            <a:pPr algn="l">
              <a:buNone/>
            </a:pPr>
            <a:r>
              <a:rPr lang="en-US" sz="100">
                <a:effectLst/>
              </a:rPr>
              <a:t> </a:t>
            </a:r>
            <a:endParaRPr lang="en-US"/>
          </a:p>
        </p:txBody>
      </p:sp>
      <p:sp>
        <p:nvSpPr>
          <p:cNvPr id="21877" name="Existing bounded path body">
            <a:extLst>
              <a:ext uri="{FF2B5EF4-FFF2-40B4-BE49-F238E27FC236}">
                <a16:creationId xmlns:a16="http://schemas.microsoft.com/office/drawing/2014/main" id="{C917BB38-A0F6-4171-C58E-D77181B70929}"/>
              </a:ext>
            </a:extLst>
          </p:cNvPr>
          <p:cNvSpPr/>
          <p:nvPr/>
        </p:nvSpPr>
        <p:spPr>
          <a:xfrm>
            <a:off x="563880" y="5032248"/>
            <a:ext cx="5335987"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Finite calls / tokens / expiry
Usage captured today; money caps come next.</a:t>
            </a:r>
            <a:endParaRPr lang="en-US"/>
          </a:p>
        </p:txBody>
      </p:sp>
      <p:sp>
        <p:nvSpPr>
          <p:cNvPr id="21897" name="Proposed, not tested title">
            <a:extLst>
              <a:ext uri="{FF2B5EF4-FFF2-40B4-BE49-F238E27FC236}">
                <a16:creationId xmlns:a16="http://schemas.microsoft.com/office/drawing/2014/main" id="{B95AFF75-D9A2-8336-A8E6-5C1EC4789406}"/>
              </a:ext>
            </a:extLst>
          </p:cNvPr>
          <p:cNvSpPr/>
          <p:nvPr/>
        </p:nvSpPr>
        <p:spPr>
          <a:xfrm>
            <a:off x="6171537" y="4520528"/>
            <a:ext cx="5456582"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Designed, next milestone</a:t>
            </a:r>
            <a:endParaRPr lang="en-US"/>
          </a:p>
        </p:txBody>
      </p:sp>
      <p:sp>
        <p:nvSpPr>
          <p:cNvPr id="21918" name="Proposed, not tested body">
            <a:extLst>
              <a:ext uri="{FF2B5EF4-FFF2-40B4-BE49-F238E27FC236}">
                <a16:creationId xmlns:a16="http://schemas.microsoft.com/office/drawing/2014/main" id="{CF9E4629-9F42-F459-4AFE-A0EC1EF64776}"/>
              </a:ext>
            </a:extLst>
          </p:cNvPr>
          <p:cNvSpPr/>
          <p:nvPr/>
        </p:nvSpPr>
        <p:spPr>
          <a:xfrm>
            <a:off x="6171537" y="5032248"/>
            <a:ext cx="5456582"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Complete metering + currency/task budgets</a:t>
            </a:r>
          </a:p>
          <a:p>
            <a:pPr algn="l">
              <a:buNone/>
            </a:pPr>
            <a:r>
              <a:rPr lang="en-US" sz="1600">
                <a:solidFill>
                  <a:srgbClr val="173F35"/>
                </a:solidFill>
                <a:effectLst/>
                <a:latin typeface="Arial" panose="020B0604020202020204" pitchFamily="34" charset="0"/>
              </a:rPr>
              <a:t>Per-request call and depth limits.</a:t>
            </a:r>
            <a:endParaRPr lang="en-US"/>
          </a:p>
        </p:txBody>
      </p:sp>
      <p:sp>
        <p:nvSpPr>
          <p:cNvPr id="21940" name="Legend">
            <a:extLst>
              <a:ext uri="{FF2B5EF4-FFF2-40B4-BE49-F238E27FC236}">
                <a16:creationId xmlns:a16="http://schemas.microsoft.com/office/drawing/2014/main" id="{EF62D3F8-F42C-DD96-E5A3-817BA2B7FF50}"/>
              </a:ext>
            </a:extLst>
          </p:cNvPr>
          <p:cNvSpPr/>
          <p:nvPr/>
        </p:nvSpPr>
        <p:spPr>
          <a:xfrm>
            <a:off x="548640" y="5806440"/>
            <a:ext cx="60655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Tokenomics framing: our working method, refined with Finance</a:t>
            </a:r>
            <a:endParaRPr lang="en-US"/>
          </a:p>
        </p:txBody>
      </p:sp>
      <p:sp>
        <p:nvSpPr>
          <p:cNvPr id="21963" name="Diagram status pill">
            <a:extLst>
              <a:ext uri="{FF2B5EF4-FFF2-40B4-BE49-F238E27FC236}">
                <a16:creationId xmlns:a16="http://schemas.microsoft.com/office/drawing/2014/main" id="{C1F4DAEF-5DAE-6F36-ACDB-B94C5FE37A14}"/>
              </a:ext>
            </a:extLst>
          </p:cNvPr>
          <p:cNvSpPr/>
          <p:nvPr/>
        </p:nvSpPr>
        <p:spPr>
          <a:xfrm>
            <a:off x="8726424" y="5806440"/>
            <a:ext cx="2916936"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SOURCE VIEW · 23 OCT 2026</a:t>
            </a:r>
            <a:endParaRPr lang="en-US"/>
          </a:p>
        </p:txBody>
      </p:sp>
      <p:pic>
        <p:nvPicPr>
          <p:cNvPr id="21964" name="Azure OpenAI icon" descr="Azure OpenAI icon (official Azure icon)">
            <a:extLst>
              <a:ext uri="{FF2B5EF4-FFF2-40B4-BE49-F238E27FC236}">
                <a16:creationId xmlns:a16="http://schemas.microsoft.com/office/drawing/2014/main" id="{F9DF6736-E2FD-330B-77C9-BFBFD7F2788D}"/>
              </a:ext>
            </a:extLst>
          </p:cNvPr>
          <p:cNvPicPr>
            <a:picLocks noChangeAspect="1"/>
          </p:cNvPicPr>
          <p:nvPr/>
        </p:nvPicPr>
        <p:blipFill>
          <a:blip r:embed="rId3"/>
          <a:stretch>
            <a:fillRect/>
          </a:stretch>
        </p:blipFill>
        <p:spPr>
          <a:xfrm>
            <a:off x="655320" y="2438400"/>
            <a:ext cx="384048" cy="384048"/>
          </a:xfrm>
          <a:prstGeom prst="rect">
            <a:avLst/>
          </a:prstGeom>
        </p:spPr>
      </p:pic>
      <p:pic>
        <p:nvPicPr>
          <p:cNvPr id="21965" name="Microsoft Cost Management icon" descr="Microsoft Cost Management icon (official Azure icon)">
            <a:extLst>
              <a:ext uri="{FF2B5EF4-FFF2-40B4-BE49-F238E27FC236}">
                <a16:creationId xmlns:a16="http://schemas.microsoft.com/office/drawing/2014/main" id="{1C9E2FF5-BE95-E6B1-72F7-4B662F4746D0}"/>
              </a:ext>
            </a:extLst>
          </p:cNvPr>
          <p:cNvPicPr>
            <a:picLocks noChangeAspect="1"/>
          </p:cNvPicPr>
          <p:nvPr/>
        </p:nvPicPr>
        <p:blipFill>
          <a:blip r:embed="rId4"/>
          <a:stretch>
            <a:fillRect/>
          </a:stretch>
        </p:blipFill>
        <p:spPr>
          <a:xfrm>
            <a:off x="4469130" y="2438400"/>
            <a:ext cx="384048" cy="384048"/>
          </a:xfrm>
          <a:prstGeom prst="rect">
            <a:avLst/>
          </a:prstGeom>
        </p:spPr>
      </p:pic>
      <p:sp>
        <p:nvSpPr>
          <p:cNvPr id="59979" name="Observe body">
            <a:extLst>
              <a:ext uri="{FF2B5EF4-FFF2-40B4-BE49-F238E27FC236}">
                <a16:creationId xmlns:a16="http://schemas.microsoft.com/office/drawing/2014/main" id="{A528A0A1-153B-4704-9065-2DC470A405B7}"/>
              </a:ext>
            </a:extLst>
          </p:cNvPr>
          <p:cNvSpPr/>
          <p:nvPr/>
        </p:nvSpPr>
        <p:spPr>
          <a:xfrm>
            <a:off x="563880" y="2822448"/>
            <a:ext cx="3436620" cy="8534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3F2A72"/>
                </a:solidFill>
                <a:effectLst/>
                <a:latin typeface="Arial" panose="020B0604020202020204" pitchFamily="34" charset="0"/>
              </a:rPr>
              <a:t>6,884 tokens / five runs</a:t>
            </a:r>
          </a:p>
          <a:p>
            <a:pPr algn="l">
              <a:buNone/>
            </a:pPr>
            <a:r>
              <a:rPr lang="en-US" sz="1600">
                <a:solidFill>
                  <a:srgbClr val="173F35"/>
                </a:solidFill>
                <a:effectLst/>
                <a:latin typeface="Arial" panose="020B0604020202020204" pitchFamily="34" charset="0"/>
              </a:rPr>
              <a:t>Historical operator exercise</a:t>
            </a:r>
          </a:p>
          <a:p>
            <a:pPr algn="l">
              <a:buNone/>
            </a:pPr>
            <a:r>
              <a:rPr lang="en-US" sz="1600">
                <a:solidFill>
                  <a:srgbClr val="173F35"/>
                </a:solidFill>
                <a:effectLst/>
                <a:latin typeface="Arial" panose="020B0604020202020204" pitchFamily="34" charset="0"/>
              </a:rPr>
              <a:t>Human acceptance: next milestone</a:t>
            </a:r>
            <a:endParaRPr lang="en-US"/>
          </a:p>
        </p:txBody>
      </p:sp>
      <p:sp>
        <p:nvSpPr>
          <p:cNvPr id="59997" name="Divide by accepted work body">
            <a:extLst>
              <a:ext uri="{FF2B5EF4-FFF2-40B4-BE49-F238E27FC236}">
                <a16:creationId xmlns:a16="http://schemas.microsoft.com/office/drawing/2014/main" id="{2F249FA7-FE93-7165-5D24-680363451B6B}"/>
              </a:ext>
            </a:extLst>
          </p:cNvPr>
          <p:cNvSpPr/>
          <p:nvPr/>
        </p:nvSpPr>
        <p:spPr>
          <a:xfrm>
            <a:off x="8191500" y="2822448"/>
            <a:ext cx="3436620" cy="1127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Agreed quality floor</a:t>
            </a:r>
          </a:p>
          <a:p>
            <a:pPr algn="l">
              <a:buNone/>
            </a:pPr>
            <a:r>
              <a:rPr lang="en-US" sz="1600">
                <a:solidFill>
                  <a:srgbClr val="173F35"/>
                </a:solidFill>
                <a:effectLst/>
                <a:latin typeface="Arial" panose="020B0604020202020204" pitchFamily="34" charset="0"/>
              </a:rPr>
              <a:t>Accepted-proposal count</a:t>
            </a:r>
          </a:p>
          <a:p>
            <a:pPr algn="l">
              <a:buNone/>
            </a:pPr>
            <a:r>
              <a:rPr lang="en-US" sz="1800" b="1">
                <a:solidFill>
                  <a:srgbClr val="7A4B00"/>
                </a:solidFill>
                <a:effectLst/>
                <a:latin typeface="Arial" panose="020B0604020202020204" pitchFamily="34" charset="0"/>
              </a:rPr>
              <a:t>Unit cost: measured</a:t>
            </a:r>
          </a:p>
          <a:p>
            <a:pPr algn="l">
              <a:buNone/>
            </a:pPr>
            <a:r>
              <a:rPr lang="en-US" sz="1800" b="1">
                <a:solidFill>
                  <a:srgbClr val="7A4B00"/>
                </a:solidFill>
                <a:effectLst/>
                <a:latin typeface="Arial" panose="020B0604020202020204" pitchFamily="34" charset="0"/>
              </a:rPr>
              <a:t>in the pilot</a:t>
            </a:r>
            <a:endParaRPr lang="en-US"/>
          </a:p>
        </p:txBody>
      </p:sp>
    </p:spTree>
    <p:extLst>
      <p:ext uri="{BB962C8B-B14F-4D97-AF65-F5344CB8AC3E}">
        <p14:creationId xmlns:p14="http://schemas.microsoft.com/office/powerpoint/2010/main" val="381296014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10658" name="Eyebrow">
            <a:extLst>
              <a:ext uri="{FF2B5EF4-FFF2-40B4-BE49-F238E27FC236}">
                <a16:creationId xmlns:a16="http://schemas.microsoft.com/office/drawing/2014/main" id="{7FC988B3-9D84-8A76-0808-7E2603F07AD9}"/>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B26 · CIO / CTO / CFO</a:t>
            </a:r>
          </a:p>
          <a:p>
            <a:pPr algn="l">
              <a:buNone/>
            </a:pPr>
            <a:r>
              <a:rPr lang="en-US" sz="100">
                <a:effectLst/>
              </a:rPr>
              <a:t> </a:t>
            </a:r>
            <a:endParaRPr lang="en-US"/>
          </a:p>
        </p:txBody>
      </p:sp>
      <p:sp>
        <p:nvSpPr>
          <p:cNvPr id="10785" name="Slide title">
            <a:extLst>
              <a:ext uri="{FF2B5EF4-FFF2-40B4-BE49-F238E27FC236}">
                <a16:creationId xmlns:a16="http://schemas.microsoft.com/office/drawing/2014/main" id="{7B0CCD73-DF25-D558-3802-F25A1C296DDD}"/>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Why not cache every answer and route</a:t>
            </a:r>
          </a:p>
          <a:p>
            <a:pPr algn="l">
              <a:buNone/>
            </a:pPr>
            <a:r>
              <a:rPr lang="en-US" sz="2800" b="1">
                <a:solidFill>
                  <a:srgbClr val="173F35"/>
                </a:solidFill>
                <a:effectLst/>
                <a:latin typeface="Arial" panose="020B0604020202020204" pitchFamily="34" charset="0"/>
              </a:rPr>
              <a:t>everything to the cheapest model?</a:t>
            </a:r>
            <a:endParaRPr lang="en-US"/>
          </a:p>
        </p:txBody>
      </p:sp>
      <p:sp>
        <p:nvSpPr>
          <p:cNvPr id="10913" name="Footer sources">
            <a:extLst>
              <a:ext uri="{FF2B5EF4-FFF2-40B4-BE49-F238E27FC236}">
                <a16:creationId xmlns:a16="http://schemas.microsoft.com/office/drawing/2014/main" id="{42D3E9F8-4F74-B634-37B6-C4CC5D9A3325}"/>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E19 · E04 · E09</a:t>
            </a:r>
          </a:p>
          <a:p>
            <a:pPr algn="l">
              <a:buNone/>
            </a:pPr>
            <a:r>
              <a:rPr lang="en-US" sz="100">
                <a:effectLst/>
              </a:rPr>
              <a:t> </a:t>
            </a:r>
            <a:endParaRPr lang="en-US"/>
          </a:p>
        </p:txBody>
      </p:sp>
      <p:sp>
        <p:nvSpPr>
          <p:cNvPr id="11042" name="Footer navigation">
            <a:extLst>
              <a:ext uri="{FF2B5EF4-FFF2-40B4-BE49-F238E27FC236}">
                <a16:creationId xmlns:a16="http://schemas.microsoft.com/office/drawing/2014/main" id="{11DF9438-18C4-3F33-A335-44A683000E62}"/>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B26 · Index: slide 27</a:t>
            </a:r>
            <a:endParaRPr lang="en-US"/>
          </a:p>
        </p:txBody>
      </p:sp>
      <p:sp>
        <p:nvSpPr>
          <p:cNvPr id="11172" name="Return pill">
            <a:extLst>
              <a:ext uri="{FF2B5EF4-FFF2-40B4-BE49-F238E27FC236}">
                <a16:creationId xmlns:a16="http://schemas.microsoft.com/office/drawing/2014/main" id="{AAC4D1CF-E4D0-C939-9546-3EEDE0E1503A}"/>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S18 · slide 21</a:t>
            </a:r>
            <a:endParaRPr lang="en-US"/>
          </a:p>
        </p:txBody>
      </p:sp>
      <p:sp>
        <p:nvSpPr>
          <p:cNvPr id="19906" name="Statement 3">
            <a:extLst>
              <a:ext uri="{FF2B5EF4-FFF2-40B4-BE49-F238E27FC236}">
                <a16:creationId xmlns:a16="http://schemas.microsoft.com/office/drawing/2014/main" id="{737D283F-43BA-DFD0-9343-9673E3D8B403}"/>
              </a:ext>
            </a:extLst>
          </p:cNvPr>
          <p:cNvSpPr/>
          <p:nvPr/>
        </p:nvSpPr>
        <p:spPr>
          <a:xfrm>
            <a:off x="548640" y="1926680"/>
            <a:ext cx="621792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Change one lever, compare, then keep or revert</a:t>
            </a:r>
          </a:p>
          <a:p>
            <a:pPr algn="l">
              <a:buNone/>
            </a:pPr>
            <a:r>
              <a:rPr lang="en-US" sz="100">
                <a:effectLst/>
              </a:rPr>
              <a:t> </a:t>
            </a:r>
            <a:endParaRPr lang="en-US"/>
          </a:p>
        </p:txBody>
      </p:sp>
      <p:sp>
        <p:nvSpPr>
          <p:cNvPr id="19908" name="Proposed pill">
            <a:extLst>
              <a:ext uri="{FF2B5EF4-FFF2-40B4-BE49-F238E27FC236}">
                <a16:creationId xmlns:a16="http://schemas.microsoft.com/office/drawing/2014/main" id="{AB6678F4-605A-6CAA-ED71-F42CE271DA30}"/>
              </a:ext>
            </a:extLst>
          </p:cNvPr>
          <p:cNvSpPr/>
          <p:nvPr/>
        </p:nvSpPr>
        <p:spPr>
          <a:xfrm>
            <a:off x="8068056" y="2049780"/>
            <a:ext cx="357530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OPTIMISATIONS · ON THE ROADMAP</a:t>
            </a:r>
            <a:endParaRPr lang="en-US"/>
          </a:p>
        </p:txBody>
      </p:sp>
      <p:sp>
        <p:nvSpPr>
          <p:cNvPr id="19911" name="Baseline card">
            <a:extLst>
              <a:ext uri="{FF2B5EF4-FFF2-40B4-BE49-F238E27FC236}">
                <a16:creationId xmlns:a16="http://schemas.microsoft.com/office/drawing/2014/main" id="{401BE445-BD78-2BE5-F862-6E851ABEEE9E}"/>
              </a:ext>
            </a:extLst>
          </p:cNvPr>
          <p:cNvSpPr/>
          <p:nvPr/>
        </p:nvSpPr>
        <p:spPr>
          <a:xfrm>
            <a:off x="548640" y="2590800"/>
            <a:ext cx="2286000" cy="198120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915" name="Lever card">
            <a:extLst>
              <a:ext uri="{FF2B5EF4-FFF2-40B4-BE49-F238E27FC236}">
                <a16:creationId xmlns:a16="http://schemas.microsoft.com/office/drawing/2014/main" id="{40CC12D3-BD9A-5515-84A7-AAFE8D5F982F}"/>
              </a:ext>
            </a:extLst>
          </p:cNvPr>
          <p:cNvSpPr/>
          <p:nvPr/>
        </p:nvSpPr>
        <p:spPr>
          <a:xfrm>
            <a:off x="3163824" y="2590800"/>
            <a:ext cx="2651760" cy="198120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920" name="Quality / latency / cost check card">
            <a:extLst>
              <a:ext uri="{FF2B5EF4-FFF2-40B4-BE49-F238E27FC236}">
                <a16:creationId xmlns:a16="http://schemas.microsoft.com/office/drawing/2014/main" id="{AD8FA30C-90A5-CD46-6ED9-EC8366041925}"/>
              </a:ext>
            </a:extLst>
          </p:cNvPr>
          <p:cNvSpPr/>
          <p:nvPr/>
        </p:nvSpPr>
        <p:spPr>
          <a:xfrm>
            <a:off x="6144768" y="2590800"/>
            <a:ext cx="2834640" cy="198120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926" name="Decision card">
            <a:extLst>
              <a:ext uri="{FF2B5EF4-FFF2-40B4-BE49-F238E27FC236}">
                <a16:creationId xmlns:a16="http://schemas.microsoft.com/office/drawing/2014/main" id="{042E9A77-6FDC-6A58-025D-EAE90FA4786B}"/>
              </a:ext>
            </a:extLst>
          </p:cNvPr>
          <p:cNvSpPr/>
          <p:nvPr/>
        </p:nvSpPr>
        <p:spPr>
          <a:xfrm>
            <a:off x="9308592" y="2590800"/>
            <a:ext cx="2334768" cy="198120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933" name="Baseline title">
            <a:extLst>
              <a:ext uri="{FF2B5EF4-FFF2-40B4-BE49-F238E27FC236}">
                <a16:creationId xmlns:a16="http://schemas.microsoft.com/office/drawing/2014/main" id="{C7932CAF-B9B5-A0D6-577E-1705B67600E1}"/>
              </a:ext>
            </a:extLst>
          </p:cNvPr>
          <p:cNvSpPr/>
          <p:nvPr/>
        </p:nvSpPr>
        <p:spPr>
          <a:xfrm>
            <a:off x="563880" y="2612480"/>
            <a:ext cx="225552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Baseline</a:t>
            </a:r>
          </a:p>
          <a:p>
            <a:pPr algn="l">
              <a:buNone/>
            </a:pPr>
            <a:r>
              <a:rPr lang="en-US" sz="100">
                <a:effectLst/>
              </a:rPr>
              <a:t> </a:t>
            </a:r>
            <a:endParaRPr lang="en-US"/>
          </a:p>
        </p:txBody>
      </p:sp>
      <p:sp>
        <p:nvSpPr>
          <p:cNvPr id="19941" name="One lever title">
            <a:extLst>
              <a:ext uri="{FF2B5EF4-FFF2-40B4-BE49-F238E27FC236}">
                <a16:creationId xmlns:a16="http://schemas.microsoft.com/office/drawing/2014/main" id="{137945B9-1CBB-3131-B82D-ACD68C6D5EAF}"/>
              </a:ext>
            </a:extLst>
          </p:cNvPr>
          <p:cNvSpPr/>
          <p:nvPr/>
        </p:nvSpPr>
        <p:spPr>
          <a:xfrm>
            <a:off x="3179064" y="2612480"/>
            <a:ext cx="262128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One lever</a:t>
            </a:r>
          </a:p>
          <a:p>
            <a:pPr algn="l">
              <a:buNone/>
            </a:pPr>
            <a:r>
              <a:rPr lang="en-US" sz="100">
                <a:effectLst/>
              </a:rPr>
              <a:t> </a:t>
            </a:r>
            <a:endParaRPr lang="en-US"/>
          </a:p>
        </p:txBody>
      </p:sp>
      <p:sp>
        <p:nvSpPr>
          <p:cNvPr id="19950" name="Quality / latency / cost check title">
            <a:extLst>
              <a:ext uri="{FF2B5EF4-FFF2-40B4-BE49-F238E27FC236}">
                <a16:creationId xmlns:a16="http://schemas.microsoft.com/office/drawing/2014/main" id="{D7B04290-3A75-F086-5136-262395D35BF6}"/>
              </a:ext>
            </a:extLst>
          </p:cNvPr>
          <p:cNvSpPr/>
          <p:nvPr/>
        </p:nvSpPr>
        <p:spPr>
          <a:xfrm>
            <a:off x="6160008" y="2697480"/>
            <a:ext cx="2804160" cy="70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Quality / latency / cost check</a:t>
            </a:r>
          </a:p>
          <a:p>
            <a:pPr algn="l">
              <a:buNone/>
            </a:pPr>
            <a:r>
              <a:rPr lang="en-US" sz="100">
                <a:effectLst/>
              </a:rPr>
              <a:t> </a:t>
            </a:r>
            <a:endParaRPr lang="en-US"/>
          </a:p>
        </p:txBody>
      </p:sp>
      <p:sp>
        <p:nvSpPr>
          <p:cNvPr id="19960" name="Retain or revert title">
            <a:extLst>
              <a:ext uri="{FF2B5EF4-FFF2-40B4-BE49-F238E27FC236}">
                <a16:creationId xmlns:a16="http://schemas.microsoft.com/office/drawing/2014/main" id="{B205AA78-2593-0428-5D1F-B519FD7D59F1}"/>
              </a:ext>
            </a:extLst>
          </p:cNvPr>
          <p:cNvSpPr/>
          <p:nvPr/>
        </p:nvSpPr>
        <p:spPr>
          <a:xfrm>
            <a:off x="9323832" y="2612480"/>
            <a:ext cx="2304288"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Retain or revert</a:t>
            </a:r>
          </a:p>
          <a:p>
            <a:pPr algn="l">
              <a:buNone/>
            </a:pPr>
            <a:r>
              <a:rPr lang="en-US" sz="100">
                <a:effectLst/>
              </a:rPr>
              <a:t> </a:t>
            </a:r>
            <a:endParaRPr lang="en-US"/>
          </a:p>
        </p:txBody>
      </p:sp>
      <p:sp>
        <p:nvSpPr>
          <p:cNvPr id="20095" name="Baseline body">
            <a:extLst>
              <a:ext uri="{FF2B5EF4-FFF2-40B4-BE49-F238E27FC236}">
                <a16:creationId xmlns:a16="http://schemas.microsoft.com/office/drawing/2014/main" id="{6351042F-5B5D-E1F2-17EA-7E328EBCC2E5}"/>
              </a:ext>
            </a:extLst>
          </p:cNvPr>
          <p:cNvSpPr/>
          <p:nvPr/>
        </p:nvSpPr>
        <p:spPr>
          <a:xfrm>
            <a:off x="563880" y="3054440"/>
            <a:ext cx="22555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Same held-out cases</a:t>
            </a:r>
          </a:p>
          <a:p>
            <a:pPr algn="l">
              <a:buNone/>
            </a:pPr>
            <a:r>
              <a:rPr lang="en-US" sz="100">
                <a:effectLst/>
              </a:rPr>
              <a:t> </a:t>
            </a:r>
            <a:endParaRPr lang="en-US"/>
          </a:p>
        </p:txBody>
      </p:sp>
      <p:sp>
        <p:nvSpPr>
          <p:cNvPr id="20115" name="Check body">
            <a:extLst>
              <a:ext uri="{FF2B5EF4-FFF2-40B4-BE49-F238E27FC236}">
                <a16:creationId xmlns:a16="http://schemas.microsoft.com/office/drawing/2014/main" id="{742D7933-4F37-D364-00B5-63F81C829A91}"/>
              </a:ext>
            </a:extLst>
          </p:cNvPr>
          <p:cNvSpPr/>
          <p:nvPr/>
        </p:nvSpPr>
        <p:spPr>
          <a:xfrm>
            <a:off x="6160008" y="3444240"/>
            <a:ext cx="280416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A cheap answer that misses a critical fact is not a cheaper accepted outcome.</a:t>
            </a:r>
          </a:p>
          <a:p>
            <a:pPr algn="l">
              <a:buNone/>
            </a:pPr>
            <a:r>
              <a:rPr lang="en-US" sz="100">
                <a:effectLst/>
              </a:rPr>
              <a:t> </a:t>
            </a:r>
            <a:endParaRPr lang="en-US"/>
          </a:p>
        </p:txBody>
      </p:sp>
      <p:sp>
        <p:nvSpPr>
          <p:cNvPr id="20136" name="Experiment arrow 1">
            <a:extLst>
              <a:ext uri="{FF2B5EF4-FFF2-40B4-BE49-F238E27FC236}">
                <a16:creationId xmlns:a16="http://schemas.microsoft.com/office/drawing/2014/main" id="{6AD0611D-0A83-8E32-7B77-0E6B0A073322}"/>
              </a:ext>
            </a:extLst>
          </p:cNvPr>
          <p:cNvSpPr/>
          <p:nvPr/>
        </p:nvSpPr>
        <p:spPr>
          <a:xfrm>
            <a:off x="2862072" y="346710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158" name="Experiment arrow 2">
            <a:extLst>
              <a:ext uri="{FF2B5EF4-FFF2-40B4-BE49-F238E27FC236}">
                <a16:creationId xmlns:a16="http://schemas.microsoft.com/office/drawing/2014/main" id="{80C0E363-C798-8FB1-664F-BC389313DB4F}"/>
              </a:ext>
            </a:extLst>
          </p:cNvPr>
          <p:cNvSpPr/>
          <p:nvPr/>
        </p:nvSpPr>
        <p:spPr>
          <a:xfrm>
            <a:off x="5843016" y="346710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181" name="Experiment arrow 3">
            <a:extLst>
              <a:ext uri="{FF2B5EF4-FFF2-40B4-BE49-F238E27FC236}">
                <a16:creationId xmlns:a16="http://schemas.microsoft.com/office/drawing/2014/main" id="{E592E333-13A3-85DD-E397-B66785D022D7}"/>
              </a:ext>
            </a:extLst>
          </p:cNvPr>
          <p:cNvSpPr/>
          <p:nvPr/>
        </p:nvSpPr>
        <p:spPr>
          <a:xfrm>
            <a:off x="9006840" y="346710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205" name="Condition card CACHE">
            <a:extLst>
              <a:ext uri="{FF2B5EF4-FFF2-40B4-BE49-F238E27FC236}">
                <a16:creationId xmlns:a16="http://schemas.microsoft.com/office/drawing/2014/main" id="{5644FE56-16F7-68C4-7E29-0F1C665CF782}"/>
              </a:ext>
            </a:extLst>
          </p:cNvPr>
          <p:cNvSpPr/>
          <p:nvPr/>
        </p:nvSpPr>
        <p:spPr>
          <a:xfrm>
            <a:off x="548640" y="4754880"/>
            <a:ext cx="5433060" cy="112776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230" name="Condition card ROUTING">
            <a:extLst>
              <a:ext uri="{FF2B5EF4-FFF2-40B4-BE49-F238E27FC236}">
                <a16:creationId xmlns:a16="http://schemas.microsoft.com/office/drawing/2014/main" id="{082AD5BE-F596-48DB-BBB7-91D13B649E89}"/>
              </a:ext>
            </a:extLst>
          </p:cNvPr>
          <p:cNvSpPr/>
          <p:nvPr/>
        </p:nvSpPr>
        <p:spPr>
          <a:xfrm>
            <a:off x="6210300" y="4754880"/>
            <a:ext cx="5433060" cy="112776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256" name="Condition label CACHE">
            <a:extLst>
              <a:ext uri="{FF2B5EF4-FFF2-40B4-BE49-F238E27FC236}">
                <a16:creationId xmlns:a16="http://schemas.microsoft.com/office/drawing/2014/main" id="{D3BB78A0-4FCD-1A66-913E-AFD62FFC6127}"/>
              </a:ext>
            </a:extLst>
          </p:cNvPr>
          <p:cNvSpPr/>
          <p:nvPr/>
        </p:nvSpPr>
        <p:spPr>
          <a:xfrm>
            <a:off x="563880" y="4776560"/>
            <a:ext cx="540258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CACHE</a:t>
            </a:r>
          </a:p>
          <a:p>
            <a:pPr algn="l">
              <a:buNone/>
            </a:pPr>
            <a:r>
              <a:rPr lang="en-US" sz="100">
                <a:effectLst/>
              </a:rPr>
              <a:t> </a:t>
            </a:r>
            <a:endParaRPr lang="en-US"/>
          </a:p>
        </p:txBody>
      </p:sp>
      <p:sp>
        <p:nvSpPr>
          <p:cNvPr id="20283" name="Condition CACHE">
            <a:extLst>
              <a:ext uri="{FF2B5EF4-FFF2-40B4-BE49-F238E27FC236}">
                <a16:creationId xmlns:a16="http://schemas.microsoft.com/office/drawing/2014/main" id="{D7E55E2B-B62B-4369-C44A-7E05F89EA07F}"/>
              </a:ext>
            </a:extLst>
          </p:cNvPr>
          <p:cNvSpPr/>
          <p:nvPr/>
        </p:nvSpPr>
        <p:spPr>
          <a:xfrm>
            <a:off x="563880" y="5135880"/>
            <a:ext cx="540258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Same permission, evidence version and task validity required</a:t>
            </a:r>
          </a:p>
          <a:p>
            <a:pPr algn="l">
              <a:buNone/>
            </a:pPr>
            <a:r>
              <a:rPr lang="en-US" sz="100">
                <a:effectLst/>
              </a:rPr>
              <a:t> </a:t>
            </a:r>
            <a:endParaRPr lang="en-US"/>
          </a:p>
        </p:txBody>
      </p:sp>
      <p:sp>
        <p:nvSpPr>
          <p:cNvPr id="20311" name="Condition label ROUTING">
            <a:extLst>
              <a:ext uri="{FF2B5EF4-FFF2-40B4-BE49-F238E27FC236}">
                <a16:creationId xmlns:a16="http://schemas.microsoft.com/office/drawing/2014/main" id="{F2122C8D-8F7D-5F80-8297-03DD408AC976}"/>
              </a:ext>
            </a:extLst>
          </p:cNvPr>
          <p:cNvSpPr/>
          <p:nvPr/>
        </p:nvSpPr>
        <p:spPr>
          <a:xfrm>
            <a:off x="6225540" y="4776560"/>
            <a:ext cx="540258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ROUTING</a:t>
            </a:r>
          </a:p>
          <a:p>
            <a:pPr algn="l">
              <a:buNone/>
            </a:pPr>
            <a:r>
              <a:rPr lang="en-US" sz="100">
                <a:effectLst/>
              </a:rPr>
              <a:t> </a:t>
            </a:r>
            <a:endParaRPr lang="en-US"/>
          </a:p>
        </p:txBody>
      </p:sp>
      <p:sp>
        <p:nvSpPr>
          <p:cNvPr id="20340" name="Condition ROUTING">
            <a:extLst>
              <a:ext uri="{FF2B5EF4-FFF2-40B4-BE49-F238E27FC236}">
                <a16:creationId xmlns:a16="http://schemas.microsoft.com/office/drawing/2014/main" id="{C32CDB31-B2F2-01A4-4722-4C48EEFB406F}"/>
              </a:ext>
            </a:extLst>
          </p:cNvPr>
          <p:cNvSpPr/>
          <p:nvPr/>
        </p:nvSpPr>
        <p:spPr>
          <a:xfrm>
            <a:off x="6225540" y="5135880"/>
            <a:ext cx="540258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Smallest model must clear held-out quality and latency thresholds</a:t>
            </a:r>
          </a:p>
          <a:p>
            <a:pPr algn="l">
              <a:buNone/>
            </a:pPr>
            <a:r>
              <a:rPr lang="en-US" sz="100">
                <a:effectLst/>
              </a:rPr>
              <a:t> </a:t>
            </a:r>
            <a:endParaRPr lang="en-US"/>
          </a:p>
        </p:txBody>
      </p:sp>
      <p:sp>
        <p:nvSpPr>
          <p:cNvPr id="21596" name="Lever chip Routing">
            <a:extLst>
              <a:ext uri="{FF2B5EF4-FFF2-40B4-BE49-F238E27FC236}">
                <a16:creationId xmlns:a16="http://schemas.microsoft.com/office/drawing/2014/main" id="{67206E21-A2CE-7A9B-6807-4364620A304C}"/>
              </a:ext>
            </a:extLst>
          </p:cNvPr>
          <p:cNvSpPr/>
          <p:nvPr/>
        </p:nvSpPr>
        <p:spPr>
          <a:xfrm>
            <a:off x="3270504" y="3178048"/>
            <a:ext cx="2438400" cy="3200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598" name="Lever chip Context">
            <a:extLst>
              <a:ext uri="{FF2B5EF4-FFF2-40B4-BE49-F238E27FC236}">
                <a16:creationId xmlns:a16="http://schemas.microsoft.com/office/drawing/2014/main" id="{9CBB3B99-B2F5-6970-0B7F-9675441FBED3}"/>
              </a:ext>
            </a:extLst>
          </p:cNvPr>
          <p:cNvSpPr/>
          <p:nvPr/>
        </p:nvSpPr>
        <p:spPr>
          <a:xfrm>
            <a:off x="3270504" y="3642360"/>
            <a:ext cx="2438400" cy="3200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601" name="Lever chip Cache">
            <a:extLst>
              <a:ext uri="{FF2B5EF4-FFF2-40B4-BE49-F238E27FC236}">
                <a16:creationId xmlns:a16="http://schemas.microsoft.com/office/drawing/2014/main" id="{8A794CB6-CE10-6984-1023-4B7B46CAF84C}"/>
              </a:ext>
            </a:extLst>
          </p:cNvPr>
          <p:cNvSpPr/>
          <p:nvPr/>
        </p:nvSpPr>
        <p:spPr>
          <a:xfrm>
            <a:off x="3270504" y="4145280"/>
            <a:ext cx="2438400" cy="3200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605" name="Decision chip Retain">
            <a:extLst>
              <a:ext uri="{FF2B5EF4-FFF2-40B4-BE49-F238E27FC236}">
                <a16:creationId xmlns:a16="http://schemas.microsoft.com/office/drawing/2014/main" id="{FFC8B1E8-609C-6DD7-0428-B02C7F603C28}"/>
              </a:ext>
            </a:extLst>
          </p:cNvPr>
          <p:cNvSpPr/>
          <p:nvPr/>
        </p:nvSpPr>
        <p:spPr>
          <a:xfrm>
            <a:off x="9415272" y="3178048"/>
            <a:ext cx="2121408" cy="3200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610" name="Decision chip Revert">
            <a:extLst>
              <a:ext uri="{FF2B5EF4-FFF2-40B4-BE49-F238E27FC236}">
                <a16:creationId xmlns:a16="http://schemas.microsoft.com/office/drawing/2014/main" id="{5432B98F-F52E-E92B-33B5-5758DE217566}"/>
              </a:ext>
            </a:extLst>
          </p:cNvPr>
          <p:cNvSpPr/>
          <p:nvPr/>
        </p:nvSpPr>
        <p:spPr>
          <a:xfrm>
            <a:off x="9415272" y="3642360"/>
            <a:ext cx="2121408" cy="3200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616" name="Lever Routing">
            <a:extLst>
              <a:ext uri="{FF2B5EF4-FFF2-40B4-BE49-F238E27FC236}">
                <a16:creationId xmlns:a16="http://schemas.microsoft.com/office/drawing/2014/main" id="{3D768479-833A-B168-9F37-9368570EDD6E}"/>
              </a:ext>
            </a:extLst>
          </p:cNvPr>
          <p:cNvSpPr/>
          <p:nvPr/>
        </p:nvSpPr>
        <p:spPr>
          <a:xfrm>
            <a:off x="3270504" y="3085428"/>
            <a:ext cx="243840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Routing</a:t>
            </a:r>
          </a:p>
          <a:p>
            <a:pPr algn="ctr">
              <a:buNone/>
            </a:pPr>
            <a:r>
              <a:rPr lang="en-US" sz="100">
                <a:effectLst/>
              </a:rPr>
              <a:t> </a:t>
            </a:r>
            <a:endParaRPr lang="en-US"/>
          </a:p>
        </p:txBody>
      </p:sp>
      <p:sp>
        <p:nvSpPr>
          <p:cNvPr id="21623" name="Lever or 1">
            <a:extLst>
              <a:ext uri="{FF2B5EF4-FFF2-40B4-BE49-F238E27FC236}">
                <a16:creationId xmlns:a16="http://schemas.microsoft.com/office/drawing/2014/main" id="{2AA9606A-535D-AC6B-77C7-5AF177B761F5}"/>
              </a:ext>
            </a:extLst>
          </p:cNvPr>
          <p:cNvSpPr/>
          <p:nvPr/>
        </p:nvSpPr>
        <p:spPr>
          <a:xfrm>
            <a:off x="3270504" y="3348064"/>
            <a:ext cx="2438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50">
                <a:solidFill>
                  <a:srgbClr val="50655E"/>
                </a:solidFill>
                <a:effectLst/>
                <a:latin typeface="Arial" panose="020B0604020202020204" pitchFamily="34" charset="0"/>
              </a:rPr>
              <a:t>OR</a:t>
            </a:r>
          </a:p>
          <a:p>
            <a:pPr algn="ctr">
              <a:buNone/>
            </a:pPr>
            <a:r>
              <a:rPr lang="en-US" sz="100">
                <a:effectLst/>
              </a:rPr>
              <a:t> </a:t>
            </a:r>
            <a:endParaRPr lang="en-US"/>
          </a:p>
        </p:txBody>
      </p:sp>
      <p:sp>
        <p:nvSpPr>
          <p:cNvPr id="21631" name="Lever Context">
            <a:extLst>
              <a:ext uri="{FF2B5EF4-FFF2-40B4-BE49-F238E27FC236}">
                <a16:creationId xmlns:a16="http://schemas.microsoft.com/office/drawing/2014/main" id="{794C5A93-4D89-1E20-6126-337663E2E285}"/>
              </a:ext>
            </a:extLst>
          </p:cNvPr>
          <p:cNvSpPr/>
          <p:nvPr/>
        </p:nvSpPr>
        <p:spPr>
          <a:xfrm>
            <a:off x="3270504" y="3549740"/>
            <a:ext cx="243840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Context</a:t>
            </a:r>
          </a:p>
          <a:p>
            <a:pPr algn="ctr">
              <a:buNone/>
            </a:pPr>
            <a:r>
              <a:rPr lang="en-US" sz="100">
                <a:effectLst/>
              </a:rPr>
              <a:t> </a:t>
            </a:r>
            <a:endParaRPr lang="en-US"/>
          </a:p>
        </p:txBody>
      </p:sp>
      <p:sp>
        <p:nvSpPr>
          <p:cNvPr id="21640" name="Lever or 2">
            <a:extLst>
              <a:ext uri="{FF2B5EF4-FFF2-40B4-BE49-F238E27FC236}">
                <a16:creationId xmlns:a16="http://schemas.microsoft.com/office/drawing/2014/main" id="{1AE72652-1F8E-911C-0639-3159FAB7B114}"/>
              </a:ext>
            </a:extLst>
          </p:cNvPr>
          <p:cNvSpPr/>
          <p:nvPr/>
        </p:nvSpPr>
        <p:spPr>
          <a:xfrm>
            <a:off x="3270504" y="3831680"/>
            <a:ext cx="2438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50">
                <a:solidFill>
                  <a:srgbClr val="50655E"/>
                </a:solidFill>
                <a:effectLst/>
                <a:latin typeface="Arial" panose="020B0604020202020204" pitchFamily="34" charset="0"/>
              </a:rPr>
              <a:t>OR</a:t>
            </a:r>
          </a:p>
          <a:p>
            <a:pPr algn="ctr">
              <a:buNone/>
            </a:pPr>
            <a:r>
              <a:rPr lang="en-US" sz="100">
                <a:effectLst/>
              </a:rPr>
              <a:t> </a:t>
            </a:r>
            <a:endParaRPr lang="en-US"/>
          </a:p>
        </p:txBody>
      </p:sp>
      <p:sp>
        <p:nvSpPr>
          <p:cNvPr id="21650" name="Lever Cache">
            <a:extLst>
              <a:ext uri="{FF2B5EF4-FFF2-40B4-BE49-F238E27FC236}">
                <a16:creationId xmlns:a16="http://schemas.microsoft.com/office/drawing/2014/main" id="{3A535494-617A-319E-E870-50B4A11CDC05}"/>
              </a:ext>
            </a:extLst>
          </p:cNvPr>
          <p:cNvSpPr/>
          <p:nvPr/>
        </p:nvSpPr>
        <p:spPr>
          <a:xfrm>
            <a:off x="3270504" y="4052660"/>
            <a:ext cx="243840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Cache</a:t>
            </a:r>
          </a:p>
          <a:p>
            <a:pPr algn="ctr">
              <a:buNone/>
            </a:pPr>
            <a:r>
              <a:rPr lang="en-US" sz="100">
                <a:effectLst/>
              </a:rPr>
              <a:t> </a:t>
            </a:r>
            <a:endParaRPr lang="en-US"/>
          </a:p>
        </p:txBody>
      </p:sp>
      <p:sp>
        <p:nvSpPr>
          <p:cNvPr id="21661" name="Decision Retain">
            <a:extLst>
              <a:ext uri="{FF2B5EF4-FFF2-40B4-BE49-F238E27FC236}">
                <a16:creationId xmlns:a16="http://schemas.microsoft.com/office/drawing/2014/main" id="{E193068C-2C16-88C0-D55E-E009BC8A503A}"/>
              </a:ext>
            </a:extLst>
          </p:cNvPr>
          <p:cNvSpPr/>
          <p:nvPr/>
        </p:nvSpPr>
        <p:spPr>
          <a:xfrm>
            <a:off x="9415272" y="3085428"/>
            <a:ext cx="2121408"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Retain</a:t>
            </a:r>
          </a:p>
          <a:p>
            <a:pPr algn="ctr">
              <a:buNone/>
            </a:pPr>
            <a:r>
              <a:rPr lang="en-US" sz="100">
                <a:effectLst/>
              </a:rPr>
              <a:t> </a:t>
            </a:r>
            <a:endParaRPr lang="en-US"/>
          </a:p>
        </p:txBody>
      </p:sp>
      <p:sp>
        <p:nvSpPr>
          <p:cNvPr id="21673" name="Decision or 1">
            <a:extLst>
              <a:ext uri="{FF2B5EF4-FFF2-40B4-BE49-F238E27FC236}">
                <a16:creationId xmlns:a16="http://schemas.microsoft.com/office/drawing/2014/main" id="{E5DEC31E-055C-56D2-701C-AC3E36EB2ECE}"/>
              </a:ext>
            </a:extLst>
          </p:cNvPr>
          <p:cNvSpPr/>
          <p:nvPr/>
        </p:nvSpPr>
        <p:spPr>
          <a:xfrm>
            <a:off x="9415272" y="3348064"/>
            <a:ext cx="212140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50">
                <a:solidFill>
                  <a:srgbClr val="50655E"/>
                </a:solidFill>
                <a:effectLst/>
                <a:latin typeface="Arial" panose="020B0604020202020204" pitchFamily="34" charset="0"/>
              </a:rPr>
              <a:t>OR</a:t>
            </a:r>
          </a:p>
          <a:p>
            <a:pPr algn="ctr">
              <a:buNone/>
            </a:pPr>
            <a:r>
              <a:rPr lang="en-US" sz="100">
                <a:effectLst/>
              </a:rPr>
              <a:t> </a:t>
            </a:r>
            <a:endParaRPr lang="en-US"/>
          </a:p>
        </p:txBody>
      </p:sp>
      <p:sp>
        <p:nvSpPr>
          <p:cNvPr id="21686" name="Decision Revert">
            <a:extLst>
              <a:ext uri="{FF2B5EF4-FFF2-40B4-BE49-F238E27FC236}">
                <a16:creationId xmlns:a16="http://schemas.microsoft.com/office/drawing/2014/main" id="{719EBD6F-03D9-36EA-AD21-FBF1006ADCF9}"/>
              </a:ext>
            </a:extLst>
          </p:cNvPr>
          <p:cNvSpPr/>
          <p:nvPr/>
        </p:nvSpPr>
        <p:spPr>
          <a:xfrm>
            <a:off x="9415272" y="3549740"/>
            <a:ext cx="2121408"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Revert</a:t>
            </a:r>
          </a:p>
          <a:p>
            <a:pPr algn="ctr">
              <a:buNone/>
            </a:pPr>
            <a:r>
              <a:rPr lang="en-US" sz="100">
                <a:effectLst/>
              </a:rPr>
              <a:t> </a:t>
            </a:r>
            <a:endParaRPr lang="en-US"/>
          </a:p>
        </p:txBody>
      </p:sp>
    </p:spTree>
    <p:extLst>
      <p:ext uri="{BB962C8B-B14F-4D97-AF65-F5344CB8AC3E}">
        <p14:creationId xmlns:p14="http://schemas.microsoft.com/office/powerpoint/2010/main" val="184488055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11303" name="Eyebrow">
            <a:extLst>
              <a:ext uri="{FF2B5EF4-FFF2-40B4-BE49-F238E27FC236}">
                <a16:creationId xmlns:a16="http://schemas.microsoft.com/office/drawing/2014/main" id="{7A24F95E-2F54-26F8-0A39-92FB857BDEBC}"/>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B27 · CTO / CIO / PANEL</a:t>
            </a:r>
          </a:p>
          <a:p>
            <a:pPr algn="l">
              <a:buNone/>
            </a:pPr>
            <a:r>
              <a:rPr lang="en-US" sz="100">
                <a:effectLst/>
              </a:rPr>
              <a:t> </a:t>
            </a:r>
            <a:endParaRPr lang="en-US"/>
          </a:p>
        </p:txBody>
      </p:sp>
      <p:sp>
        <p:nvSpPr>
          <p:cNvPr id="11435" name="Slide title">
            <a:extLst>
              <a:ext uri="{FF2B5EF4-FFF2-40B4-BE49-F238E27FC236}">
                <a16:creationId xmlns:a16="http://schemas.microsoft.com/office/drawing/2014/main" id="{2F90C067-F3FC-A147-5FD5-E42C0CA2B4CA}"/>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What stops chat and agent sprawl multiplying hidden calls?</a:t>
            </a:r>
          </a:p>
          <a:p>
            <a:pPr algn="l">
              <a:buNone/>
            </a:pPr>
            <a:r>
              <a:rPr lang="en-US" sz="100">
                <a:effectLst/>
              </a:rPr>
              <a:t> </a:t>
            </a:r>
            <a:endParaRPr lang="en-US"/>
          </a:p>
        </p:txBody>
      </p:sp>
      <p:sp>
        <p:nvSpPr>
          <p:cNvPr id="11568" name="Footer sources">
            <a:extLst>
              <a:ext uri="{FF2B5EF4-FFF2-40B4-BE49-F238E27FC236}">
                <a16:creationId xmlns:a16="http://schemas.microsoft.com/office/drawing/2014/main" id="{A7FC2BCF-A670-FDB7-5C88-4AB0B5CC6EB4}"/>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E19 · E09</a:t>
            </a:r>
          </a:p>
          <a:p>
            <a:pPr algn="l">
              <a:buNone/>
            </a:pPr>
            <a:r>
              <a:rPr lang="en-US" sz="100">
                <a:effectLst/>
              </a:rPr>
              <a:t> </a:t>
            </a:r>
            <a:endParaRPr lang="en-US"/>
          </a:p>
        </p:txBody>
      </p:sp>
      <p:sp>
        <p:nvSpPr>
          <p:cNvPr id="11702" name="Footer navigation">
            <a:extLst>
              <a:ext uri="{FF2B5EF4-FFF2-40B4-BE49-F238E27FC236}">
                <a16:creationId xmlns:a16="http://schemas.microsoft.com/office/drawing/2014/main" id="{C12A29C5-2D61-6846-24C5-0B6B527B4C03}"/>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B27 · Index: slide 27</a:t>
            </a:r>
            <a:endParaRPr lang="en-US"/>
          </a:p>
        </p:txBody>
      </p:sp>
      <p:sp>
        <p:nvSpPr>
          <p:cNvPr id="11837" name="Return pill">
            <a:extLst>
              <a:ext uri="{FF2B5EF4-FFF2-40B4-BE49-F238E27FC236}">
                <a16:creationId xmlns:a16="http://schemas.microsoft.com/office/drawing/2014/main" id="{441FCFF6-D1AB-978F-7CE4-21315F12D68C}"/>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S18 · slide 21</a:t>
            </a:r>
            <a:endParaRPr lang="en-US"/>
          </a:p>
        </p:txBody>
      </p:sp>
      <p:sp>
        <p:nvSpPr>
          <p:cNvPr id="20341" name="Proposed per-request bound">
            <a:extLst>
              <a:ext uri="{FF2B5EF4-FFF2-40B4-BE49-F238E27FC236}">
                <a16:creationId xmlns:a16="http://schemas.microsoft.com/office/drawing/2014/main" id="{77AE1311-2AEA-C294-8B5C-4A926A0CE8BD}"/>
              </a:ext>
            </a:extLst>
          </p:cNvPr>
          <p:cNvSpPr/>
          <p:nvPr/>
        </p:nvSpPr>
        <p:spPr>
          <a:xfrm>
            <a:off x="5029200" y="1600200"/>
            <a:ext cx="6614160" cy="236220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343" name="User request">
            <a:extLst>
              <a:ext uri="{FF2B5EF4-FFF2-40B4-BE49-F238E27FC236}">
                <a16:creationId xmlns:a16="http://schemas.microsoft.com/office/drawing/2014/main" id="{F4331911-EA6A-CD1D-6E00-BA277C1C93D8}"/>
              </a:ext>
            </a:extLst>
          </p:cNvPr>
          <p:cNvSpPr/>
          <p:nvPr/>
        </p:nvSpPr>
        <p:spPr>
          <a:xfrm>
            <a:off x="548640" y="2324100"/>
            <a:ext cx="1554480" cy="91440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346" name="User request title">
            <a:extLst>
              <a:ext uri="{FF2B5EF4-FFF2-40B4-BE49-F238E27FC236}">
                <a16:creationId xmlns:a16="http://schemas.microsoft.com/office/drawing/2014/main" id="{EFDAB923-EAD8-7F0B-49FE-05856FA77321}"/>
              </a:ext>
            </a:extLst>
          </p:cNvPr>
          <p:cNvSpPr/>
          <p:nvPr/>
        </p:nvSpPr>
        <p:spPr>
          <a:xfrm>
            <a:off x="563880" y="2430780"/>
            <a:ext cx="1524000" cy="70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One user request</a:t>
            </a:r>
          </a:p>
          <a:p>
            <a:pPr algn="l">
              <a:buNone/>
            </a:pPr>
            <a:r>
              <a:rPr lang="en-US" sz="100">
                <a:effectLst/>
              </a:rPr>
              <a:t> </a:t>
            </a:r>
            <a:endParaRPr lang="en-US"/>
          </a:p>
        </p:txBody>
      </p:sp>
      <p:sp>
        <p:nvSpPr>
          <p:cNvPr id="20350" name="State graph">
            <a:extLst>
              <a:ext uri="{FF2B5EF4-FFF2-40B4-BE49-F238E27FC236}">
                <a16:creationId xmlns:a16="http://schemas.microsoft.com/office/drawing/2014/main" id="{BB379BA4-C409-3193-19DD-47D4E1EB30AD}"/>
              </a:ext>
            </a:extLst>
          </p:cNvPr>
          <p:cNvSpPr/>
          <p:nvPr/>
        </p:nvSpPr>
        <p:spPr>
          <a:xfrm>
            <a:off x="2468880" y="2019300"/>
            <a:ext cx="2148840" cy="152400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355" name="Statement 1 (title)">
            <a:extLst>
              <a:ext uri="{FF2B5EF4-FFF2-40B4-BE49-F238E27FC236}">
                <a16:creationId xmlns:a16="http://schemas.microsoft.com/office/drawing/2014/main" id="{152E1502-A749-8B88-DC07-3C80BE3A749A}"/>
              </a:ext>
            </a:extLst>
          </p:cNvPr>
          <p:cNvSpPr/>
          <p:nvPr/>
        </p:nvSpPr>
        <p:spPr>
          <a:xfrm>
            <a:off x="2484120" y="2125980"/>
            <a:ext cx="2118360" cy="70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Deterministic state graph</a:t>
            </a:r>
          </a:p>
          <a:p>
            <a:pPr algn="l">
              <a:buNone/>
            </a:pPr>
            <a:r>
              <a:rPr lang="en-US" sz="100">
                <a:effectLst/>
              </a:rPr>
              <a:t> </a:t>
            </a:r>
            <a:endParaRPr lang="en-US"/>
          </a:p>
        </p:txBody>
      </p:sp>
      <p:sp>
        <p:nvSpPr>
          <p:cNvPr id="20361" name="Statement 1 (body)">
            <a:extLst>
              <a:ext uri="{FF2B5EF4-FFF2-40B4-BE49-F238E27FC236}">
                <a16:creationId xmlns:a16="http://schemas.microsoft.com/office/drawing/2014/main" id="{C817C2D5-FC6C-CCEE-128A-945BEAD93BB2}"/>
              </a:ext>
            </a:extLst>
          </p:cNvPr>
          <p:cNvSpPr/>
          <p:nvPr/>
        </p:nvSpPr>
        <p:spPr>
          <a:xfrm>
            <a:off x="2484120" y="2857500"/>
            <a:ext cx="211836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not an open-ended agent loop</a:t>
            </a:r>
          </a:p>
          <a:p>
            <a:pPr algn="l">
              <a:buNone/>
            </a:pPr>
            <a:r>
              <a:rPr lang="en-US" sz="100">
                <a:effectLst/>
              </a:rPr>
              <a:t> </a:t>
            </a:r>
            <a:endParaRPr lang="en-US"/>
          </a:p>
        </p:txBody>
      </p:sp>
      <p:sp>
        <p:nvSpPr>
          <p:cNvPr id="20368" name="Request to state graph">
            <a:extLst>
              <a:ext uri="{FF2B5EF4-FFF2-40B4-BE49-F238E27FC236}">
                <a16:creationId xmlns:a16="http://schemas.microsoft.com/office/drawing/2014/main" id="{FB8C4D8A-CFDC-4487-99EF-90795AE5985D}"/>
              </a:ext>
            </a:extLst>
          </p:cNvPr>
          <p:cNvSpPr/>
          <p:nvPr/>
        </p:nvSpPr>
        <p:spPr>
          <a:xfrm>
            <a:off x="2148840" y="266700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376" name="Call Chat and memory">
            <a:extLst>
              <a:ext uri="{FF2B5EF4-FFF2-40B4-BE49-F238E27FC236}">
                <a16:creationId xmlns:a16="http://schemas.microsoft.com/office/drawing/2014/main" id="{B5489DE1-7B21-D1C5-6827-C747B7270CE5}"/>
              </a:ext>
            </a:extLst>
          </p:cNvPr>
          <p:cNvSpPr/>
          <p:nvPr/>
        </p:nvSpPr>
        <p:spPr>
          <a:xfrm>
            <a:off x="5181600" y="1706880"/>
            <a:ext cx="2560320" cy="594360"/>
          </a:xfrm>
          <a:prstGeom prst="rect">
            <a:avLst/>
          </a:prstGeom>
          <a:solidFill>
            <a:srgbClr val="F0EBFA"/>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Chat and memory</a:t>
            </a:r>
          </a:p>
          <a:p>
            <a:pPr algn="ctr">
              <a:buNone/>
            </a:pPr>
            <a:r>
              <a:rPr lang="en-US" sz="100">
                <a:effectLst/>
              </a:rPr>
              <a:t> </a:t>
            </a:r>
            <a:endParaRPr lang="en-US"/>
          </a:p>
        </p:txBody>
      </p:sp>
      <p:sp>
        <p:nvSpPr>
          <p:cNvPr id="20385" name="Call Retries">
            <a:extLst>
              <a:ext uri="{FF2B5EF4-FFF2-40B4-BE49-F238E27FC236}">
                <a16:creationId xmlns:a16="http://schemas.microsoft.com/office/drawing/2014/main" id="{6D635E4C-1A69-E476-3FB6-563A4A692FF1}"/>
              </a:ext>
            </a:extLst>
          </p:cNvPr>
          <p:cNvSpPr/>
          <p:nvPr/>
        </p:nvSpPr>
        <p:spPr>
          <a:xfrm>
            <a:off x="5181600" y="2484120"/>
            <a:ext cx="2560320" cy="594360"/>
          </a:xfrm>
          <a:prstGeom prst="rect">
            <a:avLst/>
          </a:prstGeom>
          <a:solidFill>
            <a:srgbClr val="F0EBFA"/>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Retries</a:t>
            </a:r>
          </a:p>
          <a:p>
            <a:pPr algn="ctr">
              <a:buNone/>
            </a:pPr>
            <a:r>
              <a:rPr lang="en-US" sz="100">
                <a:effectLst/>
              </a:rPr>
              <a:t> </a:t>
            </a:r>
            <a:endParaRPr lang="en-US"/>
          </a:p>
        </p:txBody>
      </p:sp>
      <p:sp>
        <p:nvSpPr>
          <p:cNvPr id="20395" name="Call Additional model paths">
            <a:extLst>
              <a:ext uri="{FF2B5EF4-FFF2-40B4-BE49-F238E27FC236}">
                <a16:creationId xmlns:a16="http://schemas.microsoft.com/office/drawing/2014/main" id="{0189F84D-86F7-9116-9F00-634E87A02B97}"/>
              </a:ext>
            </a:extLst>
          </p:cNvPr>
          <p:cNvSpPr/>
          <p:nvPr/>
        </p:nvSpPr>
        <p:spPr>
          <a:xfrm>
            <a:off x="5181600" y="3261360"/>
            <a:ext cx="2560320" cy="594360"/>
          </a:xfrm>
          <a:prstGeom prst="rect">
            <a:avLst/>
          </a:prstGeom>
          <a:solidFill>
            <a:srgbClr val="F0EBFA"/>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Additional model paths</a:t>
            </a:r>
          </a:p>
          <a:p>
            <a:pPr algn="ctr">
              <a:buNone/>
            </a:pPr>
            <a:r>
              <a:rPr lang="en-US" sz="100">
                <a:effectLst/>
              </a:rPr>
              <a:t> </a:t>
            </a:r>
            <a:endParaRPr lang="en-US"/>
          </a:p>
        </p:txBody>
      </p:sp>
      <p:sp>
        <p:nvSpPr>
          <p:cNvPr id="20406" name="Fan-out stub">
            <a:extLst>
              <a:ext uri="{FF2B5EF4-FFF2-40B4-BE49-F238E27FC236}">
                <a16:creationId xmlns:a16="http://schemas.microsoft.com/office/drawing/2014/main" id="{542C5EEC-DF85-7E12-B21A-C7594ADA882B}"/>
              </a:ext>
            </a:extLst>
          </p:cNvPr>
          <p:cNvSpPr/>
          <p:nvPr/>
        </p:nvSpPr>
        <p:spPr>
          <a:xfrm>
            <a:off x="4617720" y="2771775"/>
            <a:ext cx="238125" cy="1905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418" name="Fan-out bus">
            <a:extLst>
              <a:ext uri="{FF2B5EF4-FFF2-40B4-BE49-F238E27FC236}">
                <a16:creationId xmlns:a16="http://schemas.microsoft.com/office/drawing/2014/main" id="{3BF7C216-2057-76C1-9EE5-CE6BC70BBF02}"/>
              </a:ext>
            </a:extLst>
          </p:cNvPr>
          <p:cNvSpPr/>
          <p:nvPr/>
        </p:nvSpPr>
        <p:spPr>
          <a:xfrm>
            <a:off x="4836795" y="2004060"/>
            <a:ext cx="19050" cy="155448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431" name="Call arrow 1">
            <a:extLst>
              <a:ext uri="{FF2B5EF4-FFF2-40B4-BE49-F238E27FC236}">
                <a16:creationId xmlns:a16="http://schemas.microsoft.com/office/drawing/2014/main" id="{05439939-6278-FFFB-66BA-F8484185EA15}"/>
              </a:ext>
            </a:extLst>
          </p:cNvPr>
          <p:cNvSpPr/>
          <p:nvPr/>
        </p:nvSpPr>
        <p:spPr>
          <a:xfrm>
            <a:off x="4846320" y="1889760"/>
            <a:ext cx="30480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445" name="Call arrow 2">
            <a:extLst>
              <a:ext uri="{FF2B5EF4-FFF2-40B4-BE49-F238E27FC236}">
                <a16:creationId xmlns:a16="http://schemas.microsoft.com/office/drawing/2014/main" id="{B08E89D1-92DE-9AA7-F006-5B0D5DC636AA}"/>
              </a:ext>
            </a:extLst>
          </p:cNvPr>
          <p:cNvSpPr/>
          <p:nvPr/>
        </p:nvSpPr>
        <p:spPr>
          <a:xfrm>
            <a:off x="4846320" y="2667000"/>
            <a:ext cx="30480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460" name="Call arrow 3">
            <a:extLst>
              <a:ext uri="{FF2B5EF4-FFF2-40B4-BE49-F238E27FC236}">
                <a16:creationId xmlns:a16="http://schemas.microsoft.com/office/drawing/2014/main" id="{5AE83717-F345-0F8B-4AF4-0362E7C07332}"/>
              </a:ext>
            </a:extLst>
          </p:cNvPr>
          <p:cNvSpPr/>
          <p:nvPr/>
        </p:nvSpPr>
        <p:spPr>
          <a:xfrm>
            <a:off x="4846320" y="3444240"/>
            <a:ext cx="30480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476" name="Statement 3">
            <a:extLst>
              <a:ext uri="{FF2B5EF4-FFF2-40B4-BE49-F238E27FC236}">
                <a16:creationId xmlns:a16="http://schemas.microsoft.com/office/drawing/2014/main" id="{3453274B-E1CC-98E2-F011-E40B86A3AE82}"/>
              </a:ext>
            </a:extLst>
          </p:cNvPr>
          <p:cNvSpPr/>
          <p:nvPr/>
        </p:nvSpPr>
        <p:spPr>
          <a:xfrm>
            <a:off x="7879080" y="1691640"/>
            <a:ext cx="361188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7A4B00"/>
                </a:solidFill>
                <a:effectLst/>
                <a:latin typeface="Arial" panose="020B0604020202020204" pitchFamily="34" charset="0"/>
              </a:rPr>
              <a:t>Per-request call and depth
limits are designed and
next to run</a:t>
            </a:r>
            <a:endParaRPr lang="en-US"/>
          </a:p>
        </p:txBody>
      </p:sp>
      <p:sp>
        <p:nvSpPr>
          <p:cNvPr id="20493" name="Bound pill">
            <a:extLst>
              <a:ext uri="{FF2B5EF4-FFF2-40B4-BE49-F238E27FC236}">
                <a16:creationId xmlns:a16="http://schemas.microsoft.com/office/drawing/2014/main" id="{3D8DA844-3DBE-ED5F-42DD-37640EAA59C2}"/>
              </a:ext>
            </a:extLst>
          </p:cNvPr>
          <p:cNvSpPr/>
          <p:nvPr/>
        </p:nvSpPr>
        <p:spPr>
          <a:xfrm>
            <a:off x="7970520" y="2697480"/>
            <a:ext cx="1993392"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DESIGNED · NEXT</a:t>
            </a:r>
            <a:endParaRPr lang="en-US"/>
          </a:p>
        </p:txBody>
      </p:sp>
      <p:sp>
        <p:nvSpPr>
          <p:cNvPr id="20511" name="AC-109 note">
            <a:extLst>
              <a:ext uri="{FF2B5EF4-FFF2-40B4-BE49-F238E27FC236}">
                <a16:creationId xmlns:a16="http://schemas.microsoft.com/office/drawing/2014/main" id="{349BC516-00F6-6B22-EE1D-92C023885882}"/>
              </a:ext>
            </a:extLst>
          </p:cNvPr>
          <p:cNvSpPr/>
          <p:nvPr/>
        </p:nvSpPr>
        <p:spPr>
          <a:xfrm>
            <a:off x="7879080" y="3108960"/>
            <a:ext cx="361188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AC-109 is the acceptance test that proves it in the pilot.</a:t>
            </a:r>
            <a:endParaRPr lang="en-US"/>
          </a:p>
        </p:txBody>
      </p:sp>
      <p:sp>
        <p:nvSpPr>
          <p:cNvPr id="20530" name="Existing authority">
            <a:extLst>
              <a:ext uri="{FF2B5EF4-FFF2-40B4-BE49-F238E27FC236}">
                <a16:creationId xmlns:a16="http://schemas.microsoft.com/office/drawing/2014/main" id="{A481AC72-B4FF-9E7E-A112-B1DDD27A13D5}"/>
              </a:ext>
            </a:extLst>
          </p:cNvPr>
          <p:cNvSpPr/>
          <p:nvPr/>
        </p:nvSpPr>
        <p:spPr>
          <a:xfrm>
            <a:off x="548640" y="4191000"/>
            <a:ext cx="5433060" cy="146304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550" name="Proposed controls card">
            <a:extLst>
              <a:ext uri="{FF2B5EF4-FFF2-40B4-BE49-F238E27FC236}">
                <a16:creationId xmlns:a16="http://schemas.microsoft.com/office/drawing/2014/main" id="{5704C8BA-721E-DE5E-72BB-7AED36F5EB0C}"/>
              </a:ext>
            </a:extLst>
          </p:cNvPr>
          <p:cNvSpPr/>
          <p:nvPr/>
        </p:nvSpPr>
        <p:spPr>
          <a:xfrm>
            <a:off x="6210300" y="4191000"/>
            <a:ext cx="5433060" cy="146304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571" name="Statement 2">
            <a:extLst>
              <a:ext uri="{FF2B5EF4-FFF2-40B4-BE49-F238E27FC236}">
                <a16:creationId xmlns:a16="http://schemas.microsoft.com/office/drawing/2014/main" id="{4F90F14E-83F3-4696-ADA9-52505F82354F}"/>
              </a:ext>
            </a:extLst>
          </p:cNvPr>
          <p:cNvSpPr/>
          <p:nvPr/>
        </p:nvSpPr>
        <p:spPr>
          <a:xfrm>
            <a:off x="563880" y="4297680"/>
            <a:ext cx="540258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Existing bounded authority expires and exhausts</a:t>
            </a:r>
          </a:p>
          <a:p>
            <a:pPr algn="l">
              <a:buNone/>
            </a:pPr>
            <a:r>
              <a:rPr lang="en-US" sz="100">
                <a:effectLst/>
              </a:rPr>
              <a:t> </a:t>
            </a:r>
            <a:endParaRPr lang="en-US"/>
          </a:p>
        </p:txBody>
      </p:sp>
      <p:sp>
        <p:nvSpPr>
          <p:cNvPr id="20616" name="Controls pill">
            <a:extLst>
              <a:ext uri="{FF2B5EF4-FFF2-40B4-BE49-F238E27FC236}">
                <a16:creationId xmlns:a16="http://schemas.microsoft.com/office/drawing/2014/main" id="{BF534471-1B70-EA3F-7541-9F227EF3F426}"/>
              </a:ext>
            </a:extLst>
          </p:cNvPr>
          <p:cNvSpPr/>
          <p:nvPr/>
        </p:nvSpPr>
        <p:spPr>
          <a:xfrm>
            <a:off x="6316980" y="4297680"/>
            <a:ext cx="1993392"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DESIGNED · NEXT</a:t>
            </a:r>
            <a:endParaRPr lang="en-US"/>
          </a:p>
        </p:txBody>
      </p:sp>
      <p:sp>
        <p:nvSpPr>
          <p:cNvPr id="20640" name="Proposed controls">
            <a:extLst>
              <a:ext uri="{FF2B5EF4-FFF2-40B4-BE49-F238E27FC236}">
                <a16:creationId xmlns:a16="http://schemas.microsoft.com/office/drawing/2014/main" id="{68435B59-7996-BC2D-1BD6-F9BF9317FCA9}"/>
              </a:ext>
            </a:extLst>
          </p:cNvPr>
          <p:cNvSpPr/>
          <p:nvPr/>
        </p:nvSpPr>
        <p:spPr>
          <a:xfrm>
            <a:off x="6225540" y="4709160"/>
            <a:ext cx="540258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Complete per-call metering, request attribution, task and period money budgets, and a workflow-only stop</a:t>
            </a:r>
          </a:p>
          <a:p>
            <a:pPr algn="l">
              <a:buNone/>
            </a:pPr>
            <a:r>
              <a:rPr lang="en-US" sz="100">
                <a:effectLst/>
              </a:rPr>
              <a:t> </a:t>
            </a:r>
            <a:endParaRPr lang="en-US"/>
          </a:p>
        </p:txBody>
      </p:sp>
      <p:sp>
        <p:nvSpPr>
          <p:cNvPr id="20665" name="Legend">
            <a:extLst>
              <a:ext uri="{FF2B5EF4-FFF2-40B4-BE49-F238E27FC236}">
                <a16:creationId xmlns:a16="http://schemas.microsoft.com/office/drawing/2014/main" id="{5EFAE9E9-2493-E122-D313-DA03A6656261}"/>
              </a:ext>
            </a:extLst>
          </p:cNvPr>
          <p:cNvSpPr/>
          <p:nvPr/>
        </p:nvSpPr>
        <p:spPr>
          <a:xfrm>
            <a:off x="548640" y="5806440"/>
            <a:ext cx="110947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Amber box with outline = designed bound, next milestone · Purple = bounded model call · Green = existing workflow and authority</a:t>
            </a:r>
            <a:endParaRPr lang="en-US"/>
          </a:p>
        </p:txBody>
      </p:sp>
      <p:sp>
        <p:nvSpPr>
          <p:cNvPr id="21687" name="Existing detail">
            <a:extLst>
              <a:ext uri="{FF2B5EF4-FFF2-40B4-BE49-F238E27FC236}">
                <a16:creationId xmlns:a16="http://schemas.microsoft.com/office/drawing/2014/main" id="{11F9F6B1-929E-0AE5-6DA1-D5D5D9618710}"/>
              </a:ext>
            </a:extLst>
          </p:cNvPr>
          <p:cNvSpPr/>
          <p:nvPr/>
        </p:nvSpPr>
        <p:spPr>
          <a:xfrm>
            <a:off x="563880" y="4968240"/>
            <a:ext cx="540258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Finite calls, tokens and expiry per authority
Money caps come next</a:t>
            </a:r>
            <a:endParaRPr lang="en-US"/>
          </a:p>
        </p:txBody>
      </p:sp>
    </p:spTree>
    <p:extLst>
      <p:ext uri="{BB962C8B-B14F-4D97-AF65-F5344CB8AC3E}">
        <p14:creationId xmlns:p14="http://schemas.microsoft.com/office/powerpoint/2010/main" val="39329458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87867195-f2b8-4ac2-b0b6-6bb73cb33af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otalTime>0</TotalTime>
  <Words>34114</Words>
  <Application>Microsoft Office PowerPoint</Application>
  <PresentationFormat>Widescreen</PresentationFormat>
  <Paragraphs>2430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cp:lastModifiedBy>Juan Manuel Servera Bondroit</cp:lastModifiedBy>
  <cp:revision>1</cp:revision>
  <dcterms:created xsi:type="dcterms:W3CDTF">2026-10-23T08:48:25Z</dcterms:created>
  <dcterms:modified xsi:type="dcterms:W3CDTF">2026-10-23T20:11:04Z</dcterms:modified>
  <cp:category/>
</cp:coreProperties>
</file>